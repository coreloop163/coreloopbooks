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71" r:id="rId11"/>
    <p:sldId id="265" r:id="rId12"/>
    <p:sldId id="272" r:id="rId13"/>
    <p:sldId id="266" r:id="rId14"/>
    <p:sldId id="273" r:id="rId15"/>
    <p:sldId id="267" r:id="rId16"/>
    <p:sldId id="268" r:id="rId17"/>
    <p:sldId id="269" r:id="rId18"/>
    <p:sldId id="278" r:id="rId19"/>
    <p:sldId id="274" r:id="rId20"/>
    <p:sldId id="275" r:id="rId21"/>
    <p:sldId id="276" r:id="rId22"/>
    <p:sldId id="277" r:id="rId23"/>
    <p:sldId id="286" r:id="rId24"/>
    <p:sldId id="279" r:id="rId25"/>
    <p:sldId id="280" r:id="rId26"/>
    <p:sldId id="283" r:id="rId27"/>
    <p:sldId id="284" r:id="rId28"/>
    <p:sldId id="285" r:id="rId29"/>
    <p:sldId id="281" r:id="rId30"/>
    <p:sldId id="282" r:id="rId31"/>
    <p:sldId id="287" r:id="rId32"/>
    <p:sldId id="288" r:id="rId33"/>
    <p:sldId id="289" r:id="rId34"/>
    <p:sldId id="270" r:id="rId35"/>
    <p:sldId id="290" r:id="rId36"/>
    <p:sldId id="291" r:id="rId37"/>
    <p:sldId id="292" r:id="rId38"/>
    <p:sldId id="293" r:id="rId39"/>
    <p:sldId id="297" r:id="rId40"/>
    <p:sldId id="294" r:id="rId41"/>
    <p:sldId id="295" r:id="rId42"/>
    <p:sldId id="296" r:id="rId43"/>
    <p:sldId id="298" r:id="rId44"/>
    <p:sldId id="299" r:id="rId45"/>
    <p:sldId id="300" r:id="rId46"/>
    <p:sldId id="301" r:id="rId47"/>
    <p:sldId id="303" r:id="rId48"/>
    <p:sldId id="304" r:id="rId49"/>
    <p:sldId id="308" r:id="rId50"/>
    <p:sldId id="305" r:id="rId51"/>
    <p:sldId id="309" r:id="rId52"/>
    <p:sldId id="306" r:id="rId53"/>
    <p:sldId id="307" r:id="rId54"/>
    <p:sldId id="310" r:id="rId55"/>
    <p:sldId id="311" r:id="rId56"/>
    <p:sldId id="312" r:id="rId57"/>
    <p:sldId id="313" r:id="rId58"/>
    <p:sldId id="302" r:id="rId5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4A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4" autoAdjust="0"/>
    <p:restoredTop sz="94660"/>
  </p:normalViewPr>
  <p:slideViewPr>
    <p:cSldViewPr snapToGrid="0">
      <p:cViewPr varScale="1">
        <p:scale>
          <a:sx n="94" d="100"/>
          <a:sy n="94" d="100"/>
        </p:scale>
        <p:origin x="67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5347F-0490-42B1-9604-2668F30EEAC5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C9E0-3195-4C69-924F-726886829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724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C9E0-3195-4C69-924F-72688682955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211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C6100-BC17-37D2-0697-A096EBCEC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9A9DD6-134F-10B7-BCD0-5A68DF3AF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6F715E-D547-0751-6CA2-E474ECFD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A84F-C5EA-4D1F-9163-CC9D70D46673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481EE7-3E38-8DA6-C9E9-BF43BFC1E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D45442-D2A0-F928-8149-C42A09D5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05B-BDF1-4B66-AC48-7A0F4E446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2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E1436-A581-4149-5BB9-7B00EB788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32F54-8249-A3B5-E16D-8C5147A7A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E067AD-9580-F787-FE84-EAF863F12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A84F-C5EA-4D1F-9163-CC9D70D46673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2AB19-0F1B-4930-A34A-A17A3E98F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52E59C-0BAB-82F0-699A-FE0D80D3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05B-BDF1-4B66-AC48-7A0F4E446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65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C8D97-03CA-AFB4-B8BB-661B78D1D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14FB89-34C3-1B0E-D7FD-0C52EDC8A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FC9D3A-187F-5F3E-09A3-D09ACD046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A84F-C5EA-4D1F-9163-CC9D70D46673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2496F4-6496-0198-DC96-89A2F1A6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8AAC11-B8FA-05C0-F622-62067431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05B-BDF1-4B66-AC48-7A0F4E446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307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DC6C7-1D84-0E15-78D4-41F3AE3A8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6BF8C-1129-016B-E14E-F84BB7FC8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701F41-76C2-975A-D7FF-767BA1BB3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031A5B-D8D8-90A0-638B-2D528BF00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A84F-C5EA-4D1F-9163-CC9D70D46673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94C111-F9EA-E595-EF43-C2429113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6F413B-A086-2A81-E488-E16183E1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05B-BDF1-4B66-AC48-7A0F4E446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778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6B0B0-372B-0CBD-9CC5-5695E6CBB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7463DD-1E80-93BD-A130-3E3A8D1BF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49D081-0D9F-AE59-51E1-23F15527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41836B-571E-C773-4EFE-2E39C63B9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E7B07A-80BD-45FD-25B0-C6F838AF6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5480C7-7AD7-FE37-3CF8-8578FAB7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A84F-C5EA-4D1F-9163-CC9D70D46673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DD03B1-AFA2-F2B4-722A-45114F37A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45AF2A-44FF-0BAD-C2C7-B77B852B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05B-BDF1-4B66-AC48-7A0F4E446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160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DAE9F-BC96-C3C1-736D-9FBFEC54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93ADFB-D2E8-019F-2999-3BA9F86B4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A84F-C5EA-4D1F-9163-CC9D70D46673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F74724-BBA9-7161-B087-6515BFCB0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A9DFB1-8303-8F83-FD3B-48FB38D65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05B-BDF1-4B66-AC48-7A0F4E446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05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AFA53C-F2ED-F3E9-BC76-D739CB974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A84F-C5EA-4D1F-9163-CC9D70D46673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BC8760-BA92-5021-F6D7-7D8A9CACA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E5D528-FB68-FA4B-AB5A-2020F00EF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05B-BDF1-4B66-AC48-7A0F4E446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46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1DFB2-DCB0-EBFD-230A-EA0F6EC3D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FEE903-3A3D-4E06-5F75-D5385F8C3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8328DD-D1D9-2954-A1A4-735A09FDF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95AD00-77A5-45C5-B606-3C3673877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A84F-C5EA-4D1F-9163-CC9D70D46673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C58BE1-B066-BC10-9475-26149FF2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223964-5B77-1C9E-5003-9A92C4DF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05B-BDF1-4B66-AC48-7A0F4E446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32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E2EDA-35AC-AF9F-B4CF-308AAA7B4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F655BB-5EF6-317B-C60E-9304CEB995B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D3D5AB-C6B6-B220-A53B-EC0CC3218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293073-5151-AFF5-0F64-C5A84CB9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A84F-C5EA-4D1F-9163-CC9D70D46673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C82E39-C622-BEEE-478A-70F3004C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3F2F1C-DF01-2CC9-C4A8-CE8E977CC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05B-BDF1-4B66-AC48-7A0F4E446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50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47F21-4C8B-C7F3-E36D-D6CE7330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3134F7-46E6-A662-6370-0B574D400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65B0A-1530-6A03-E4D7-D157BEC74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A84F-C5EA-4D1F-9163-CC9D70D46673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10036-5223-B74C-5891-D51029BA9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D7AF7-AEF2-BD2C-7758-B4519F64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05B-BDF1-4B66-AC48-7A0F4E446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024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F161E1-30A2-AF6C-D8BE-BCC0038BF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F8846A-12D4-1F5C-2C32-67AB15100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E62B9D-FC0E-2B7D-5340-33D80B6AB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7A84F-C5EA-4D1F-9163-CC9D70D46673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D75D6-4268-4AE1-BB29-5A220E34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C84BB1-599D-C07C-DEC8-E0A27FD0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05B-BDF1-4B66-AC48-7A0F4E446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375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7712CF-7D6E-365B-17BA-E50A45C55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344586-C4A5-4778-88B2-E0A86E93C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6FD74A-E193-A987-63AF-CFA69D2CC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7A84F-C5EA-4D1F-9163-CC9D70D46673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643623-5516-AC4E-4445-0B80B6996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760636-6ADD-5EEE-ABBC-B53C0B084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FF05B-BDF1-4B66-AC48-7A0F4E446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21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DBAFA7F-271E-6A2C-73AD-3ADB41E6D4B4}"/>
              </a:ext>
            </a:extLst>
          </p:cNvPr>
          <p:cNvSpPr/>
          <p:nvPr/>
        </p:nvSpPr>
        <p:spPr>
          <a:xfrm>
            <a:off x="4662089" y="657648"/>
            <a:ext cx="617108" cy="6171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62A03B-AE08-5FD1-A038-360E72367F0D}"/>
              </a:ext>
            </a:extLst>
          </p:cNvPr>
          <p:cNvSpPr/>
          <p:nvPr/>
        </p:nvSpPr>
        <p:spPr>
          <a:xfrm>
            <a:off x="3156858" y="1940662"/>
            <a:ext cx="617108" cy="6171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0586D5D-045E-CB96-E936-C0C4F4972830}"/>
              </a:ext>
            </a:extLst>
          </p:cNvPr>
          <p:cNvSpPr/>
          <p:nvPr/>
        </p:nvSpPr>
        <p:spPr>
          <a:xfrm>
            <a:off x="4662089" y="1940662"/>
            <a:ext cx="617108" cy="6171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1EF40F1-DAD7-6251-C3D7-7DC0BCBB25A0}"/>
              </a:ext>
            </a:extLst>
          </p:cNvPr>
          <p:cNvSpPr/>
          <p:nvPr/>
        </p:nvSpPr>
        <p:spPr>
          <a:xfrm>
            <a:off x="6167320" y="1940662"/>
            <a:ext cx="617108" cy="6171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0684E5F-AE2B-5E7F-C03B-9BBC87F51F2C}"/>
              </a:ext>
            </a:extLst>
          </p:cNvPr>
          <p:cNvSpPr/>
          <p:nvPr/>
        </p:nvSpPr>
        <p:spPr>
          <a:xfrm>
            <a:off x="5216135" y="3125705"/>
            <a:ext cx="617108" cy="6171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328AE6B-EF4B-04D1-6ED1-7F7DD1C0A0BD}"/>
              </a:ext>
            </a:extLst>
          </p:cNvPr>
          <p:cNvSpPr/>
          <p:nvPr/>
        </p:nvSpPr>
        <p:spPr>
          <a:xfrm>
            <a:off x="4192877" y="3120446"/>
            <a:ext cx="617108" cy="6171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01E8280-7688-9CBE-5E7B-03830657DB32}"/>
              </a:ext>
            </a:extLst>
          </p:cNvPr>
          <p:cNvCxnSpPr>
            <a:stCxn id="4" idx="4"/>
            <a:endCxn id="8" idx="0"/>
          </p:cNvCxnSpPr>
          <p:nvPr/>
        </p:nvCxnSpPr>
        <p:spPr>
          <a:xfrm>
            <a:off x="4970643" y="1274756"/>
            <a:ext cx="0" cy="665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14113EC-C80D-56DF-C1C8-CB05510D3432}"/>
              </a:ext>
            </a:extLst>
          </p:cNvPr>
          <p:cNvCxnSpPr>
            <a:cxnSpLocks/>
            <a:stCxn id="4" idx="3"/>
            <a:endCxn id="6" idx="7"/>
          </p:cNvCxnSpPr>
          <p:nvPr/>
        </p:nvCxnSpPr>
        <p:spPr>
          <a:xfrm flipH="1">
            <a:off x="3683593" y="1184383"/>
            <a:ext cx="1068869" cy="846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9EBAEA9-6AE2-9452-75C8-563C5E8DA327}"/>
              </a:ext>
            </a:extLst>
          </p:cNvPr>
          <p:cNvCxnSpPr>
            <a:stCxn id="4" idx="5"/>
            <a:endCxn id="10" idx="1"/>
          </p:cNvCxnSpPr>
          <p:nvPr/>
        </p:nvCxnSpPr>
        <p:spPr>
          <a:xfrm>
            <a:off x="5188824" y="1184383"/>
            <a:ext cx="1068869" cy="846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14EBAD0-ED9E-9B80-8EC8-FC0C2F6956B9}"/>
              </a:ext>
            </a:extLst>
          </p:cNvPr>
          <p:cNvCxnSpPr>
            <a:cxnSpLocks/>
            <a:stCxn id="8" idx="4"/>
            <a:endCxn id="14" idx="0"/>
          </p:cNvCxnSpPr>
          <p:nvPr/>
        </p:nvCxnSpPr>
        <p:spPr>
          <a:xfrm flipH="1">
            <a:off x="4501431" y="2557770"/>
            <a:ext cx="469212" cy="562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02EF41D-9352-6787-0533-EC3D624EB84A}"/>
              </a:ext>
            </a:extLst>
          </p:cNvPr>
          <p:cNvCxnSpPr>
            <a:cxnSpLocks/>
            <a:stCxn id="8" idx="4"/>
            <a:endCxn id="12" idx="0"/>
          </p:cNvCxnSpPr>
          <p:nvPr/>
        </p:nvCxnSpPr>
        <p:spPr>
          <a:xfrm>
            <a:off x="4970643" y="2557770"/>
            <a:ext cx="554046" cy="567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45FE2AD-0005-56DB-546F-C5DAD4E2BC5C}"/>
              </a:ext>
            </a:extLst>
          </p:cNvPr>
          <p:cNvSpPr txBox="1"/>
          <p:nvPr/>
        </p:nvSpPr>
        <p:spPr>
          <a:xfrm>
            <a:off x="3442140" y="1526575"/>
            <a:ext cx="976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A.childs[0]</a:t>
            </a:r>
            <a:endParaRPr lang="zh-CN" altLang="en-US" sz="14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59DAF05-BA0D-E6DE-1155-6287EC7509B7}"/>
              </a:ext>
            </a:extLst>
          </p:cNvPr>
          <p:cNvSpPr txBox="1"/>
          <p:nvPr/>
        </p:nvSpPr>
        <p:spPr>
          <a:xfrm>
            <a:off x="4457149" y="1357796"/>
            <a:ext cx="976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A.childs[1]</a:t>
            </a:r>
            <a:endParaRPr lang="zh-CN" altLang="en-US" sz="140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99BE414-3E57-C917-8B59-889C1859E8BB}"/>
              </a:ext>
            </a:extLst>
          </p:cNvPr>
          <p:cNvSpPr txBox="1"/>
          <p:nvPr/>
        </p:nvSpPr>
        <p:spPr>
          <a:xfrm>
            <a:off x="5499324" y="1557314"/>
            <a:ext cx="976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A.childs[2]</a:t>
            </a:r>
            <a:endParaRPr lang="zh-CN" altLang="en-US" sz="140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3E6BB95-2E7A-61C6-0105-9E04C22D60BD}"/>
              </a:ext>
            </a:extLst>
          </p:cNvPr>
          <p:cNvSpPr txBox="1"/>
          <p:nvPr/>
        </p:nvSpPr>
        <p:spPr>
          <a:xfrm>
            <a:off x="3784049" y="2678970"/>
            <a:ext cx="976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C.childs[0]</a:t>
            </a:r>
            <a:endParaRPr lang="zh-CN" altLang="en-US" sz="14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6D091F5-1F9A-9BAE-600D-E9D6E26152C1}"/>
              </a:ext>
            </a:extLst>
          </p:cNvPr>
          <p:cNvSpPr txBox="1"/>
          <p:nvPr/>
        </p:nvSpPr>
        <p:spPr>
          <a:xfrm>
            <a:off x="4970643" y="2700236"/>
            <a:ext cx="976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C.childs[1]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5226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0E6F-781A-85E0-40A5-7E860A648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2636247-3BE7-D07E-22C8-4A953237B097}"/>
              </a:ext>
            </a:extLst>
          </p:cNvPr>
          <p:cNvSpPr/>
          <p:nvPr/>
        </p:nvSpPr>
        <p:spPr>
          <a:xfrm>
            <a:off x="4662089" y="657648"/>
            <a:ext cx="617108" cy="6171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40CF2B0-0CCE-058F-3351-73E9CEA13902}"/>
              </a:ext>
            </a:extLst>
          </p:cNvPr>
          <p:cNvSpPr/>
          <p:nvPr/>
        </p:nvSpPr>
        <p:spPr>
          <a:xfrm>
            <a:off x="3156858" y="1847221"/>
            <a:ext cx="617108" cy="6171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4FAA01F-E7D5-6B66-EFA9-8CAF6CD45829}"/>
              </a:ext>
            </a:extLst>
          </p:cNvPr>
          <p:cNvSpPr/>
          <p:nvPr/>
        </p:nvSpPr>
        <p:spPr>
          <a:xfrm>
            <a:off x="4662089" y="1847221"/>
            <a:ext cx="617108" cy="6171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72B8E72-AC1A-8825-C7A8-633EE12AE758}"/>
              </a:ext>
            </a:extLst>
          </p:cNvPr>
          <p:cNvSpPr/>
          <p:nvPr/>
        </p:nvSpPr>
        <p:spPr>
          <a:xfrm>
            <a:off x="6210313" y="1847221"/>
            <a:ext cx="617108" cy="6171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FAC8A1B-1149-4B7F-3C83-F87A34C1D5B5}"/>
              </a:ext>
            </a:extLst>
          </p:cNvPr>
          <p:cNvSpPr/>
          <p:nvPr/>
        </p:nvSpPr>
        <p:spPr>
          <a:xfrm>
            <a:off x="4932731" y="3062737"/>
            <a:ext cx="617108" cy="6171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2EDF17B-BA08-4FD0-BD3B-1D8FB7F74D6B}"/>
              </a:ext>
            </a:extLst>
          </p:cNvPr>
          <p:cNvSpPr/>
          <p:nvPr/>
        </p:nvSpPr>
        <p:spPr>
          <a:xfrm>
            <a:off x="3909473" y="3057478"/>
            <a:ext cx="617108" cy="6171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E</a:t>
            </a:r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ADD79F7-4F06-C667-8A7D-69A0826CE779}"/>
              </a:ext>
            </a:extLst>
          </p:cNvPr>
          <p:cNvCxnSpPr>
            <a:cxnSpLocks/>
            <a:stCxn id="2" idx="3"/>
            <a:endCxn id="3" idx="7"/>
          </p:cNvCxnSpPr>
          <p:nvPr/>
        </p:nvCxnSpPr>
        <p:spPr>
          <a:xfrm flipH="1">
            <a:off x="3683593" y="1184383"/>
            <a:ext cx="1068869" cy="753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61968D5-4F43-D0A7-8A80-1EC7D31268FB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4218027" y="2464329"/>
            <a:ext cx="752616" cy="562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549A7CD-5BA1-D4F5-10B3-9670EAACC653}"/>
              </a:ext>
            </a:extLst>
          </p:cNvPr>
          <p:cNvCxnSpPr>
            <a:stCxn id="3" idx="6"/>
            <a:endCxn id="4" idx="2"/>
          </p:cNvCxnSpPr>
          <p:nvPr/>
        </p:nvCxnSpPr>
        <p:spPr>
          <a:xfrm>
            <a:off x="3773966" y="2155775"/>
            <a:ext cx="8881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5535B8B-2607-B1E0-EAD5-16597BC9B094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5279197" y="2155775"/>
            <a:ext cx="9311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DF238BD-1F6E-DDFC-0479-48FFDB8A894E}"/>
              </a:ext>
            </a:extLst>
          </p:cNvPr>
          <p:cNvCxnSpPr>
            <a:cxnSpLocks/>
            <a:stCxn id="7" idx="6"/>
            <a:endCxn id="6" idx="2"/>
          </p:cNvCxnSpPr>
          <p:nvPr/>
        </p:nvCxnSpPr>
        <p:spPr>
          <a:xfrm>
            <a:off x="4526581" y="3366032"/>
            <a:ext cx="406150" cy="5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E4900160-D5ED-4051-9500-A6EC059CFBC0}"/>
              </a:ext>
            </a:extLst>
          </p:cNvPr>
          <p:cNvSpPr txBox="1"/>
          <p:nvPr/>
        </p:nvSpPr>
        <p:spPr>
          <a:xfrm>
            <a:off x="3350511" y="125970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A.first_child</a:t>
            </a:r>
            <a:endParaRPr lang="zh-CN" altLang="en-US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5093F01-6EF3-BFC7-88DC-A5F6FC3AC4D9}"/>
              </a:ext>
            </a:extLst>
          </p:cNvPr>
          <p:cNvCxnSpPr>
            <a:cxnSpLocks/>
          </p:cNvCxnSpPr>
          <p:nvPr/>
        </p:nvCxnSpPr>
        <p:spPr>
          <a:xfrm>
            <a:off x="5279197" y="944433"/>
            <a:ext cx="6396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F705C5D3-A372-EF54-1815-A84DDBFC2EB7}"/>
              </a:ext>
            </a:extLst>
          </p:cNvPr>
          <p:cNvSpPr txBox="1"/>
          <p:nvPr/>
        </p:nvSpPr>
        <p:spPr>
          <a:xfrm>
            <a:off x="5918826" y="759767"/>
            <a:ext cx="235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A.next_sibling = NULL</a:t>
            </a:r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271EDDE-536C-56F4-AB88-6700311E5DA5}"/>
              </a:ext>
            </a:extLst>
          </p:cNvPr>
          <p:cNvCxnSpPr>
            <a:cxnSpLocks/>
          </p:cNvCxnSpPr>
          <p:nvPr/>
        </p:nvCxnSpPr>
        <p:spPr>
          <a:xfrm>
            <a:off x="6827421" y="2155775"/>
            <a:ext cx="6396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BDC31367-DD37-C701-53BE-E003478B0664}"/>
              </a:ext>
            </a:extLst>
          </p:cNvPr>
          <p:cNvSpPr txBox="1"/>
          <p:nvPr/>
        </p:nvSpPr>
        <p:spPr>
          <a:xfrm>
            <a:off x="7467050" y="1971109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NULL</a:t>
            </a:r>
            <a:endParaRPr lang="zh-CN" altLang="en-US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9499E4C-520D-72B9-0B9A-9CC0B974776C}"/>
              </a:ext>
            </a:extLst>
          </p:cNvPr>
          <p:cNvCxnSpPr>
            <a:cxnSpLocks/>
          </p:cNvCxnSpPr>
          <p:nvPr/>
        </p:nvCxnSpPr>
        <p:spPr>
          <a:xfrm flipH="1">
            <a:off x="6038394" y="2405020"/>
            <a:ext cx="300483" cy="36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88786871-8CA6-4AD5-5095-5167D18715FB}"/>
              </a:ext>
            </a:extLst>
          </p:cNvPr>
          <p:cNvSpPr txBox="1"/>
          <p:nvPr/>
        </p:nvSpPr>
        <p:spPr>
          <a:xfrm>
            <a:off x="5640585" y="2760904"/>
            <a:ext cx="201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D.first_child=NULL</a:t>
            </a:r>
            <a:endParaRPr lang="zh-CN" alt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DAB7742-3721-A96E-F95F-14E2925EC07D}"/>
              </a:ext>
            </a:extLst>
          </p:cNvPr>
          <p:cNvCxnSpPr>
            <a:cxnSpLocks/>
          </p:cNvCxnSpPr>
          <p:nvPr/>
        </p:nvCxnSpPr>
        <p:spPr>
          <a:xfrm flipH="1">
            <a:off x="3683593" y="3572089"/>
            <a:ext cx="300483" cy="36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561E3674-6FE6-1EB8-FF7D-9E0E70C7DE10}"/>
              </a:ext>
            </a:extLst>
          </p:cNvPr>
          <p:cNvSpPr txBox="1"/>
          <p:nvPr/>
        </p:nvSpPr>
        <p:spPr>
          <a:xfrm>
            <a:off x="3284628" y="3939952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NULL</a:t>
            </a:r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23AB5CF-C3E2-C1F0-61A0-8E09BC2E4F0C}"/>
              </a:ext>
            </a:extLst>
          </p:cNvPr>
          <p:cNvCxnSpPr>
            <a:cxnSpLocks/>
          </p:cNvCxnSpPr>
          <p:nvPr/>
        </p:nvCxnSpPr>
        <p:spPr>
          <a:xfrm>
            <a:off x="5549839" y="3360773"/>
            <a:ext cx="643757" cy="5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AA5E783D-BF96-C819-12F0-FADC53F1580D}"/>
              </a:ext>
            </a:extLst>
          </p:cNvPr>
          <p:cNvSpPr txBox="1"/>
          <p:nvPr/>
        </p:nvSpPr>
        <p:spPr>
          <a:xfrm>
            <a:off x="6182792" y="3183995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NULL</a:t>
            </a:r>
            <a:endParaRPr lang="zh-CN" altLang="en-US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F0A0226F-B6E0-E46C-86A3-887DDB64FB27}"/>
              </a:ext>
            </a:extLst>
          </p:cNvPr>
          <p:cNvCxnSpPr>
            <a:cxnSpLocks/>
          </p:cNvCxnSpPr>
          <p:nvPr/>
        </p:nvCxnSpPr>
        <p:spPr>
          <a:xfrm flipH="1">
            <a:off x="4820401" y="3651009"/>
            <a:ext cx="300483" cy="36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EA9CC20C-8AA1-C32B-E7BD-CB87BB7BFD85}"/>
              </a:ext>
            </a:extLst>
          </p:cNvPr>
          <p:cNvSpPr txBox="1"/>
          <p:nvPr/>
        </p:nvSpPr>
        <p:spPr>
          <a:xfrm>
            <a:off x="4459565" y="3954304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NULL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11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80526-B85C-436F-202A-B9BC513E0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>
            <a:extLst>
              <a:ext uri="{FF2B5EF4-FFF2-40B4-BE49-F238E27FC236}">
                <a16:creationId xmlns:a16="http://schemas.microsoft.com/office/drawing/2014/main" id="{DFD61484-A771-AE29-0C83-48221F828D06}"/>
              </a:ext>
            </a:extLst>
          </p:cNvPr>
          <p:cNvSpPr/>
          <p:nvPr/>
        </p:nvSpPr>
        <p:spPr>
          <a:xfrm>
            <a:off x="4621549" y="6126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BA836FE-70BC-4CFF-EF5C-F1EFF85209E5}"/>
              </a:ext>
            </a:extLst>
          </p:cNvPr>
          <p:cNvSpPr/>
          <p:nvPr/>
        </p:nvSpPr>
        <p:spPr>
          <a:xfrm>
            <a:off x="3278477" y="129202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  <a:endParaRPr lang="zh-CN" altLang="en-US" sz="160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77DC5FA-7BE3-691A-51E5-1C2475926E6F}"/>
              </a:ext>
            </a:extLst>
          </p:cNvPr>
          <p:cNvSpPr/>
          <p:nvPr/>
        </p:nvSpPr>
        <p:spPr>
          <a:xfrm>
            <a:off x="4621549" y="129577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  <a:endParaRPr lang="zh-CN" altLang="en-US" sz="160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5CE5A26-C1DC-259E-6EDB-F1D257C75518}"/>
              </a:ext>
            </a:extLst>
          </p:cNvPr>
          <p:cNvSpPr/>
          <p:nvPr/>
        </p:nvSpPr>
        <p:spPr>
          <a:xfrm>
            <a:off x="5964621" y="129202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  <a:endParaRPr lang="zh-CN" altLang="en-US" sz="160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7572AFFB-CA3F-2F0A-A715-AF3F7D9D62DD}"/>
              </a:ext>
            </a:extLst>
          </p:cNvPr>
          <p:cNvSpPr/>
          <p:nvPr/>
        </p:nvSpPr>
        <p:spPr>
          <a:xfrm>
            <a:off x="2746954" y="1967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  <a:endParaRPr lang="zh-CN" altLang="en-US" sz="160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D515B37F-B1FB-4707-570F-A89A7680FA47}"/>
              </a:ext>
            </a:extLst>
          </p:cNvPr>
          <p:cNvSpPr/>
          <p:nvPr/>
        </p:nvSpPr>
        <p:spPr>
          <a:xfrm>
            <a:off x="3278477" y="1967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F</a:t>
            </a:r>
            <a:endParaRPr lang="zh-CN" altLang="en-US" sz="160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3BC9652-7A6C-F7E5-693D-5591A4FCC1AD}"/>
              </a:ext>
            </a:extLst>
          </p:cNvPr>
          <p:cNvSpPr/>
          <p:nvPr/>
        </p:nvSpPr>
        <p:spPr>
          <a:xfrm>
            <a:off x="3810000" y="1967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G</a:t>
            </a:r>
            <a:endParaRPr lang="zh-CN" altLang="en-US" sz="160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2DBC2C1-A63E-DB32-6698-EE1CB70DF032}"/>
              </a:ext>
            </a:extLst>
          </p:cNvPr>
          <p:cNvSpPr/>
          <p:nvPr/>
        </p:nvSpPr>
        <p:spPr>
          <a:xfrm>
            <a:off x="4621549" y="1967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H</a:t>
            </a:r>
            <a:endParaRPr lang="zh-CN" altLang="en-US" sz="160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C9A9413D-E4DB-8116-57A9-7DA78F909078}"/>
              </a:ext>
            </a:extLst>
          </p:cNvPr>
          <p:cNvSpPr/>
          <p:nvPr/>
        </p:nvSpPr>
        <p:spPr>
          <a:xfrm>
            <a:off x="5631293" y="1967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I</a:t>
            </a:r>
            <a:endParaRPr lang="zh-CN" altLang="en-US" sz="160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5F6BB45C-51C4-3DDD-4B0D-3E956041CBD7}"/>
              </a:ext>
            </a:extLst>
          </p:cNvPr>
          <p:cNvSpPr/>
          <p:nvPr/>
        </p:nvSpPr>
        <p:spPr>
          <a:xfrm>
            <a:off x="6307709" y="1967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J</a:t>
            </a:r>
            <a:endParaRPr lang="zh-CN" altLang="en-US" sz="160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658D5684-98E5-C87E-FD89-751AB3D8406B}"/>
              </a:ext>
            </a:extLst>
          </p:cNvPr>
          <p:cNvSpPr/>
          <p:nvPr/>
        </p:nvSpPr>
        <p:spPr>
          <a:xfrm>
            <a:off x="3810000" y="258028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K</a:t>
            </a:r>
            <a:endParaRPr lang="zh-CN" altLang="en-US" sz="160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20ACE354-4098-CE96-1E49-BADBE9A0169A}"/>
              </a:ext>
            </a:extLst>
          </p:cNvPr>
          <p:cNvSpPr/>
          <p:nvPr/>
        </p:nvSpPr>
        <p:spPr>
          <a:xfrm>
            <a:off x="6584748" y="258028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M</a:t>
            </a:r>
            <a:endParaRPr lang="zh-CN" altLang="en-US" sz="160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7518281F-3FC8-E3EC-DCC6-8525E4AF4B16}"/>
              </a:ext>
            </a:extLst>
          </p:cNvPr>
          <p:cNvSpPr/>
          <p:nvPr/>
        </p:nvSpPr>
        <p:spPr>
          <a:xfrm>
            <a:off x="6026181" y="258028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L</a:t>
            </a:r>
            <a:endParaRPr lang="zh-CN" altLang="en-US" sz="160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F468293B-926C-27B1-4053-E3CD5472198F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4788213" y="945930"/>
            <a:ext cx="0" cy="349844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F486339E-DC15-EAC1-D560-21D84082D487}"/>
              </a:ext>
            </a:extLst>
          </p:cNvPr>
          <p:cNvCxnSpPr>
            <a:stCxn id="18" idx="3"/>
            <a:endCxn id="20" idx="7"/>
          </p:cNvCxnSpPr>
          <p:nvPr/>
        </p:nvCxnSpPr>
        <p:spPr>
          <a:xfrm flipH="1">
            <a:off x="3562990" y="897115"/>
            <a:ext cx="1107374" cy="44372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7E0D4A8-9EDB-6E92-4F60-7EA0C58AEA9C}"/>
              </a:ext>
            </a:extLst>
          </p:cNvPr>
          <p:cNvCxnSpPr>
            <a:stCxn id="18" idx="5"/>
            <a:endCxn id="24" idx="1"/>
          </p:cNvCxnSpPr>
          <p:nvPr/>
        </p:nvCxnSpPr>
        <p:spPr>
          <a:xfrm>
            <a:off x="4906062" y="897115"/>
            <a:ext cx="1107374" cy="44372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2ABD1AF-3206-E0AC-C8F8-F99085D431EB}"/>
              </a:ext>
            </a:extLst>
          </p:cNvPr>
          <p:cNvCxnSpPr>
            <a:stCxn id="20" idx="3"/>
            <a:endCxn id="26" idx="7"/>
          </p:cNvCxnSpPr>
          <p:nvPr/>
        </p:nvCxnSpPr>
        <p:spPr>
          <a:xfrm flipH="1">
            <a:off x="3031467" y="1576534"/>
            <a:ext cx="295825" cy="43996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948ECB5-46E1-0953-3F1B-1B4E885AAB3D}"/>
              </a:ext>
            </a:extLst>
          </p:cNvPr>
          <p:cNvCxnSpPr>
            <a:stCxn id="20" idx="4"/>
            <a:endCxn id="28" idx="0"/>
          </p:cNvCxnSpPr>
          <p:nvPr/>
        </p:nvCxnSpPr>
        <p:spPr>
          <a:xfrm>
            <a:off x="3445141" y="1625349"/>
            <a:ext cx="0" cy="34233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E914BE2-A9BA-720E-EC4E-D7B4FA14EB02}"/>
              </a:ext>
            </a:extLst>
          </p:cNvPr>
          <p:cNvCxnSpPr>
            <a:stCxn id="20" idx="5"/>
            <a:endCxn id="30" idx="1"/>
          </p:cNvCxnSpPr>
          <p:nvPr/>
        </p:nvCxnSpPr>
        <p:spPr>
          <a:xfrm>
            <a:off x="3562990" y="1576534"/>
            <a:ext cx="295825" cy="43996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6E27FEBD-4DAA-57A4-D2C7-0D3F6E87B89E}"/>
              </a:ext>
            </a:extLst>
          </p:cNvPr>
          <p:cNvCxnSpPr>
            <a:stCxn id="22" idx="4"/>
            <a:endCxn id="32" idx="0"/>
          </p:cNvCxnSpPr>
          <p:nvPr/>
        </p:nvCxnSpPr>
        <p:spPr>
          <a:xfrm>
            <a:off x="4788213" y="1629102"/>
            <a:ext cx="0" cy="338584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CEE6B669-AEDC-C78C-68AE-749E70F92284}"/>
              </a:ext>
            </a:extLst>
          </p:cNvPr>
          <p:cNvCxnSpPr>
            <a:stCxn id="24" idx="3"/>
            <a:endCxn id="34" idx="0"/>
          </p:cNvCxnSpPr>
          <p:nvPr/>
        </p:nvCxnSpPr>
        <p:spPr>
          <a:xfrm flipH="1">
            <a:off x="5797957" y="1576534"/>
            <a:ext cx="215479" cy="3911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CAF85DF9-7A8E-83C9-A6CA-DAAFB90FE5C2}"/>
              </a:ext>
            </a:extLst>
          </p:cNvPr>
          <p:cNvCxnSpPr>
            <a:stCxn id="24" idx="5"/>
            <a:endCxn id="36" idx="0"/>
          </p:cNvCxnSpPr>
          <p:nvPr/>
        </p:nvCxnSpPr>
        <p:spPr>
          <a:xfrm>
            <a:off x="6249134" y="1576534"/>
            <a:ext cx="225239" cy="3911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8EA6BB91-8A06-1AC0-D5DC-FA68F6921A6F}"/>
              </a:ext>
            </a:extLst>
          </p:cNvPr>
          <p:cNvCxnSpPr>
            <a:stCxn id="30" idx="4"/>
            <a:endCxn id="38" idx="0"/>
          </p:cNvCxnSpPr>
          <p:nvPr/>
        </p:nvCxnSpPr>
        <p:spPr>
          <a:xfrm>
            <a:off x="3976664" y="2301014"/>
            <a:ext cx="0" cy="27927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937D125-76AA-3D55-9FAE-3C1A66CD6D58}"/>
              </a:ext>
            </a:extLst>
          </p:cNvPr>
          <p:cNvCxnSpPr>
            <a:stCxn id="36" idx="3"/>
            <a:endCxn id="42" idx="0"/>
          </p:cNvCxnSpPr>
          <p:nvPr/>
        </p:nvCxnSpPr>
        <p:spPr>
          <a:xfrm flipH="1">
            <a:off x="6192845" y="2252199"/>
            <a:ext cx="163679" cy="32809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2D6F9F40-4997-3DD0-C149-5AEEA396BF38}"/>
              </a:ext>
            </a:extLst>
          </p:cNvPr>
          <p:cNvCxnSpPr>
            <a:stCxn id="36" idx="5"/>
            <a:endCxn id="40" idx="0"/>
          </p:cNvCxnSpPr>
          <p:nvPr/>
        </p:nvCxnSpPr>
        <p:spPr>
          <a:xfrm>
            <a:off x="6592222" y="2252199"/>
            <a:ext cx="159190" cy="32809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579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45438-87B5-9406-641B-978AC7AA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6EB3A0C-750F-119B-6C1D-F7E2F56FA963}"/>
              </a:ext>
            </a:extLst>
          </p:cNvPr>
          <p:cNvSpPr txBox="1"/>
          <p:nvPr/>
        </p:nvSpPr>
        <p:spPr>
          <a:xfrm>
            <a:off x="4066001" y="2331752"/>
            <a:ext cx="24128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b</a:t>
            </a:r>
            <a:r>
              <a:rPr lang="zh-CN" altLang="en-US" sz="1400"/>
              <a:t>）由根节点及其左子树、右子树构成的二叉树，左右子树均是</a:t>
            </a:r>
            <a:r>
              <a:rPr lang="en-US" altLang="zh-CN" sz="1400"/>
              <a:t>a</a:t>
            </a:r>
            <a:r>
              <a:rPr lang="zh-CN" altLang="en-US" sz="1400"/>
              <a:t>）所示的二叉树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AF30F5C-67C2-35CD-C2FA-75EF03BA94B6}"/>
              </a:ext>
            </a:extLst>
          </p:cNvPr>
          <p:cNvSpPr/>
          <p:nvPr/>
        </p:nvSpPr>
        <p:spPr>
          <a:xfrm>
            <a:off x="5041963" y="14901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A01852-E2AA-81F6-B622-E66BDF11D1BC}"/>
              </a:ext>
            </a:extLst>
          </p:cNvPr>
          <p:cNvSpPr txBox="1"/>
          <p:nvPr/>
        </p:nvSpPr>
        <p:spPr>
          <a:xfrm>
            <a:off x="1452679" y="2396390"/>
            <a:ext cx="1918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a</a:t>
            </a:r>
            <a:r>
              <a:rPr lang="zh-CN" altLang="en-US" sz="1400"/>
              <a:t>）啥也没有，一棵空树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52CAC6A-4632-8B54-16D9-71D4C390EA45}"/>
              </a:ext>
            </a:extLst>
          </p:cNvPr>
          <p:cNvSpPr/>
          <p:nvPr/>
        </p:nvSpPr>
        <p:spPr>
          <a:xfrm>
            <a:off x="8499867" y="120568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5569333-D2C4-0D35-3231-F5D2682093F2}"/>
              </a:ext>
            </a:extLst>
          </p:cNvPr>
          <p:cNvSpPr/>
          <p:nvPr/>
        </p:nvSpPr>
        <p:spPr>
          <a:xfrm>
            <a:off x="8075700" y="163964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8B8D450-6EDB-9394-0782-5B68D8B831AD}"/>
              </a:ext>
            </a:extLst>
          </p:cNvPr>
          <p:cNvSpPr/>
          <p:nvPr/>
        </p:nvSpPr>
        <p:spPr>
          <a:xfrm>
            <a:off x="8919530" y="163886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E6D881E-5736-FDD1-7ED2-A1215736C634}"/>
              </a:ext>
            </a:extLst>
          </p:cNvPr>
          <p:cNvCxnSpPr>
            <a:cxnSpLocks/>
            <a:stCxn id="12" idx="3"/>
            <a:endCxn id="16" idx="7"/>
          </p:cNvCxnSpPr>
          <p:nvPr/>
        </p:nvCxnSpPr>
        <p:spPr>
          <a:xfrm flipH="1">
            <a:off x="8360213" y="1490197"/>
            <a:ext cx="188469" cy="1982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561578E-63EE-8236-AC50-C134FDEC4EB7}"/>
              </a:ext>
            </a:extLst>
          </p:cNvPr>
          <p:cNvCxnSpPr>
            <a:stCxn id="12" idx="5"/>
            <a:endCxn id="18" idx="1"/>
          </p:cNvCxnSpPr>
          <p:nvPr/>
        </p:nvCxnSpPr>
        <p:spPr>
          <a:xfrm>
            <a:off x="8784380" y="1490197"/>
            <a:ext cx="183965" cy="1974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FAD4D720-EB1E-7AE1-FEAF-47E1C173B9E3}"/>
              </a:ext>
            </a:extLst>
          </p:cNvPr>
          <p:cNvSpPr txBox="1"/>
          <p:nvPr/>
        </p:nvSpPr>
        <p:spPr>
          <a:xfrm>
            <a:off x="7220609" y="2396359"/>
            <a:ext cx="30855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c</a:t>
            </a:r>
            <a:r>
              <a:rPr lang="zh-CN" altLang="en-US" sz="1400"/>
              <a:t>）由根节点及其左子树、右子树构成的二叉树，左右子树均是</a:t>
            </a:r>
            <a:r>
              <a:rPr lang="en-US" altLang="zh-CN" sz="1400"/>
              <a:t>b</a:t>
            </a:r>
            <a:r>
              <a:rPr lang="zh-CN" altLang="en-US" sz="1400"/>
              <a:t>）所示的二叉树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DBC9DD26-0850-71F8-B845-BB0B2FF0E32F}"/>
              </a:ext>
            </a:extLst>
          </p:cNvPr>
          <p:cNvSpPr/>
          <p:nvPr/>
        </p:nvSpPr>
        <p:spPr>
          <a:xfrm>
            <a:off x="3030732" y="342900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5CB2DA2-EF7B-8AE7-8A5D-54C4731C00E3}"/>
              </a:ext>
            </a:extLst>
          </p:cNvPr>
          <p:cNvSpPr/>
          <p:nvPr/>
        </p:nvSpPr>
        <p:spPr>
          <a:xfrm>
            <a:off x="2611069" y="39064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F4994D9-82C8-ECB9-6F59-6E30C736390C}"/>
              </a:ext>
            </a:extLst>
          </p:cNvPr>
          <p:cNvSpPr/>
          <p:nvPr/>
        </p:nvSpPr>
        <p:spPr>
          <a:xfrm>
            <a:off x="2186902" y="434042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C14085A-7837-F5BD-96E8-6B0EDBB5EA9D}"/>
              </a:ext>
            </a:extLst>
          </p:cNvPr>
          <p:cNvSpPr/>
          <p:nvPr/>
        </p:nvSpPr>
        <p:spPr>
          <a:xfrm>
            <a:off x="3030732" y="433964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A413E51-E34C-22B8-B641-18D3283CF856}"/>
              </a:ext>
            </a:extLst>
          </p:cNvPr>
          <p:cNvCxnSpPr>
            <a:stCxn id="28" idx="3"/>
            <a:endCxn id="29" idx="7"/>
          </p:cNvCxnSpPr>
          <p:nvPr/>
        </p:nvCxnSpPr>
        <p:spPr>
          <a:xfrm flipH="1">
            <a:off x="2895582" y="3713513"/>
            <a:ext cx="183965" cy="2417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F81F33A-738A-6C7C-3694-3A4C8DB7DF25}"/>
              </a:ext>
            </a:extLst>
          </p:cNvPr>
          <p:cNvCxnSpPr>
            <a:cxnSpLocks/>
            <a:stCxn id="29" idx="3"/>
            <a:endCxn id="30" idx="7"/>
          </p:cNvCxnSpPr>
          <p:nvPr/>
        </p:nvCxnSpPr>
        <p:spPr>
          <a:xfrm flipH="1">
            <a:off x="2471415" y="4190981"/>
            <a:ext cx="188469" cy="1982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AF69279-70EB-749A-6F7B-EB76E9A43385}"/>
              </a:ext>
            </a:extLst>
          </p:cNvPr>
          <p:cNvCxnSpPr>
            <a:stCxn id="29" idx="5"/>
            <a:endCxn id="31" idx="1"/>
          </p:cNvCxnSpPr>
          <p:nvPr/>
        </p:nvCxnSpPr>
        <p:spPr>
          <a:xfrm>
            <a:off x="2895582" y="4190981"/>
            <a:ext cx="183965" cy="1974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3EB8F30-F9F0-708F-8CE1-3BF7C26E8FD4}"/>
              </a:ext>
            </a:extLst>
          </p:cNvPr>
          <p:cNvSpPr txBox="1"/>
          <p:nvPr/>
        </p:nvSpPr>
        <p:spPr>
          <a:xfrm>
            <a:off x="1811549" y="4939116"/>
            <a:ext cx="2535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d</a:t>
            </a:r>
            <a:r>
              <a:rPr lang="zh-CN" altLang="en-US" sz="1400"/>
              <a:t>）由根节点及其左右子树构成的二叉树，左子树是</a:t>
            </a:r>
            <a:r>
              <a:rPr lang="en-US" altLang="zh-CN" sz="1400"/>
              <a:t>c</a:t>
            </a:r>
            <a:r>
              <a:rPr lang="zh-CN" altLang="en-US" sz="1400"/>
              <a:t>）所示的二叉树，右子树是</a:t>
            </a:r>
            <a:r>
              <a:rPr lang="en-US" altLang="zh-CN" sz="1400"/>
              <a:t>a</a:t>
            </a:r>
            <a:r>
              <a:rPr lang="zh-CN" altLang="en-US" sz="1400"/>
              <a:t>）所示的二叉树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C5CFFA6-481D-4770-01E3-618657EDD7AD}"/>
              </a:ext>
            </a:extLst>
          </p:cNvPr>
          <p:cNvSpPr/>
          <p:nvPr/>
        </p:nvSpPr>
        <p:spPr>
          <a:xfrm>
            <a:off x="7322706" y="342900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4DE1830-ABC3-7010-A43A-AB8CA1D674E4}"/>
              </a:ext>
            </a:extLst>
          </p:cNvPr>
          <p:cNvSpPr/>
          <p:nvPr/>
        </p:nvSpPr>
        <p:spPr>
          <a:xfrm>
            <a:off x="6903043" y="39064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3967212-A44F-D001-BDA5-1D1D5FDD50F7}"/>
              </a:ext>
            </a:extLst>
          </p:cNvPr>
          <p:cNvSpPr/>
          <p:nvPr/>
        </p:nvSpPr>
        <p:spPr>
          <a:xfrm>
            <a:off x="6478876" y="434042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851E1EE-029D-1A0D-6728-478440E85D6F}"/>
              </a:ext>
            </a:extLst>
          </p:cNvPr>
          <p:cNvSpPr/>
          <p:nvPr/>
        </p:nvSpPr>
        <p:spPr>
          <a:xfrm>
            <a:off x="7322706" y="433964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D98CFB1-AFE3-D459-24A9-E628680AA45A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7187556" y="3713513"/>
            <a:ext cx="183965" cy="2417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0415219-40BF-59D6-AF2F-FCAEAFB1BC52}"/>
              </a:ext>
            </a:extLst>
          </p:cNvPr>
          <p:cNvCxnSpPr>
            <a:cxnSpLocks/>
            <a:stCxn id="37" idx="3"/>
            <a:endCxn id="38" idx="7"/>
          </p:cNvCxnSpPr>
          <p:nvPr/>
        </p:nvCxnSpPr>
        <p:spPr>
          <a:xfrm flipH="1">
            <a:off x="6763389" y="4190981"/>
            <a:ext cx="188469" cy="1982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48F5626F-FD35-2AF5-7660-BBCB29E7C118}"/>
              </a:ext>
            </a:extLst>
          </p:cNvPr>
          <p:cNvCxnSpPr>
            <a:stCxn id="37" idx="5"/>
            <a:endCxn id="39" idx="1"/>
          </p:cNvCxnSpPr>
          <p:nvPr/>
        </p:nvCxnSpPr>
        <p:spPr>
          <a:xfrm>
            <a:off x="7187556" y="4190981"/>
            <a:ext cx="183965" cy="1974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F56A46E3-BA05-CD6D-64AC-B18B564D2B7F}"/>
              </a:ext>
            </a:extLst>
          </p:cNvPr>
          <p:cNvSpPr txBox="1"/>
          <p:nvPr/>
        </p:nvSpPr>
        <p:spPr>
          <a:xfrm>
            <a:off x="5744693" y="5262280"/>
            <a:ext cx="2885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e</a:t>
            </a:r>
            <a:r>
              <a:rPr lang="zh-CN" altLang="en-US" sz="1400"/>
              <a:t>）一棵高度（深度）为</a:t>
            </a:r>
            <a:r>
              <a:rPr lang="en-US" altLang="zh-CN" sz="1400"/>
              <a:t>4</a:t>
            </a:r>
            <a:r>
              <a:rPr lang="zh-CN" altLang="en-US" sz="1400"/>
              <a:t>的二叉树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82B46607-1D0F-75AC-4402-D33D8AA588E1}"/>
              </a:ext>
            </a:extLst>
          </p:cNvPr>
          <p:cNvSpPr/>
          <p:nvPr/>
        </p:nvSpPr>
        <p:spPr>
          <a:xfrm>
            <a:off x="6067846" y="479984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A3EB3E78-6180-047B-B403-5ED766306D47}"/>
              </a:ext>
            </a:extLst>
          </p:cNvPr>
          <p:cNvCxnSpPr>
            <a:cxnSpLocks/>
            <a:endCxn id="44" idx="7"/>
          </p:cNvCxnSpPr>
          <p:nvPr/>
        </p:nvCxnSpPr>
        <p:spPr>
          <a:xfrm flipH="1">
            <a:off x="6352359" y="4650396"/>
            <a:ext cx="188469" cy="1982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椭圆 45">
            <a:extLst>
              <a:ext uri="{FF2B5EF4-FFF2-40B4-BE49-F238E27FC236}">
                <a16:creationId xmlns:a16="http://schemas.microsoft.com/office/drawing/2014/main" id="{2E6C7494-F5FF-26DA-8218-F2EFF346FA85}"/>
              </a:ext>
            </a:extLst>
          </p:cNvPr>
          <p:cNvSpPr/>
          <p:nvPr/>
        </p:nvSpPr>
        <p:spPr>
          <a:xfrm>
            <a:off x="7742372" y="39064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1E793117-6851-3882-9E73-D6D8C30E86CF}"/>
              </a:ext>
            </a:extLst>
          </p:cNvPr>
          <p:cNvCxnSpPr>
            <a:cxnSpLocks/>
            <a:stCxn id="36" idx="5"/>
            <a:endCxn id="46" idx="1"/>
          </p:cNvCxnSpPr>
          <p:nvPr/>
        </p:nvCxnSpPr>
        <p:spPr>
          <a:xfrm>
            <a:off x="7607219" y="3713513"/>
            <a:ext cx="183968" cy="2417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053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088D3-3043-2396-F646-57885C894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4519B7DF-DA90-16B0-C9EB-00C09A59004D}"/>
              </a:ext>
            </a:extLst>
          </p:cNvPr>
          <p:cNvSpPr txBox="1"/>
          <p:nvPr/>
        </p:nvSpPr>
        <p:spPr>
          <a:xfrm>
            <a:off x="2671344" y="92184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BFB2A18-9A4D-0F71-9BDD-00902D77FCDE}"/>
              </a:ext>
            </a:extLst>
          </p:cNvPr>
          <p:cNvCxnSpPr>
            <a:cxnSpLocks/>
          </p:cNvCxnSpPr>
          <p:nvPr/>
        </p:nvCxnSpPr>
        <p:spPr>
          <a:xfrm flipH="1">
            <a:off x="2513689" y="1106509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52AD18CB-9A4B-6D5B-3C2A-61D23CF86854}"/>
              </a:ext>
            </a:extLst>
          </p:cNvPr>
          <p:cNvSpPr txBox="1"/>
          <p:nvPr/>
        </p:nvSpPr>
        <p:spPr>
          <a:xfrm>
            <a:off x="2374869" y="139404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3A4BEFF-735E-1C8B-56FE-C29E89F0259D}"/>
              </a:ext>
            </a:extLst>
          </p:cNvPr>
          <p:cNvSpPr txBox="1"/>
          <p:nvPr/>
        </p:nvSpPr>
        <p:spPr>
          <a:xfrm>
            <a:off x="2948984" y="138131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B30774B-A529-5A87-371C-F8509FED24BC}"/>
              </a:ext>
            </a:extLst>
          </p:cNvPr>
          <p:cNvCxnSpPr/>
          <p:nvPr/>
        </p:nvCxnSpPr>
        <p:spPr>
          <a:xfrm>
            <a:off x="2810164" y="1106509"/>
            <a:ext cx="277640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3DCBAE67-A52A-7804-51FB-56261BACB6B1}"/>
              </a:ext>
            </a:extLst>
          </p:cNvPr>
          <p:cNvSpPr txBox="1"/>
          <p:nvPr/>
        </p:nvSpPr>
        <p:spPr>
          <a:xfrm>
            <a:off x="5055098" y="655426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65D18AC-060A-C83A-512A-571060E4FCE0}"/>
              </a:ext>
            </a:extLst>
          </p:cNvPr>
          <p:cNvCxnSpPr>
            <a:cxnSpLocks/>
          </p:cNvCxnSpPr>
          <p:nvPr/>
        </p:nvCxnSpPr>
        <p:spPr>
          <a:xfrm flipH="1">
            <a:off x="4888026" y="858844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7F0FE231-88DC-4BBC-736C-C644312702BB}"/>
              </a:ext>
            </a:extLst>
          </p:cNvPr>
          <p:cNvSpPr txBox="1"/>
          <p:nvPr/>
        </p:nvSpPr>
        <p:spPr>
          <a:xfrm>
            <a:off x="4749206" y="114637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D19785F-04DA-612E-436F-B2DAB20969AF}"/>
              </a:ext>
            </a:extLst>
          </p:cNvPr>
          <p:cNvSpPr txBox="1"/>
          <p:nvPr/>
        </p:nvSpPr>
        <p:spPr>
          <a:xfrm>
            <a:off x="5323321" y="113364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A8B5B97-5118-23B5-C9B3-30138EE6AB03}"/>
              </a:ext>
            </a:extLst>
          </p:cNvPr>
          <p:cNvCxnSpPr/>
          <p:nvPr/>
        </p:nvCxnSpPr>
        <p:spPr>
          <a:xfrm>
            <a:off x="5184501" y="858844"/>
            <a:ext cx="277640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4E81F240-4D5E-AEC9-CBCA-8B6D328124FC}"/>
              </a:ext>
            </a:extLst>
          </p:cNvPr>
          <p:cNvSpPr txBox="1"/>
          <p:nvPr/>
        </p:nvSpPr>
        <p:spPr>
          <a:xfrm>
            <a:off x="7811142" y="48951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453F7E6E-95B2-AA65-5414-413056AE06DD}"/>
              </a:ext>
            </a:extLst>
          </p:cNvPr>
          <p:cNvCxnSpPr>
            <a:cxnSpLocks/>
          </p:cNvCxnSpPr>
          <p:nvPr/>
        </p:nvCxnSpPr>
        <p:spPr>
          <a:xfrm flipH="1">
            <a:off x="7653487" y="674178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9BB08DC5-B404-DB8E-2B1B-41DFC3CC3107}"/>
              </a:ext>
            </a:extLst>
          </p:cNvPr>
          <p:cNvSpPr txBox="1"/>
          <p:nvPr/>
        </p:nvSpPr>
        <p:spPr>
          <a:xfrm>
            <a:off x="7514667" y="96171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EC051C-54D0-3729-1B76-9662FBDC98F7}"/>
              </a:ext>
            </a:extLst>
          </p:cNvPr>
          <p:cNvSpPr txBox="1"/>
          <p:nvPr/>
        </p:nvSpPr>
        <p:spPr>
          <a:xfrm>
            <a:off x="8088782" y="94898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2386A96-BE97-27DA-EDDE-D8DD948625C2}"/>
              </a:ext>
            </a:extLst>
          </p:cNvPr>
          <p:cNvCxnSpPr/>
          <p:nvPr/>
        </p:nvCxnSpPr>
        <p:spPr>
          <a:xfrm>
            <a:off x="7949962" y="674178"/>
            <a:ext cx="277640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47F3C1AC-5B9F-B473-6DF7-425A1F60076D}"/>
              </a:ext>
            </a:extLst>
          </p:cNvPr>
          <p:cNvSpPr txBox="1"/>
          <p:nvPr/>
        </p:nvSpPr>
        <p:spPr>
          <a:xfrm>
            <a:off x="4749206" y="115910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A272B8F6-5F20-B6A4-AAE4-B062AD712929}"/>
              </a:ext>
            </a:extLst>
          </p:cNvPr>
          <p:cNvCxnSpPr>
            <a:cxnSpLocks/>
          </p:cNvCxnSpPr>
          <p:nvPr/>
        </p:nvCxnSpPr>
        <p:spPr>
          <a:xfrm flipH="1">
            <a:off x="4722077" y="1343773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E609F8F3-59AE-4B6C-C3AD-D1ED6F4EDB90}"/>
              </a:ext>
            </a:extLst>
          </p:cNvPr>
          <p:cNvSpPr txBox="1"/>
          <p:nvPr/>
        </p:nvSpPr>
        <p:spPr>
          <a:xfrm>
            <a:off x="4583257" y="1618576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9169406-B539-A661-F065-0158FDDF52CD}"/>
              </a:ext>
            </a:extLst>
          </p:cNvPr>
          <p:cNvSpPr txBox="1"/>
          <p:nvPr/>
        </p:nvSpPr>
        <p:spPr>
          <a:xfrm>
            <a:off x="4879732" y="1618576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02E9C603-D0FA-C05B-D9A4-D139B4F86162}"/>
              </a:ext>
            </a:extLst>
          </p:cNvPr>
          <p:cNvCxnSpPr>
            <a:cxnSpLocks/>
          </p:cNvCxnSpPr>
          <p:nvPr/>
        </p:nvCxnSpPr>
        <p:spPr>
          <a:xfrm>
            <a:off x="4888026" y="1343773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9456611-AF73-DE02-7EB8-462CD9E3CF30}"/>
              </a:ext>
            </a:extLst>
          </p:cNvPr>
          <p:cNvCxnSpPr>
            <a:cxnSpLocks/>
          </p:cNvCxnSpPr>
          <p:nvPr/>
        </p:nvCxnSpPr>
        <p:spPr>
          <a:xfrm flipH="1">
            <a:off x="5287898" y="1345257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35CBD176-5FDE-126F-537D-D052A6F10FAD}"/>
              </a:ext>
            </a:extLst>
          </p:cNvPr>
          <p:cNvSpPr txBox="1"/>
          <p:nvPr/>
        </p:nvSpPr>
        <p:spPr>
          <a:xfrm>
            <a:off x="5149078" y="162006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4C04CF5-A6F5-C619-9868-590BA40957BE}"/>
              </a:ext>
            </a:extLst>
          </p:cNvPr>
          <p:cNvSpPr txBox="1"/>
          <p:nvPr/>
        </p:nvSpPr>
        <p:spPr>
          <a:xfrm>
            <a:off x="5445553" y="162006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744E43B-229E-1D9C-854B-1EFE6D55E06C}"/>
              </a:ext>
            </a:extLst>
          </p:cNvPr>
          <p:cNvCxnSpPr>
            <a:cxnSpLocks/>
          </p:cNvCxnSpPr>
          <p:nvPr/>
        </p:nvCxnSpPr>
        <p:spPr>
          <a:xfrm>
            <a:off x="5453847" y="1345257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AEA81B2C-7EC0-70AB-A1F5-72DC6C68DA67}"/>
              </a:ext>
            </a:extLst>
          </p:cNvPr>
          <p:cNvCxnSpPr>
            <a:cxnSpLocks/>
          </p:cNvCxnSpPr>
          <p:nvPr/>
        </p:nvCxnSpPr>
        <p:spPr>
          <a:xfrm flipH="1">
            <a:off x="7495832" y="1149378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54C403D8-A45E-3C02-B50B-BEC029EECF34}"/>
              </a:ext>
            </a:extLst>
          </p:cNvPr>
          <p:cNvSpPr txBox="1"/>
          <p:nvPr/>
        </p:nvSpPr>
        <p:spPr>
          <a:xfrm>
            <a:off x="7357012" y="142418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39C5D79-FCB8-7183-C17B-5F3EE51640E0}"/>
              </a:ext>
            </a:extLst>
          </p:cNvPr>
          <p:cNvSpPr txBox="1"/>
          <p:nvPr/>
        </p:nvSpPr>
        <p:spPr>
          <a:xfrm>
            <a:off x="7653487" y="142418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4007EE6D-8092-E809-70B7-E6F729611C93}"/>
              </a:ext>
            </a:extLst>
          </p:cNvPr>
          <p:cNvCxnSpPr>
            <a:cxnSpLocks/>
          </p:cNvCxnSpPr>
          <p:nvPr/>
        </p:nvCxnSpPr>
        <p:spPr>
          <a:xfrm>
            <a:off x="7661781" y="1149378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C3BDA4FC-9A9C-4511-AB4F-6A6254E0127E}"/>
              </a:ext>
            </a:extLst>
          </p:cNvPr>
          <p:cNvCxnSpPr>
            <a:cxnSpLocks/>
          </p:cNvCxnSpPr>
          <p:nvPr/>
        </p:nvCxnSpPr>
        <p:spPr>
          <a:xfrm flipH="1">
            <a:off x="8061653" y="1150862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8F60BDE4-A758-7603-2B20-4D0E1FCE2B46}"/>
              </a:ext>
            </a:extLst>
          </p:cNvPr>
          <p:cNvSpPr txBox="1"/>
          <p:nvPr/>
        </p:nvSpPr>
        <p:spPr>
          <a:xfrm>
            <a:off x="7922833" y="142566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DEB08BC-3CD1-0E54-0F51-C5DBC6319D51}"/>
              </a:ext>
            </a:extLst>
          </p:cNvPr>
          <p:cNvSpPr txBox="1"/>
          <p:nvPr/>
        </p:nvSpPr>
        <p:spPr>
          <a:xfrm>
            <a:off x="8219308" y="142566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08A5D556-E318-80DE-E891-1F0CB3D04B42}"/>
              </a:ext>
            </a:extLst>
          </p:cNvPr>
          <p:cNvCxnSpPr>
            <a:cxnSpLocks/>
          </p:cNvCxnSpPr>
          <p:nvPr/>
        </p:nvCxnSpPr>
        <p:spPr>
          <a:xfrm>
            <a:off x="8227602" y="1150862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C2932750-0334-889A-A3FD-FA7C126F440B}"/>
              </a:ext>
            </a:extLst>
          </p:cNvPr>
          <p:cNvCxnSpPr>
            <a:cxnSpLocks/>
            <a:endCxn id="72" idx="1"/>
          </p:cNvCxnSpPr>
          <p:nvPr/>
        </p:nvCxnSpPr>
        <p:spPr>
          <a:xfrm flipH="1">
            <a:off x="7738068" y="1605846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867D41D6-5958-BD96-4BBF-A34E0EEAE826}"/>
              </a:ext>
            </a:extLst>
          </p:cNvPr>
          <p:cNvSpPr txBox="1"/>
          <p:nvPr/>
        </p:nvSpPr>
        <p:spPr>
          <a:xfrm>
            <a:off x="7588224" y="187916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6FC4732-39D0-FAE4-E37C-FFE954C2833E}"/>
              </a:ext>
            </a:extLst>
          </p:cNvPr>
          <p:cNvSpPr txBox="1"/>
          <p:nvPr/>
        </p:nvSpPr>
        <p:spPr>
          <a:xfrm>
            <a:off x="7738068" y="187616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C42ACEA4-A026-5565-A00D-D352E0CE84DF}"/>
              </a:ext>
            </a:extLst>
          </p:cNvPr>
          <p:cNvCxnSpPr>
            <a:cxnSpLocks/>
          </p:cNvCxnSpPr>
          <p:nvPr/>
        </p:nvCxnSpPr>
        <p:spPr>
          <a:xfrm>
            <a:off x="7792307" y="1605846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B5186534-3AC3-1328-84A3-EA3F9BBFCB21}"/>
              </a:ext>
            </a:extLst>
          </p:cNvPr>
          <p:cNvCxnSpPr>
            <a:cxnSpLocks/>
            <a:endCxn id="79" idx="1"/>
          </p:cNvCxnSpPr>
          <p:nvPr/>
        </p:nvCxnSpPr>
        <p:spPr>
          <a:xfrm flipH="1">
            <a:off x="7997764" y="1604346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847861AD-017E-92CF-EB71-35E42599462C}"/>
              </a:ext>
            </a:extLst>
          </p:cNvPr>
          <p:cNvSpPr txBox="1"/>
          <p:nvPr/>
        </p:nvSpPr>
        <p:spPr>
          <a:xfrm>
            <a:off x="7847920" y="187766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FAE5592-E1E4-9837-0F62-E69F9D37D1BA}"/>
              </a:ext>
            </a:extLst>
          </p:cNvPr>
          <p:cNvSpPr txBox="1"/>
          <p:nvPr/>
        </p:nvSpPr>
        <p:spPr>
          <a:xfrm>
            <a:off x="7997764" y="187466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9F7CB859-F572-C742-4204-690F75C7C833}"/>
              </a:ext>
            </a:extLst>
          </p:cNvPr>
          <p:cNvCxnSpPr>
            <a:cxnSpLocks/>
          </p:cNvCxnSpPr>
          <p:nvPr/>
        </p:nvCxnSpPr>
        <p:spPr>
          <a:xfrm>
            <a:off x="8052003" y="1604346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FDFEFE7B-B910-1082-D056-7659D74E59C7}"/>
              </a:ext>
            </a:extLst>
          </p:cNvPr>
          <p:cNvCxnSpPr>
            <a:cxnSpLocks/>
            <a:endCxn id="83" idx="1"/>
          </p:cNvCxnSpPr>
          <p:nvPr/>
        </p:nvCxnSpPr>
        <p:spPr>
          <a:xfrm flipH="1">
            <a:off x="8294238" y="1604346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A89887FE-D9B4-6115-28AA-C7ADC9D699D4}"/>
              </a:ext>
            </a:extLst>
          </p:cNvPr>
          <p:cNvSpPr txBox="1"/>
          <p:nvPr/>
        </p:nvSpPr>
        <p:spPr>
          <a:xfrm>
            <a:off x="8144394" y="187766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DE96FF1C-2472-290C-AD44-E3A73CC9FB06}"/>
              </a:ext>
            </a:extLst>
          </p:cNvPr>
          <p:cNvSpPr txBox="1"/>
          <p:nvPr/>
        </p:nvSpPr>
        <p:spPr>
          <a:xfrm>
            <a:off x="8294238" y="187466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6C4166EF-FD54-E0F6-CF61-4A3EE22759D9}"/>
              </a:ext>
            </a:extLst>
          </p:cNvPr>
          <p:cNvCxnSpPr>
            <a:cxnSpLocks/>
          </p:cNvCxnSpPr>
          <p:nvPr/>
        </p:nvCxnSpPr>
        <p:spPr>
          <a:xfrm>
            <a:off x="8348477" y="1604346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62C0E072-0FBD-D30F-20EE-410242290C74}"/>
              </a:ext>
            </a:extLst>
          </p:cNvPr>
          <p:cNvCxnSpPr>
            <a:cxnSpLocks/>
            <a:endCxn id="87" idx="1"/>
          </p:cNvCxnSpPr>
          <p:nvPr/>
        </p:nvCxnSpPr>
        <p:spPr>
          <a:xfrm flipH="1">
            <a:off x="7431460" y="1604346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0076A89D-4FCB-925F-B2E2-55DFEE2C3244}"/>
              </a:ext>
            </a:extLst>
          </p:cNvPr>
          <p:cNvSpPr txBox="1"/>
          <p:nvPr/>
        </p:nvSpPr>
        <p:spPr>
          <a:xfrm>
            <a:off x="7281616" y="187766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383BFB84-25B1-CA00-B242-28B52EF4859E}"/>
              </a:ext>
            </a:extLst>
          </p:cNvPr>
          <p:cNvSpPr txBox="1"/>
          <p:nvPr/>
        </p:nvSpPr>
        <p:spPr>
          <a:xfrm>
            <a:off x="7431460" y="187466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8EAE3EA9-DF9F-9FA1-15DF-A701C200A8FA}"/>
              </a:ext>
            </a:extLst>
          </p:cNvPr>
          <p:cNvCxnSpPr>
            <a:cxnSpLocks/>
          </p:cNvCxnSpPr>
          <p:nvPr/>
        </p:nvCxnSpPr>
        <p:spPr>
          <a:xfrm>
            <a:off x="7485699" y="1604346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83F1133A-863E-EB94-1068-C9CDB85143F9}"/>
              </a:ext>
            </a:extLst>
          </p:cNvPr>
          <p:cNvSpPr txBox="1"/>
          <p:nvPr/>
        </p:nvSpPr>
        <p:spPr>
          <a:xfrm>
            <a:off x="6828423" y="275351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239F3107-89D0-D787-79C4-4182F6872E27}"/>
              </a:ext>
            </a:extLst>
          </p:cNvPr>
          <p:cNvCxnSpPr>
            <a:cxnSpLocks/>
          </p:cNvCxnSpPr>
          <p:nvPr/>
        </p:nvCxnSpPr>
        <p:spPr>
          <a:xfrm flipH="1">
            <a:off x="6670768" y="2938184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7969E9-0047-CDF3-0C74-C32A0E92E91B}"/>
              </a:ext>
            </a:extLst>
          </p:cNvPr>
          <p:cNvSpPr txBox="1"/>
          <p:nvPr/>
        </p:nvSpPr>
        <p:spPr>
          <a:xfrm>
            <a:off x="6531948" y="322571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FD1F580-4E6D-A340-A531-9EEEF2D3E760}"/>
              </a:ext>
            </a:extLst>
          </p:cNvPr>
          <p:cNvSpPr txBox="1"/>
          <p:nvPr/>
        </p:nvSpPr>
        <p:spPr>
          <a:xfrm>
            <a:off x="7106063" y="321298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4BF9300B-B760-9EED-D44F-EC346B747F4C}"/>
              </a:ext>
            </a:extLst>
          </p:cNvPr>
          <p:cNvCxnSpPr/>
          <p:nvPr/>
        </p:nvCxnSpPr>
        <p:spPr>
          <a:xfrm>
            <a:off x="6967243" y="2938184"/>
            <a:ext cx="277640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47FB89EB-7454-3A80-A677-99C1802A5960}"/>
              </a:ext>
            </a:extLst>
          </p:cNvPr>
          <p:cNvCxnSpPr>
            <a:cxnSpLocks/>
          </p:cNvCxnSpPr>
          <p:nvPr/>
        </p:nvCxnSpPr>
        <p:spPr>
          <a:xfrm flipH="1">
            <a:off x="6513113" y="3413384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653DB370-8EBA-63EF-3869-E969435FDB45}"/>
              </a:ext>
            </a:extLst>
          </p:cNvPr>
          <p:cNvSpPr txBox="1"/>
          <p:nvPr/>
        </p:nvSpPr>
        <p:spPr>
          <a:xfrm>
            <a:off x="6374293" y="368818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84CB5530-982A-2CEE-42F2-63001B5EF8A9}"/>
              </a:ext>
            </a:extLst>
          </p:cNvPr>
          <p:cNvSpPr txBox="1"/>
          <p:nvPr/>
        </p:nvSpPr>
        <p:spPr>
          <a:xfrm>
            <a:off x="6670768" y="368818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C0F947EA-CE3D-A051-8837-DAB7B8816B9C}"/>
              </a:ext>
            </a:extLst>
          </p:cNvPr>
          <p:cNvCxnSpPr>
            <a:cxnSpLocks/>
          </p:cNvCxnSpPr>
          <p:nvPr/>
        </p:nvCxnSpPr>
        <p:spPr>
          <a:xfrm>
            <a:off x="6679062" y="3413384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797F9D2E-B9C0-C8C7-A537-4995498EC50E}"/>
              </a:ext>
            </a:extLst>
          </p:cNvPr>
          <p:cNvCxnSpPr>
            <a:cxnSpLocks/>
          </p:cNvCxnSpPr>
          <p:nvPr/>
        </p:nvCxnSpPr>
        <p:spPr>
          <a:xfrm flipH="1">
            <a:off x="7078934" y="3414868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4774DF60-493D-7E2D-878B-1ED227C21C1E}"/>
              </a:ext>
            </a:extLst>
          </p:cNvPr>
          <p:cNvSpPr txBox="1"/>
          <p:nvPr/>
        </p:nvSpPr>
        <p:spPr>
          <a:xfrm>
            <a:off x="6940114" y="368967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93A7EC1-68DC-F5BB-CF91-21C3EFE43A4C}"/>
              </a:ext>
            </a:extLst>
          </p:cNvPr>
          <p:cNvSpPr txBox="1"/>
          <p:nvPr/>
        </p:nvSpPr>
        <p:spPr>
          <a:xfrm>
            <a:off x="7236589" y="368967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52C04D42-8DAB-2427-0167-B80268A486BC}"/>
              </a:ext>
            </a:extLst>
          </p:cNvPr>
          <p:cNvCxnSpPr>
            <a:cxnSpLocks/>
          </p:cNvCxnSpPr>
          <p:nvPr/>
        </p:nvCxnSpPr>
        <p:spPr>
          <a:xfrm>
            <a:off x="7244883" y="3414868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E2EAA147-3D69-C550-474D-00ACFD52D003}"/>
              </a:ext>
            </a:extLst>
          </p:cNvPr>
          <p:cNvCxnSpPr>
            <a:cxnSpLocks/>
            <a:endCxn id="108" idx="1"/>
          </p:cNvCxnSpPr>
          <p:nvPr/>
        </p:nvCxnSpPr>
        <p:spPr>
          <a:xfrm flipH="1">
            <a:off x="6755349" y="3869852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217A724D-C1B0-564C-8351-340007839640}"/>
              </a:ext>
            </a:extLst>
          </p:cNvPr>
          <p:cNvSpPr txBox="1"/>
          <p:nvPr/>
        </p:nvSpPr>
        <p:spPr>
          <a:xfrm>
            <a:off x="6605505" y="414317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5F090E36-99B0-C8A7-16CC-1D62ABF5D1E7}"/>
              </a:ext>
            </a:extLst>
          </p:cNvPr>
          <p:cNvSpPr txBox="1"/>
          <p:nvPr/>
        </p:nvSpPr>
        <p:spPr>
          <a:xfrm>
            <a:off x="6755349" y="414017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567BE6BD-BCA7-06F5-5A66-C0938CFE4D61}"/>
              </a:ext>
            </a:extLst>
          </p:cNvPr>
          <p:cNvCxnSpPr>
            <a:cxnSpLocks/>
          </p:cNvCxnSpPr>
          <p:nvPr/>
        </p:nvCxnSpPr>
        <p:spPr>
          <a:xfrm>
            <a:off x="6809588" y="3869852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458D8F80-9DA6-6E83-3C05-9D6A5848EB19}"/>
              </a:ext>
            </a:extLst>
          </p:cNvPr>
          <p:cNvCxnSpPr>
            <a:cxnSpLocks/>
          </p:cNvCxnSpPr>
          <p:nvPr/>
        </p:nvCxnSpPr>
        <p:spPr>
          <a:xfrm flipH="1">
            <a:off x="7015045" y="3868352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46165A5-35BD-C896-4C78-882031BB8F3E}"/>
              </a:ext>
            </a:extLst>
          </p:cNvPr>
          <p:cNvSpPr txBox="1"/>
          <p:nvPr/>
        </p:nvSpPr>
        <p:spPr>
          <a:xfrm>
            <a:off x="6865201" y="414167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9AE34B9D-AB84-5FAA-5AB5-B9E5979C8D1C}"/>
              </a:ext>
            </a:extLst>
          </p:cNvPr>
          <p:cNvCxnSpPr>
            <a:cxnSpLocks/>
            <a:endCxn id="120" idx="1"/>
          </p:cNvCxnSpPr>
          <p:nvPr/>
        </p:nvCxnSpPr>
        <p:spPr>
          <a:xfrm flipH="1">
            <a:off x="6448741" y="3868352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D7C88552-2529-2D85-CF75-5D3BFA213FFA}"/>
              </a:ext>
            </a:extLst>
          </p:cNvPr>
          <p:cNvSpPr txBox="1"/>
          <p:nvPr/>
        </p:nvSpPr>
        <p:spPr>
          <a:xfrm>
            <a:off x="6298897" y="414167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633ED9A2-0976-986B-6801-1B39115D7D7E}"/>
              </a:ext>
            </a:extLst>
          </p:cNvPr>
          <p:cNvSpPr txBox="1"/>
          <p:nvPr/>
        </p:nvSpPr>
        <p:spPr>
          <a:xfrm>
            <a:off x="6448741" y="413867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3D880D05-1478-218A-A0F5-F5488EA58410}"/>
              </a:ext>
            </a:extLst>
          </p:cNvPr>
          <p:cNvCxnSpPr>
            <a:cxnSpLocks/>
          </p:cNvCxnSpPr>
          <p:nvPr/>
        </p:nvCxnSpPr>
        <p:spPr>
          <a:xfrm>
            <a:off x="6502980" y="3868352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C47A93A8-FEEC-D4AC-339C-A665F3AABAF9}"/>
              </a:ext>
            </a:extLst>
          </p:cNvPr>
          <p:cNvSpPr txBox="1"/>
          <p:nvPr/>
        </p:nvSpPr>
        <p:spPr>
          <a:xfrm>
            <a:off x="3717153" y="295188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30F9FE94-B2C2-B8B4-DAEC-1E77174621FC}"/>
              </a:ext>
            </a:extLst>
          </p:cNvPr>
          <p:cNvCxnSpPr>
            <a:cxnSpLocks/>
          </p:cNvCxnSpPr>
          <p:nvPr/>
        </p:nvCxnSpPr>
        <p:spPr>
          <a:xfrm flipH="1">
            <a:off x="3550081" y="3155307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F07C7483-FBE3-2CCB-3147-F6D97BC590F2}"/>
              </a:ext>
            </a:extLst>
          </p:cNvPr>
          <p:cNvSpPr txBox="1"/>
          <p:nvPr/>
        </p:nvSpPr>
        <p:spPr>
          <a:xfrm>
            <a:off x="3411261" y="344284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0F0601CB-8B6F-9315-9186-21EBD59A6B6A}"/>
              </a:ext>
            </a:extLst>
          </p:cNvPr>
          <p:cNvSpPr txBox="1"/>
          <p:nvPr/>
        </p:nvSpPr>
        <p:spPr>
          <a:xfrm>
            <a:off x="3985376" y="343011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F2D583EA-F4F4-E95B-1587-4A0AFC684AEE}"/>
              </a:ext>
            </a:extLst>
          </p:cNvPr>
          <p:cNvCxnSpPr/>
          <p:nvPr/>
        </p:nvCxnSpPr>
        <p:spPr>
          <a:xfrm>
            <a:off x="3846556" y="3155307"/>
            <a:ext cx="277640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文本框 126">
            <a:extLst>
              <a:ext uri="{FF2B5EF4-FFF2-40B4-BE49-F238E27FC236}">
                <a16:creationId xmlns:a16="http://schemas.microsoft.com/office/drawing/2014/main" id="{A10D9C4C-5C50-4B17-0A2F-B57C4DBE03E8}"/>
              </a:ext>
            </a:extLst>
          </p:cNvPr>
          <p:cNvSpPr txBox="1"/>
          <p:nvPr/>
        </p:nvSpPr>
        <p:spPr>
          <a:xfrm>
            <a:off x="3411261" y="345557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2CDCED1D-17F7-0500-C6AB-E2E790FA268A}"/>
              </a:ext>
            </a:extLst>
          </p:cNvPr>
          <p:cNvCxnSpPr>
            <a:cxnSpLocks/>
          </p:cNvCxnSpPr>
          <p:nvPr/>
        </p:nvCxnSpPr>
        <p:spPr>
          <a:xfrm flipH="1">
            <a:off x="3384132" y="3640236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" name="文本框 128">
            <a:extLst>
              <a:ext uri="{FF2B5EF4-FFF2-40B4-BE49-F238E27FC236}">
                <a16:creationId xmlns:a16="http://schemas.microsoft.com/office/drawing/2014/main" id="{BB3E67F9-EBDE-71CF-D3EF-506E89521073}"/>
              </a:ext>
            </a:extLst>
          </p:cNvPr>
          <p:cNvSpPr txBox="1"/>
          <p:nvPr/>
        </p:nvSpPr>
        <p:spPr>
          <a:xfrm>
            <a:off x="3245312" y="391503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DC09BC71-5EA9-0585-51DB-B2508CECE63F}"/>
              </a:ext>
            </a:extLst>
          </p:cNvPr>
          <p:cNvSpPr txBox="1"/>
          <p:nvPr/>
        </p:nvSpPr>
        <p:spPr>
          <a:xfrm>
            <a:off x="3541787" y="391503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E8D969F8-60B3-AE34-382D-56A6F072EC4D}"/>
              </a:ext>
            </a:extLst>
          </p:cNvPr>
          <p:cNvCxnSpPr>
            <a:cxnSpLocks/>
          </p:cNvCxnSpPr>
          <p:nvPr/>
        </p:nvCxnSpPr>
        <p:spPr>
          <a:xfrm>
            <a:off x="3550081" y="3640236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D6F693D-A919-CB0A-C35D-ACB377BFE076}"/>
              </a:ext>
            </a:extLst>
          </p:cNvPr>
          <p:cNvSpPr txBox="1"/>
          <p:nvPr/>
        </p:nvSpPr>
        <p:spPr>
          <a:xfrm>
            <a:off x="2110163" y="314019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6D6D1FC5-3401-F037-F6E3-9698C3DD2502}"/>
              </a:ext>
            </a:extLst>
          </p:cNvPr>
          <p:cNvCxnSpPr>
            <a:cxnSpLocks/>
          </p:cNvCxnSpPr>
          <p:nvPr/>
        </p:nvCxnSpPr>
        <p:spPr>
          <a:xfrm flipH="1">
            <a:off x="1952508" y="3324856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B1F46634-B731-F237-0C34-7E0C3321DAA8}"/>
              </a:ext>
            </a:extLst>
          </p:cNvPr>
          <p:cNvSpPr txBox="1"/>
          <p:nvPr/>
        </p:nvSpPr>
        <p:spPr>
          <a:xfrm>
            <a:off x="1813688" y="361238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A465B98F-9451-6AE9-9DD4-00B7464B9432}"/>
              </a:ext>
            </a:extLst>
          </p:cNvPr>
          <p:cNvSpPr txBox="1"/>
          <p:nvPr/>
        </p:nvSpPr>
        <p:spPr>
          <a:xfrm>
            <a:off x="4329943" y="2254101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r>
              <a:rPr lang="zh-CN" altLang="en-US"/>
              <a:t>）一些满二叉树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21F77C8C-0FBF-8097-6CB4-B91F084F78DA}"/>
              </a:ext>
            </a:extLst>
          </p:cNvPr>
          <p:cNvSpPr txBox="1"/>
          <p:nvPr/>
        </p:nvSpPr>
        <p:spPr>
          <a:xfrm>
            <a:off x="4259968" y="4642588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r>
              <a:rPr lang="zh-CN" altLang="en-US"/>
              <a:t>）一些完全二叉树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3D078136-021D-11F4-F035-6E46A907DE25}"/>
              </a:ext>
            </a:extLst>
          </p:cNvPr>
          <p:cNvSpPr txBox="1"/>
          <p:nvPr/>
        </p:nvSpPr>
        <p:spPr>
          <a:xfrm>
            <a:off x="5250025" y="297064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1FF60726-C104-4F2C-1256-FF80A894EE00}"/>
              </a:ext>
            </a:extLst>
          </p:cNvPr>
          <p:cNvCxnSpPr>
            <a:cxnSpLocks/>
          </p:cNvCxnSpPr>
          <p:nvPr/>
        </p:nvCxnSpPr>
        <p:spPr>
          <a:xfrm flipH="1">
            <a:off x="5082953" y="3174059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文本框 164">
            <a:extLst>
              <a:ext uri="{FF2B5EF4-FFF2-40B4-BE49-F238E27FC236}">
                <a16:creationId xmlns:a16="http://schemas.microsoft.com/office/drawing/2014/main" id="{35E4F96C-3C02-F60D-64C5-56F412DE39B7}"/>
              </a:ext>
            </a:extLst>
          </p:cNvPr>
          <p:cNvSpPr txBox="1"/>
          <p:nvPr/>
        </p:nvSpPr>
        <p:spPr>
          <a:xfrm>
            <a:off x="4944133" y="346159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B8C55842-6DD1-8D45-3762-C682B9476041}"/>
              </a:ext>
            </a:extLst>
          </p:cNvPr>
          <p:cNvSpPr txBox="1"/>
          <p:nvPr/>
        </p:nvSpPr>
        <p:spPr>
          <a:xfrm>
            <a:off x="5518248" y="344886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C746E416-02ED-D3DE-4866-79D553988958}"/>
              </a:ext>
            </a:extLst>
          </p:cNvPr>
          <p:cNvCxnSpPr/>
          <p:nvPr/>
        </p:nvCxnSpPr>
        <p:spPr>
          <a:xfrm>
            <a:off x="5379428" y="3174059"/>
            <a:ext cx="277640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7AF4C9B4-39CE-DCB1-9F26-C1E1EAF31E74}"/>
              </a:ext>
            </a:extLst>
          </p:cNvPr>
          <p:cNvSpPr txBox="1"/>
          <p:nvPr/>
        </p:nvSpPr>
        <p:spPr>
          <a:xfrm>
            <a:off x="4944133" y="347432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1D92DC57-17F7-119F-C87E-CA2882A1BCDD}"/>
              </a:ext>
            </a:extLst>
          </p:cNvPr>
          <p:cNvCxnSpPr>
            <a:cxnSpLocks/>
          </p:cNvCxnSpPr>
          <p:nvPr/>
        </p:nvCxnSpPr>
        <p:spPr>
          <a:xfrm flipH="1">
            <a:off x="4917004" y="3658988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" name="文本框 169">
            <a:extLst>
              <a:ext uri="{FF2B5EF4-FFF2-40B4-BE49-F238E27FC236}">
                <a16:creationId xmlns:a16="http://schemas.microsoft.com/office/drawing/2014/main" id="{47656AC0-CEE2-AB0D-CBFB-805F3A79A1F1}"/>
              </a:ext>
            </a:extLst>
          </p:cNvPr>
          <p:cNvSpPr txBox="1"/>
          <p:nvPr/>
        </p:nvSpPr>
        <p:spPr>
          <a:xfrm>
            <a:off x="4778184" y="393379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8EE3385E-AB30-0B82-1E86-57F542D4A822}"/>
              </a:ext>
            </a:extLst>
          </p:cNvPr>
          <p:cNvSpPr txBox="1"/>
          <p:nvPr/>
        </p:nvSpPr>
        <p:spPr>
          <a:xfrm>
            <a:off x="5074659" y="393379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D5CEDD84-F598-BF99-6270-DCF899865826}"/>
              </a:ext>
            </a:extLst>
          </p:cNvPr>
          <p:cNvCxnSpPr>
            <a:cxnSpLocks/>
          </p:cNvCxnSpPr>
          <p:nvPr/>
        </p:nvCxnSpPr>
        <p:spPr>
          <a:xfrm>
            <a:off x="5082953" y="3658988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5F1A2646-180F-B161-D5AC-41B9BB09C665}"/>
              </a:ext>
            </a:extLst>
          </p:cNvPr>
          <p:cNvCxnSpPr>
            <a:cxnSpLocks/>
          </p:cNvCxnSpPr>
          <p:nvPr/>
        </p:nvCxnSpPr>
        <p:spPr>
          <a:xfrm flipH="1">
            <a:off x="3950856" y="3631947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823876C8-194E-3015-5EB0-7607BB9A9A24}"/>
              </a:ext>
            </a:extLst>
          </p:cNvPr>
          <p:cNvSpPr txBox="1"/>
          <p:nvPr/>
        </p:nvSpPr>
        <p:spPr>
          <a:xfrm>
            <a:off x="3812036" y="390675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32A2424A-AA9D-E4FD-5FE3-896D10B41023}"/>
              </a:ext>
            </a:extLst>
          </p:cNvPr>
          <p:cNvCxnSpPr>
            <a:cxnSpLocks/>
          </p:cNvCxnSpPr>
          <p:nvPr/>
        </p:nvCxnSpPr>
        <p:spPr>
          <a:xfrm flipH="1">
            <a:off x="8435176" y="2943231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" name="文本框 175">
            <a:extLst>
              <a:ext uri="{FF2B5EF4-FFF2-40B4-BE49-F238E27FC236}">
                <a16:creationId xmlns:a16="http://schemas.microsoft.com/office/drawing/2014/main" id="{B5219A7E-E6ED-93D4-E4F0-0639CEFA0B21}"/>
              </a:ext>
            </a:extLst>
          </p:cNvPr>
          <p:cNvSpPr txBox="1"/>
          <p:nvPr/>
        </p:nvSpPr>
        <p:spPr>
          <a:xfrm>
            <a:off x="8296356" y="323076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CCE10F61-FCA1-B476-0628-66535EE9A63F}"/>
              </a:ext>
            </a:extLst>
          </p:cNvPr>
          <p:cNvSpPr txBox="1"/>
          <p:nvPr/>
        </p:nvSpPr>
        <p:spPr>
          <a:xfrm>
            <a:off x="8870471" y="321803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B40FD0E3-6B54-D465-DC24-CA760393A43B}"/>
              </a:ext>
            </a:extLst>
          </p:cNvPr>
          <p:cNvCxnSpPr/>
          <p:nvPr/>
        </p:nvCxnSpPr>
        <p:spPr>
          <a:xfrm>
            <a:off x="8731651" y="2943231"/>
            <a:ext cx="277640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972E8348-C0C1-B2B7-9AB7-EB5F00EE3C92}"/>
              </a:ext>
            </a:extLst>
          </p:cNvPr>
          <p:cNvCxnSpPr>
            <a:cxnSpLocks/>
          </p:cNvCxnSpPr>
          <p:nvPr/>
        </p:nvCxnSpPr>
        <p:spPr>
          <a:xfrm flipH="1">
            <a:off x="8277521" y="3418431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D130EDC-830C-F1EA-D002-098FF65CAA53}"/>
              </a:ext>
            </a:extLst>
          </p:cNvPr>
          <p:cNvSpPr txBox="1"/>
          <p:nvPr/>
        </p:nvSpPr>
        <p:spPr>
          <a:xfrm>
            <a:off x="8138701" y="369323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C6BE3E53-6A46-50AA-E7F1-AD78281457A8}"/>
              </a:ext>
            </a:extLst>
          </p:cNvPr>
          <p:cNvSpPr txBox="1"/>
          <p:nvPr/>
        </p:nvSpPr>
        <p:spPr>
          <a:xfrm>
            <a:off x="8435176" y="369323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35112992-5BB7-9238-B943-D8DBCE9E6A27}"/>
              </a:ext>
            </a:extLst>
          </p:cNvPr>
          <p:cNvCxnSpPr>
            <a:cxnSpLocks/>
          </p:cNvCxnSpPr>
          <p:nvPr/>
        </p:nvCxnSpPr>
        <p:spPr>
          <a:xfrm>
            <a:off x="8443470" y="3418431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27F83D5D-C6A9-8D0F-B1D5-58FA53DA01FF}"/>
              </a:ext>
            </a:extLst>
          </p:cNvPr>
          <p:cNvCxnSpPr>
            <a:cxnSpLocks/>
          </p:cNvCxnSpPr>
          <p:nvPr/>
        </p:nvCxnSpPr>
        <p:spPr>
          <a:xfrm flipH="1">
            <a:off x="8843342" y="3419915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4" name="文本框 183">
            <a:extLst>
              <a:ext uri="{FF2B5EF4-FFF2-40B4-BE49-F238E27FC236}">
                <a16:creationId xmlns:a16="http://schemas.microsoft.com/office/drawing/2014/main" id="{4D1C070F-CDF6-5C7D-A324-EA42D0ADA0AA}"/>
              </a:ext>
            </a:extLst>
          </p:cNvPr>
          <p:cNvSpPr txBox="1"/>
          <p:nvPr/>
        </p:nvSpPr>
        <p:spPr>
          <a:xfrm>
            <a:off x="8704522" y="369471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D449BAA2-03DB-C63B-64EB-FC3B6C31FA52}"/>
              </a:ext>
            </a:extLst>
          </p:cNvPr>
          <p:cNvSpPr txBox="1"/>
          <p:nvPr/>
        </p:nvSpPr>
        <p:spPr>
          <a:xfrm>
            <a:off x="9000997" y="369471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B018966E-07C0-0B19-9E2C-FFD981940C17}"/>
              </a:ext>
            </a:extLst>
          </p:cNvPr>
          <p:cNvCxnSpPr>
            <a:cxnSpLocks/>
          </p:cNvCxnSpPr>
          <p:nvPr/>
        </p:nvCxnSpPr>
        <p:spPr>
          <a:xfrm>
            <a:off x="9009291" y="3419915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E9D0DDA0-D586-5D66-BFBF-D1495B6AEDB2}"/>
              </a:ext>
            </a:extLst>
          </p:cNvPr>
          <p:cNvCxnSpPr>
            <a:cxnSpLocks/>
          </p:cNvCxnSpPr>
          <p:nvPr/>
        </p:nvCxnSpPr>
        <p:spPr>
          <a:xfrm flipH="1">
            <a:off x="8519757" y="3874899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8" name="文本框 187">
            <a:extLst>
              <a:ext uri="{FF2B5EF4-FFF2-40B4-BE49-F238E27FC236}">
                <a16:creationId xmlns:a16="http://schemas.microsoft.com/office/drawing/2014/main" id="{E922B985-01A5-149C-2456-C48B66E7E5B0}"/>
              </a:ext>
            </a:extLst>
          </p:cNvPr>
          <p:cNvSpPr txBox="1"/>
          <p:nvPr/>
        </p:nvSpPr>
        <p:spPr>
          <a:xfrm>
            <a:off x="8369913" y="414821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361556DF-ED65-51C6-C104-BAEB4A6408A6}"/>
              </a:ext>
            </a:extLst>
          </p:cNvPr>
          <p:cNvCxnSpPr>
            <a:cxnSpLocks/>
            <a:endCxn id="195" idx="1"/>
          </p:cNvCxnSpPr>
          <p:nvPr/>
        </p:nvCxnSpPr>
        <p:spPr>
          <a:xfrm flipH="1">
            <a:off x="8213149" y="3873399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" name="文本框 193">
            <a:extLst>
              <a:ext uri="{FF2B5EF4-FFF2-40B4-BE49-F238E27FC236}">
                <a16:creationId xmlns:a16="http://schemas.microsoft.com/office/drawing/2014/main" id="{47E76821-016B-FA0F-32FA-DD4E2F8E80A2}"/>
              </a:ext>
            </a:extLst>
          </p:cNvPr>
          <p:cNvSpPr txBox="1"/>
          <p:nvPr/>
        </p:nvSpPr>
        <p:spPr>
          <a:xfrm>
            <a:off x="8063305" y="414671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4AC62F15-F564-6DBD-1368-9FA8977208DB}"/>
              </a:ext>
            </a:extLst>
          </p:cNvPr>
          <p:cNvSpPr txBox="1"/>
          <p:nvPr/>
        </p:nvSpPr>
        <p:spPr>
          <a:xfrm>
            <a:off x="8213149" y="414371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C1D2D8EA-29B9-6D64-D2C8-72B80838A402}"/>
              </a:ext>
            </a:extLst>
          </p:cNvPr>
          <p:cNvCxnSpPr>
            <a:cxnSpLocks/>
          </p:cNvCxnSpPr>
          <p:nvPr/>
        </p:nvCxnSpPr>
        <p:spPr>
          <a:xfrm>
            <a:off x="8267388" y="3873399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8" name="文本框 197">
            <a:extLst>
              <a:ext uri="{FF2B5EF4-FFF2-40B4-BE49-F238E27FC236}">
                <a16:creationId xmlns:a16="http://schemas.microsoft.com/office/drawing/2014/main" id="{B37F8C3F-D310-95F9-7826-85F9942DCD9F}"/>
              </a:ext>
            </a:extLst>
          </p:cNvPr>
          <p:cNvSpPr txBox="1"/>
          <p:nvPr/>
        </p:nvSpPr>
        <p:spPr>
          <a:xfrm>
            <a:off x="8611428" y="273717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91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BA808-6A1A-6114-2159-6851597D3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椭圆 31">
            <a:extLst>
              <a:ext uri="{FF2B5EF4-FFF2-40B4-BE49-F238E27FC236}">
                <a16:creationId xmlns:a16="http://schemas.microsoft.com/office/drawing/2014/main" id="{CF1C76E7-2F98-BA88-9203-829E4EB1A084}"/>
              </a:ext>
            </a:extLst>
          </p:cNvPr>
          <p:cNvSpPr/>
          <p:nvPr/>
        </p:nvSpPr>
        <p:spPr>
          <a:xfrm>
            <a:off x="5396313" y="77325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897F73F6-536B-7ED4-5B6C-5D3CFEE1E6EB}"/>
              </a:ext>
            </a:extLst>
          </p:cNvPr>
          <p:cNvSpPr/>
          <p:nvPr/>
        </p:nvSpPr>
        <p:spPr>
          <a:xfrm>
            <a:off x="3713927" y="119517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  <a:endParaRPr lang="zh-CN" altLang="en-US" sz="160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3127B2E-D5E3-4925-49E4-37C8983E61E3}"/>
              </a:ext>
            </a:extLst>
          </p:cNvPr>
          <p:cNvSpPr/>
          <p:nvPr/>
        </p:nvSpPr>
        <p:spPr>
          <a:xfrm>
            <a:off x="6895537" y="120493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  <a:endParaRPr lang="zh-CN" altLang="en-US" sz="160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7A81ECD-D744-1C8E-EEA1-C6DAEB05844C}"/>
              </a:ext>
            </a:extLst>
          </p:cNvPr>
          <p:cNvCxnSpPr>
            <a:cxnSpLocks/>
            <a:stCxn id="32" idx="3"/>
            <a:endCxn id="33" idx="7"/>
          </p:cNvCxnSpPr>
          <p:nvPr/>
        </p:nvCxnSpPr>
        <p:spPr>
          <a:xfrm flipH="1">
            <a:off x="3998440" y="1057771"/>
            <a:ext cx="1446688" cy="1862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85BDEF5-18CB-7154-6E78-6B241EDDBB5A}"/>
              </a:ext>
            </a:extLst>
          </p:cNvPr>
          <p:cNvCxnSpPr>
            <a:stCxn id="32" idx="5"/>
            <a:endCxn id="34" idx="1"/>
          </p:cNvCxnSpPr>
          <p:nvPr/>
        </p:nvCxnSpPr>
        <p:spPr>
          <a:xfrm>
            <a:off x="5680826" y="1057771"/>
            <a:ext cx="1263526" cy="195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椭圆 39">
            <a:extLst>
              <a:ext uri="{FF2B5EF4-FFF2-40B4-BE49-F238E27FC236}">
                <a16:creationId xmlns:a16="http://schemas.microsoft.com/office/drawing/2014/main" id="{0312F385-69AD-6CD4-D14C-D25F89767600}"/>
              </a:ext>
            </a:extLst>
          </p:cNvPr>
          <p:cNvSpPr/>
          <p:nvPr/>
        </p:nvSpPr>
        <p:spPr>
          <a:xfrm>
            <a:off x="4488876" y="18025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  <a:endParaRPr lang="zh-CN" altLang="en-US" sz="160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F23DC41F-8EA3-8759-E5C5-AB34FCC47822}"/>
              </a:ext>
            </a:extLst>
          </p:cNvPr>
          <p:cNvSpPr/>
          <p:nvPr/>
        </p:nvSpPr>
        <p:spPr>
          <a:xfrm>
            <a:off x="7547960" y="18025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  <a:endParaRPr lang="zh-CN" altLang="en-US" sz="1600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88A900F8-F5E1-93A7-5B6F-98D5BC08732E}"/>
              </a:ext>
            </a:extLst>
          </p:cNvPr>
          <p:cNvSpPr/>
          <p:nvPr/>
        </p:nvSpPr>
        <p:spPr>
          <a:xfrm>
            <a:off x="3969750" y="25284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F</a:t>
            </a:r>
            <a:endParaRPr lang="zh-CN" altLang="en-US" sz="1600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6CDF7AC5-DC4A-BE42-8991-49633435BDC9}"/>
              </a:ext>
            </a:extLst>
          </p:cNvPr>
          <p:cNvSpPr/>
          <p:nvPr/>
        </p:nvSpPr>
        <p:spPr>
          <a:xfrm>
            <a:off x="7101261" y="249845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G</a:t>
            </a:r>
            <a:endParaRPr lang="zh-CN" altLang="en-US" sz="1600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AD468AE3-A8D5-5B71-D3F1-4237D88D1561}"/>
              </a:ext>
            </a:extLst>
          </p:cNvPr>
          <p:cNvSpPr/>
          <p:nvPr/>
        </p:nvSpPr>
        <p:spPr>
          <a:xfrm>
            <a:off x="8029157" y="249845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H</a:t>
            </a:r>
            <a:endParaRPr lang="zh-CN" altLang="en-US" sz="1600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DE053D32-9DBC-B27B-7B25-151F018A0473}"/>
              </a:ext>
            </a:extLst>
          </p:cNvPr>
          <p:cNvCxnSpPr>
            <a:stCxn id="33" idx="5"/>
            <a:endCxn id="40" idx="0"/>
          </p:cNvCxnSpPr>
          <p:nvPr/>
        </p:nvCxnSpPr>
        <p:spPr>
          <a:xfrm>
            <a:off x="3998440" y="1479686"/>
            <a:ext cx="657100" cy="3228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1120C01-4AFC-9C3F-64E0-72C0F3CAAB1D}"/>
              </a:ext>
            </a:extLst>
          </p:cNvPr>
          <p:cNvCxnSpPr>
            <a:stCxn id="34" idx="5"/>
            <a:endCxn id="42" idx="1"/>
          </p:cNvCxnSpPr>
          <p:nvPr/>
        </p:nvCxnSpPr>
        <p:spPr>
          <a:xfrm>
            <a:off x="7180050" y="1489447"/>
            <a:ext cx="416725" cy="361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35D32ED5-640F-12AA-A31A-E0FCD6623FAE}"/>
              </a:ext>
            </a:extLst>
          </p:cNvPr>
          <p:cNvCxnSpPr>
            <a:stCxn id="40" idx="3"/>
            <a:endCxn id="44" idx="0"/>
          </p:cNvCxnSpPr>
          <p:nvPr/>
        </p:nvCxnSpPr>
        <p:spPr>
          <a:xfrm flipH="1">
            <a:off x="4136414" y="2087017"/>
            <a:ext cx="401277" cy="4414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D2AA23C2-D66C-6862-8CE7-E81226B31E4F}"/>
              </a:ext>
            </a:extLst>
          </p:cNvPr>
          <p:cNvCxnSpPr>
            <a:stCxn id="42" idx="3"/>
            <a:endCxn id="46" idx="0"/>
          </p:cNvCxnSpPr>
          <p:nvPr/>
        </p:nvCxnSpPr>
        <p:spPr>
          <a:xfrm flipH="1">
            <a:off x="7267925" y="2087017"/>
            <a:ext cx="328850" cy="41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00DBF7B-413D-86A4-2728-8E2D020CC1F7}"/>
              </a:ext>
            </a:extLst>
          </p:cNvPr>
          <p:cNvCxnSpPr>
            <a:stCxn id="42" idx="5"/>
            <a:endCxn id="48" idx="0"/>
          </p:cNvCxnSpPr>
          <p:nvPr/>
        </p:nvCxnSpPr>
        <p:spPr>
          <a:xfrm>
            <a:off x="7832473" y="2087017"/>
            <a:ext cx="363348" cy="41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椭圆 59">
            <a:extLst>
              <a:ext uri="{FF2B5EF4-FFF2-40B4-BE49-F238E27FC236}">
                <a16:creationId xmlns:a16="http://schemas.microsoft.com/office/drawing/2014/main" id="{3E31C59B-EC41-3F0C-B3B0-8BCDDF429780}"/>
              </a:ext>
            </a:extLst>
          </p:cNvPr>
          <p:cNvSpPr/>
          <p:nvPr/>
        </p:nvSpPr>
        <p:spPr>
          <a:xfrm>
            <a:off x="2758591" y="1802504"/>
            <a:ext cx="333328" cy="33332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C666C697-D2E7-A382-0ECC-42D290D560AD}"/>
              </a:ext>
            </a:extLst>
          </p:cNvPr>
          <p:cNvSpPr/>
          <p:nvPr/>
        </p:nvSpPr>
        <p:spPr>
          <a:xfrm>
            <a:off x="5979261" y="1804737"/>
            <a:ext cx="333328" cy="33332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30A38E00-1C79-261B-B4FE-F19B23C807A2}"/>
              </a:ext>
            </a:extLst>
          </p:cNvPr>
          <p:cNvSpPr/>
          <p:nvPr/>
        </p:nvSpPr>
        <p:spPr>
          <a:xfrm>
            <a:off x="5666125" y="2498457"/>
            <a:ext cx="333328" cy="33332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D867C987-E180-D520-1D1A-539DDA40736F}"/>
              </a:ext>
            </a:extLst>
          </p:cNvPr>
          <p:cNvSpPr/>
          <p:nvPr/>
        </p:nvSpPr>
        <p:spPr>
          <a:xfrm>
            <a:off x="2338601" y="2498457"/>
            <a:ext cx="333328" cy="33332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C2D65A6A-A3D5-1856-3A89-A45CBBFF267D}"/>
              </a:ext>
            </a:extLst>
          </p:cNvPr>
          <p:cNvSpPr/>
          <p:nvPr/>
        </p:nvSpPr>
        <p:spPr>
          <a:xfrm>
            <a:off x="3062102" y="2498457"/>
            <a:ext cx="333328" cy="33332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667AAA02-540E-FF47-B9F8-B3C0586141A5}"/>
              </a:ext>
            </a:extLst>
          </p:cNvPr>
          <p:cNvSpPr/>
          <p:nvPr/>
        </p:nvSpPr>
        <p:spPr>
          <a:xfrm>
            <a:off x="4933517" y="2498457"/>
            <a:ext cx="333328" cy="33332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4319A7B2-ACAE-EEBD-D7ED-B0B8532B02AD}"/>
              </a:ext>
            </a:extLst>
          </p:cNvPr>
          <p:cNvSpPr/>
          <p:nvPr/>
        </p:nvSpPr>
        <p:spPr>
          <a:xfrm>
            <a:off x="6385078" y="2498457"/>
            <a:ext cx="333328" cy="33332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4B287AD6-3320-B1BB-50BF-EA840773E605}"/>
              </a:ext>
            </a:extLst>
          </p:cNvPr>
          <p:cNvCxnSpPr>
            <a:stCxn id="33" idx="3"/>
            <a:endCxn id="60" idx="7"/>
          </p:cNvCxnSpPr>
          <p:nvPr/>
        </p:nvCxnSpPr>
        <p:spPr>
          <a:xfrm flipH="1">
            <a:off x="3043104" y="1479686"/>
            <a:ext cx="719638" cy="37163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B48A71A1-0C04-8657-55F3-0BCC95DD48F0}"/>
              </a:ext>
            </a:extLst>
          </p:cNvPr>
          <p:cNvCxnSpPr>
            <a:stCxn id="34" idx="3"/>
            <a:endCxn id="62" idx="7"/>
          </p:cNvCxnSpPr>
          <p:nvPr/>
        </p:nvCxnSpPr>
        <p:spPr>
          <a:xfrm flipH="1">
            <a:off x="6263774" y="1489447"/>
            <a:ext cx="680578" cy="3641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6FD3441B-252B-3C8E-F556-5F3709B482DA}"/>
              </a:ext>
            </a:extLst>
          </p:cNvPr>
          <p:cNvCxnSpPr>
            <a:endCxn id="81" idx="0"/>
          </p:cNvCxnSpPr>
          <p:nvPr/>
        </p:nvCxnSpPr>
        <p:spPr>
          <a:xfrm flipH="1">
            <a:off x="2505265" y="2135832"/>
            <a:ext cx="253326" cy="3626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C9D6C8EB-9D8A-F8EF-169C-9E212C980A5E}"/>
              </a:ext>
            </a:extLst>
          </p:cNvPr>
          <p:cNvCxnSpPr>
            <a:stCxn id="60" idx="5"/>
            <a:endCxn id="83" idx="0"/>
          </p:cNvCxnSpPr>
          <p:nvPr/>
        </p:nvCxnSpPr>
        <p:spPr>
          <a:xfrm>
            <a:off x="3043104" y="2087017"/>
            <a:ext cx="185662" cy="4114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FCEEE18D-0605-7F85-FDA8-10E06559DFE7}"/>
              </a:ext>
            </a:extLst>
          </p:cNvPr>
          <p:cNvCxnSpPr>
            <a:stCxn id="40" idx="5"/>
            <a:endCxn id="85" idx="0"/>
          </p:cNvCxnSpPr>
          <p:nvPr/>
        </p:nvCxnSpPr>
        <p:spPr>
          <a:xfrm>
            <a:off x="4773389" y="2087017"/>
            <a:ext cx="326792" cy="4114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59C1D8CA-6AEC-2381-0B96-568C0A37BEA7}"/>
              </a:ext>
            </a:extLst>
          </p:cNvPr>
          <p:cNvCxnSpPr>
            <a:stCxn id="62" idx="3"/>
            <a:endCxn id="64" idx="0"/>
          </p:cNvCxnSpPr>
          <p:nvPr/>
        </p:nvCxnSpPr>
        <p:spPr>
          <a:xfrm flipH="1">
            <a:off x="5832789" y="2089250"/>
            <a:ext cx="195287" cy="40920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C076FDBF-6505-97F6-7BEB-CD3EBD158829}"/>
              </a:ext>
            </a:extLst>
          </p:cNvPr>
          <p:cNvCxnSpPr>
            <a:stCxn id="62" idx="5"/>
            <a:endCxn id="90" idx="0"/>
          </p:cNvCxnSpPr>
          <p:nvPr/>
        </p:nvCxnSpPr>
        <p:spPr>
          <a:xfrm>
            <a:off x="6263774" y="2089250"/>
            <a:ext cx="287968" cy="40920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0AE19D3-7DC0-BEC9-074F-2F5ADDD1523C}"/>
              </a:ext>
            </a:extLst>
          </p:cNvPr>
          <p:cNvSpPr txBox="1"/>
          <p:nvPr/>
        </p:nvSpPr>
        <p:spPr>
          <a:xfrm>
            <a:off x="5165884" y="581046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18F6FDA2-E525-465E-A411-91680028A6FD}"/>
              </a:ext>
            </a:extLst>
          </p:cNvPr>
          <p:cNvSpPr txBox="1"/>
          <p:nvPr/>
        </p:nvSpPr>
        <p:spPr>
          <a:xfrm>
            <a:off x="3490908" y="105777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522D7B32-40A1-F842-00A3-C20362C38509}"/>
              </a:ext>
            </a:extLst>
          </p:cNvPr>
          <p:cNvSpPr txBox="1"/>
          <p:nvPr/>
        </p:nvSpPr>
        <p:spPr>
          <a:xfrm>
            <a:off x="7874525" y="166139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7</a:t>
            </a:r>
            <a:endParaRPr lang="zh-CN" altLang="en-US" sz="140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55808E2-F74B-D975-89B5-0BDBA8AC583C}"/>
              </a:ext>
            </a:extLst>
          </p:cNvPr>
          <p:cNvSpPr txBox="1"/>
          <p:nvPr/>
        </p:nvSpPr>
        <p:spPr>
          <a:xfrm>
            <a:off x="5706704" y="166139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6</a:t>
            </a:r>
            <a:endParaRPr lang="zh-CN" altLang="en-US" sz="140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7F98B493-2DE5-10BE-AD9A-EC8135895847}"/>
              </a:ext>
            </a:extLst>
          </p:cNvPr>
          <p:cNvSpPr txBox="1"/>
          <p:nvPr/>
        </p:nvSpPr>
        <p:spPr>
          <a:xfrm>
            <a:off x="4254245" y="1685456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2479C8E1-A573-B9B1-839B-AC16FABEBA46}"/>
              </a:ext>
            </a:extLst>
          </p:cNvPr>
          <p:cNvSpPr txBox="1"/>
          <p:nvPr/>
        </p:nvSpPr>
        <p:spPr>
          <a:xfrm>
            <a:off x="2430822" y="1665502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4</a:t>
            </a:r>
            <a:endParaRPr lang="zh-CN" altLang="en-US" sz="140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83FCD7F1-F948-7CF0-A9DE-4E9C62FF287F}"/>
              </a:ext>
            </a:extLst>
          </p:cNvPr>
          <p:cNvSpPr txBox="1"/>
          <p:nvPr/>
        </p:nvSpPr>
        <p:spPr>
          <a:xfrm>
            <a:off x="7216180" y="107053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4094D95D-972D-5731-7795-C86E213D9336}"/>
              </a:ext>
            </a:extLst>
          </p:cNvPr>
          <p:cNvSpPr txBox="1"/>
          <p:nvPr/>
        </p:nvSpPr>
        <p:spPr>
          <a:xfrm>
            <a:off x="4771331" y="2824972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11</a:t>
            </a:r>
            <a:endParaRPr lang="zh-CN" altLang="en-US" sz="140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E455C30-A97E-5860-B4DD-16C94FDF3C48}"/>
              </a:ext>
            </a:extLst>
          </p:cNvPr>
          <p:cNvSpPr txBox="1"/>
          <p:nvPr/>
        </p:nvSpPr>
        <p:spPr>
          <a:xfrm>
            <a:off x="3777761" y="2837818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10</a:t>
            </a:r>
            <a:endParaRPr lang="zh-CN" altLang="en-US" sz="140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527AF0F8-C013-9D03-4625-607D0A2EBBDB}"/>
              </a:ext>
            </a:extLst>
          </p:cNvPr>
          <p:cNvSpPr txBox="1"/>
          <p:nvPr/>
        </p:nvSpPr>
        <p:spPr>
          <a:xfrm>
            <a:off x="3028931" y="283781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9</a:t>
            </a:r>
            <a:endParaRPr lang="zh-CN" altLang="en-US" sz="140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CBF19327-ABA1-B61C-103F-0EDC76CEFEDE}"/>
              </a:ext>
            </a:extLst>
          </p:cNvPr>
          <p:cNvSpPr txBox="1"/>
          <p:nvPr/>
        </p:nvSpPr>
        <p:spPr>
          <a:xfrm>
            <a:off x="2020034" y="2829512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</a:t>
            </a:r>
            <a:endParaRPr lang="zh-CN" altLang="en-US" sz="140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DE35FD23-9CFD-D30F-26A5-A2B3A16C3D25}"/>
              </a:ext>
            </a:extLst>
          </p:cNvPr>
          <p:cNvSpPr txBox="1"/>
          <p:nvPr/>
        </p:nvSpPr>
        <p:spPr>
          <a:xfrm>
            <a:off x="7060951" y="283781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14</a:t>
            </a:r>
            <a:endParaRPr lang="zh-CN" altLang="en-US" sz="1400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A63B433-0AA8-ECEB-FFA3-B80134055ECF}"/>
              </a:ext>
            </a:extLst>
          </p:cNvPr>
          <p:cNvSpPr txBox="1"/>
          <p:nvPr/>
        </p:nvSpPr>
        <p:spPr>
          <a:xfrm>
            <a:off x="6326761" y="2824970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13</a:t>
            </a:r>
            <a:endParaRPr lang="zh-CN" altLang="en-US" sz="140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3A8D3DC-E427-90F2-215A-C76BC4D9F3D1}"/>
              </a:ext>
            </a:extLst>
          </p:cNvPr>
          <p:cNvSpPr txBox="1"/>
          <p:nvPr/>
        </p:nvSpPr>
        <p:spPr>
          <a:xfrm>
            <a:off x="5592571" y="2824971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12</a:t>
            </a:r>
            <a:endParaRPr lang="zh-CN" altLang="en-US" sz="1400"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DA32FC20-B3F1-ED22-BFEC-3D4BD24DE18F}"/>
              </a:ext>
            </a:extLst>
          </p:cNvPr>
          <p:cNvSpPr txBox="1"/>
          <p:nvPr/>
        </p:nvSpPr>
        <p:spPr>
          <a:xfrm>
            <a:off x="7995375" y="2837817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15</a:t>
            </a:r>
            <a:endParaRPr lang="zh-CN" altLang="en-US" sz="140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F4156E8-C013-B9FD-642C-03D88A8E9462}"/>
              </a:ext>
            </a:extLst>
          </p:cNvPr>
          <p:cNvSpPr txBox="1"/>
          <p:nvPr/>
        </p:nvSpPr>
        <p:spPr>
          <a:xfrm>
            <a:off x="831076" y="3508221"/>
            <a:ext cx="840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nodes[]</a:t>
            </a:r>
            <a:endParaRPr lang="zh-CN" altLang="en-US" sz="1600"/>
          </a:p>
        </p:txBody>
      </p: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2C78CEB1-BD8E-71A6-A961-151B80A5A36B}"/>
              </a:ext>
            </a:extLst>
          </p:cNvPr>
          <p:cNvGrpSpPr/>
          <p:nvPr/>
        </p:nvGrpSpPr>
        <p:grpSpPr>
          <a:xfrm>
            <a:off x="1772018" y="3539804"/>
            <a:ext cx="1973146" cy="307777"/>
            <a:chOff x="1875722" y="3531498"/>
            <a:chExt cx="1973146" cy="307777"/>
          </a:xfrm>
        </p:grpSpPr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96AFBE68-4148-B4E5-5983-77CBB02A5CF9}"/>
                </a:ext>
              </a:extLst>
            </p:cNvPr>
            <p:cNvSpPr/>
            <p:nvPr/>
          </p:nvSpPr>
          <p:spPr>
            <a:xfrm>
              <a:off x="1875722" y="3531498"/>
              <a:ext cx="493610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- -</a:t>
              </a:r>
              <a:endParaRPr lang="zh-CN" altLang="en-US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0A0D33D4-C378-E8CF-C22D-F65B55C23205}"/>
                </a:ext>
              </a:extLst>
            </p:cNvPr>
            <p:cNvSpPr/>
            <p:nvPr/>
          </p:nvSpPr>
          <p:spPr>
            <a:xfrm>
              <a:off x="2368419" y="3531498"/>
              <a:ext cx="493610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A</a:t>
              </a:r>
              <a:endParaRPr lang="zh-CN" altLang="en-US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3DEEB16A-A16D-8099-A686-78945E90F331}"/>
                </a:ext>
              </a:extLst>
            </p:cNvPr>
            <p:cNvSpPr/>
            <p:nvPr/>
          </p:nvSpPr>
          <p:spPr>
            <a:xfrm>
              <a:off x="2862561" y="3531498"/>
              <a:ext cx="493610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B</a:t>
              </a:r>
              <a:endParaRPr lang="zh-CN" altLang="en-US"/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2CBF1727-234A-2756-9C8B-031B4F6FB32F}"/>
                </a:ext>
              </a:extLst>
            </p:cNvPr>
            <p:cNvSpPr/>
            <p:nvPr/>
          </p:nvSpPr>
          <p:spPr>
            <a:xfrm>
              <a:off x="3355258" y="3531498"/>
              <a:ext cx="493610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</a:t>
              </a:r>
              <a:endParaRPr lang="zh-CN" altLang="en-US"/>
            </a:p>
          </p:txBody>
        </p: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401A9813-3407-063D-40FA-F538F02588CA}"/>
              </a:ext>
            </a:extLst>
          </p:cNvPr>
          <p:cNvGrpSpPr/>
          <p:nvPr/>
        </p:nvGrpSpPr>
        <p:grpSpPr>
          <a:xfrm>
            <a:off x="3745164" y="3539803"/>
            <a:ext cx="1973146" cy="307777"/>
            <a:chOff x="1875722" y="3531498"/>
            <a:chExt cx="1973146" cy="307777"/>
          </a:xfrm>
        </p:grpSpPr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4B8B0CD7-3D2B-0480-1E50-8877FF92F30A}"/>
                </a:ext>
              </a:extLst>
            </p:cNvPr>
            <p:cNvSpPr/>
            <p:nvPr/>
          </p:nvSpPr>
          <p:spPr>
            <a:xfrm>
              <a:off x="1875722" y="3531498"/>
              <a:ext cx="493610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- -</a:t>
              </a:r>
              <a:endParaRPr lang="zh-CN" altLang="en-US"/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92B2A43B-03AE-6AC1-07CC-97A8D6E7F36E}"/>
                </a:ext>
              </a:extLst>
            </p:cNvPr>
            <p:cNvSpPr/>
            <p:nvPr/>
          </p:nvSpPr>
          <p:spPr>
            <a:xfrm>
              <a:off x="2368419" y="3531498"/>
              <a:ext cx="493610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D</a:t>
              </a:r>
              <a:endParaRPr lang="zh-CN" altLang="en-US"/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76B58572-F44D-4955-29AF-F8053A2BC8ED}"/>
                </a:ext>
              </a:extLst>
            </p:cNvPr>
            <p:cNvSpPr/>
            <p:nvPr/>
          </p:nvSpPr>
          <p:spPr>
            <a:xfrm>
              <a:off x="2862561" y="3531498"/>
              <a:ext cx="493610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- -</a:t>
              </a:r>
              <a:endParaRPr lang="zh-CN" altLang="en-US"/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99E9C33E-1E7E-149E-315B-005B37C2EF25}"/>
                </a:ext>
              </a:extLst>
            </p:cNvPr>
            <p:cNvSpPr/>
            <p:nvPr/>
          </p:nvSpPr>
          <p:spPr>
            <a:xfrm>
              <a:off x="3355258" y="3531498"/>
              <a:ext cx="493610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E</a:t>
              </a:r>
              <a:endParaRPr lang="zh-CN" altLang="en-US"/>
            </a:p>
          </p:txBody>
        </p: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DF858896-2DC1-49FF-85FF-9F8502D15106}"/>
              </a:ext>
            </a:extLst>
          </p:cNvPr>
          <p:cNvGrpSpPr/>
          <p:nvPr/>
        </p:nvGrpSpPr>
        <p:grpSpPr>
          <a:xfrm>
            <a:off x="5718310" y="3539803"/>
            <a:ext cx="1973146" cy="307777"/>
            <a:chOff x="1875722" y="3531498"/>
            <a:chExt cx="1973146" cy="307777"/>
          </a:xfrm>
        </p:grpSpPr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0B93DF9C-E80F-A2D2-88C8-0512467ABCEA}"/>
                </a:ext>
              </a:extLst>
            </p:cNvPr>
            <p:cNvSpPr/>
            <p:nvPr/>
          </p:nvSpPr>
          <p:spPr>
            <a:xfrm>
              <a:off x="1875722" y="3531498"/>
              <a:ext cx="493610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- -</a:t>
              </a:r>
              <a:endParaRPr lang="zh-CN" altLang="en-US"/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542D1DBB-1D02-D280-BE30-AD1C22C69960}"/>
                </a:ext>
              </a:extLst>
            </p:cNvPr>
            <p:cNvSpPr/>
            <p:nvPr/>
          </p:nvSpPr>
          <p:spPr>
            <a:xfrm>
              <a:off x="2368419" y="3531498"/>
              <a:ext cx="493610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- -</a:t>
              </a:r>
              <a:endParaRPr lang="zh-CN" altLang="en-US"/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9F682076-059E-E4ED-9087-501DA5B83740}"/>
                </a:ext>
              </a:extLst>
            </p:cNvPr>
            <p:cNvSpPr/>
            <p:nvPr/>
          </p:nvSpPr>
          <p:spPr>
            <a:xfrm>
              <a:off x="2862561" y="3531498"/>
              <a:ext cx="493610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F</a:t>
              </a:r>
              <a:endParaRPr lang="zh-CN" altLang="en-US"/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97BC92FB-DD2A-AC51-1887-30968CD55D76}"/>
                </a:ext>
              </a:extLst>
            </p:cNvPr>
            <p:cNvSpPr/>
            <p:nvPr/>
          </p:nvSpPr>
          <p:spPr>
            <a:xfrm>
              <a:off x="3355258" y="3531498"/>
              <a:ext cx="493610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- -</a:t>
              </a:r>
              <a:endParaRPr lang="zh-CN" altLang="en-US"/>
            </a:p>
          </p:txBody>
        </p:sp>
      </p:grpSp>
      <p:sp>
        <p:nvSpPr>
          <p:cNvPr id="153" name="矩形 152">
            <a:extLst>
              <a:ext uri="{FF2B5EF4-FFF2-40B4-BE49-F238E27FC236}">
                <a16:creationId xmlns:a16="http://schemas.microsoft.com/office/drawing/2014/main" id="{2507EB55-463B-F124-5F2B-2F1F3646D443}"/>
              </a:ext>
            </a:extLst>
          </p:cNvPr>
          <p:cNvSpPr/>
          <p:nvPr/>
        </p:nvSpPr>
        <p:spPr>
          <a:xfrm>
            <a:off x="7689587" y="3539803"/>
            <a:ext cx="492698" cy="300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- -</a:t>
            </a:r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286C94EA-480C-CB04-C7F6-457384E092F1}"/>
              </a:ext>
            </a:extLst>
          </p:cNvPr>
          <p:cNvSpPr/>
          <p:nvPr/>
        </p:nvSpPr>
        <p:spPr>
          <a:xfrm>
            <a:off x="8180415" y="3539802"/>
            <a:ext cx="492698" cy="300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- -</a:t>
            </a:r>
            <a:endParaRPr lang="zh-CN" altLang="en-US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7461082D-B854-B345-8089-2E332167DC28}"/>
              </a:ext>
            </a:extLst>
          </p:cNvPr>
          <p:cNvSpPr txBox="1"/>
          <p:nvPr/>
        </p:nvSpPr>
        <p:spPr>
          <a:xfrm>
            <a:off x="1772018" y="3840727"/>
            <a:ext cx="8499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        1	   2       3	    4        5       6       7       8      9      10     11     12     13     14     15     16</a:t>
            </a:r>
            <a:endParaRPr lang="zh-CN" altLang="en-US" sz="1600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BA93C04D-E8E2-3573-B61E-0D5E57AC7AA3}"/>
              </a:ext>
            </a:extLst>
          </p:cNvPr>
          <p:cNvSpPr/>
          <p:nvPr/>
        </p:nvSpPr>
        <p:spPr>
          <a:xfrm>
            <a:off x="8671244" y="3539801"/>
            <a:ext cx="492698" cy="300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G</a:t>
            </a:r>
            <a:endParaRPr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9F711252-2CD4-28ED-04F9-2398186A37D7}"/>
              </a:ext>
            </a:extLst>
          </p:cNvPr>
          <p:cNvSpPr/>
          <p:nvPr/>
        </p:nvSpPr>
        <p:spPr>
          <a:xfrm>
            <a:off x="9166721" y="3539800"/>
            <a:ext cx="492698" cy="300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H</a:t>
            </a:r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61482164-D2B3-8E73-356E-C771011D554C}"/>
              </a:ext>
            </a:extLst>
          </p:cNvPr>
          <p:cNvSpPr/>
          <p:nvPr/>
        </p:nvSpPr>
        <p:spPr>
          <a:xfrm>
            <a:off x="9659418" y="3539799"/>
            <a:ext cx="492698" cy="3009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783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5F659-150F-DCB3-14C3-1E61CF0E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D0F20A58-5BF6-CE71-6796-5BFCA6544334}"/>
              </a:ext>
            </a:extLst>
          </p:cNvPr>
          <p:cNvSpPr/>
          <p:nvPr/>
        </p:nvSpPr>
        <p:spPr>
          <a:xfrm>
            <a:off x="5396313" y="77325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593E2DB-3EC0-8F0F-67BE-B68A1D541404}"/>
              </a:ext>
            </a:extLst>
          </p:cNvPr>
          <p:cNvSpPr/>
          <p:nvPr/>
        </p:nvSpPr>
        <p:spPr>
          <a:xfrm>
            <a:off x="3713927" y="119517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  <a:endParaRPr lang="zh-CN" altLang="en-US" sz="16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7FA067B-86C7-1F9F-BF96-BF151F1F21B5}"/>
              </a:ext>
            </a:extLst>
          </p:cNvPr>
          <p:cNvSpPr/>
          <p:nvPr/>
        </p:nvSpPr>
        <p:spPr>
          <a:xfrm>
            <a:off x="6895537" y="120493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  <a:endParaRPr lang="zh-CN" altLang="en-US" sz="160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C868E1A-68B9-8051-000F-5784317AF838}"/>
              </a:ext>
            </a:extLst>
          </p:cNvPr>
          <p:cNvCxnSpPr>
            <a:cxnSpLocks/>
            <a:stCxn id="2" idx="3"/>
            <a:endCxn id="3" idx="7"/>
          </p:cNvCxnSpPr>
          <p:nvPr/>
        </p:nvCxnSpPr>
        <p:spPr>
          <a:xfrm flipH="1">
            <a:off x="3998440" y="1057771"/>
            <a:ext cx="1446688" cy="1862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CECEF07-2E37-04B0-F179-8D40E550C8B4}"/>
              </a:ext>
            </a:extLst>
          </p:cNvPr>
          <p:cNvCxnSpPr>
            <a:stCxn id="2" idx="5"/>
            <a:endCxn id="4" idx="1"/>
          </p:cNvCxnSpPr>
          <p:nvPr/>
        </p:nvCxnSpPr>
        <p:spPr>
          <a:xfrm>
            <a:off x="5680826" y="1057771"/>
            <a:ext cx="1263526" cy="195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5B21A3AC-928C-3F75-5F7D-96B4D59CBA2B}"/>
              </a:ext>
            </a:extLst>
          </p:cNvPr>
          <p:cNvSpPr/>
          <p:nvPr/>
        </p:nvSpPr>
        <p:spPr>
          <a:xfrm>
            <a:off x="4488876" y="18025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  <a:endParaRPr lang="zh-CN" altLang="en-US" sz="160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5E16377-CD4F-6D61-0FAB-9A593A877D30}"/>
              </a:ext>
            </a:extLst>
          </p:cNvPr>
          <p:cNvSpPr/>
          <p:nvPr/>
        </p:nvSpPr>
        <p:spPr>
          <a:xfrm>
            <a:off x="7547960" y="18025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F</a:t>
            </a:r>
            <a:endParaRPr lang="zh-CN" altLang="en-US" sz="160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D11D6D1-7A5A-22EF-986D-BBD06FBAEA37}"/>
              </a:ext>
            </a:extLst>
          </p:cNvPr>
          <p:cNvSpPr/>
          <p:nvPr/>
        </p:nvSpPr>
        <p:spPr>
          <a:xfrm>
            <a:off x="3993662" y="249845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H</a:t>
            </a:r>
            <a:endParaRPr lang="zh-CN" altLang="en-US" sz="160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6E3CA8A-30C0-C866-89AA-FBB0BF6B1475}"/>
              </a:ext>
            </a:extLst>
          </p:cNvPr>
          <p:cNvSpPr/>
          <p:nvPr/>
        </p:nvSpPr>
        <p:spPr>
          <a:xfrm>
            <a:off x="7101261" y="249845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I</a:t>
            </a:r>
            <a:endParaRPr lang="zh-CN" altLang="en-US" sz="16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C1D231A-1734-1AA5-80FC-8BA4F151B904}"/>
              </a:ext>
            </a:extLst>
          </p:cNvPr>
          <p:cNvSpPr/>
          <p:nvPr/>
        </p:nvSpPr>
        <p:spPr>
          <a:xfrm>
            <a:off x="8029157" y="249845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J</a:t>
            </a:r>
            <a:endParaRPr lang="zh-CN" altLang="en-US" sz="16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8F5A898-89A6-D466-3587-CB1AC186FE03}"/>
              </a:ext>
            </a:extLst>
          </p:cNvPr>
          <p:cNvCxnSpPr>
            <a:stCxn id="3" idx="5"/>
            <a:endCxn id="7" idx="0"/>
          </p:cNvCxnSpPr>
          <p:nvPr/>
        </p:nvCxnSpPr>
        <p:spPr>
          <a:xfrm>
            <a:off x="3998440" y="1479686"/>
            <a:ext cx="657100" cy="3228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966CE95-D656-0ADC-9865-B221C943EC2E}"/>
              </a:ext>
            </a:extLst>
          </p:cNvPr>
          <p:cNvCxnSpPr>
            <a:stCxn id="4" idx="5"/>
            <a:endCxn id="8" idx="1"/>
          </p:cNvCxnSpPr>
          <p:nvPr/>
        </p:nvCxnSpPr>
        <p:spPr>
          <a:xfrm>
            <a:off x="7180050" y="1489447"/>
            <a:ext cx="416725" cy="361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FA0F278-2612-C6A3-D023-8053168C632E}"/>
              </a:ext>
            </a:extLst>
          </p:cNvPr>
          <p:cNvCxnSpPr>
            <a:stCxn id="7" idx="3"/>
            <a:endCxn id="9" idx="0"/>
          </p:cNvCxnSpPr>
          <p:nvPr/>
        </p:nvCxnSpPr>
        <p:spPr>
          <a:xfrm flipH="1">
            <a:off x="4160326" y="2087017"/>
            <a:ext cx="377365" cy="41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54F2207-6E58-6683-F1EF-E3670E390FFE}"/>
              </a:ext>
            </a:extLst>
          </p:cNvPr>
          <p:cNvCxnSpPr>
            <a:stCxn id="8" idx="3"/>
            <a:endCxn id="10" idx="0"/>
          </p:cNvCxnSpPr>
          <p:nvPr/>
        </p:nvCxnSpPr>
        <p:spPr>
          <a:xfrm flipH="1">
            <a:off x="7267925" y="2087017"/>
            <a:ext cx="328850" cy="41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097CDAA-998A-5DF4-EDF2-FC514E996CA6}"/>
              </a:ext>
            </a:extLst>
          </p:cNvPr>
          <p:cNvCxnSpPr>
            <a:stCxn id="8" idx="5"/>
            <a:endCxn id="11" idx="0"/>
          </p:cNvCxnSpPr>
          <p:nvPr/>
        </p:nvCxnSpPr>
        <p:spPr>
          <a:xfrm>
            <a:off x="7832473" y="2087017"/>
            <a:ext cx="363348" cy="41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7F958365-5739-9D50-F8D6-4844FED35E59}"/>
              </a:ext>
            </a:extLst>
          </p:cNvPr>
          <p:cNvSpPr/>
          <p:nvPr/>
        </p:nvSpPr>
        <p:spPr>
          <a:xfrm>
            <a:off x="2758591" y="1802504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  <a:endParaRPr lang="zh-CN" altLang="en-US" sz="1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F831AC9-CDB5-7D49-5ADC-443AA595EFC5}"/>
              </a:ext>
            </a:extLst>
          </p:cNvPr>
          <p:cNvSpPr/>
          <p:nvPr/>
        </p:nvSpPr>
        <p:spPr>
          <a:xfrm>
            <a:off x="3090670" y="2498457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G</a:t>
            </a:r>
            <a:endParaRPr lang="zh-CN" altLang="en-US" sz="160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66D8DB3-1F1C-68B0-657E-30B19693CBA2}"/>
              </a:ext>
            </a:extLst>
          </p:cNvPr>
          <p:cNvCxnSpPr>
            <a:stCxn id="3" idx="3"/>
            <a:endCxn id="17" idx="7"/>
          </p:cNvCxnSpPr>
          <p:nvPr/>
        </p:nvCxnSpPr>
        <p:spPr>
          <a:xfrm flipH="1">
            <a:off x="3043104" y="1479686"/>
            <a:ext cx="719638" cy="37163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DF9098D-3373-EEED-0119-45606001A078}"/>
              </a:ext>
            </a:extLst>
          </p:cNvPr>
          <p:cNvCxnSpPr>
            <a:stCxn id="17" idx="5"/>
            <a:endCxn id="21" idx="0"/>
          </p:cNvCxnSpPr>
          <p:nvPr/>
        </p:nvCxnSpPr>
        <p:spPr>
          <a:xfrm>
            <a:off x="3043104" y="2087017"/>
            <a:ext cx="214230" cy="4114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59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8C3BD-771D-1E2C-81BD-20F18EF9C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云形 1">
            <a:extLst>
              <a:ext uri="{FF2B5EF4-FFF2-40B4-BE49-F238E27FC236}">
                <a16:creationId xmlns:a16="http://schemas.microsoft.com/office/drawing/2014/main" id="{533EC2DF-7232-C19B-53BC-EEC5CDCAC576}"/>
              </a:ext>
            </a:extLst>
          </p:cNvPr>
          <p:cNvSpPr/>
          <p:nvPr/>
        </p:nvSpPr>
        <p:spPr>
          <a:xfrm>
            <a:off x="3049501" y="2396359"/>
            <a:ext cx="1756728" cy="1617092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若干节点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C43EF3-446E-C014-A00C-91C9C46A342C}"/>
              </a:ext>
            </a:extLst>
          </p:cNvPr>
          <p:cNvSpPr txBox="1"/>
          <p:nvPr/>
        </p:nvSpPr>
        <p:spPr>
          <a:xfrm>
            <a:off x="5540453" y="97746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8F26C9D9-9B3D-69EF-FFF7-271C294DAFB9}"/>
              </a:ext>
            </a:extLst>
          </p:cNvPr>
          <p:cNvSpPr/>
          <p:nvPr/>
        </p:nvSpPr>
        <p:spPr>
          <a:xfrm>
            <a:off x="6413562" y="2396359"/>
            <a:ext cx="1756728" cy="1617092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若干节点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F75369C-A671-4B74-CDE5-850D059B7B55}"/>
              </a:ext>
            </a:extLst>
          </p:cNvPr>
          <p:cNvCxnSpPr>
            <a:cxnSpLocks/>
          </p:cNvCxnSpPr>
          <p:nvPr/>
        </p:nvCxnSpPr>
        <p:spPr>
          <a:xfrm flipH="1">
            <a:off x="4198132" y="1162127"/>
            <a:ext cx="1483801" cy="12342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8EFEF62-F061-C9C2-206A-4038F70F81BD}"/>
              </a:ext>
            </a:extLst>
          </p:cNvPr>
          <p:cNvCxnSpPr/>
          <p:nvPr/>
        </p:nvCxnSpPr>
        <p:spPr>
          <a:xfrm>
            <a:off x="5679273" y="1162127"/>
            <a:ext cx="1307103" cy="13738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CB9DD9E4-036F-1451-66B1-974CCFECC329}"/>
              </a:ext>
            </a:extLst>
          </p:cNvPr>
          <p:cNvSpPr txBox="1"/>
          <p:nvPr/>
        </p:nvSpPr>
        <p:spPr>
          <a:xfrm>
            <a:off x="3489283" y="409903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左子树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CAFC56-1A8E-9242-26E6-27708D52D65F}"/>
              </a:ext>
            </a:extLst>
          </p:cNvPr>
          <p:cNvSpPr txBox="1"/>
          <p:nvPr/>
        </p:nvSpPr>
        <p:spPr>
          <a:xfrm>
            <a:off x="6853344" y="409903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右子树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6A1C89-05EC-48E1-26B6-242F40C3A37D}"/>
              </a:ext>
            </a:extLst>
          </p:cNvPr>
          <p:cNvSpPr txBox="1"/>
          <p:nvPr/>
        </p:nvSpPr>
        <p:spPr>
          <a:xfrm>
            <a:off x="3689131" y="700462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根节点，或以某节点为根的一棵子树</a:t>
            </a:r>
          </a:p>
        </p:txBody>
      </p:sp>
    </p:spTree>
    <p:extLst>
      <p:ext uri="{BB962C8B-B14F-4D97-AF65-F5344CB8AC3E}">
        <p14:creationId xmlns:p14="http://schemas.microsoft.com/office/powerpoint/2010/main" val="2530044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FA4E-6239-7201-E3CD-4A6B0AE8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116DBDF9-152E-333A-FEF9-C4F342E9C614}"/>
              </a:ext>
            </a:extLst>
          </p:cNvPr>
          <p:cNvSpPr/>
          <p:nvPr/>
        </p:nvSpPr>
        <p:spPr>
          <a:xfrm>
            <a:off x="1510862" y="86785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F856CBB-CAEF-41BD-91B5-E9F851874AE4}"/>
              </a:ext>
            </a:extLst>
          </p:cNvPr>
          <p:cNvSpPr/>
          <p:nvPr/>
        </p:nvSpPr>
        <p:spPr>
          <a:xfrm>
            <a:off x="893754" y="148420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D80DDA6-323C-9283-4923-E21BBE7B95B9}"/>
              </a:ext>
            </a:extLst>
          </p:cNvPr>
          <p:cNvSpPr/>
          <p:nvPr/>
        </p:nvSpPr>
        <p:spPr>
          <a:xfrm>
            <a:off x="1510862" y="148420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B9F5B8E-05C4-5411-3D38-11DAE27B1DC4}"/>
              </a:ext>
            </a:extLst>
          </p:cNvPr>
          <p:cNvSpPr/>
          <p:nvPr/>
        </p:nvSpPr>
        <p:spPr>
          <a:xfrm>
            <a:off x="2127970" y="148420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6DC7318-26EB-313A-11AF-B2A3851AE71C}"/>
              </a:ext>
            </a:extLst>
          </p:cNvPr>
          <p:cNvSpPr/>
          <p:nvPr/>
        </p:nvSpPr>
        <p:spPr>
          <a:xfrm>
            <a:off x="893754" y="37686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4DA9DAE-B57A-58BB-EAFA-1158C07C4CC5}"/>
              </a:ext>
            </a:extLst>
          </p:cNvPr>
          <p:cNvSpPr/>
          <p:nvPr/>
        </p:nvSpPr>
        <p:spPr>
          <a:xfrm>
            <a:off x="2127970" y="37686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7174DAA-6A8A-8F39-53CA-E3C4D8B53F40}"/>
              </a:ext>
            </a:extLst>
          </p:cNvPr>
          <p:cNvCxnSpPr>
            <a:stCxn id="3" idx="3"/>
            <a:endCxn id="5" idx="7"/>
          </p:cNvCxnSpPr>
          <p:nvPr/>
        </p:nvCxnSpPr>
        <p:spPr>
          <a:xfrm flipH="1">
            <a:off x="1178267" y="1152363"/>
            <a:ext cx="381410" cy="3806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567FD7F-C1E1-8C26-F17B-760E33CA4B38}"/>
              </a:ext>
            </a:extLst>
          </p:cNvPr>
          <p:cNvCxnSpPr>
            <a:stCxn id="3" idx="4"/>
            <a:endCxn id="7" idx="0"/>
          </p:cNvCxnSpPr>
          <p:nvPr/>
        </p:nvCxnSpPr>
        <p:spPr>
          <a:xfrm>
            <a:off x="1677526" y="1201178"/>
            <a:ext cx="0" cy="2830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642E5FB-89B9-976B-01F1-5994FB45A878}"/>
              </a:ext>
            </a:extLst>
          </p:cNvPr>
          <p:cNvCxnSpPr>
            <a:stCxn id="3" idx="5"/>
            <a:endCxn id="9" idx="1"/>
          </p:cNvCxnSpPr>
          <p:nvPr/>
        </p:nvCxnSpPr>
        <p:spPr>
          <a:xfrm>
            <a:off x="1795375" y="1152363"/>
            <a:ext cx="381410" cy="3806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24566E4-6230-0D0E-310E-F4B39036CD11}"/>
              </a:ext>
            </a:extLst>
          </p:cNvPr>
          <p:cNvCxnSpPr>
            <a:stCxn id="11" idx="5"/>
            <a:endCxn id="3" idx="1"/>
          </p:cNvCxnSpPr>
          <p:nvPr/>
        </p:nvCxnSpPr>
        <p:spPr>
          <a:xfrm>
            <a:off x="1178267" y="661380"/>
            <a:ext cx="381410" cy="2552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90B1701-640B-F306-FDF9-D65BEF4A833C}"/>
              </a:ext>
            </a:extLst>
          </p:cNvPr>
          <p:cNvCxnSpPr>
            <a:stCxn id="3" idx="7"/>
            <a:endCxn id="13" idx="3"/>
          </p:cNvCxnSpPr>
          <p:nvPr/>
        </p:nvCxnSpPr>
        <p:spPr>
          <a:xfrm flipV="1">
            <a:off x="1795375" y="661380"/>
            <a:ext cx="381410" cy="2552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127538FD-9730-1321-D949-303109970967}"/>
              </a:ext>
            </a:extLst>
          </p:cNvPr>
          <p:cNvSpPr/>
          <p:nvPr/>
        </p:nvSpPr>
        <p:spPr>
          <a:xfrm>
            <a:off x="3301000" y="113210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4E0A74D9-F5F3-E205-79F5-3E79B46BBF99}"/>
              </a:ext>
            </a:extLst>
          </p:cNvPr>
          <p:cNvSpPr/>
          <p:nvPr/>
        </p:nvSpPr>
        <p:spPr>
          <a:xfrm>
            <a:off x="4026214" y="113210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A509830-91EB-2B70-0ACA-0672F9D29285}"/>
              </a:ext>
            </a:extLst>
          </p:cNvPr>
          <p:cNvSpPr/>
          <p:nvPr/>
        </p:nvSpPr>
        <p:spPr>
          <a:xfrm>
            <a:off x="4796456" y="113210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C461465-9DFE-7EA1-FC3D-26C514F0A6C4}"/>
              </a:ext>
            </a:extLst>
          </p:cNvPr>
          <p:cNvCxnSpPr>
            <a:stCxn id="28" idx="6"/>
            <a:endCxn id="30" idx="2"/>
          </p:cNvCxnSpPr>
          <p:nvPr/>
        </p:nvCxnSpPr>
        <p:spPr>
          <a:xfrm>
            <a:off x="3634328" y="1298770"/>
            <a:ext cx="3918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03F525B-8F77-FFAB-4AF1-7FC194747CD4}"/>
              </a:ext>
            </a:extLst>
          </p:cNvPr>
          <p:cNvCxnSpPr>
            <a:stCxn id="30" idx="6"/>
            <a:endCxn id="32" idx="2"/>
          </p:cNvCxnSpPr>
          <p:nvPr/>
        </p:nvCxnSpPr>
        <p:spPr>
          <a:xfrm>
            <a:off x="4359542" y="1298770"/>
            <a:ext cx="4369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15B24C01-0D97-E99E-DE74-35EB1C467F6C}"/>
              </a:ext>
            </a:extLst>
          </p:cNvPr>
          <p:cNvSpPr/>
          <p:nvPr/>
        </p:nvSpPr>
        <p:spPr>
          <a:xfrm>
            <a:off x="9730702" y="7011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90AEF2C7-0153-3BA8-D17E-8A2641F228E9}"/>
              </a:ext>
            </a:extLst>
          </p:cNvPr>
          <p:cNvSpPr/>
          <p:nvPr/>
        </p:nvSpPr>
        <p:spPr>
          <a:xfrm>
            <a:off x="9730702" y="132429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8E6908D1-ACD3-F641-EBBC-737E141351E9}"/>
              </a:ext>
            </a:extLst>
          </p:cNvPr>
          <p:cNvSpPr/>
          <p:nvPr/>
        </p:nvSpPr>
        <p:spPr>
          <a:xfrm>
            <a:off x="10500944" y="132128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65D91A3F-A2C4-956C-7857-5E6E54486DF9}"/>
              </a:ext>
            </a:extLst>
          </p:cNvPr>
          <p:cNvSpPr/>
          <p:nvPr/>
        </p:nvSpPr>
        <p:spPr>
          <a:xfrm>
            <a:off x="8946931" y="132128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14BECEFC-552D-C5AD-12C2-5BA54D3217E3}"/>
              </a:ext>
            </a:extLst>
          </p:cNvPr>
          <p:cNvCxnSpPr>
            <a:stCxn id="54" idx="6"/>
            <a:endCxn id="50" idx="2"/>
          </p:cNvCxnSpPr>
          <p:nvPr/>
        </p:nvCxnSpPr>
        <p:spPr>
          <a:xfrm>
            <a:off x="9280259" y="1487944"/>
            <a:ext cx="450443" cy="30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ABB4436D-9B72-402A-3491-25E059F468AD}"/>
              </a:ext>
            </a:extLst>
          </p:cNvPr>
          <p:cNvCxnSpPr>
            <a:stCxn id="37" idx="2"/>
            <a:endCxn id="54" idx="0"/>
          </p:cNvCxnSpPr>
          <p:nvPr/>
        </p:nvCxnSpPr>
        <p:spPr>
          <a:xfrm flipH="1">
            <a:off x="9113595" y="867850"/>
            <a:ext cx="617107" cy="4534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44DFA40-24FE-A9AE-7584-0EBBB46C4009}"/>
              </a:ext>
            </a:extLst>
          </p:cNvPr>
          <p:cNvCxnSpPr>
            <a:cxnSpLocks/>
            <a:stCxn id="37" idx="6"/>
            <a:endCxn id="52" idx="1"/>
          </p:cNvCxnSpPr>
          <p:nvPr/>
        </p:nvCxnSpPr>
        <p:spPr>
          <a:xfrm>
            <a:off x="10064030" y="867850"/>
            <a:ext cx="485729" cy="5022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椭圆 61">
            <a:extLst>
              <a:ext uri="{FF2B5EF4-FFF2-40B4-BE49-F238E27FC236}">
                <a16:creationId xmlns:a16="http://schemas.microsoft.com/office/drawing/2014/main" id="{B0783932-08FA-19C8-09C6-3821F50114BA}"/>
              </a:ext>
            </a:extLst>
          </p:cNvPr>
          <p:cNvSpPr/>
          <p:nvPr/>
        </p:nvSpPr>
        <p:spPr>
          <a:xfrm>
            <a:off x="6816359" y="7011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04D2811C-3833-1444-8554-E385F42C70A6}"/>
              </a:ext>
            </a:extLst>
          </p:cNvPr>
          <p:cNvSpPr/>
          <p:nvPr/>
        </p:nvSpPr>
        <p:spPr>
          <a:xfrm>
            <a:off x="6816359" y="132429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7F1267CB-31FB-362C-60E1-97ACD101106B}"/>
              </a:ext>
            </a:extLst>
          </p:cNvPr>
          <p:cNvSpPr/>
          <p:nvPr/>
        </p:nvSpPr>
        <p:spPr>
          <a:xfrm>
            <a:off x="7586601" y="132128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98DB0553-619C-517C-C040-F7BF68C5A009}"/>
              </a:ext>
            </a:extLst>
          </p:cNvPr>
          <p:cNvSpPr/>
          <p:nvPr/>
        </p:nvSpPr>
        <p:spPr>
          <a:xfrm>
            <a:off x="6032588" y="132128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99CCC24-8A7D-3B61-2AEB-D04375E3132B}"/>
              </a:ext>
            </a:extLst>
          </p:cNvPr>
          <p:cNvCxnSpPr>
            <a:cxnSpLocks/>
            <a:stCxn id="65" idx="6"/>
            <a:endCxn id="63" idx="2"/>
          </p:cNvCxnSpPr>
          <p:nvPr/>
        </p:nvCxnSpPr>
        <p:spPr>
          <a:xfrm>
            <a:off x="6365916" y="1487944"/>
            <a:ext cx="450443" cy="30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520C30EE-2BDA-1B73-9E92-8604DA11585B}"/>
              </a:ext>
            </a:extLst>
          </p:cNvPr>
          <p:cNvCxnSpPr>
            <a:stCxn id="62" idx="2"/>
            <a:endCxn id="65" idx="0"/>
          </p:cNvCxnSpPr>
          <p:nvPr/>
        </p:nvCxnSpPr>
        <p:spPr>
          <a:xfrm flipH="1">
            <a:off x="6199252" y="867850"/>
            <a:ext cx="617107" cy="4534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127E49EF-4081-3966-F07A-BEFAACBF9111}"/>
              </a:ext>
            </a:extLst>
          </p:cNvPr>
          <p:cNvCxnSpPr>
            <a:cxnSpLocks/>
            <a:stCxn id="62" idx="4"/>
            <a:endCxn id="63" idx="0"/>
          </p:cNvCxnSpPr>
          <p:nvPr/>
        </p:nvCxnSpPr>
        <p:spPr>
          <a:xfrm>
            <a:off x="6983023" y="1034514"/>
            <a:ext cx="0" cy="2897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25F8FF3C-0CD2-72E5-D6A6-B3115BFDE209}"/>
              </a:ext>
            </a:extLst>
          </p:cNvPr>
          <p:cNvCxnSpPr>
            <a:stCxn id="63" idx="6"/>
            <a:endCxn id="64" idx="2"/>
          </p:cNvCxnSpPr>
          <p:nvPr/>
        </p:nvCxnSpPr>
        <p:spPr>
          <a:xfrm flipV="1">
            <a:off x="7149687" y="1487944"/>
            <a:ext cx="436914" cy="30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3D93FA39-9795-C06B-8E31-2B4F862778C5}"/>
              </a:ext>
            </a:extLst>
          </p:cNvPr>
          <p:cNvSpPr txBox="1"/>
          <p:nvPr/>
        </p:nvSpPr>
        <p:spPr>
          <a:xfrm>
            <a:off x="1479554" y="2026995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6A1A6CB-71CF-F671-16EE-3382759AFFF3}"/>
              </a:ext>
            </a:extLst>
          </p:cNvPr>
          <p:cNvSpPr txBox="1"/>
          <p:nvPr/>
        </p:nvSpPr>
        <p:spPr>
          <a:xfrm>
            <a:off x="4046636" y="20269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61B41DA-55EA-FCB1-07FA-2CDF205E24D4}"/>
              </a:ext>
            </a:extLst>
          </p:cNvPr>
          <p:cNvSpPr txBox="1"/>
          <p:nvPr/>
        </p:nvSpPr>
        <p:spPr>
          <a:xfrm>
            <a:off x="6816359" y="2026995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CBCEB7C-E4F6-EF4A-294B-E6CEC6816E70}"/>
              </a:ext>
            </a:extLst>
          </p:cNvPr>
          <p:cNvSpPr txBox="1"/>
          <p:nvPr/>
        </p:nvSpPr>
        <p:spPr>
          <a:xfrm>
            <a:off x="9774620" y="202699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874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0B62F-69DC-678F-017B-FB1B4379B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>
            <a:extLst>
              <a:ext uri="{FF2B5EF4-FFF2-40B4-BE49-F238E27FC236}">
                <a16:creationId xmlns:a16="http://schemas.microsoft.com/office/drawing/2014/main" id="{DD467519-D71A-F6BB-6455-7DB452AE7B4F}"/>
              </a:ext>
            </a:extLst>
          </p:cNvPr>
          <p:cNvSpPr/>
          <p:nvPr/>
        </p:nvSpPr>
        <p:spPr>
          <a:xfrm>
            <a:off x="4621549" y="6126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CBC2336-8066-8AAD-8EF3-8D2C4A4F981D}"/>
              </a:ext>
            </a:extLst>
          </p:cNvPr>
          <p:cNvSpPr/>
          <p:nvPr/>
        </p:nvSpPr>
        <p:spPr>
          <a:xfrm>
            <a:off x="3278477" y="129202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  <a:endParaRPr lang="zh-CN" altLang="en-US" sz="160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1DA550F-39F0-6981-8E1A-C6AFEF55AB2C}"/>
              </a:ext>
            </a:extLst>
          </p:cNvPr>
          <p:cNvSpPr/>
          <p:nvPr/>
        </p:nvSpPr>
        <p:spPr>
          <a:xfrm>
            <a:off x="4621549" y="129577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  <a:endParaRPr lang="zh-CN" altLang="en-US" sz="160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0862C33-D887-84CE-F1FD-DEC0A0C38E6E}"/>
              </a:ext>
            </a:extLst>
          </p:cNvPr>
          <p:cNvSpPr/>
          <p:nvPr/>
        </p:nvSpPr>
        <p:spPr>
          <a:xfrm>
            <a:off x="5964621" y="129202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  <a:endParaRPr lang="zh-CN" altLang="en-US" sz="160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33810B5C-29A7-7B41-C5B2-9F36099C0ACB}"/>
              </a:ext>
            </a:extLst>
          </p:cNvPr>
          <p:cNvSpPr/>
          <p:nvPr/>
        </p:nvSpPr>
        <p:spPr>
          <a:xfrm>
            <a:off x="2746954" y="1967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  <a:endParaRPr lang="zh-CN" altLang="en-US" sz="160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EC34DAB4-6B69-8FB0-6619-76E131D49D23}"/>
              </a:ext>
            </a:extLst>
          </p:cNvPr>
          <p:cNvSpPr/>
          <p:nvPr/>
        </p:nvSpPr>
        <p:spPr>
          <a:xfrm>
            <a:off x="3665499" y="1967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F</a:t>
            </a:r>
            <a:endParaRPr lang="zh-CN" altLang="en-US" sz="160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40B61910-ED89-30DB-C466-A5ED988E6C3D}"/>
              </a:ext>
            </a:extLst>
          </p:cNvPr>
          <p:cNvSpPr/>
          <p:nvPr/>
        </p:nvSpPr>
        <p:spPr>
          <a:xfrm>
            <a:off x="4252895" y="1967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G</a:t>
            </a:r>
            <a:endParaRPr lang="zh-CN" altLang="en-US" sz="160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847251D6-475E-E0FD-2005-2BD0CB1FB12A}"/>
              </a:ext>
            </a:extLst>
          </p:cNvPr>
          <p:cNvSpPr/>
          <p:nvPr/>
        </p:nvSpPr>
        <p:spPr>
          <a:xfrm>
            <a:off x="4971833" y="1967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H</a:t>
            </a:r>
            <a:endParaRPr lang="zh-CN" altLang="en-US" sz="160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BB69673-1C24-E6C7-6DD2-1E110D54FA4F}"/>
              </a:ext>
            </a:extLst>
          </p:cNvPr>
          <p:cNvSpPr/>
          <p:nvPr/>
        </p:nvSpPr>
        <p:spPr>
          <a:xfrm>
            <a:off x="5631293" y="1967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I</a:t>
            </a:r>
            <a:endParaRPr lang="zh-CN" altLang="en-US" sz="160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B36D0DB7-B584-199B-FB09-1825334DC90A}"/>
              </a:ext>
            </a:extLst>
          </p:cNvPr>
          <p:cNvSpPr/>
          <p:nvPr/>
        </p:nvSpPr>
        <p:spPr>
          <a:xfrm>
            <a:off x="6307709" y="1967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J</a:t>
            </a:r>
            <a:endParaRPr lang="zh-CN" altLang="en-US" sz="160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DDD2459E-3BCA-0F72-1B59-832868579092}"/>
              </a:ext>
            </a:extLst>
          </p:cNvPr>
          <p:cNvSpPr/>
          <p:nvPr/>
        </p:nvSpPr>
        <p:spPr>
          <a:xfrm>
            <a:off x="6584748" y="258028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L</a:t>
            </a:r>
            <a:endParaRPr lang="zh-CN" altLang="en-US" sz="160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49286EDF-BE01-8CDD-3B54-7650B081A5E6}"/>
              </a:ext>
            </a:extLst>
          </p:cNvPr>
          <p:cNvSpPr/>
          <p:nvPr/>
        </p:nvSpPr>
        <p:spPr>
          <a:xfrm>
            <a:off x="6026181" y="258028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K</a:t>
            </a:r>
            <a:endParaRPr lang="zh-CN" altLang="en-US" sz="160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89B01301-3B46-0887-0BB3-BC05C2402E8D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>
            <a:off x="4788213" y="945930"/>
            <a:ext cx="0" cy="349844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6EEE350-5485-793F-2C16-AE40205BA207}"/>
              </a:ext>
            </a:extLst>
          </p:cNvPr>
          <p:cNvCxnSpPr>
            <a:stCxn id="18" idx="3"/>
            <a:endCxn id="20" idx="7"/>
          </p:cNvCxnSpPr>
          <p:nvPr/>
        </p:nvCxnSpPr>
        <p:spPr>
          <a:xfrm flipH="1">
            <a:off x="3562990" y="897115"/>
            <a:ext cx="1107374" cy="44372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683B2FC-4C04-F29C-82DC-36E7250BD94E}"/>
              </a:ext>
            </a:extLst>
          </p:cNvPr>
          <p:cNvCxnSpPr>
            <a:stCxn id="18" idx="5"/>
            <a:endCxn id="24" idx="1"/>
          </p:cNvCxnSpPr>
          <p:nvPr/>
        </p:nvCxnSpPr>
        <p:spPr>
          <a:xfrm>
            <a:off x="4906062" y="897115"/>
            <a:ext cx="1107374" cy="44372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F55CB27-6E5C-F160-2920-39E79725E7AB}"/>
              </a:ext>
            </a:extLst>
          </p:cNvPr>
          <p:cNvCxnSpPr>
            <a:stCxn id="20" idx="3"/>
            <a:endCxn id="26" idx="7"/>
          </p:cNvCxnSpPr>
          <p:nvPr/>
        </p:nvCxnSpPr>
        <p:spPr>
          <a:xfrm flipH="1">
            <a:off x="3031467" y="1576534"/>
            <a:ext cx="295825" cy="43996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15B1BA5D-F93C-103D-A813-CDEDCBB4F1F3}"/>
              </a:ext>
            </a:extLst>
          </p:cNvPr>
          <p:cNvCxnSpPr>
            <a:cxnSpLocks/>
            <a:stCxn id="20" idx="5"/>
            <a:endCxn id="28" idx="0"/>
          </p:cNvCxnSpPr>
          <p:nvPr/>
        </p:nvCxnSpPr>
        <p:spPr>
          <a:xfrm>
            <a:off x="3562990" y="1576534"/>
            <a:ext cx="269173" cy="3911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96583FCA-9C43-E6E0-86C0-3B88D20A45EA}"/>
              </a:ext>
            </a:extLst>
          </p:cNvPr>
          <p:cNvCxnSpPr>
            <a:cxnSpLocks/>
            <a:stCxn id="22" idx="5"/>
          </p:cNvCxnSpPr>
          <p:nvPr/>
        </p:nvCxnSpPr>
        <p:spPr>
          <a:xfrm>
            <a:off x="4906062" y="1580287"/>
            <a:ext cx="187881" cy="38739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B8FA173A-6E63-DEC5-336F-63B96C1737DC}"/>
              </a:ext>
            </a:extLst>
          </p:cNvPr>
          <p:cNvCxnSpPr>
            <a:stCxn id="24" idx="3"/>
            <a:endCxn id="34" idx="0"/>
          </p:cNvCxnSpPr>
          <p:nvPr/>
        </p:nvCxnSpPr>
        <p:spPr>
          <a:xfrm flipH="1">
            <a:off x="5797957" y="1576534"/>
            <a:ext cx="215479" cy="3911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F990595-DC38-29F6-C091-1E19641BE88B}"/>
              </a:ext>
            </a:extLst>
          </p:cNvPr>
          <p:cNvCxnSpPr>
            <a:stCxn id="24" idx="5"/>
            <a:endCxn id="36" idx="0"/>
          </p:cNvCxnSpPr>
          <p:nvPr/>
        </p:nvCxnSpPr>
        <p:spPr>
          <a:xfrm>
            <a:off x="6249134" y="1576534"/>
            <a:ext cx="225239" cy="3911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CABF0C80-6B80-2D81-5C5D-FA301DDFE0D3}"/>
              </a:ext>
            </a:extLst>
          </p:cNvPr>
          <p:cNvCxnSpPr>
            <a:stCxn id="36" idx="3"/>
            <a:endCxn id="42" idx="0"/>
          </p:cNvCxnSpPr>
          <p:nvPr/>
        </p:nvCxnSpPr>
        <p:spPr>
          <a:xfrm flipH="1">
            <a:off x="6192845" y="2252199"/>
            <a:ext cx="163679" cy="32809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1B7AF621-5CC2-BF1B-CE3C-52615769C519}"/>
              </a:ext>
            </a:extLst>
          </p:cNvPr>
          <p:cNvCxnSpPr>
            <a:stCxn id="36" idx="5"/>
            <a:endCxn id="40" idx="0"/>
          </p:cNvCxnSpPr>
          <p:nvPr/>
        </p:nvCxnSpPr>
        <p:spPr>
          <a:xfrm>
            <a:off x="6592222" y="2252199"/>
            <a:ext cx="159190" cy="32809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600340-B3E6-1B6E-8F96-2496664CAAFE}"/>
              </a:ext>
            </a:extLst>
          </p:cNvPr>
          <p:cNvCxnSpPr>
            <a:stCxn id="22" idx="3"/>
            <a:endCxn id="30" idx="0"/>
          </p:cNvCxnSpPr>
          <p:nvPr/>
        </p:nvCxnSpPr>
        <p:spPr>
          <a:xfrm flipH="1">
            <a:off x="4419559" y="1580287"/>
            <a:ext cx="250805" cy="3873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416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2D287-8FF2-0FB1-D664-2B289F1A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F6CC2D32-57A5-8900-CBDE-CB3BDA2E1CE2}"/>
              </a:ext>
            </a:extLst>
          </p:cNvPr>
          <p:cNvSpPr/>
          <p:nvPr/>
        </p:nvSpPr>
        <p:spPr>
          <a:xfrm>
            <a:off x="1602077" y="87835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12BA476-E598-B53C-E5FE-E5C341C97471}"/>
              </a:ext>
            </a:extLst>
          </p:cNvPr>
          <p:cNvSpPr/>
          <p:nvPr/>
        </p:nvSpPr>
        <p:spPr>
          <a:xfrm>
            <a:off x="1088572" y="145416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6211293-9C50-1D0F-9E03-C1BE20E4BF97}"/>
              </a:ext>
            </a:extLst>
          </p:cNvPr>
          <p:cNvSpPr/>
          <p:nvPr/>
        </p:nvSpPr>
        <p:spPr>
          <a:xfrm>
            <a:off x="2102820" y="145416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5EBA952-1775-5E5B-30C4-2F9E3FA7DF8F}"/>
              </a:ext>
            </a:extLst>
          </p:cNvPr>
          <p:cNvCxnSpPr>
            <a:stCxn id="3" idx="3"/>
            <a:endCxn id="5" idx="7"/>
          </p:cNvCxnSpPr>
          <p:nvPr/>
        </p:nvCxnSpPr>
        <p:spPr>
          <a:xfrm flipH="1">
            <a:off x="1373085" y="1162867"/>
            <a:ext cx="277807" cy="3401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4B89B59-47FD-039E-6A5A-359A48E1C1F1}"/>
              </a:ext>
            </a:extLst>
          </p:cNvPr>
          <p:cNvCxnSpPr>
            <a:stCxn id="3" idx="5"/>
            <a:endCxn id="7" idx="1"/>
          </p:cNvCxnSpPr>
          <p:nvPr/>
        </p:nvCxnSpPr>
        <p:spPr>
          <a:xfrm>
            <a:off x="1886590" y="1162867"/>
            <a:ext cx="265045" cy="3401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87ADB0B3-F179-2B32-2690-6C9DD68468AA}"/>
              </a:ext>
            </a:extLst>
          </p:cNvPr>
          <p:cNvSpPr/>
          <p:nvPr/>
        </p:nvSpPr>
        <p:spPr>
          <a:xfrm>
            <a:off x="4606855" y="61710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2A104F7-4C3E-273F-CDD0-330FA2F51E94}"/>
              </a:ext>
            </a:extLst>
          </p:cNvPr>
          <p:cNvSpPr/>
          <p:nvPr/>
        </p:nvSpPr>
        <p:spPr>
          <a:xfrm>
            <a:off x="4093350" y="119292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753BF0B-97FE-5536-F2ED-68F856DACA61}"/>
              </a:ext>
            </a:extLst>
          </p:cNvPr>
          <p:cNvSpPr/>
          <p:nvPr/>
        </p:nvSpPr>
        <p:spPr>
          <a:xfrm>
            <a:off x="5107598" y="119292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DBF529F-7803-035D-9C79-1D0D697FACFA}"/>
              </a:ext>
            </a:extLst>
          </p:cNvPr>
          <p:cNvCxnSpPr>
            <a:stCxn id="12" idx="3"/>
            <a:endCxn id="13" idx="7"/>
          </p:cNvCxnSpPr>
          <p:nvPr/>
        </p:nvCxnSpPr>
        <p:spPr>
          <a:xfrm flipH="1">
            <a:off x="4377863" y="901622"/>
            <a:ext cx="277807" cy="3401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48CB781-13EA-6635-37FA-156D05ED7638}"/>
              </a:ext>
            </a:extLst>
          </p:cNvPr>
          <p:cNvCxnSpPr>
            <a:stCxn id="12" idx="5"/>
            <a:endCxn id="14" idx="1"/>
          </p:cNvCxnSpPr>
          <p:nvPr/>
        </p:nvCxnSpPr>
        <p:spPr>
          <a:xfrm>
            <a:off x="4891368" y="901622"/>
            <a:ext cx="265045" cy="3401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F5EDA8E4-5AE0-B91A-7F3D-580F4FD5BA73}"/>
              </a:ext>
            </a:extLst>
          </p:cNvPr>
          <p:cNvSpPr/>
          <p:nvPr/>
        </p:nvSpPr>
        <p:spPr>
          <a:xfrm>
            <a:off x="3562561" y="179575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3CF90EF-8F7E-A515-F890-46264564C528}"/>
              </a:ext>
            </a:extLst>
          </p:cNvPr>
          <p:cNvCxnSpPr>
            <a:stCxn id="13" idx="3"/>
            <a:endCxn id="18" idx="7"/>
          </p:cNvCxnSpPr>
          <p:nvPr/>
        </p:nvCxnSpPr>
        <p:spPr>
          <a:xfrm flipH="1">
            <a:off x="3847074" y="1477437"/>
            <a:ext cx="295091" cy="3671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4CE4311D-0EC6-A5D3-FB21-3784EB11E9E9}"/>
              </a:ext>
            </a:extLst>
          </p:cNvPr>
          <p:cNvSpPr/>
          <p:nvPr/>
        </p:nvSpPr>
        <p:spPr>
          <a:xfrm>
            <a:off x="10215689" y="61861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1519283-34D5-F864-4DFF-E82E398F6FDB}"/>
              </a:ext>
            </a:extLst>
          </p:cNvPr>
          <p:cNvSpPr/>
          <p:nvPr/>
        </p:nvSpPr>
        <p:spPr>
          <a:xfrm>
            <a:off x="9535520" y="11595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2373D17-3A19-88B4-63B8-C3771500D434}"/>
              </a:ext>
            </a:extLst>
          </p:cNvPr>
          <p:cNvSpPr/>
          <p:nvPr/>
        </p:nvSpPr>
        <p:spPr>
          <a:xfrm>
            <a:off x="10860207" y="11595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93678CC-818C-02C6-1454-B99DC045B208}"/>
              </a:ext>
            </a:extLst>
          </p:cNvPr>
          <p:cNvCxnSpPr>
            <a:stCxn id="22" idx="3"/>
            <a:endCxn id="23" idx="7"/>
          </p:cNvCxnSpPr>
          <p:nvPr/>
        </p:nvCxnSpPr>
        <p:spPr>
          <a:xfrm flipH="1">
            <a:off x="9820033" y="903126"/>
            <a:ext cx="444471" cy="3051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0ABBCDC-1A69-5013-4F82-2CEBF967F5E6}"/>
              </a:ext>
            </a:extLst>
          </p:cNvPr>
          <p:cNvCxnSpPr>
            <a:stCxn id="22" idx="5"/>
            <a:endCxn id="24" idx="1"/>
          </p:cNvCxnSpPr>
          <p:nvPr/>
        </p:nvCxnSpPr>
        <p:spPr>
          <a:xfrm>
            <a:off x="10500202" y="903126"/>
            <a:ext cx="408820" cy="3051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0D482CC5-654B-1035-A819-CF3E8ED0168F}"/>
              </a:ext>
            </a:extLst>
          </p:cNvPr>
          <p:cNvSpPr/>
          <p:nvPr/>
        </p:nvSpPr>
        <p:spPr>
          <a:xfrm>
            <a:off x="9130304" y="17874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1F2755D-3128-0A73-6512-E372AB933168}"/>
              </a:ext>
            </a:extLst>
          </p:cNvPr>
          <p:cNvCxnSpPr>
            <a:cxnSpLocks/>
            <a:stCxn id="23" idx="3"/>
            <a:endCxn id="27" idx="7"/>
          </p:cNvCxnSpPr>
          <p:nvPr/>
        </p:nvCxnSpPr>
        <p:spPr>
          <a:xfrm flipH="1">
            <a:off x="9414817" y="1444015"/>
            <a:ext cx="169518" cy="3922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A44F2742-5AFB-7171-7604-93E791E6A44A}"/>
              </a:ext>
            </a:extLst>
          </p:cNvPr>
          <p:cNvSpPr/>
          <p:nvPr/>
        </p:nvSpPr>
        <p:spPr>
          <a:xfrm>
            <a:off x="9845575" y="177925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8ACEFF5-AEC9-8ED8-D593-DEDADFCB4A51}"/>
              </a:ext>
            </a:extLst>
          </p:cNvPr>
          <p:cNvCxnSpPr>
            <a:stCxn id="23" idx="5"/>
            <a:endCxn id="30" idx="0"/>
          </p:cNvCxnSpPr>
          <p:nvPr/>
        </p:nvCxnSpPr>
        <p:spPr>
          <a:xfrm>
            <a:off x="9820033" y="1444015"/>
            <a:ext cx="192206" cy="335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897E7579-ADFE-7F81-2A4E-0630C72DF7FC}"/>
              </a:ext>
            </a:extLst>
          </p:cNvPr>
          <p:cNvSpPr/>
          <p:nvPr/>
        </p:nvSpPr>
        <p:spPr>
          <a:xfrm>
            <a:off x="10524642" y="177925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F3874D63-EDE9-B4DD-90EE-9BB1133DD9C4}"/>
              </a:ext>
            </a:extLst>
          </p:cNvPr>
          <p:cNvSpPr/>
          <p:nvPr/>
        </p:nvSpPr>
        <p:spPr>
          <a:xfrm>
            <a:off x="11262568" y="17874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1011AD4-9F7C-C4C3-CACB-46DEA256DAF4}"/>
              </a:ext>
            </a:extLst>
          </p:cNvPr>
          <p:cNvCxnSpPr>
            <a:stCxn id="24" idx="3"/>
            <a:endCxn id="41" idx="0"/>
          </p:cNvCxnSpPr>
          <p:nvPr/>
        </p:nvCxnSpPr>
        <p:spPr>
          <a:xfrm flipH="1">
            <a:off x="10691306" y="1444015"/>
            <a:ext cx="217716" cy="335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866D5388-DCB8-EDCB-A8D4-3913D9F868DE}"/>
              </a:ext>
            </a:extLst>
          </p:cNvPr>
          <p:cNvCxnSpPr>
            <a:stCxn id="24" idx="5"/>
            <a:endCxn id="43" idx="0"/>
          </p:cNvCxnSpPr>
          <p:nvPr/>
        </p:nvCxnSpPr>
        <p:spPr>
          <a:xfrm>
            <a:off x="11144720" y="1444015"/>
            <a:ext cx="284512" cy="3434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6D25E925-C35A-A518-14EF-98C4ECF0564D}"/>
              </a:ext>
            </a:extLst>
          </p:cNvPr>
          <p:cNvSpPr txBox="1"/>
          <p:nvPr/>
        </p:nvSpPr>
        <p:spPr>
          <a:xfrm>
            <a:off x="1434646" y="231679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图一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86AD324-203A-1663-A5E9-A179A40DC634}"/>
              </a:ext>
            </a:extLst>
          </p:cNvPr>
          <p:cNvSpPr txBox="1"/>
          <p:nvPr/>
        </p:nvSpPr>
        <p:spPr>
          <a:xfrm>
            <a:off x="4337706" y="23212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图二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93BB14F-242A-69FC-1909-52AEFC441F30}"/>
              </a:ext>
            </a:extLst>
          </p:cNvPr>
          <p:cNvSpPr txBox="1"/>
          <p:nvPr/>
        </p:nvSpPr>
        <p:spPr>
          <a:xfrm>
            <a:off x="10098939" y="231679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图四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686AEA2-143B-5865-C1F1-F76A6F70ECD4}"/>
              </a:ext>
            </a:extLst>
          </p:cNvPr>
          <p:cNvSpPr/>
          <p:nvPr/>
        </p:nvSpPr>
        <p:spPr>
          <a:xfrm>
            <a:off x="7395431" y="61334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886BD77B-F41E-954B-C313-3BE24199F005}"/>
              </a:ext>
            </a:extLst>
          </p:cNvPr>
          <p:cNvSpPr/>
          <p:nvPr/>
        </p:nvSpPr>
        <p:spPr>
          <a:xfrm>
            <a:off x="6745304" y="11595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7BC68457-A043-DE9F-A683-2CA98E1E1809}"/>
              </a:ext>
            </a:extLst>
          </p:cNvPr>
          <p:cNvSpPr/>
          <p:nvPr/>
        </p:nvSpPr>
        <p:spPr>
          <a:xfrm>
            <a:off x="8044480" y="11595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97D82D98-FC75-4B17-D75E-C4B9544F14D5}"/>
              </a:ext>
            </a:extLst>
          </p:cNvPr>
          <p:cNvCxnSpPr>
            <a:stCxn id="52" idx="3"/>
            <a:endCxn id="53" idx="7"/>
          </p:cNvCxnSpPr>
          <p:nvPr/>
        </p:nvCxnSpPr>
        <p:spPr>
          <a:xfrm flipH="1">
            <a:off x="7029817" y="897859"/>
            <a:ext cx="414429" cy="310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277611D9-DB14-613F-9140-573FCFD1A064}"/>
              </a:ext>
            </a:extLst>
          </p:cNvPr>
          <p:cNvCxnSpPr>
            <a:stCxn id="52" idx="5"/>
            <a:endCxn id="54" idx="1"/>
          </p:cNvCxnSpPr>
          <p:nvPr/>
        </p:nvCxnSpPr>
        <p:spPr>
          <a:xfrm>
            <a:off x="7679944" y="897859"/>
            <a:ext cx="413351" cy="310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A4866BFB-B48F-725C-B4C6-79594A9D38DD}"/>
              </a:ext>
            </a:extLst>
          </p:cNvPr>
          <p:cNvSpPr/>
          <p:nvPr/>
        </p:nvSpPr>
        <p:spPr>
          <a:xfrm>
            <a:off x="6272742" y="177925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DA2B0282-4BE1-03AC-442C-5F8D73E35E04}"/>
              </a:ext>
            </a:extLst>
          </p:cNvPr>
          <p:cNvCxnSpPr>
            <a:stCxn id="53" idx="3"/>
            <a:endCxn id="57" idx="7"/>
          </p:cNvCxnSpPr>
          <p:nvPr/>
        </p:nvCxnSpPr>
        <p:spPr>
          <a:xfrm flipH="1">
            <a:off x="6557255" y="1444015"/>
            <a:ext cx="236864" cy="3840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椭圆 59">
            <a:extLst>
              <a:ext uri="{FF2B5EF4-FFF2-40B4-BE49-F238E27FC236}">
                <a16:creationId xmlns:a16="http://schemas.microsoft.com/office/drawing/2014/main" id="{06781E53-C678-452D-102F-96C6803ED29B}"/>
              </a:ext>
            </a:extLst>
          </p:cNvPr>
          <p:cNvSpPr/>
          <p:nvPr/>
        </p:nvSpPr>
        <p:spPr>
          <a:xfrm>
            <a:off x="4434784" y="17874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FE986DEC-0B44-28B6-CAE2-3ECC2820ABF5}"/>
              </a:ext>
            </a:extLst>
          </p:cNvPr>
          <p:cNvCxnSpPr>
            <a:stCxn id="13" idx="5"/>
            <a:endCxn id="60" idx="0"/>
          </p:cNvCxnSpPr>
          <p:nvPr/>
        </p:nvCxnSpPr>
        <p:spPr>
          <a:xfrm>
            <a:off x="4377863" y="1477437"/>
            <a:ext cx="223585" cy="3100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36997817-4ABE-A0FF-D783-5FA915FB0BF1}"/>
              </a:ext>
            </a:extLst>
          </p:cNvPr>
          <p:cNvSpPr/>
          <p:nvPr/>
        </p:nvSpPr>
        <p:spPr>
          <a:xfrm>
            <a:off x="7088378" y="177925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BA9712FA-CC75-AB41-9E7E-6707F6FF10D3}"/>
              </a:ext>
            </a:extLst>
          </p:cNvPr>
          <p:cNvCxnSpPr>
            <a:stCxn id="53" idx="5"/>
            <a:endCxn id="71" idx="0"/>
          </p:cNvCxnSpPr>
          <p:nvPr/>
        </p:nvCxnSpPr>
        <p:spPr>
          <a:xfrm>
            <a:off x="7029817" y="1444015"/>
            <a:ext cx="225225" cy="335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椭圆 74">
            <a:extLst>
              <a:ext uri="{FF2B5EF4-FFF2-40B4-BE49-F238E27FC236}">
                <a16:creationId xmlns:a16="http://schemas.microsoft.com/office/drawing/2014/main" id="{6DF1CFEF-5E5C-218D-4B0A-43CFE24D7DB6}"/>
              </a:ext>
            </a:extLst>
          </p:cNvPr>
          <p:cNvSpPr/>
          <p:nvPr/>
        </p:nvSpPr>
        <p:spPr>
          <a:xfrm>
            <a:off x="7748328" y="177925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55E109B5-1D13-442A-988F-E6CA2BED04D6}"/>
              </a:ext>
            </a:extLst>
          </p:cNvPr>
          <p:cNvCxnSpPr>
            <a:stCxn id="54" idx="3"/>
            <a:endCxn id="75" idx="0"/>
          </p:cNvCxnSpPr>
          <p:nvPr/>
        </p:nvCxnSpPr>
        <p:spPr>
          <a:xfrm flipH="1">
            <a:off x="7914992" y="1444015"/>
            <a:ext cx="178303" cy="335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040A9B1F-A9A3-4755-3357-EC0C74E572A1}"/>
              </a:ext>
            </a:extLst>
          </p:cNvPr>
          <p:cNvSpPr txBox="1"/>
          <p:nvPr/>
        </p:nvSpPr>
        <p:spPr>
          <a:xfrm>
            <a:off x="7131557" y="23201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图三</a:t>
            </a:r>
          </a:p>
        </p:txBody>
      </p:sp>
    </p:spTree>
    <p:extLst>
      <p:ext uri="{BB962C8B-B14F-4D97-AF65-F5344CB8AC3E}">
        <p14:creationId xmlns:p14="http://schemas.microsoft.com/office/powerpoint/2010/main" val="2405969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5B09B-30BD-0B85-EDE9-1C66F25A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2AFAAEE2-FD0A-E138-98C7-91DA76B326B7}"/>
              </a:ext>
            </a:extLst>
          </p:cNvPr>
          <p:cNvSpPr txBox="1"/>
          <p:nvPr/>
        </p:nvSpPr>
        <p:spPr>
          <a:xfrm>
            <a:off x="2176506" y="68616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C017467-095B-AA35-E47B-57D40FDC42B8}"/>
              </a:ext>
            </a:extLst>
          </p:cNvPr>
          <p:cNvCxnSpPr>
            <a:cxnSpLocks/>
          </p:cNvCxnSpPr>
          <p:nvPr/>
        </p:nvCxnSpPr>
        <p:spPr>
          <a:xfrm flipH="1">
            <a:off x="2018851" y="870830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9213BE9-12CA-DF18-9565-128D0FD9D3D4}"/>
              </a:ext>
            </a:extLst>
          </p:cNvPr>
          <p:cNvSpPr txBox="1"/>
          <p:nvPr/>
        </p:nvSpPr>
        <p:spPr>
          <a:xfrm>
            <a:off x="1880031" y="11583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6343265-74EA-CD01-4E96-9DAF3E0585CB}"/>
              </a:ext>
            </a:extLst>
          </p:cNvPr>
          <p:cNvSpPr txBox="1"/>
          <p:nvPr/>
        </p:nvSpPr>
        <p:spPr>
          <a:xfrm>
            <a:off x="3671502" y="41136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0939D7E-1384-A6C8-9EE9-FD0F212B679D}"/>
              </a:ext>
            </a:extLst>
          </p:cNvPr>
          <p:cNvCxnSpPr>
            <a:cxnSpLocks/>
          </p:cNvCxnSpPr>
          <p:nvPr/>
        </p:nvCxnSpPr>
        <p:spPr>
          <a:xfrm flipH="1">
            <a:off x="3504430" y="614779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C508F735-2C08-56F3-7960-7D132FAC491F}"/>
              </a:ext>
            </a:extLst>
          </p:cNvPr>
          <p:cNvSpPr txBox="1"/>
          <p:nvPr/>
        </p:nvSpPr>
        <p:spPr>
          <a:xfrm>
            <a:off x="3365610" y="90231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1DFF0AA-D989-57C6-AB09-0F010A2E5A28}"/>
              </a:ext>
            </a:extLst>
          </p:cNvPr>
          <p:cNvSpPr txBox="1"/>
          <p:nvPr/>
        </p:nvSpPr>
        <p:spPr>
          <a:xfrm>
            <a:off x="3939725" y="88958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5B11764-08FD-B5AB-CF7C-C39A323FF8F4}"/>
              </a:ext>
            </a:extLst>
          </p:cNvPr>
          <p:cNvCxnSpPr/>
          <p:nvPr/>
        </p:nvCxnSpPr>
        <p:spPr>
          <a:xfrm>
            <a:off x="3800905" y="614779"/>
            <a:ext cx="277640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36003B4D-8E69-6EE2-B449-D67ED83EED4B}"/>
              </a:ext>
            </a:extLst>
          </p:cNvPr>
          <p:cNvSpPr txBox="1"/>
          <p:nvPr/>
        </p:nvSpPr>
        <p:spPr>
          <a:xfrm>
            <a:off x="5450203" y="16511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F188A58-865A-2677-E75B-48EB860B3F91}"/>
              </a:ext>
            </a:extLst>
          </p:cNvPr>
          <p:cNvCxnSpPr>
            <a:cxnSpLocks/>
          </p:cNvCxnSpPr>
          <p:nvPr/>
        </p:nvCxnSpPr>
        <p:spPr>
          <a:xfrm flipH="1">
            <a:off x="5292548" y="349776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A94E8B6D-F814-6134-49DD-A6BE5940A95F}"/>
              </a:ext>
            </a:extLst>
          </p:cNvPr>
          <p:cNvSpPr txBox="1"/>
          <p:nvPr/>
        </p:nvSpPr>
        <p:spPr>
          <a:xfrm>
            <a:off x="5153728" y="63730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95F887C-4850-A122-4722-D19C93404242}"/>
              </a:ext>
            </a:extLst>
          </p:cNvPr>
          <p:cNvSpPr txBox="1"/>
          <p:nvPr/>
        </p:nvSpPr>
        <p:spPr>
          <a:xfrm>
            <a:off x="5727843" y="62457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9FDEAC3-F03F-4887-2B8D-88FA28C85268}"/>
              </a:ext>
            </a:extLst>
          </p:cNvPr>
          <p:cNvCxnSpPr/>
          <p:nvPr/>
        </p:nvCxnSpPr>
        <p:spPr>
          <a:xfrm>
            <a:off x="5589023" y="349776"/>
            <a:ext cx="277640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F328BCA-C1A9-C210-F471-DFFFCA65C5DB}"/>
              </a:ext>
            </a:extLst>
          </p:cNvPr>
          <p:cNvSpPr txBox="1"/>
          <p:nvPr/>
        </p:nvSpPr>
        <p:spPr>
          <a:xfrm>
            <a:off x="3365610" y="91504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D3BED7AC-F01D-4FEA-30A5-4C57772BCD50}"/>
              </a:ext>
            </a:extLst>
          </p:cNvPr>
          <p:cNvCxnSpPr>
            <a:cxnSpLocks/>
          </p:cNvCxnSpPr>
          <p:nvPr/>
        </p:nvCxnSpPr>
        <p:spPr>
          <a:xfrm flipH="1">
            <a:off x="3338481" y="1099708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9128C2E0-014F-C3FA-D339-BDE144B03FB2}"/>
              </a:ext>
            </a:extLst>
          </p:cNvPr>
          <p:cNvSpPr txBox="1"/>
          <p:nvPr/>
        </p:nvSpPr>
        <p:spPr>
          <a:xfrm>
            <a:off x="3199661" y="137451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751FE19-EF79-CEAC-D461-0CD69020AF49}"/>
              </a:ext>
            </a:extLst>
          </p:cNvPr>
          <p:cNvSpPr txBox="1"/>
          <p:nvPr/>
        </p:nvSpPr>
        <p:spPr>
          <a:xfrm>
            <a:off x="3496136" y="137451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4338836B-F925-FF8E-0BC7-AD6F2A97ADA3}"/>
              </a:ext>
            </a:extLst>
          </p:cNvPr>
          <p:cNvCxnSpPr>
            <a:cxnSpLocks/>
          </p:cNvCxnSpPr>
          <p:nvPr/>
        </p:nvCxnSpPr>
        <p:spPr>
          <a:xfrm>
            <a:off x="3504430" y="1099708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B33E128A-A4C5-C1AA-A053-2166DD68D843}"/>
              </a:ext>
            </a:extLst>
          </p:cNvPr>
          <p:cNvSpPr txBox="1"/>
          <p:nvPr/>
        </p:nvSpPr>
        <p:spPr>
          <a:xfrm>
            <a:off x="4061957" y="137599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A993A23-3884-8B2F-0208-13BC06C5237B}"/>
              </a:ext>
            </a:extLst>
          </p:cNvPr>
          <p:cNvCxnSpPr>
            <a:cxnSpLocks/>
          </p:cNvCxnSpPr>
          <p:nvPr/>
        </p:nvCxnSpPr>
        <p:spPr>
          <a:xfrm>
            <a:off x="4070251" y="1101192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F4F1FACD-B54A-7319-1D3B-87F09BFCA4EC}"/>
              </a:ext>
            </a:extLst>
          </p:cNvPr>
          <p:cNvCxnSpPr>
            <a:cxnSpLocks/>
          </p:cNvCxnSpPr>
          <p:nvPr/>
        </p:nvCxnSpPr>
        <p:spPr>
          <a:xfrm flipH="1">
            <a:off x="5134893" y="824976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DAE03C56-872C-631C-7026-ABE117BDF7E1}"/>
              </a:ext>
            </a:extLst>
          </p:cNvPr>
          <p:cNvSpPr txBox="1"/>
          <p:nvPr/>
        </p:nvSpPr>
        <p:spPr>
          <a:xfrm>
            <a:off x="4996073" y="109977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19FD46A-718E-8E6C-7553-D4E579FFD9A6}"/>
              </a:ext>
            </a:extLst>
          </p:cNvPr>
          <p:cNvSpPr txBox="1"/>
          <p:nvPr/>
        </p:nvSpPr>
        <p:spPr>
          <a:xfrm>
            <a:off x="5292548" y="109977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441E0325-9C04-492B-50C5-F5D156C09C88}"/>
              </a:ext>
            </a:extLst>
          </p:cNvPr>
          <p:cNvCxnSpPr>
            <a:cxnSpLocks/>
          </p:cNvCxnSpPr>
          <p:nvPr/>
        </p:nvCxnSpPr>
        <p:spPr>
          <a:xfrm>
            <a:off x="5300842" y="824976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68A6EA5-2D25-2583-F135-EC2E65C501F3}"/>
              </a:ext>
            </a:extLst>
          </p:cNvPr>
          <p:cNvCxnSpPr>
            <a:cxnSpLocks/>
          </p:cNvCxnSpPr>
          <p:nvPr/>
        </p:nvCxnSpPr>
        <p:spPr>
          <a:xfrm flipH="1">
            <a:off x="5700714" y="826460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4D395CBB-8D8B-6938-A722-1283FAFEA933}"/>
              </a:ext>
            </a:extLst>
          </p:cNvPr>
          <p:cNvSpPr txBox="1"/>
          <p:nvPr/>
        </p:nvSpPr>
        <p:spPr>
          <a:xfrm>
            <a:off x="5561894" y="11012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DA964AA-8C65-EFA7-E8E2-6F61ADC1BF08}"/>
              </a:ext>
            </a:extLst>
          </p:cNvPr>
          <p:cNvSpPr txBox="1"/>
          <p:nvPr/>
        </p:nvSpPr>
        <p:spPr>
          <a:xfrm>
            <a:off x="5858369" y="11012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7A8A23D4-C0DE-F87D-DDD8-189ABFC0D8FA}"/>
              </a:ext>
            </a:extLst>
          </p:cNvPr>
          <p:cNvCxnSpPr>
            <a:cxnSpLocks/>
          </p:cNvCxnSpPr>
          <p:nvPr/>
        </p:nvCxnSpPr>
        <p:spPr>
          <a:xfrm>
            <a:off x="5866663" y="826460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A2AD679-33AF-5970-0F2E-A6CA9C72D499}"/>
              </a:ext>
            </a:extLst>
          </p:cNvPr>
          <p:cNvCxnSpPr>
            <a:cxnSpLocks/>
            <a:endCxn id="72" idx="1"/>
          </p:cNvCxnSpPr>
          <p:nvPr/>
        </p:nvCxnSpPr>
        <p:spPr>
          <a:xfrm flipH="1">
            <a:off x="5377129" y="1281444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768B4115-23F1-978B-EF75-8BE47ABD2F14}"/>
              </a:ext>
            </a:extLst>
          </p:cNvPr>
          <p:cNvSpPr txBox="1"/>
          <p:nvPr/>
        </p:nvSpPr>
        <p:spPr>
          <a:xfrm>
            <a:off x="5227285" y="15547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EC41503-3E15-F800-CEED-3A25105E09A5}"/>
              </a:ext>
            </a:extLst>
          </p:cNvPr>
          <p:cNvSpPr txBox="1"/>
          <p:nvPr/>
        </p:nvSpPr>
        <p:spPr>
          <a:xfrm>
            <a:off x="5377129" y="155176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75236E37-335D-4105-48C3-489505A077F5}"/>
              </a:ext>
            </a:extLst>
          </p:cNvPr>
          <p:cNvCxnSpPr>
            <a:cxnSpLocks/>
          </p:cNvCxnSpPr>
          <p:nvPr/>
        </p:nvCxnSpPr>
        <p:spPr>
          <a:xfrm>
            <a:off x="5431368" y="1281444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B5A33000-DD2D-0707-83F2-0B27DC81A329}"/>
              </a:ext>
            </a:extLst>
          </p:cNvPr>
          <p:cNvCxnSpPr>
            <a:cxnSpLocks/>
            <a:endCxn id="79" idx="1"/>
          </p:cNvCxnSpPr>
          <p:nvPr/>
        </p:nvCxnSpPr>
        <p:spPr>
          <a:xfrm flipH="1">
            <a:off x="5636825" y="1279944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C7C080EE-C30C-E302-1EE5-58B6B8CA2583}"/>
              </a:ext>
            </a:extLst>
          </p:cNvPr>
          <p:cNvSpPr txBox="1"/>
          <p:nvPr/>
        </p:nvSpPr>
        <p:spPr>
          <a:xfrm>
            <a:off x="5486981" y="15532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E7EB3FA-E465-D955-21FC-65CC588AC61F}"/>
              </a:ext>
            </a:extLst>
          </p:cNvPr>
          <p:cNvSpPr txBox="1"/>
          <p:nvPr/>
        </p:nvSpPr>
        <p:spPr>
          <a:xfrm>
            <a:off x="5636825" y="155026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977AB406-534A-E7C8-C175-A039E132C6FE}"/>
              </a:ext>
            </a:extLst>
          </p:cNvPr>
          <p:cNvCxnSpPr>
            <a:cxnSpLocks/>
          </p:cNvCxnSpPr>
          <p:nvPr/>
        </p:nvCxnSpPr>
        <p:spPr>
          <a:xfrm>
            <a:off x="5691064" y="1279944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31C6A59C-0ED6-5BB6-6A67-C3752D22C8BA}"/>
              </a:ext>
            </a:extLst>
          </p:cNvPr>
          <p:cNvCxnSpPr>
            <a:cxnSpLocks/>
            <a:endCxn id="83" idx="1"/>
          </p:cNvCxnSpPr>
          <p:nvPr/>
        </p:nvCxnSpPr>
        <p:spPr>
          <a:xfrm flipH="1">
            <a:off x="5933299" y="1279944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BC7C0667-706B-CE5F-B748-97B7EC50D1EE}"/>
              </a:ext>
            </a:extLst>
          </p:cNvPr>
          <p:cNvSpPr txBox="1"/>
          <p:nvPr/>
        </p:nvSpPr>
        <p:spPr>
          <a:xfrm>
            <a:off x="5783455" y="15532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888B779-93C7-C796-A36B-70F315935DFC}"/>
              </a:ext>
            </a:extLst>
          </p:cNvPr>
          <p:cNvSpPr txBox="1"/>
          <p:nvPr/>
        </p:nvSpPr>
        <p:spPr>
          <a:xfrm>
            <a:off x="5933299" y="155026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ABE8AEB9-1F03-281F-6A9A-C050B0CA440A}"/>
              </a:ext>
            </a:extLst>
          </p:cNvPr>
          <p:cNvCxnSpPr>
            <a:cxnSpLocks/>
          </p:cNvCxnSpPr>
          <p:nvPr/>
        </p:nvCxnSpPr>
        <p:spPr>
          <a:xfrm>
            <a:off x="5987538" y="1279944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BA25B754-C1D7-FC64-C5C0-DAB72F338D92}"/>
              </a:ext>
            </a:extLst>
          </p:cNvPr>
          <p:cNvCxnSpPr>
            <a:cxnSpLocks/>
            <a:endCxn id="87" idx="1"/>
          </p:cNvCxnSpPr>
          <p:nvPr/>
        </p:nvCxnSpPr>
        <p:spPr>
          <a:xfrm flipH="1">
            <a:off x="5070521" y="1279944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8574DE6F-54A5-FA51-9A7B-86D27D7FE0A5}"/>
              </a:ext>
            </a:extLst>
          </p:cNvPr>
          <p:cNvSpPr txBox="1"/>
          <p:nvPr/>
        </p:nvSpPr>
        <p:spPr>
          <a:xfrm>
            <a:off x="4920677" y="15532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0E44FAB-641A-D992-F619-AEC5B7A9584C}"/>
              </a:ext>
            </a:extLst>
          </p:cNvPr>
          <p:cNvSpPr txBox="1"/>
          <p:nvPr/>
        </p:nvSpPr>
        <p:spPr>
          <a:xfrm>
            <a:off x="5070521" y="155026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B269341C-FD5E-1F5B-C72A-6379741F397A}"/>
              </a:ext>
            </a:extLst>
          </p:cNvPr>
          <p:cNvCxnSpPr>
            <a:cxnSpLocks/>
          </p:cNvCxnSpPr>
          <p:nvPr/>
        </p:nvCxnSpPr>
        <p:spPr>
          <a:xfrm>
            <a:off x="5124760" y="1279944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25369A3B-05F3-AEF1-3054-7A9844FE1EB1}"/>
              </a:ext>
            </a:extLst>
          </p:cNvPr>
          <p:cNvSpPr txBox="1"/>
          <p:nvPr/>
        </p:nvSpPr>
        <p:spPr>
          <a:xfrm>
            <a:off x="8946817" y="20351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607E379A-645F-6D62-5E3C-D4B0B5BD3FC9}"/>
              </a:ext>
            </a:extLst>
          </p:cNvPr>
          <p:cNvCxnSpPr>
            <a:cxnSpLocks/>
          </p:cNvCxnSpPr>
          <p:nvPr/>
        </p:nvCxnSpPr>
        <p:spPr>
          <a:xfrm flipH="1">
            <a:off x="8789162" y="388177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6A24AB9F-0ACC-071C-BB0C-EDDFD3E12D44}"/>
              </a:ext>
            </a:extLst>
          </p:cNvPr>
          <p:cNvSpPr txBox="1"/>
          <p:nvPr/>
        </p:nvSpPr>
        <p:spPr>
          <a:xfrm>
            <a:off x="8650342" y="67571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A15AA4C8-8047-5505-768F-B7C2BC37F593}"/>
              </a:ext>
            </a:extLst>
          </p:cNvPr>
          <p:cNvSpPr txBox="1"/>
          <p:nvPr/>
        </p:nvSpPr>
        <p:spPr>
          <a:xfrm>
            <a:off x="9224457" y="66298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BF604580-3026-4C5D-3659-D3D5D53A4CC6}"/>
              </a:ext>
            </a:extLst>
          </p:cNvPr>
          <p:cNvCxnSpPr/>
          <p:nvPr/>
        </p:nvCxnSpPr>
        <p:spPr>
          <a:xfrm>
            <a:off x="9085637" y="388177"/>
            <a:ext cx="277640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A56E5A62-F614-3409-5C52-C8B3CD85E305}"/>
              </a:ext>
            </a:extLst>
          </p:cNvPr>
          <p:cNvCxnSpPr>
            <a:cxnSpLocks/>
          </p:cNvCxnSpPr>
          <p:nvPr/>
        </p:nvCxnSpPr>
        <p:spPr>
          <a:xfrm flipH="1">
            <a:off x="8631507" y="863377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581AFC4D-1885-3B5D-C633-FB9711030DF2}"/>
              </a:ext>
            </a:extLst>
          </p:cNvPr>
          <p:cNvSpPr txBox="1"/>
          <p:nvPr/>
        </p:nvSpPr>
        <p:spPr>
          <a:xfrm>
            <a:off x="8492687" y="113818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2086DE8-E739-81FE-E667-0F2A0D960E06}"/>
              </a:ext>
            </a:extLst>
          </p:cNvPr>
          <p:cNvSpPr txBox="1"/>
          <p:nvPr/>
        </p:nvSpPr>
        <p:spPr>
          <a:xfrm>
            <a:off x="8789162" y="113818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50DF1FFA-A2AF-9548-51D3-30C089C09C55}"/>
              </a:ext>
            </a:extLst>
          </p:cNvPr>
          <p:cNvCxnSpPr>
            <a:cxnSpLocks/>
          </p:cNvCxnSpPr>
          <p:nvPr/>
        </p:nvCxnSpPr>
        <p:spPr>
          <a:xfrm>
            <a:off x="8797456" y="863377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06AB5098-99F9-EE36-0C01-F373387EDE98}"/>
              </a:ext>
            </a:extLst>
          </p:cNvPr>
          <p:cNvCxnSpPr>
            <a:cxnSpLocks/>
          </p:cNvCxnSpPr>
          <p:nvPr/>
        </p:nvCxnSpPr>
        <p:spPr>
          <a:xfrm flipH="1">
            <a:off x="9197328" y="864861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5A004549-900A-B97A-87AE-5D2531151A8B}"/>
              </a:ext>
            </a:extLst>
          </p:cNvPr>
          <p:cNvSpPr txBox="1"/>
          <p:nvPr/>
        </p:nvSpPr>
        <p:spPr>
          <a:xfrm>
            <a:off x="9058508" y="113966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C08475A-A164-7A93-3FD2-2D7F88E131C9}"/>
              </a:ext>
            </a:extLst>
          </p:cNvPr>
          <p:cNvSpPr txBox="1"/>
          <p:nvPr/>
        </p:nvSpPr>
        <p:spPr>
          <a:xfrm>
            <a:off x="9354983" y="113966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2259BAC1-CD6F-C795-618B-E8E5C9550750}"/>
              </a:ext>
            </a:extLst>
          </p:cNvPr>
          <p:cNvCxnSpPr>
            <a:cxnSpLocks/>
          </p:cNvCxnSpPr>
          <p:nvPr/>
        </p:nvCxnSpPr>
        <p:spPr>
          <a:xfrm>
            <a:off x="9363277" y="864861"/>
            <a:ext cx="130526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CE749607-A80A-44DF-D014-8427CF5E31E2}"/>
              </a:ext>
            </a:extLst>
          </p:cNvPr>
          <p:cNvCxnSpPr>
            <a:cxnSpLocks/>
            <a:endCxn id="108" idx="1"/>
          </p:cNvCxnSpPr>
          <p:nvPr/>
        </p:nvCxnSpPr>
        <p:spPr>
          <a:xfrm flipH="1">
            <a:off x="8873743" y="1319845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FB0C6E40-1A78-C938-06AB-5F2A6BD71B7A}"/>
              </a:ext>
            </a:extLst>
          </p:cNvPr>
          <p:cNvSpPr txBox="1"/>
          <p:nvPr/>
        </p:nvSpPr>
        <p:spPr>
          <a:xfrm>
            <a:off x="8723899" y="159316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5F9B1C76-EB8F-3D6A-12CE-8A0518E3A89E}"/>
              </a:ext>
            </a:extLst>
          </p:cNvPr>
          <p:cNvSpPr txBox="1"/>
          <p:nvPr/>
        </p:nvSpPr>
        <p:spPr>
          <a:xfrm>
            <a:off x="8873743" y="15901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D247437A-2D72-2289-E290-10F4CB70F0E5}"/>
              </a:ext>
            </a:extLst>
          </p:cNvPr>
          <p:cNvCxnSpPr>
            <a:cxnSpLocks/>
          </p:cNvCxnSpPr>
          <p:nvPr/>
        </p:nvCxnSpPr>
        <p:spPr>
          <a:xfrm>
            <a:off x="8927982" y="1319845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15E3EF32-B620-8AA0-B721-6087ABA8399A}"/>
              </a:ext>
            </a:extLst>
          </p:cNvPr>
          <p:cNvCxnSpPr>
            <a:cxnSpLocks/>
          </p:cNvCxnSpPr>
          <p:nvPr/>
        </p:nvCxnSpPr>
        <p:spPr>
          <a:xfrm flipH="1">
            <a:off x="8567135" y="1318345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FDC00FCA-C9A0-898E-BEB5-AB38C67675D8}"/>
              </a:ext>
            </a:extLst>
          </p:cNvPr>
          <p:cNvSpPr txBox="1"/>
          <p:nvPr/>
        </p:nvSpPr>
        <p:spPr>
          <a:xfrm>
            <a:off x="8417291" y="159166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5A124656-6776-FBE8-1C39-5D055439DE62}"/>
              </a:ext>
            </a:extLst>
          </p:cNvPr>
          <p:cNvSpPr txBox="1"/>
          <p:nvPr/>
        </p:nvSpPr>
        <p:spPr>
          <a:xfrm>
            <a:off x="7182475" y="35774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DEFE517B-0302-856B-E17D-7A676050D63F}"/>
              </a:ext>
            </a:extLst>
          </p:cNvPr>
          <p:cNvCxnSpPr>
            <a:cxnSpLocks/>
          </p:cNvCxnSpPr>
          <p:nvPr/>
        </p:nvCxnSpPr>
        <p:spPr>
          <a:xfrm flipH="1">
            <a:off x="7015403" y="561158"/>
            <a:ext cx="296475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5" name="文本框 164">
            <a:extLst>
              <a:ext uri="{FF2B5EF4-FFF2-40B4-BE49-F238E27FC236}">
                <a16:creationId xmlns:a16="http://schemas.microsoft.com/office/drawing/2014/main" id="{43E61F82-8E27-DBF5-78BD-95D9783A1D7B}"/>
              </a:ext>
            </a:extLst>
          </p:cNvPr>
          <p:cNvSpPr txBox="1"/>
          <p:nvPr/>
        </p:nvSpPr>
        <p:spPr>
          <a:xfrm>
            <a:off x="6876583" y="84869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64D99AE6-D971-C649-F9F2-DEA90CD268C0}"/>
              </a:ext>
            </a:extLst>
          </p:cNvPr>
          <p:cNvSpPr txBox="1"/>
          <p:nvPr/>
        </p:nvSpPr>
        <p:spPr>
          <a:xfrm>
            <a:off x="7450698" y="83596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DF106F66-6466-9713-7B03-BFDC378B353E}"/>
              </a:ext>
            </a:extLst>
          </p:cNvPr>
          <p:cNvCxnSpPr/>
          <p:nvPr/>
        </p:nvCxnSpPr>
        <p:spPr>
          <a:xfrm>
            <a:off x="7311878" y="561158"/>
            <a:ext cx="277640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D3A20F2A-AEF1-D599-F239-CB2B5635FC61}"/>
              </a:ext>
            </a:extLst>
          </p:cNvPr>
          <p:cNvSpPr txBox="1"/>
          <p:nvPr/>
        </p:nvSpPr>
        <p:spPr>
          <a:xfrm>
            <a:off x="6876583" y="86142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5E4F676F-78C0-953D-E7DC-F7A732CF3909}"/>
              </a:ext>
            </a:extLst>
          </p:cNvPr>
          <p:cNvCxnSpPr>
            <a:cxnSpLocks/>
          </p:cNvCxnSpPr>
          <p:nvPr/>
        </p:nvCxnSpPr>
        <p:spPr>
          <a:xfrm flipH="1">
            <a:off x="6849454" y="1046087"/>
            <a:ext cx="165949" cy="4594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" name="文本框 169">
            <a:extLst>
              <a:ext uri="{FF2B5EF4-FFF2-40B4-BE49-F238E27FC236}">
                <a16:creationId xmlns:a16="http://schemas.microsoft.com/office/drawing/2014/main" id="{57AEA311-8774-D5D9-B71F-12811CC27ECB}"/>
              </a:ext>
            </a:extLst>
          </p:cNvPr>
          <p:cNvSpPr txBox="1"/>
          <p:nvPr/>
        </p:nvSpPr>
        <p:spPr>
          <a:xfrm>
            <a:off x="6710634" y="132089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96C33985-1F4F-97A6-0BFA-6CB7143338A8}"/>
              </a:ext>
            </a:extLst>
          </p:cNvPr>
          <p:cNvCxnSpPr>
            <a:cxnSpLocks/>
          </p:cNvCxnSpPr>
          <p:nvPr/>
        </p:nvCxnSpPr>
        <p:spPr>
          <a:xfrm flipH="1">
            <a:off x="2689027" y="2645939"/>
            <a:ext cx="993583" cy="4857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" name="文本框 175">
            <a:extLst>
              <a:ext uri="{FF2B5EF4-FFF2-40B4-BE49-F238E27FC236}">
                <a16:creationId xmlns:a16="http://schemas.microsoft.com/office/drawing/2014/main" id="{3980FB0E-B8EA-2F72-2594-5001B64D37B7}"/>
              </a:ext>
            </a:extLst>
          </p:cNvPr>
          <p:cNvSpPr txBox="1"/>
          <p:nvPr/>
        </p:nvSpPr>
        <p:spPr>
          <a:xfrm>
            <a:off x="2529345" y="296349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DCB0987B-866F-B731-944C-E395BD5CD62E}"/>
              </a:ext>
            </a:extLst>
          </p:cNvPr>
          <p:cNvSpPr txBox="1"/>
          <p:nvPr/>
        </p:nvSpPr>
        <p:spPr>
          <a:xfrm>
            <a:off x="4654350" y="2961236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2D2FC4A2-CBFD-18A2-E193-40712454C988}"/>
              </a:ext>
            </a:extLst>
          </p:cNvPr>
          <p:cNvCxnSpPr>
            <a:cxnSpLocks/>
          </p:cNvCxnSpPr>
          <p:nvPr/>
        </p:nvCxnSpPr>
        <p:spPr>
          <a:xfrm>
            <a:off x="3682610" y="2645939"/>
            <a:ext cx="1110560" cy="521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CFBA8A3B-D7D7-EB18-F5FB-229B0A365CF1}"/>
              </a:ext>
            </a:extLst>
          </p:cNvPr>
          <p:cNvCxnSpPr>
            <a:cxnSpLocks/>
          </p:cNvCxnSpPr>
          <p:nvPr/>
        </p:nvCxnSpPr>
        <p:spPr>
          <a:xfrm flipH="1">
            <a:off x="2013911" y="3151161"/>
            <a:ext cx="662548" cy="4784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0" name="文本框 179">
            <a:extLst>
              <a:ext uri="{FF2B5EF4-FFF2-40B4-BE49-F238E27FC236}">
                <a16:creationId xmlns:a16="http://schemas.microsoft.com/office/drawing/2014/main" id="{860F5E08-EAED-F5F8-D3B4-675164BEA90F}"/>
              </a:ext>
            </a:extLst>
          </p:cNvPr>
          <p:cNvSpPr txBox="1"/>
          <p:nvPr/>
        </p:nvSpPr>
        <p:spPr>
          <a:xfrm>
            <a:off x="1867193" y="345466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9482EDB1-DF9D-661F-ADA8-A959D768C9B1}"/>
              </a:ext>
            </a:extLst>
          </p:cNvPr>
          <p:cNvSpPr txBox="1"/>
          <p:nvPr/>
        </p:nvSpPr>
        <p:spPr>
          <a:xfrm>
            <a:off x="3088665" y="344493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73F202D4-9C8B-29F8-A86B-E52B1CFC33D9}"/>
              </a:ext>
            </a:extLst>
          </p:cNvPr>
          <p:cNvCxnSpPr>
            <a:cxnSpLocks/>
          </p:cNvCxnSpPr>
          <p:nvPr/>
        </p:nvCxnSpPr>
        <p:spPr>
          <a:xfrm>
            <a:off x="2676459" y="3151161"/>
            <a:ext cx="549904" cy="4784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FCD3EF0B-C124-60FC-20E2-22C6939E3153}"/>
              </a:ext>
            </a:extLst>
          </p:cNvPr>
          <p:cNvCxnSpPr>
            <a:cxnSpLocks/>
          </p:cNvCxnSpPr>
          <p:nvPr/>
        </p:nvCxnSpPr>
        <p:spPr>
          <a:xfrm flipH="1">
            <a:off x="4288650" y="3163117"/>
            <a:ext cx="504520" cy="4664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4" name="文本框 183">
            <a:extLst>
              <a:ext uri="{FF2B5EF4-FFF2-40B4-BE49-F238E27FC236}">
                <a16:creationId xmlns:a16="http://schemas.microsoft.com/office/drawing/2014/main" id="{CB47020B-5196-113B-C089-3642302B6488}"/>
              </a:ext>
            </a:extLst>
          </p:cNvPr>
          <p:cNvSpPr txBox="1"/>
          <p:nvPr/>
        </p:nvSpPr>
        <p:spPr>
          <a:xfrm>
            <a:off x="4137055" y="344043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0DF9E9E6-34E0-E690-6986-8E7A816C1A40}"/>
              </a:ext>
            </a:extLst>
          </p:cNvPr>
          <p:cNvSpPr txBox="1"/>
          <p:nvPr/>
        </p:nvSpPr>
        <p:spPr>
          <a:xfrm>
            <a:off x="5210447" y="345466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66C50F77-16B5-B53E-2DE4-603B5F5E9E30}"/>
              </a:ext>
            </a:extLst>
          </p:cNvPr>
          <p:cNvCxnSpPr>
            <a:cxnSpLocks/>
          </p:cNvCxnSpPr>
          <p:nvPr/>
        </p:nvCxnSpPr>
        <p:spPr>
          <a:xfrm>
            <a:off x="4793170" y="3163117"/>
            <a:ext cx="567535" cy="5048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5707F0D0-88E1-AD0D-B713-FB48714452F7}"/>
              </a:ext>
            </a:extLst>
          </p:cNvPr>
          <p:cNvCxnSpPr>
            <a:cxnSpLocks/>
          </p:cNvCxnSpPr>
          <p:nvPr/>
        </p:nvCxnSpPr>
        <p:spPr>
          <a:xfrm flipH="1">
            <a:off x="2900921" y="3626598"/>
            <a:ext cx="326564" cy="4534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8" name="文本框 187">
            <a:extLst>
              <a:ext uri="{FF2B5EF4-FFF2-40B4-BE49-F238E27FC236}">
                <a16:creationId xmlns:a16="http://schemas.microsoft.com/office/drawing/2014/main" id="{F9156DB0-6CDE-A8AC-020C-D57EDEF108E7}"/>
              </a:ext>
            </a:extLst>
          </p:cNvPr>
          <p:cNvSpPr txBox="1"/>
          <p:nvPr/>
        </p:nvSpPr>
        <p:spPr>
          <a:xfrm>
            <a:off x="2762101" y="3895416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F5B0D788-098A-9292-BD4B-4D65A6455A6F}"/>
              </a:ext>
            </a:extLst>
          </p:cNvPr>
          <p:cNvCxnSpPr>
            <a:cxnSpLocks/>
          </p:cNvCxnSpPr>
          <p:nvPr/>
        </p:nvCxnSpPr>
        <p:spPr>
          <a:xfrm>
            <a:off x="2014363" y="3643820"/>
            <a:ext cx="298567" cy="450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" name="文本框 193">
            <a:extLst>
              <a:ext uri="{FF2B5EF4-FFF2-40B4-BE49-F238E27FC236}">
                <a16:creationId xmlns:a16="http://schemas.microsoft.com/office/drawing/2014/main" id="{089129E3-A817-5C79-D7B3-E5649B2594CA}"/>
              </a:ext>
            </a:extLst>
          </p:cNvPr>
          <p:cNvSpPr txBox="1"/>
          <p:nvPr/>
        </p:nvSpPr>
        <p:spPr>
          <a:xfrm>
            <a:off x="1602391" y="386906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7C772282-13E3-179F-8247-1C192007E36C}"/>
              </a:ext>
            </a:extLst>
          </p:cNvPr>
          <p:cNvSpPr txBox="1"/>
          <p:nvPr/>
        </p:nvSpPr>
        <p:spPr>
          <a:xfrm>
            <a:off x="2155785" y="3895416"/>
            <a:ext cx="2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E1A28E09-BF04-F672-B2A3-B2BBAF613E58}"/>
              </a:ext>
            </a:extLst>
          </p:cNvPr>
          <p:cNvCxnSpPr>
            <a:cxnSpLocks/>
          </p:cNvCxnSpPr>
          <p:nvPr/>
        </p:nvCxnSpPr>
        <p:spPr>
          <a:xfrm flipH="1">
            <a:off x="1739140" y="3629599"/>
            <a:ext cx="270034" cy="450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8" name="文本框 197">
            <a:extLst>
              <a:ext uri="{FF2B5EF4-FFF2-40B4-BE49-F238E27FC236}">
                <a16:creationId xmlns:a16="http://schemas.microsoft.com/office/drawing/2014/main" id="{C622AA78-98B9-DA09-6F92-45B0E85E9C7E}"/>
              </a:ext>
            </a:extLst>
          </p:cNvPr>
          <p:cNvSpPr txBox="1"/>
          <p:nvPr/>
        </p:nvSpPr>
        <p:spPr>
          <a:xfrm>
            <a:off x="3562387" y="243988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0406A5-8F25-2940-A9AB-03524F758EDC}"/>
              </a:ext>
            </a:extLst>
          </p:cNvPr>
          <p:cNvSpPr txBox="1"/>
          <p:nvPr/>
        </p:nvSpPr>
        <p:spPr>
          <a:xfrm>
            <a:off x="9142442" y="159606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4FC2F05-DB8C-992E-72AD-595B23048EE2}"/>
              </a:ext>
            </a:extLst>
          </p:cNvPr>
          <p:cNvCxnSpPr>
            <a:cxnSpLocks/>
          </p:cNvCxnSpPr>
          <p:nvPr/>
        </p:nvCxnSpPr>
        <p:spPr>
          <a:xfrm>
            <a:off x="9208835" y="1298719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0C68B82-ABCA-A1CA-67E5-23D0242B5F5C}"/>
              </a:ext>
            </a:extLst>
          </p:cNvPr>
          <p:cNvCxnSpPr>
            <a:cxnSpLocks/>
          </p:cNvCxnSpPr>
          <p:nvPr/>
        </p:nvCxnSpPr>
        <p:spPr>
          <a:xfrm>
            <a:off x="3233734" y="3643820"/>
            <a:ext cx="298567" cy="450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8618B3F-3D3D-33E8-FACA-50DEB7D05C08}"/>
              </a:ext>
            </a:extLst>
          </p:cNvPr>
          <p:cNvSpPr txBox="1"/>
          <p:nvPr/>
        </p:nvSpPr>
        <p:spPr>
          <a:xfrm>
            <a:off x="3384017" y="3895416"/>
            <a:ext cx="2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88728CE-7A5B-9C78-2504-AD2D313C5B51}"/>
              </a:ext>
            </a:extLst>
          </p:cNvPr>
          <p:cNvCxnSpPr>
            <a:cxnSpLocks/>
          </p:cNvCxnSpPr>
          <p:nvPr/>
        </p:nvCxnSpPr>
        <p:spPr>
          <a:xfrm flipH="1">
            <a:off x="3954208" y="3626598"/>
            <a:ext cx="326564" cy="4534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30B8929-612A-F629-FDE0-DA35D61EF27B}"/>
              </a:ext>
            </a:extLst>
          </p:cNvPr>
          <p:cNvSpPr txBox="1"/>
          <p:nvPr/>
        </p:nvSpPr>
        <p:spPr>
          <a:xfrm>
            <a:off x="3815388" y="3895416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4ED5369-5E2A-C0C3-A5DD-99FDBF2A6E13}"/>
              </a:ext>
            </a:extLst>
          </p:cNvPr>
          <p:cNvCxnSpPr>
            <a:cxnSpLocks/>
          </p:cNvCxnSpPr>
          <p:nvPr/>
        </p:nvCxnSpPr>
        <p:spPr>
          <a:xfrm>
            <a:off x="4287021" y="3643820"/>
            <a:ext cx="298567" cy="450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E8F56AAB-2EEE-A2AC-8B24-F25C0F262CA1}"/>
              </a:ext>
            </a:extLst>
          </p:cNvPr>
          <p:cNvSpPr txBox="1"/>
          <p:nvPr/>
        </p:nvSpPr>
        <p:spPr>
          <a:xfrm>
            <a:off x="4437304" y="3895416"/>
            <a:ext cx="2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6E486F3-3F12-B2AE-B3F6-E725BDFE94CF}"/>
              </a:ext>
            </a:extLst>
          </p:cNvPr>
          <p:cNvCxnSpPr>
            <a:cxnSpLocks/>
          </p:cNvCxnSpPr>
          <p:nvPr/>
        </p:nvCxnSpPr>
        <p:spPr>
          <a:xfrm flipH="1">
            <a:off x="5026263" y="3642320"/>
            <a:ext cx="326564" cy="4534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DBAD199-DF7F-FA9F-C8CA-3DE4D6568127}"/>
              </a:ext>
            </a:extLst>
          </p:cNvPr>
          <p:cNvSpPr txBox="1"/>
          <p:nvPr/>
        </p:nvSpPr>
        <p:spPr>
          <a:xfrm>
            <a:off x="4887443" y="391113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82C5DD7-D6EE-F708-C2C2-4B1A94F03C04}"/>
              </a:ext>
            </a:extLst>
          </p:cNvPr>
          <p:cNvCxnSpPr>
            <a:cxnSpLocks/>
          </p:cNvCxnSpPr>
          <p:nvPr/>
        </p:nvCxnSpPr>
        <p:spPr>
          <a:xfrm>
            <a:off x="5359076" y="3659542"/>
            <a:ext cx="298567" cy="450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B120962-0AC5-FB53-812C-69CC2089868E}"/>
              </a:ext>
            </a:extLst>
          </p:cNvPr>
          <p:cNvSpPr txBox="1"/>
          <p:nvPr/>
        </p:nvSpPr>
        <p:spPr>
          <a:xfrm>
            <a:off x="5509359" y="3911138"/>
            <a:ext cx="2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D4E16AA6-FC87-8E51-01D8-782C998B3C62}"/>
              </a:ext>
            </a:extLst>
          </p:cNvPr>
          <p:cNvCxnSpPr>
            <a:cxnSpLocks/>
            <a:endCxn id="69" idx="1"/>
          </p:cNvCxnSpPr>
          <p:nvPr/>
        </p:nvCxnSpPr>
        <p:spPr>
          <a:xfrm flipH="1">
            <a:off x="2234898" y="4069607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DD575A28-1925-E641-7AF1-BFDB5C1AAC79}"/>
              </a:ext>
            </a:extLst>
          </p:cNvPr>
          <p:cNvSpPr txBox="1"/>
          <p:nvPr/>
        </p:nvSpPr>
        <p:spPr>
          <a:xfrm>
            <a:off x="2234898" y="433992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A6C1C8DB-572D-D29D-24B9-6D904308CCD1}"/>
              </a:ext>
            </a:extLst>
          </p:cNvPr>
          <p:cNvCxnSpPr>
            <a:cxnSpLocks/>
          </p:cNvCxnSpPr>
          <p:nvPr/>
        </p:nvCxnSpPr>
        <p:spPr>
          <a:xfrm>
            <a:off x="2289137" y="4069607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9AAC013-D001-4863-D74E-692FB2FA3E5F}"/>
              </a:ext>
            </a:extLst>
          </p:cNvPr>
          <p:cNvSpPr txBox="1"/>
          <p:nvPr/>
        </p:nvSpPr>
        <p:spPr>
          <a:xfrm>
            <a:off x="2095769" y="435643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FC55500B-0732-B946-8E6C-59A39C1932DA}"/>
              </a:ext>
            </a:extLst>
          </p:cNvPr>
          <p:cNvCxnSpPr>
            <a:cxnSpLocks/>
            <a:endCxn id="112" idx="1"/>
          </p:cNvCxnSpPr>
          <p:nvPr/>
        </p:nvCxnSpPr>
        <p:spPr>
          <a:xfrm flipH="1">
            <a:off x="1691116" y="4080082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042BB631-ACF4-7ADE-BA54-9065B52DD641}"/>
              </a:ext>
            </a:extLst>
          </p:cNvPr>
          <p:cNvSpPr txBox="1"/>
          <p:nvPr/>
        </p:nvSpPr>
        <p:spPr>
          <a:xfrm>
            <a:off x="1541272" y="435340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847F99DA-7427-F171-F1CF-F8698994CAFE}"/>
              </a:ext>
            </a:extLst>
          </p:cNvPr>
          <p:cNvSpPr txBox="1"/>
          <p:nvPr/>
        </p:nvSpPr>
        <p:spPr>
          <a:xfrm>
            <a:off x="1691116" y="435040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D90FEFFE-5103-F341-03C7-F7F336C72F3B}"/>
              </a:ext>
            </a:extLst>
          </p:cNvPr>
          <p:cNvCxnSpPr>
            <a:cxnSpLocks/>
          </p:cNvCxnSpPr>
          <p:nvPr/>
        </p:nvCxnSpPr>
        <p:spPr>
          <a:xfrm>
            <a:off x="1745355" y="4080082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A3BC9F48-F5C5-1E2E-81D7-5CAC00F670CF}"/>
              </a:ext>
            </a:extLst>
          </p:cNvPr>
          <p:cNvCxnSpPr>
            <a:cxnSpLocks/>
            <a:endCxn id="116" idx="1"/>
          </p:cNvCxnSpPr>
          <p:nvPr/>
        </p:nvCxnSpPr>
        <p:spPr>
          <a:xfrm flipH="1">
            <a:off x="2846682" y="4047800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335A60E9-5AF9-F16E-9C41-892BFD9697FF}"/>
              </a:ext>
            </a:extLst>
          </p:cNvPr>
          <p:cNvSpPr txBox="1"/>
          <p:nvPr/>
        </p:nvSpPr>
        <p:spPr>
          <a:xfrm>
            <a:off x="2696838" y="432111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E804995E-3C05-6A97-984D-D03DFF7417F2}"/>
              </a:ext>
            </a:extLst>
          </p:cNvPr>
          <p:cNvSpPr txBox="1"/>
          <p:nvPr/>
        </p:nvSpPr>
        <p:spPr>
          <a:xfrm>
            <a:off x="2846682" y="431811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5B2ED6F7-E61C-03DD-C01C-DCA421F895A8}"/>
              </a:ext>
            </a:extLst>
          </p:cNvPr>
          <p:cNvCxnSpPr>
            <a:cxnSpLocks/>
          </p:cNvCxnSpPr>
          <p:nvPr/>
        </p:nvCxnSpPr>
        <p:spPr>
          <a:xfrm>
            <a:off x="2900921" y="4047800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C4581D6E-43F6-D0FF-D3AE-39C250D2E496}"/>
              </a:ext>
            </a:extLst>
          </p:cNvPr>
          <p:cNvCxnSpPr>
            <a:cxnSpLocks/>
            <a:endCxn id="134" idx="1"/>
          </p:cNvCxnSpPr>
          <p:nvPr/>
        </p:nvCxnSpPr>
        <p:spPr>
          <a:xfrm flipH="1">
            <a:off x="3468598" y="4086220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E39BBB8-01C1-446F-8A77-089D844FB344}"/>
              </a:ext>
            </a:extLst>
          </p:cNvPr>
          <p:cNvSpPr txBox="1"/>
          <p:nvPr/>
        </p:nvSpPr>
        <p:spPr>
          <a:xfrm>
            <a:off x="3318754" y="435953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74837B00-7910-3F0A-4ADE-9778156781D3}"/>
              </a:ext>
            </a:extLst>
          </p:cNvPr>
          <p:cNvSpPr txBox="1"/>
          <p:nvPr/>
        </p:nvSpPr>
        <p:spPr>
          <a:xfrm>
            <a:off x="3468598" y="435653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C8DB2270-CCA9-BA48-B57E-BE4E1747F710}"/>
              </a:ext>
            </a:extLst>
          </p:cNvPr>
          <p:cNvCxnSpPr>
            <a:cxnSpLocks/>
          </p:cNvCxnSpPr>
          <p:nvPr/>
        </p:nvCxnSpPr>
        <p:spPr>
          <a:xfrm>
            <a:off x="3522837" y="4086220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00C51FF7-13F9-3351-F290-36CF7AB54D88}"/>
              </a:ext>
            </a:extLst>
          </p:cNvPr>
          <p:cNvCxnSpPr>
            <a:cxnSpLocks/>
            <a:endCxn id="138" idx="1"/>
          </p:cNvCxnSpPr>
          <p:nvPr/>
        </p:nvCxnSpPr>
        <p:spPr>
          <a:xfrm flipH="1">
            <a:off x="3902042" y="4080082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ED8B18D6-E511-6F11-1395-20826A51D258}"/>
              </a:ext>
            </a:extLst>
          </p:cNvPr>
          <p:cNvSpPr txBox="1"/>
          <p:nvPr/>
        </p:nvSpPr>
        <p:spPr>
          <a:xfrm>
            <a:off x="3752198" y="435340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7915A7C5-D525-317E-7778-D3781FD6B192}"/>
              </a:ext>
            </a:extLst>
          </p:cNvPr>
          <p:cNvSpPr txBox="1"/>
          <p:nvPr/>
        </p:nvSpPr>
        <p:spPr>
          <a:xfrm>
            <a:off x="3902042" y="435040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E8AEF784-0F4F-B47B-975C-B46D7C05EF2D}"/>
              </a:ext>
            </a:extLst>
          </p:cNvPr>
          <p:cNvCxnSpPr>
            <a:cxnSpLocks/>
          </p:cNvCxnSpPr>
          <p:nvPr/>
        </p:nvCxnSpPr>
        <p:spPr>
          <a:xfrm>
            <a:off x="3956281" y="4080082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A3B3D4BE-AE53-1E59-309F-EEFA10771794}"/>
              </a:ext>
            </a:extLst>
          </p:cNvPr>
          <p:cNvCxnSpPr>
            <a:cxnSpLocks/>
            <a:endCxn id="149" idx="1"/>
          </p:cNvCxnSpPr>
          <p:nvPr/>
        </p:nvCxnSpPr>
        <p:spPr>
          <a:xfrm flipH="1">
            <a:off x="4523654" y="4080082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" name="文本框 144">
            <a:extLst>
              <a:ext uri="{FF2B5EF4-FFF2-40B4-BE49-F238E27FC236}">
                <a16:creationId xmlns:a16="http://schemas.microsoft.com/office/drawing/2014/main" id="{C2DB1694-10F4-D75C-1701-8C49145DAAC4}"/>
              </a:ext>
            </a:extLst>
          </p:cNvPr>
          <p:cNvSpPr txBox="1"/>
          <p:nvPr/>
        </p:nvSpPr>
        <p:spPr>
          <a:xfrm>
            <a:off x="4373810" y="435340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9AB57BAD-68E4-E5A8-CD6D-1F6AFBBFE0C6}"/>
              </a:ext>
            </a:extLst>
          </p:cNvPr>
          <p:cNvSpPr txBox="1"/>
          <p:nvPr/>
        </p:nvSpPr>
        <p:spPr>
          <a:xfrm>
            <a:off x="4523654" y="435040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C4022510-FFAA-6503-2646-94AE9A276834}"/>
              </a:ext>
            </a:extLst>
          </p:cNvPr>
          <p:cNvCxnSpPr>
            <a:cxnSpLocks/>
          </p:cNvCxnSpPr>
          <p:nvPr/>
        </p:nvCxnSpPr>
        <p:spPr>
          <a:xfrm>
            <a:off x="4577893" y="4080082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1C68778D-6140-5474-4B97-443598C1E6FF}"/>
              </a:ext>
            </a:extLst>
          </p:cNvPr>
          <p:cNvCxnSpPr>
            <a:cxnSpLocks/>
            <a:endCxn id="155" idx="1"/>
          </p:cNvCxnSpPr>
          <p:nvPr/>
        </p:nvCxnSpPr>
        <p:spPr>
          <a:xfrm flipH="1">
            <a:off x="4974098" y="4080082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文本框 153">
            <a:extLst>
              <a:ext uri="{FF2B5EF4-FFF2-40B4-BE49-F238E27FC236}">
                <a16:creationId xmlns:a16="http://schemas.microsoft.com/office/drawing/2014/main" id="{0E732B44-F718-5C4B-71AF-C6A05A0B5AD1}"/>
              </a:ext>
            </a:extLst>
          </p:cNvPr>
          <p:cNvSpPr txBox="1"/>
          <p:nvPr/>
        </p:nvSpPr>
        <p:spPr>
          <a:xfrm>
            <a:off x="4824254" y="435340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97E3C691-68D0-964B-CA2F-C13FC0B60949}"/>
              </a:ext>
            </a:extLst>
          </p:cNvPr>
          <p:cNvSpPr txBox="1"/>
          <p:nvPr/>
        </p:nvSpPr>
        <p:spPr>
          <a:xfrm>
            <a:off x="4974098" y="435040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C25CB43E-3DBD-8F5A-E7D1-A1ED39799F50}"/>
              </a:ext>
            </a:extLst>
          </p:cNvPr>
          <p:cNvCxnSpPr>
            <a:cxnSpLocks/>
          </p:cNvCxnSpPr>
          <p:nvPr/>
        </p:nvCxnSpPr>
        <p:spPr>
          <a:xfrm>
            <a:off x="5028337" y="4080082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0B8BE82F-4714-B213-E22A-BB1C2363348B}"/>
              </a:ext>
            </a:extLst>
          </p:cNvPr>
          <p:cNvCxnSpPr>
            <a:cxnSpLocks/>
            <a:endCxn id="159" idx="1"/>
          </p:cNvCxnSpPr>
          <p:nvPr/>
        </p:nvCxnSpPr>
        <p:spPr>
          <a:xfrm flipH="1">
            <a:off x="5604718" y="4080082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9BDDC583-A596-5CF4-F507-9D2A4338E9CC}"/>
              </a:ext>
            </a:extLst>
          </p:cNvPr>
          <p:cNvSpPr txBox="1"/>
          <p:nvPr/>
        </p:nvSpPr>
        <p:spPr>
          <a:xfrm>
            <a:off x="5454874" y="435340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BFCB5512-22B2-4871-CE8C-BDD857B7DEA9}"/>
              </a:ext>
            </a:extLst>
          </p:cNvPr>
          <p:cNvSpPr txBox="1"/>
          <p:nvPr/>
        </p:nvSpPr>
        <p:spPr>
          <a:xfrm>
            <a:off x="5604718" y="435040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371EC84F-01B1-D543-E19A-6401389F2981}"/>
              </a:ext>
            </a:extLst>
          </p:cNvPr>
          <p:cNvCxnSpPr>
            <a:cxnSpLocks/>
          </p:cNvCxnSpPr>
          <p:nvPr/>
        </p:nvCxnSpPr>
        <p:spPr>
          <a:xfrm>
            <a:off x="5658957" y="4080082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11A06FEE-2ACB-855A-C5E5-42CB31B98AD6}"/>
              </a:ext>
            </a:extLst>
          </p:cNvPr>
          <p:cNvCxnSpPr>
            <a:cxnSpLocks/>
          </p:cNvCxnSpPr>
          <p:nvPr/>
        </p:nvCxnSpPr>
        <p:spPr>
          <a:xfrm flipH="1">
            <a:off x="7521547" y="2610518"/>
            <a:ext cx="993583" cy="4857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文本框 161">
            <a:extLst>
              <a:ext uri="{FF2B5EF4-FFF2-40B4-BE49-F238E27FC236}">
                <a16:creationId xmlns:a16="http://schemas.microsoft.com/office/drawing/2014/main" id="{CA8C33B6-8F15-5764-0200-6A60DFD07CA8}"/>
              </a:ext>
            </a:extLst>
          </p:cNvPr>
          <p:cNvSpPr txBox="1"/>
          <p:nvPr/>
        </p:nvSpPr>
        <p:spPr>
          <a:xfrm>
            <a:off x="7361865" y="292807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038F348A-5CBB-DF04-5275-5466D226217D}"/>
              </a:ext>
            </a:extLst>
          </p:cNvPr>
          <p:cNvSpPr txBox="1"/>
          <p:nvPr/>
        </p:nvSpPr>
        <p:spPr>
          <a:xfrm>
            <a:off x="9486870" y="292581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86084B65-5426-E6F6-DF04-3FDAA344A853}"/>
              </a:ext>
            </a:extLst>
          </p:cNvPr>
          <p:cNvCxnSpPr>
            <a:cxnSpLocks/>
          </p:cNvCxnSpPr>
          <p:nvPr/>
        </p:nvCxnSpPr>
        <p:spPr>
          <a:xfrm>
            <a:off x="8515130" y="2610518"/>
            <a:ext cx="1110560" cy="521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CEA1C24C-73E6-74F3-5597-7A824F9D8042}"/>
              </a:ext>
            </a:extLst>
          </p:cNvPr>
          <p:cNvCxnSpPr>
            <a:cxnSpLocks/>
          </p:cNvCxnSpPr>
          <p:nvPr/>
        </p:nvCxnSpPr>
        <p:spPr>
          <a:xfrm flipH="1">
            <a:off x="6846431" y="3115740"/>
            <a:ext cx="662548" cy="4784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6BDA45AB-D7EF-210D-ACC5-302E92F86269}"/>
              </a:ext>
            </a:extLst>
          </p:cNvPr>
          <p:cNvSpPr txBox="1"/>
          <p:nvPr/>
        </p:nvSpPr>
        <p:spPr>
          <a:xfrm>
            <a:off x="6699713" y="341924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FE62009D-5DBC-7486-394D-219F885BD3C1}"/>
              </a:ext>
            </a:extLst>
          </p:cNvPr>
          <p:cNvSpPr txBox="1"/>
          <p:nvPr/>
        </p:nvSpPr>
        <p:spPr>
          <a:xfrm>
            <a:off x="7921185" y="340951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FABFACF0-C1B8-3D14-58F7-9442A324D0DD}"/>
              </a:ext>
            </a:extLst>
          </p:cNvPr>
          <p:cNvCxnSpPr>
            <a:cxnSpLocks/>
          </p:cNvCxnSpPr>
          <p:nvPr/>
        </p:nvCxnSpPr>
        <p:spPr>
          <a:xfrm>
            <a:off x="7508979" y="3115740"/>
            <a:ext cx="549904" cy="4784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4D742C73-31CA-50A7-8C10-E6EFAE1AC4DC}"/>
              </a:ext>
            </a:extLst>
          </p:cNvPr>
          <p:cNvCxnSpPr>
            <a:cxnSpLocks/>
          </p:cNvCxnSpPr>
          <p:nvPr/>
        </p:nvCxnSpPr>
        <p:spPr>
          <a:xfrm flipH="1">
            <a:off x="9121170" y="3127696"/>
            <a:ext cx="504520" cy="4664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1" name="文本框 200">
            <a:extLst>
              <a:ext uri="{FF2B5EF4-FFF2-40B4-BE49-F238E27FC236}">
                <a16:creationId xmlns:a16="http://schemas.microsoft.com/office/drawing/2014/main" id="{83425C36-ACAA-CD92-C09A-9043AAE952E8}"/>
              </a:ext>
            </a:extLst>
          </p:cNvPr>
          <p:cNvSpPr txBox="1"/>
          <p:nvPr/>
        </p:nvSpPr>
        <p:spPr>
          <a:xfrm>
            <a:off x="8969575" y="340501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69FDA43D-5FC0-6B63-51B7-4B9B0DF2B28F}"/>
              </a:ext>
            </a:extLst>
          </p:cNvPr>
          <p:cNvSpPr txBox="1"/>
          <p:nvPr/>
        </p:nvSpPr>
        <p:spPr>
          <a:xfrm>
            <a:off x="10042967" y="341924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EEF84106-84D9-9204-A537-DF4C5084FD06}"/>
              </a:ext>
            </a:extLst>
          </p:cNvPr>
          <p:cNvCxnSpPr>
            <a:cxnSpLocks/>
          </p:cNvCxnSpPr>
          <p:nvPr/>
        </p:nvCxnSpPr>
        <p:spPr>
          <a:xfrm>
            <a:off x="9625690" y="3127696"/>
            <a:ext cx="567535" cy="5048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767350D4-15AE-562F-CCB9-7A87344ED086}"/>
              </a:ext>
            </a:extLst>
          </p:cNvPr>
          <p:cNvCxnSpPr>
            <a:cxnSpLocks/>
          </p:cNvCxnSpPr>
          <p:nvPr/>
        </p:nvCxnSpPr>
        <p:spPr>
          <a:xfrm flipH="1">
            <a:off x="7733441" y="3591177"/>
            <a:ext cx="326564" cy="4534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" name="文本框 204">
            <a:extLst>
              <a:ext uri="{FF2B5EF4-FFF2-40B4-BE49-F238E27FC236}">
                <a16:creationId xmlns:a16="http://schemas.microsoft.com/office/drawing/2014/main" id="{E10A54CF-4548-BBB1-0F90-DD1B8F826AD8}"/>
              </a:ext>
            </a:extLst>
          </p:cNvPr>
          <p:cNvSpPr txBox="1"/>
          <p:nvPr/>
        </p:nvSpPr>
        <p:spPr>
          <a:xfrm>
            <a:off x="7594621" y="385999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30AE9313-6935-4C06-4E80-5662E29CA18D}"/>
              </a:ext>
            </a:extLst>
          </p:cNvPr>
          <p:cNvCxnSpPr>
            <a:cxnSpLocks/>
          </p:cNvCxnSpPr>
          <p:nvPr/>
        </p:nvCxnSpPr>
        <p:spPr>
          <a:xfrm>
            <a:off x="6846883" y="3608399"/>
            <a:ext cx="298567" cy="450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" name="文本框 206">
            <a:extLst>
              <a:ext uri="{FF2B5EF4-FFF2-40B4-BE49-F238E27FC236}">
                <a16:creationId xmlns:a16="http://schemas.microsoft.com/office/drawing/2014/main" id="{8770B608-3DF7-A54B-9CEC-CC99A106943C}"/>
              </a:ext>
            </a:extLst>
          </p:cNvPr>
          <p:cNvSpPr txBox="1"/>
          <p:nvPr/>
        </p:nvSpPr>
        <p:spPr>
          <a:xfrm>
            <a:off x="6434911" y="383364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C5E19E49-0AD7-69E2-1FB7-E5CB5159555F}"/>
              </a:ext>
            </a:extLst>
          </p:cNvPr>
          <p:cNvSpPr txBox="1"/>
          <p:nvPr/>
        </p:nvSpPr>
        <p:spPr>
          <a:xfrm>
            <a:off x="6988305" y="3859995"/>
            <a:ext cx="2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1AE0EA38-9D50-882A-15BD-648D08F7E651}"/>
              </a:ext>
            </a:extLst>
          </p:cNvPr>
          <p:cNvCxnSpPr>
            <a:cxnSpLocks/>
          </p:cNvCxnSpPr>
          <p:nvPr/>
        </p:nvCxnSpPr>
        <p:spPr>
          <a:xfrm flipH="1">
            <a:off x="6571660" y="3594178"/>
            <a:ext cx="270034" cy="450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0" name="文本框 209">
            <a:extLst>
              <a:ext uri="{FF2B5EF4-FFF2-40B4-BE49-F238E27FC236}">
                <a16:creationId xmlns:a16="http://schemas.microsoft.com/office/drawing/2014/main" id="{D1230378-9575-8DD9-138C-A3C45FE8B1CF}"/>
              </a:ext>
            </a:extLst>
          </p:cNvPr>
          <p:cNvSpPr txBox="1"/>
          <p:nvPr/>
        </p:nvSpPr>
        <p:spPr>
          <a:xfrm>
            <a:off x="8394907" y="240446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00D9426B-EDF4-9567-93D6-1412572243FA}"/>
              </a:ext>
            </a:extLst>
          </p:cNvPr>
          <p:cNvCxnSpPr>
            <a:cxnSpLocks/>
          </p:cNvCxnSpPr>
          <p:nvPr/>
        </p:nvCxnSpPr>
        <p:spPr>
          <a:xfrm>
            <a:off x="8066254" y="3608399"/>
            <a:ext cx="298567" cy="450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FF0F0873-7982-BD7A-935B-0AEDDE6F4D94}"/>
              </a:ext>
            </a:extLst>
          </p:cNvPr>
          <p:cNvSpPr txBox="1"/>
          <p:nvPr/>
        </p:nvSpPr>
        <p:spPr>
          <a:xfrm>
            <a:off x="8216537" y="3859995"/>
            <a:ext cx="2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588997DF-8A54-B4ED-EC8D-AD4C8187BB89}"/>
              </a:ext>
            </a:extLst>
          </p:cNvPr>
          <p:cNvCxnSpPr>
            <a:cxnSpLocks/>
          </p:cNvCxnSpPr>
          <p:nvPr/>
        </p:nvCxnSpPr>
        <p:spPr>
          <a:xfrm flipH="1">
            <a:off x="8786728" y="3591177"/>
            <a:ext cx="326564" cy="4534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4" name="文本框 213">
            <a:extLst>
              <a:ext uri="{FF2B5EF4-FFF2-40B4-BE49-F238E27FC236}">
                <a16:creationId xmlns:a16="http://schemas.microsoft.com/office/drawing/2014/main" id="{E7AECA84-40BF-E3E5-2320-30F03EF759FA}"/>
              </a:ext>
            </a:extLst>
          </p:cNvPr>
          <p:cNvSpPr txBox="1"/>
          <p:nvPr/>
        </p:nvSpPr>
        <p:spPr>
          <a:xfrm>
            <a:off x="8647908" y="385999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F69360B1-D726-EF85-41AB-50CEC7B88D4D}"/>
              </a:ext>
            </a:extLst>
          </p:cNvPr>
          <p:cNvCxnSpPr>
            <a:cxnSpLocks/>
          </p:cNvCxnSpPr>
          <p:nvPr/>
        </p:nvCxnSpPr>
        <p:spPr>
          <a:xfrm>
            <a:off x="9119541" y="3608399"/>
            <a:ext cx="298567" cy="450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6" name="文本框 215">
            <a:extLst>
              <a:ext uri="{FF2B5EF4-FFF2-40B4-BE49-F238E27FC236}">
                <a16:creationId xmlns:a16="http://schemas.microsoft.com/office/drawing/2014/main" id="{4E7302B2-E1B1-7205-53A9-4004340C9720}"/>
              </a:ext>
            </a:extLst>
          </p:cNvPr>
          <p:cNvSpPr txBox="1"/>
          <p:nvPr/>
        </p:nvSpPr>
        <p:spPr>
          <a:xfrm>
            <a:off x="9269824" y="3859995"/>
            <a:ext cx="2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F329E385-10CA-876C-AB0D-AA65DA6E5D19}"/>
              </a:ext>
            </a:extLst>
          </p:cNvPr>
          <p:cNvCxnSpPr>
            <a:cxnSpLocks/>
          </p:cNvCxnSpPr>
          <p:nvPr/>
        </p:nvCxnSpPr>
        <p:spPr>
          <a:xfrm flipH="1">
            <a:off x="9858783" y="3606899"/>
            <a:ext cx="326564" cy="4534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8" name="文本框 217">
            <a:extLst>
              <a:ext uri="{FF2B5EF4-FFF2-40B4-BE49-F238E27FC236}">
                <a16:creationId xmlns:a16="http://schemas.microsoft.com/office/drawing/2014/main" id="{433D3ECC-E24D-0DB3-31E6-9A3D22D6CCBD}"/>
              </a:ext>
            </a:extLst>
          </p:cNvPr>
          <p:cNvSpPr txBox="1"/>
          <p:nvPr/>
        </p:nvSpPr>
        <p:spPr>
          <a:xfrm>
            <a:off x="9719963" y="387571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6EBFC1B9-A4ED-EB6B-004B-D9611215BF17}"/>
              </a:ext>
            </a:extLst>
          </p:cNvPr>
          <p:cNvCxnSpPr>
            <a:cxnSpLocks/>
            <a:endCxn id="222" idx="1"/>
          </p:cNvCxnSpPr>
          <p:nvPr/>
        </p:nvCxnSpPr>
        <p:spPr>
          <a:xfrm flipH="1">
            <a:off x="7067418" y="4034186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2" name="文本框 221">
            <a:extLst>
              <a:ext uri="{FF2B5EF4-FFF2-40B4-BE49-F238E27FC236}">
                <a16:creationId xmlns:a16="http://schemas.microsoft.com/office/drawing/2014/main" id="{6AB92317-81B6-C34A-073F-EB6AB2485AFD}"/>
              </a:ext>
            </a:extLst>
          </p:cNvPr>
          <p:cNvSpPr txBox="1"/>
          <p:nvPr/>
        </p:nvSpPr>
        <p:spPr>
          <a:xfrm>
            <a:off x="7067418" y="430450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41793782-0764-9633-CE73-4FFF8D0459FF}"/>
              </a:ext>
            </a:extLst>
          </p:cNvPr>
          <p:cNvCxnSpPr>
            <a:cxnSpLocks/>
          </p:cNvCxnSpPr>
          <p:nvPr/>
        </p:nvCxnSpPr>
        <p:spPr>
          <a:xfrm>
            <a:off x="7121657" y="4034186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F3BBB97F-928F-1601-E4C9-308230B8BA24}"/>
              </a:ext>
            </a:extLst>
          </p:cNvPr>
          <p:cNvSpPr txBox="1"/>
          <p:nvPr/>
        </p:nvSpPr>
        <p:spPr>
          <a:xfrm>
            <a:off x="6928289" y="432101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C34AE956-4DA7-7975-EB0D-BC7BC6573BAB}"/>
              </a:ext>
            </a:extLst>
          </p:cNvPr>
          <p:cNvCxnSpPr>
            <a:cxnSpLocks/>
            <a:endCxn id="227" idx="1"/>
          </p:cNvCxnSpPr>
          <p:nvPr/>
        </p:nvCxnSpPr>
        <p:spPr>
          <a:xfrm flipH="1">
            <a:off x="6523636" y="4044661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6" name="文本框 225">
            <a:extLst>
              <a:ext uri="{FF2B5EF4-FFF2-40B4-BE49-F238E27FC236}">
                <a16:creationId xmlns:a16="http://schemas.microsoft.com/office/drawing/2014/main" id="{7E381C98-2F82-556B-A6A1-9D340C8A28D3}"/>
              </a:ext>
            </a:extLst>
          </p:cNvPr>
          <p:cNvSpPr txBox="1"/>
          <p:nvPr/>
        </p:nvSpPr>
        <p:spPr>
          <a:xfrm>
            <a:off x="6373792" y="431798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E1CCF38A-F2B3-107A-699D-D2D79EE18938}"/>
              </a:ext>
            </a:extLst>
          </p:cNvPr>
          <p:cNvSpPr txBox="1"/>
          <p:nvPr/>
        </p:nvSpPr>
        <p:spPr>
          <a:xfrm>
            <a:off x="6523636" y="431497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FE201F7E-15C3-A34C-3B7D-3ED79F1A1741}"/>
              </a:ext>
            </a:extLst>
          </p:cNvPr>
          <p:cNvCxnSpPr>
            <a:cxnSpLocks/>
          </p:cNvCxnSpPr>
          <p:nvPr/>
        </p:nvCxnSpPr>
        <p:spPr>
          <a:xfrm>
            <a:off x="6577875" y="4044661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7400D83C-9160-6C1F-A1B1-1DA1AC50AED5}"/>
              </a:ext>
            </a:extLst>
          </p:cNvPr>
          <p:cNvCxnSpPr>
            <a:cxnSpLocks/>
            <a:endCxn id="231" idx="1"/>
          </p:cNvCxnSpPr>
          <p:nvPr/>
        </p:nvCxnSpPr>
        <p:spPr>
          <a:xfrm flipH="1">
            <a:off x="7679202" y="4012379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0" name="文本框 229">
            <a:extLst>
              <a:ext uri="{FF2B5EF4-FFF2-40B4-BE49-F238E27FC236}">
                <a16:creationId xmlns:a16="http://schemas.microsoft.com/office/drawing/2014/main" id="{8FCCEB06-4DD9-2460-18DB-2E63DA0BBC2B}"/>
              </a:ext>
            </a:extLst>
          </p:cNvPr>
          <p:cNvSpPr txBox="1"/>
          <p:nvPr/>
        </p:nvSpPr>
        <p:spPr>
          <a:xfrm>
            <a:off x="7529358" y="428569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091E12C3-FAB7-0421-4D0D-561F925250DF}"/>
              </a:ext>
            </a:extLst>
          </p:cNvPr>
          <p:cNvSpPr txBox="1"/>
          <p:nvPr/>
        </p:nvSpPr>
        <p:spPr>
          <a:xfrm>
            <a:off x="7679202" y="428269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6AC519B6-A0A1-06A9-9DC5-677F69A0CA02}"/>
              </a:ext>
            </a:extLst>
          </p:cNvPr>
          <p:cNvCxnSpPr>
            <a:cxnSpLocks/>
          </p:cNvCxnSpPr>
          <p:nvPr/>
        </p:nvCxnSpPr>
        <p:spPr>
          <a:xfrm>
            <a:off x="7733441" y="4012379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ACC03D61-0583-5C1B-0662-A258D0FD49BE}"/>
              </a:ext>
            </a:extLst>
          </p:cNvPr>
          <p:cNvCxnSpPr>
            <a:cxnSpLocks/>
            <a:endCxn id="235" idx="1"/>
          </p:cNvCxnSpPr>
          <p:nvPr/>
        </p:nvCxnSpPr>
        <p:spPr>
          <a:xfrm flipH="1">
            <a:off x="8301118" y="4050799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4" name="文本框 233">
            <a:extLst>
              <a:ext uri="{FF2B5EF4-FFF2-40B4-BE49-F238E27FC236}">
                <a16:creationId xmlns:a16="http://schemas.microsoft.com/office/drawing/2014/main" id="{726B8CC4-2E59-795C-94E3-7EFBE2D47B2D}"/>
              </a:ext>
            </a:extLst>
          </p:cNvPr>
          <p:cNvSpPr txBox="1"/>
          <p:nvPr/>
        </p:nvSpPr>
        <p:spPr>
          <a:xfrm>
            <a:off x="8151274" y="432411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3C8F9B1D-015A-9BF4-C2DB-B4A62D0879E6}"/>
              </a:ext>
            </a:extLst>
          </p:cNvPr>
          <p:cNvSpPr txBox="1"/>
          <p:nvPr/>
        </p:nvSpPr>
        <p:spPr>
          <a:xfrm>
            <a:off x="8301118" y="432111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6FA07BC3-3E63-5494-688E-CAC5CF8905CD}"/>
              </a:ext>
            </a:extLst>
          </p:cNvPr>
          <p:cNvCxnSpPr>
            <a:cxnSpLocks/>
          </p:cNvCxnSpPr>
          <p:nvPr/>
        </p:nvCxnSpPr>
        <p:spPr>
          <a:xfrm>
            <a:off x="8355357" y="4050799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3B2FEC3F-38DB-0FA5-C357-44EC22C392A9}"/>
              </a:ext>
            </a:extLst>
          </p:cNvPr>
          <p:cNvCxnSpPr>
            <a:cxnSpLocks/>
            <a:endCxn id="239" idx="1"/>
          </p:cNvCxnSpPr>
          <p:nvPr/>
        </p:nvCxnSpPr>
        <p:spPr>
          <a:xfrm flipH="1">
            <a:off x="8734562" y="4044661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8" name="文本框 237">
            <a:extLst>
              <a:ext uri="{FF2B5EF4-FFF2-40B4-BE49-F238E27FC236}">
                <a16:creationId xmlns:a16="http://schemas.microsoft.com/office/drawing/2014/main" id="{52F5F096-3410-2601-715E-D47D849A7F07}"/>
              </a:ext>
            </a:extLst>
          </p:cNvPr>
          <p:cNvSpPr txBox="1"/>
          <p:nvPr/>
        </p:nvSpPr>
        <p:spPr>
          <a:xfrm>
            <a:off x="8584718" y="431798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D7F66FDE-8FA5-D8AC-496C-978CCC11B6E5}"/>
              </a:ext>
            </a:extLst>
          </p:cNvPr>
          <p:cNvSpPr txBox="1"/>
          <p:nvPr/>
        </p:nvSpPr>
        <p:spPr>
          <a:xfrm>
            <a:off x="8734562" y="431497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40" name="直接连接符 239">
            <a:extLst>
              <a:ext uri="{FF2B5EF4-FFF2-40B4-BE49-F238E27FC236}">
                <a16:creationId xmlns:a16="http://schemas.microsoft.com/office/drawing/2014/main" id="{2DB2279A-DA2D-863C-75F1-C0167546A181}"/>
              </a:ext>
            </a:extLst>
          </p:cNvPr>
          <p:cNvCxnSpPr>
            <a:cxnSpLocks/>
          </p:cNvCxnSpPr>
          <p:nvPr/>
        </p:nvCxnSpPr>
        <p:spPr>
          <a:xfrm>
            <a:off x="8788801" y="4044661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1" name="直接连接符 240">
            <a:extLst>
              <a:ext uri="{FF2B5EF4-FFF2-40B4-BE49-F238E27FC236}">
                <a16:creationId xmlns:a16="http://schemas.microsoft.com/office/drawing/2014/main" id="{772EA0A0-0C11-CD80-987A-0B045BADF180}"/>
              </a:ext>
            </a:extLst>
          </p:cNvPr>
          <p:cNvCxnSpPr>
            <a:cxnSpLocks/>
            <a:endCxn id="243" idx="1"/>
          </p:cNvCxnSpPr>
          <p:nvPr/>
        </p:nvCxnSpPr>
        <p:spPr>
          <a:xfrm flipH="1">
            <a:off x="9356174" y="4044661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2" name="文本框 241">
            <a:extLst>
              <a:ext uri="{FF2B5EF4-FFF2-40B4-BE49-F238E27FC236}">
                <a16:creationId xmlns:a16="http://schemas.microsoft.com/office/drawing/2014/main" id="{C8A357C3-6777-5A5D-D28F-FFFAA614A8F7}"/>
              </a:ext>
            </a:extLst>
          </p:cNvPr>
          <p:cNvSpPr txBox="1"/>
          <p:nvPr/>
        </p:nvSpPr>
        <p:spPr>
          <a:xfrm>
            <a:off x="9206330" y="431798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96E52D19-12BD-7DCF-BDE9-DE30B12CE1D3}"/>
              </a:ext>
            </a:extLst>
          </p:cNvPr>
          <p:cNvSpPr txBox="1"/>
          <p:nvPr/>
        </p:nvSpPr>
        <p:spPr>
          <a:xfrm>
            <a:off x="9356174" y="431497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F831B3FF-539E-AA77-D890-1DDC2C23311B}"/>
              </a:ext>
            </a:extLst>
          </p:cNvPr>
          <p:cNvCxnSpPr>
            <a:cxnSpLocks/>
          </p:cNvCxnSpPr>
          <p:nvPr/>
        </p:nvCxnSpPr>
        <p:spPr>
          <a:xfrm>
            <a:off x="9410413" y="4044661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直接连接符 244">
            <a:extLst>
              <a:ext uri="{FF2B5EF4-FFF2-40B4-BE49-F238E27FC236}">
                <a16:creationId xmlns:a16="http://schemas.microsoft.com/office/drawing/2014/main" id="{8D785FC7-0404-2E9E-2F6C-90FA944A9B61}"/>
              </a:ext>
            </a:extLst>
          </p:cNvPr>
          <p:cNvCxnSpPr>
            <a:cxnSpLocks/>
            <a:endCxn id="247" idx="1"/>
          </p:cNvCxnSpPr>
          <p:nvPr/>
        </p:nvCxnSpPr>
        <p:spPr>
          <a:xfrm flipH="1">
            <a:off x="9806618" y="4044661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3E6700C-DD2C-959B-A105-4C42CDB0282F}"/>
              </a:ext>
            </a:extLst>
          </p:cNvPr>
          <p:cNvSpPr txBox="1"/>
          <p:nvPr/>
        </p:nvSpPr>
        <p:spPr>
          <a:xfrm>
            <a:off x="9656774" y="431798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3856E1EC-9638-EAF6-39D4-2F7B81105990}"/>
              </a:ext>
            </a:extLst>
          </p:cNvPr>
          <p:cNvSpPr txBox="1"/>
          <p:nvPr/>
        </p:nvSpPr>
        <p:spPr>
          <a:xfrm>
            <a:off x="9806618" y="431497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248" name="直接连接符 247">
            <a:extLst>
              <a:ext uri="{FF2B5EF4-FFF2-40B4-BE49-F238E27FC236}">
                <a16:creationId xmlns:a16="http://schemas.microsoft.com/office/drawing/2014/main" id="{2708B960-9526-B218-87CC-7A854CD85464}"/>
              </a:ext>
            </a:extLst>
          </p:cNvPr>
          <p:cNvCxnSpPr>
            <a:cxnSpLocks/>
          </p:cNvCxnSpPr>
          <p:nvPr/>
        </p:nvCxnSpPr>
        <p:spPr>
          <a:xfrm>
            <a:off x="9860857" y="4044661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4" name="直接连接符 313">
            <a:extLst>
              <a:ext uri="{FF2B5EF4-FFF2-40B4-BE49-F238E27FC236}">
                <a16:creationId xmlns:a16="http://schemas.microsoft.com/office/drawing/2014/main" id="{40270F2E-8269-AC03-B97B-62E6D9ED63BF}"/>
              </a:ext>
            </a:extLst>
          </p:cNvPr>
          <p:cNvCxnSpPr>
            <a:cxnSpLocks/>
          </p:cNvCxnSpPr>
          <p:nvPr/>
        </p:nvCxnSpPr>
        <p:spPr>
          <a:xfrm>
            <a:off x="8635413" y="1331764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6" name="文本框 315">
            <a:extLst>
              <a:ext uri="{FF2B5EF4-FFF2-40B4-BE49-F238E27FC236}">
                <a16:creationId xmlns:a16="http://schemas.microsoft.com/office/drawing/2014/main" id="{61C473DD-48F1-DC94-FD61-F0498831668D}"/>
              </a:ext>
            </a:extLst>
          </p:cNvPr>
          <p:cNvSpPr txBox="1"/>
          <p:nvPr/>
        </p:nvSpPr>
        <p:spPr>
          <a:xfrm>
            <a:off x="8572615" y="159764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317" name="直接连接符 316">
            <a:extLst>
              <a:ext uri="{FF2B5EF4-FFF2-40B4-BE49-F238E27FC236}">
                <a16:creationId xmlns:a16="http://schemas.microsoft.com/office/drawing/2014/main" id="{84FC1557-966F-1BF1-EBF8-A0E36E0027DA}"/>
              </a:ext>
            </a:extLst>
          </p:cNvPr>
          <p:cNvCxnSpPr>
            <a:cxnSpLocks/>
          </p:cNvCxnSpPr>
          <p:nvPr/>
        </p:nvCxnSpPr>
        <p:spPr>
          <a:xfrm flipH="1">
            <a:off x="9143089" y="1341529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9" name="文本框 318">
            <a:extLst>
              <a:ext uri="{FF2B5EF4-FFF2-40B4-BE49-F238E27FC236}">
                <a16:creationId xmlns:a16="http://schemas.microsoft.com/office/drawing/2014/main" id="{0629D7C3-CF82-3870-2494-D31FE482625C}"/>
              </a:ext>
            </a:extLst>
          </p:cNvPr>
          <p:cNvSpPr txBox="1"/>
          <p:nvPr/>
        </p:nvSpPr>
        <p:spPr>
          <a:xfrm>
            <a:off x="9001539" y="159764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320" name="文本框 319">
            <a:extLst>
              <a:ext uri="{FF2B5EF4-FFF2-40B4-BE49-F238E27FC236}">
                <a16:creationId xmlns:a16="http://schemas.microsoft.com/office/drawing/2014/main" id="{1F6D264E-3B0B-1823-A7D6-04360CD2768B}"/>
              </a:ext>
            </a:extLst>
          </p:cNvPr>
          <p:cNvSpPr txBox="1"/>
          <p:nvPr/>
        </p:nvSpPr>
        <p:spPr>
          <a:xfrm>
            <a:off x="1868058" y="1957366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21" name="文本框 320">
            <a:extLst>
              <a:ext uri="{FF2B5EF4-FFF2-40B4-BE49-F238E27FC236}">
                <a16:creationId xmlns:a16="http://schemas.microsoft.com/office/drawing/2014/main" id="{A875387C-1B76-59B1-FE75-5B8C78B496DA}"/>
              </a:ext>
            </a:extLst>
          </p:cNvPr>
          <p:cNvSpPr txBox="1"/>
          <p:nvPr/>
        </p:nvSpPr>
        <p:spPr>
          <a:xfrm>
            <a:off x="3603185" y="195949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322" name="文本框 321">
            <a:extLst>
              <a:ext uri="{FF2B5EF4-FFF2-40B4-BE49-F238E27FC236}">
                <a16:creationId xmlns:a16="http://schemas.microsoft.com/office/drawing/2014/main" id="{807B0D3B-3325-8086-E965-49412E0220D6}"/>
              </a:ext>
            </a:extLst>
          </p:cNvPr>
          <p:cNvSpPr txBox="1"/>
          <p:nvPr/>
        </p:nvSpPr>
        <p:spPr>
          <a:xfrm>
            <a:off x="5417830" y="1959495"/>
            <a:ext cx="357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F0DF3702-F6A5-3FE8-3AD1-1EB6D6545CF8}"/>
              </a:ext>
            </a:extLst>
          </p:cNvPr>
          <p:cNvSpPr txBox="1"/>
          <p:nvPr/>
        </p:nvSpPr>
        <p:spPr>
          <a:xfrm>
            <a:off x="7067511" y="195949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F78B7134-CF5F-DA01-6D12-F0D4F02D01E0}"/>
              </a:ext>
            </a:extLst>
          </p:cNvPr>
          <p:cNvSpPr txBox="1"/>
          <p:nvPr/>
        </p:nvSpPr>
        <p:spPr>
          <a:xfrm>
            <a:off x="8829636" y="196549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E</a:t>
            </a:r>
            <a:endParaRPr lang="zh-CN" altLang="en-US"/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0706FE67-4C0A-E4C5-4EE2-1E7669E0A079}"/>
              </a:ext>
            </a:extLst>
          </p:cNvPr>
          <p:cNvSpPr txBox="1"/>
          <p:nvPr/>
        </p:nvSpPr>
        <p:spPr>
          <a:xfrm>
            <a:off x="3454900" y="487379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F</a:t>
            </a:r>
            <a:endParaRPr lang="zh-CN" altLang="en-US"/>
          </a:p>
        </p:txBody>
      </p:sp>
      <p:sp>
        <p:nvSpPr>
          <p:cNvPr id="326" name="文本框 325">
            <a:extLst>
              <a:ext uri="{FF2B5EF4-FFF2-40B4-BE49-F238E27FC236}">
                <a16:creationId xmlns:a16="http://schemas.microsoft.com/office/drawing/2014/main" id="{A94B24CE-C7C4-5A93-A899-465FEEDDA838}"/>
              </a:ext>
            </a:extLst>
          </p:cNvPr>
          <p:cNvSpPr txBox="1"/>
          <p:nvPr/>
        </p:nvSpPr>
        <p:spPr>
          <a:xfrm>
            <a:off x="8247212" y="4824248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G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682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CFC7F-D68B-4AEA-C7D3-97E9F5576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6FDB5C2D-2C3E-93C0-FD82-F8CEA67889F3}"/>
              </a:ext>
            </a:extLst>
          </p:cNvPr>
          <p:cNvSpPr txBox="1"/>
          <p:nvPr/>
        </p:nvSpPr>
        <p:spPr>
          <a:xfrm>
            <a:off x="3937757" y="2783066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9C43ED-3AAA-94F0-F676-AC5A81298C32}"/>
              </a:ext>
            </a:extLst>
          </p:cNvPr>
          <p:cNvSpPr txBox="1"/>
          <p:nvPr/>
        </p:nvSpPr>
        <p:spPr>
          <a:xfrm>
            <a:off x="2778047" y="2756712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5B18242-29DD-056F-EBDD-87A14DCCC240}"/>
              </a:ext>
            </a:extLst>
          </p:cNvPr>
          <p:cNvSpPr txBox="1"/>
          <p:nvPr/>
        </p:nvSpPr>
        <p:spPr>
          <a:xfrm>
            <a:off x="3331441" y="2783066"/>
            <a:ext cx="2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B44901-7870-69DB-505D-5493D502C1E1}"/>
              </a:ext>
            </a:extLst>
          </p:cNvPr>
          <p:cNvSpPr txBox="1"/>
          <p:nvPr/>
        </p:nvSpPr>
        <p:spPr>
          <a:xfrm>
            <a:off x="5360824" y="2783066"/>
            <a:ext cx="2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63BD97E-0768-CDC4-2F3F-DC3C6F70C5A4}"/>
              </a:ext>
            </a:extLst>
          </p:cNvPr>
          <p:cNvSpPr txBox="1"/>
          <p:nvPr/>
        </p:nvSpPr>
        <p:spPr>
          <a:xfrm>
            <a:off x="5705100" y="279878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5AF3E09-2B6B-3587-ABF3-1E8968526779}"/>
              </a:ext>
            </a:extLst>
          </p:cNvPr>
          <p:cNvSpPr txBox="1"/>
          <p:nvPr/>
        </p:nvSpPr>
        <p:spPr>
          <a:xfrm>
            <a:off x="6327016" y="2798788"/>
            <a:ext cx="2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0A91E3-9556-F8C6-D369-E574D0998064}"/>
              </a:ext>
            </a:extLst>
          </p:cNvPr>
          <p:cNvSpPr txBox="1"/>
          <p:nvPr/>
        </p:nvSpPr>
        <p:spPr>
          <a:xfrm>
            <a:off x="6645071" y="279878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FE94AF4-AE35-8622-1DF5-5F4C1179BF7F}"/>
              </a:ext>
            </a:extLst>
          </p:cNvPr>
          <p:cNvSpPr txBox="1"/>
          <p:nvPr/>
        </p:nvSpPr>
        <p:spPr>
          <a:xfrm>
            <a:off x="7231255" y="2802624"/>
            <a:ext cx="2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DDDB4C7-0EF0-E872-1A50-527D5AD7F8F7}"/>
              </a:ext>
            </a:extLst>
          </p:cNvPr>
          <p:cNvCxnSpPr>
            <a:cxnSpLocks/>
            <a:endCxn id="31" idx="1"/>
          </p:cNvCxnSpPr>
          <p:nvPr/>
        </p:nvCxnSpPr>
        <p:spPr>
          <a:xfrm flipH="1">
            <a:off x="3410554" y="2957257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33F07D4-0114-412E-A2BB-A71E8E3C5F8F}"/>
              </a:ext>
            </a:extLst>
          </p:cNvPr>
          <p:cNvSpPr txBox="1"/>
          <p:nvPr/>
        </p:nvSpPr>
        <p:spPr>
          <a:xfrm>
            <a:off x="3410554" y="322757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6F3E6C1-B4C2-BBCA-45FF-C99D91C1806A}"/>
              </a:ext>
            </a:extLst>
          </p:cNvPr>
          <p:cNvCxnSpPr>
            <a:cxnSpLocks/>
          </p:cNvCxnSpPr>
          <p:nvPr/>
        </p:nvCxnSpPr>
        <p:spPr>
          <a:xfrm>
            <a:off x="3464793" y="2957257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B20AEA2-FB7E-BC65-8A5A-82ED3A67DC9A}"/>
              </a:ext>
            </a:extLst>
          </p:cNvPr>
          <p:cNvSpPr txBox="1"/>
          <p:nvPr/>
        </p:nvSpPr>
        <p:spPr>
          <a:xfrm>
            <a:off x="3271425" y="324408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7A5507C-1DD6-ECCC-BBA1-EC08CB5B143F}"/>
              </a:ext>
            </a:extLst>
          </p:cNvPr>
          <p:cNvCxnSpPr>
            <a:cxnSpLocks/>
            <a:endCxn id="36" idx="1"/>
          </p:cNvCxnSpPr>
          <p:nvPr/>
        </p:nvCxnSpPr>
        <p:spPr>
          <a:xfrm flipH="1">
            <a:off x="2866772" y="2967732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B0F90E02-5A59-A4FE-4A82-0D12942DC054}"/>
              </a:ext>
            </a:extLst>
          </p:cNvPr>
          <p:cNvSpPr txBox="1"/>
          <p:nvPr/>
        </p:nvSpPr>
        <p:spPr>
          <a:xfrm>
            <a:off x="2716928" y="3241051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A74A245-D17F-A62F-07A4-6F1E81C87992}"/>
              </a:ext>
            </a:extLst>
          </p:cNvPr>
          <p:cNvSpPr txBox="1"/>
          <p:nvPr/>
        </p:nvSpPr>
        <p:spPr>
          <a:xfrm>
            <a:off x="2866772" y="323805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1AB97AC-7962-5CE0-71DE-48AE36F2A3FC}"/>
              </a:ext>
            </a:extLst>
          </p:cNvPr>
          <p:cNvCxnSpPr>
            <a:cxnSpLocks/>
          </p:cNvCxnSpPr>
          <p:nvPr/>
        </p:nvCxnSpPr>
        <p:spPr>
          <a:xfrm>
            <a:off x="2921011" y="2967732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E32F473-CA3C-EB4E-9411-3ADB4C8A9109}"/>
              </a:ext>
            </a:extLst>
          </p:cNvPr>
          <p:cNvCxnSpPr>
            <a:cxnSpLocks/>
            <a:endCxn id="40" idx="1"/>
          </p:cNvCxnSpPr>
          <p:nvPr/>
        </p:nvCxnSpPr>
        <p:spPr>
          <a:xfrm flipH="1">
            <a:off x="4022338" y="2935450"/>
            <a:ext cx="54239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887BF02E-A865-C5B7-A43E-65B73E310AA8}"/>
              </a:ext>
            </a:extLst>
          </p:cNvPr>
          <p:cNvSpPr txBox="1"/>
          <p:nvPr/>
        </p:nvSpPr>
        <p:spPr>
          <a:xfrm>
            <a:off x="3872494" y="320876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AD171F2-E81E-8588-FA0E-EE2BD4A2D141}"/>
              </a:ext>
            </a:extLst>
          </p:cNvPr>
          <p:cNvSpPr txBox="1"/>
          <p:nvPr/>
        </p:nvSpPr>
        <p:spPr>
          <a:xfrm>
            <a:off x="4022338" y="320576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8BA6931-D546-DF5E-CB61-521C0F2E5B5B}"/>
              </a:ext>
            </a:extLst>
          </p:cNvPr>
          <p:cNvCxnSpPr>
            <a:cxnSpLocks/>
          </p:cNvCxnSpPr>
          <p:nvPr/>
        </p:nvCxnSpPr>
        <p:spPr>
          <a:xfrm>
            <a:off x="4076577" y="2935450"/>
            <a:ext cx="73557" cy="454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0874E38-37D9-FF19-68B5-3F9CDAB58A22}"/>
              </a:ext>
            </a:extLst>
          </p:cNvPr>
          <p:cNvSpPr txBox="1"/>
          <p:nvPr/>
        </p:nvSpPr>
        <p:spPr>
          <a:xfrm>
            <a:off x="6953615" y="280262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544E3A9-F2FB-0CE2-DDA4-82D14D6B6A0F}"/>
              </a:ext>
            </a:extLst>
          </p:cNvPr>
          <p:cNvSpPr txBox="1"/>
          <p:nvPr/>
        </p:nvSpPr>
        <p:spPr>
          <a:xfrm>
            <a:off x="6016419" y="279878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62" name="左大括号 61">
            <a:extLst>
              <a:ext uri="{FF2B5EF4-FFF2-40B4-BE49-F238E27FC236}">
                <a16:creationId xmlns:a16="http://schemas.microsoft.com/office/drawing/2014/main" id="{94B7B801-A9CB-6469-854C-B160692C0AD6}"/>
              </a:ext>
            </a:extLst>
          </p:cNvPr>
          <p:cNvSpPr/>
          <p:nvPr/>
        </p:nvSpPr>
        <p:spPr>
          <a:xfrm>
            <a:off x="2310679" y="612603"/>
            <a:ext cx="346148" cy="1954922"/>
          </a:xfrm>
          <a:prstGeom prst="leftBrace">
            <a:avLst>
              <a:gd name="adj1" fmla="val 3826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B27E2D1-C5E2-5742-A835-6469B39F49CB}"/>
              </a:ext>
            </a:extLst>
          </p:cNvPr>
          <p:cNvSpPr txBox="1"/>
          <p:nvPr/>
        </p:nvSpPr>
        <p:spPr>
          <a:xfrm>
            <a:off x="1202683" y="153827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前五层满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9A77D40-6F39-91EC-FA50-F12BBFEB68D5}"/>
              </a:ext>
            </a:extLst>
          </p:cNvPr>
          <p:cNvSpPr txBox="1"/>
          <p:nvPr/>
        </p:nvSpPr>
        <p:spPr>
          <a:xfrm>
            <a:off x="4571632" y="283643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5DB421C-C852-EBF3-F60A-5BC0484EEA5B}"/>
              </a:ext>
            </a:extLst>
          </p:cNvPr>
          <p:cNvSpPr txBox="1"/>
          <p:nvPr/>
        </p:nvSpPr>
        <p:spPr>
          <a:xfrm>
            <a:off x="593453" y="2783066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第六层（也是满的）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E0CF29B-F6FB-45F6-7F5E-5B4A6FE03A28}"/>
              </a:ext>
            </a:extLst>
          </p:cNvPr>
          <p:cNvSpPr txBox="1"/>
          <p:nvPr/>
        </p:nvSpPr>
        <p:spPr>
          <a:xfrm>
            <a:off x="1746642" y="325835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第七层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9C0B37A-EE50-23E0-5810-07B84F936800}"/>
              </a:ext>
            </a:extLst>
          </p:cNvPr>
          <p:cNvSpPr txBox="1"/>
          <p:nvPr/>
        </p:nvSpPr>
        <p:spPr>
          <a:xfrm>
            <a:off x="7575531" y="2797477"/>
            <a:ext cx="2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</a:t>
            </a:r>
            <a:endParaRPr lang="zh-CN" altLang="en-US"/>
          </a:p>
        </p:txBody>
      </p:sp>
      <p:sp>
        <p:nvSpPr>
          <p:cNvPr id="69" name="左大括号 68">
            <a:extLst>
              <a:ext uri="{FF2B5EF4-FFF2-40B4-BE49-F238E27FC236}">
                <a16:creationId xmlns:a16="http://schemas.microsoft.com/office/drawing/2014/main" id="{9A29E390-ACBA-B6F0-1638-144F184FC792}"/>
              </a:ext>
            </a:extLst>
          </p:cNvPr>
          <p:cNvSpPr/>
          <p:nvPr/>
        </p:nvSpPr>
        <p:spPr>
          <a:xfrm rot="16200000">
            <a:off x="6515369" y="2086461"/>
            <a:ext cx="183258" cy="2336220"/>
          </a:xfrm>
          <a:prstGeom prst="leftBrace">
            <a:avLst>
              <a:gd name="adj1" fmla="val 35606"/>
              <a:gd name="adj2" fmla="val 4864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B3795A6-49C5-23EF-4EA7-8F3EF7F63D9D}"/>
              </a:ext>
            </a:extLst>
          </p:cNvPr>
          <p:cNvSpPr txBox="1"/>
          <p:nvPr/>
        </p:nvSpPr>
        <p:spPr>
          <a:xfrm>
            <a:off x="5383158" y="3427630"/>
            <a:ext cx="25490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</a:t>
            </a:r>
            <a:r>
              <a:rPr lang="zh-CN" altLang="en-US" sz="1600"/>
              <a:t>个叶节点，一定在最右边</a:t>
            </a:r>
          </a:p>
        </p:txBody>
      </p:sp>
      <p:sp>
        <p:nvSpPr>
          <p:cNvPr id="73" name="云形 72">
            <a:extLst>
              <a:ext uri="{FF2B5EF4-FFF2-40B4-BE49-F238E27FC236}">
                <a16:creationId xmlns:a16="http://schemas.microsoft.com/office/drawing/2014/main" id="{505C86E6-F75D-479B-461D-112D3CA2FE7F}"/>
              </a:ext>
            </a:extLst>
          </p:cNvPr>
          <p:cNvSpPr/>
          <p:nvPr/>
        </p:nvSpPr>
        <p:spPr>
          <a:xfrm>
            <a:off x="2994568" y="286610"/>
            <a:ext cx="3809203" cy="2367750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B208FAA9-CB94-24C7-06FB-C779C49D023B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3470261" y="2180146"/>
            <a:ext cx="400860" cy="60292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2D1C45F8-836C-EAEF-4C7E-912B95B5A242}"/>
              </a:ext>
            </a:extLst>
          </p:cNvPr>
          <p:cNvCxnSpPr>
            <a:cxnSpLocks/>
          </p:cNvCxnSpPr>
          <p:nvPr/>
        </p:nvCxnSpPr>
        <p:spPr>
          <a:xfrm>
            <a:off x="6081086" y="2180146"/>
            <a:ext cx="523570" cy="65629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左大括号 83">
            <a:extLst>
              <a:ext uri="{FF2B5EF4-FFF2-40B4-BE49-F238E27FC236}">
                <a16:creationId xmlns:a16="http://schemas.microsoft.com/office/drawing/2014/main" id="{F91FC4B6-1F24-ABBC-4A83-53E9B3FCE9EB}"/>
              </a:ext>
            </a:extLst>
          </p:cNvPr>
          <p:cNvSpPr/>
          <p:nvPr/>
        </p:nvSpPr>
        <p:spPr>
          <a:xfrm rot="16200000">
            <a:off x="3762227" y="2730282"/>
            <a:ext cx="222454" cy="2051431"/>
          </a:xfrm>
          <a:prstGeom prst="leftBrace">
            <a:avLst>
              <a:gd name="adj1" fmla="val 35606"/>
              <a:gd name="adj2" fmla="val 4864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FA3EA53-237D-1E43-17AB-912D18219572}"/>
              </a:ext>
            </a:extLst>
          </p:cNvPr>
          <p:cNvSpPr txBox="1"/>
          <p:nvPr/>
        </p:nvSpPr>
        <p:spPr>
          <a:xfrm>
            <a:off x="2916866" y="4003804"/>
            <a:ext cx="19823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第六层的前</a:t>
            </a:r>
            <a:r>
              <a:rPr lang="en-US" altLang="zh-CN" sz="1400"/>
              <a:t>24</a:t>
            </a:r>
            <a:r>
              <a:rPr lang="zh-CN" altLang="en-US" sz="1400"/>
              <a:t>个节点均有</a:t>
            </a:r>
            <a:r>
              <a:rPr lang="en-US" altLang="zh-CN" sz="1400"/>
              <a:t>2</a:t>
            </a:r>
            <a:r>
              <a:rPr lang="zh-CN" altLang="en-US" sz="1400"/>
              <a:t>个孩子，因此第七层最大达到</a:t>
            </a:r>
            <a:r>
              <a:rPr lang="en-US" altLang="zh-CN" sz="1400"/>
              <a:t>48</a:t>
            </a:r>
            <a:r>
              <a:rPr lang="zh-CN" altLang="en-US" sz="1400"/>
              <a:t>个节点</a:t>
            </a:r>
          </a:p>
        </p:txBody>
      </p:sp>
    </p:spTree>
    <p:extLst>
      <p:ext uri="{BB962C8B-B14F-4D97-AF65-F5344CB8AC3E}">
        <p14:creationId xmlns:p14="http://schemas.microsoft.com/office/powerpoint/2010/main" val="273838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C399D-A98F-1005-2142-5F770FDC8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D4550DD3-A723-F089-6F02-5EE0865B7972}"/>
              </a:ext>
            </a:extLst>
          </p:cNvPr>
          <p:cNvSpPr/>
          <p:nvPr/>
        </p:nvSpPr>
        <p:spPr>
          <a:xfrm>
            <a:off x="5014879" y="215951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0D7E922-B173-FEFB-6E48-8B7D48AA7A32}"/>
              </a:ext>
            </a:extLst>
          </p:cNvPr>
          <p:cNvSpPr/>
          <p:nvPr/>
        </p:nvSpPr>
        <p:spPr>
          <a:xfrm>
            <a:off x="4501374" y="273532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BC4FE86-342D-AD4A-B82E-F6CA3E125FF2}"/>
              </a:ext>
            </a:extLst>
          </p:cNvPr>
          <p:cNvSpPr/>
          <p:nvPr/>
        </p:nvSpPr>
        <p:spPr>
          <a:xfrm>
            <a:off x="5515622" y="273532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D2E41C3-0531-4D72-65F7-B0DF3DAB9669}"/>
              </a:ext>
            </a:extLst>
          </p:cNvPr>
          <p:cNvCxnSpPr>
            <a:stCxn id="3" idx="3"/>
            <a:endCxn id="5" idx="7"/>
          </p:cNvCxnSpPr>
          <p:nvPr/>
        </p:nvCxnSpPr>
        <p:spPr>
          <a:xfrm flipH="1">
            <a:off x="4785887" y="2444027"/>
            <a:ext cx="277807" cy="3401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ACC91B9-C8A1-509B-728D-08C01205438D}"/>
              </a:ext>
            </a:extLst>
          </p:cNvPr>
          <p:cNvCxnSpPr>
            <a:stCxn id="3" idx="5"/>
            <a:endCxn id="7" idx="1"/>
          </p:cNvCxnSpPr>
          <p:nvPr/>
        </p:nvCxnSpPr>
        <p:spPr>
          <a:xfrm>
            <a:off x="5299392" y="2444027"/>
            <a:ext cx="265045" cy="34011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2109DC29-3957-630D-8A01-A974DFC19538}"/>
              </a:ext>
            </a:extLst>
          </p:cNvPr>
          <p:cNvSpPr/>
          <p:nvPr/>
        </p:nvSpPr>
        <p:spPr>
          <a:xfrm>
            <a:off x="7532750" y="215690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B19284C-C95F-487C-F7CD-9E053B99D8AA}"/>
              </a:ext>
            </a:extLst>
          </p:cNvPr>
          <p:cNvSpPr/>
          <p:nvPr/>
        </p:nvSpPr>
        <p:spPr>
          <a:xfrm>
            <a:off x="7019245" y="273271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58CA6A0-B72F-1679-3E38-9B9FD0927B43}"/>
              </a:ext>
            </a:extLst>
          </p:cNvPr>
          <p:cNvSpPr/>
          <p:nvPr/>
        </p:nvSpPr>
        <p:spPr>
          <a:xfrm>
            <a:off x="8033493" y="273271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2FED499-2EE0-70AB-8530-40031005EF89}"/>
              </a:ext>
            </a:extLst>
          </p:cNvPr>
          <p:cNvCxnSpPr>
            <a:stCxn id="12" idx="3"/>
            <a:endCxn id="13" idx="7"/>
          </p:cNvCxnSpPr>
          <p:nvPr/>
        </p:nvCxnSpPr>
        <p:spPr>
          <a:xfrm flipH="1">
            <a:off x="7303758" y="2441413"/>
            <a:ext cx="277807" cy="3401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ED92B66-EAB2-FB46-796A-6F01E5C107BF}"/>
              </a:ext>
            </a:extLst>
          </p:cNvPr>
          <p:cNvCxnSpPr>
            <a:stCxn id="12" idx="5"/>
            <a:endCxn id="14" idx="1"/>
          </p:cNvCxnSpPr>
          <p:nvPr/>
        </p:nvCxnSpPr>
        <p:spPr>
          <a:xfrm>
            <a:off x="7817263" y="2441413"/>
            <a:ext cx="265045" cy="3401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790FDA3A-42A7-062D-785C-A66377D14945}"/>
              </a:ext>
            </a:extLst>
          </p:cNvPr>
          <p:cNvSpPr/>
          <p:nvPr/>
        </p:nvSpPr>
        <p:spPr>
          <a:xfrm>
            <a:off x="6488456" y="333554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A7835DE-44DE-30BB-F680-C38654CD9084}"/>
              </a:ext>
            </a:extLst>
          </p:cNvPr>
          <p:cNvCxnSpPr>
            <a:stCxn id="13" idx="3"/>
            <a:endCxn id="18" idx="7"/>
          </p:cNvCxnSpPr>
          <p:nvPr/>
        </p:nvCxnSpPr>
        <p:spPr>
          <a:xfrm flipH="1">
            <a:off x="6772969" y="3017228"/>
            <a:ext cx="295091" cy="36713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椭圆 51">
            <a:extLst>
              <a:ext uri="{FF2B5EF4-FFF2-40B4-BE49-F238E27FC236}">
                <a16:creationId xmlns:a16="http://schemas.microsoft.com/office/drawing/2014/main" id="{8CECC96A-5565-B94E-1D12-A4BEF1C2AD1E}"/>
              </a:ext>
            </a:extLst>
          </p:cNvPr>
          <p:cNvSpPr/>
          <p:nvPr/>
        </p:nvSpPr>
        <p:spPr>
          <a:xfrm>
            <a:off x="9959226" y="215690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C34110DE-7D94-7222-B4A9-D3B650FA06B2}"/>
              </a:ext>
            </a:extLst>
          </p:cNvPr>
          <p:cNvSpPr/>
          <p:nvPr/>
        </p:nvSpPr>
        <p:spPr>
          <a:xfrm>
            <a:off x="9309099" y="270305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86CF8F56-8EED-231E-576F-3F7C08AFE0E6}"/>
              </a:ext>
            </a:extLst>
          </p:cNvPr>
          <p:cNvSpPr/>
          <p:nvPr/>
        </p:nvSpPr>
        <p:spPr>
          <a:xfrm>
            <a:off x="10608275" y="270305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20A38322-C324-0BF4-ECDD-48477E9B3A8F}"/>
              </a:ext>
            </a:extLst>
          </p:cNvPr>
          <p:cNvCxnSpPr>
            <a:stCxn id="52" idx="3"/>
            <a:endCxn id="53" idx="7"/>
          </p:cNvCxnSpPr>
          <p:nvPr/>
        </p:nvCxnSpPr>
        <p:spPr>
          <a:xfrm flipH="1">
            <a:off x="9593612" y="2441413"/>
            <a:ext cx="414429" cy="310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46827FB1-87F5-1BDA-DAEC-431403854470}"/>
              </a:ext>
            </a:extLst>
          </p:cNvPr>
          <p:cNvCxnSpPr>
            <a:stCxn id="52" idx="5"/>
            <a:endCxn id="54" idx="1"/>
          </p:cNvCxnSpPr>
          <p:nvPr/>
        </p:nvCxnSpPr>
        <p:spPr>
          <a:xfrm>
            <a:off x="10243739" y="2441413"/>
            <a:ext cx="413351" cy="310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420F98E1-2A9D-AADD-37A4-0A4D04B42335}"/>
              </a:ext>
            </a:extLst>
          </p:cNvPr>
          <p:cNvSpPr/>
          <p:nvPr/>
        </p:nvSpPr>
        <p:spPr>
          <a:xfrm>
            <a:off x="8836537" y="332280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EF3B44A-E6A2-1EC0-8AF4-05AE4C722270}"/>
              </a:ext>
            </a:extLst>
          </p:cNvPr>
          <p:cNvCxnSpPr>
            <a:stCxn id="53" idx="3"/>
            <a:endCxn id="57" idx="7"/>
          </p:cNvCxnSpPr>
          <p:nvPr/>
        </p:nvCxnSpPr>
        <p:spPr>
          <a:xfrm flipH="1">
            <a:off x="9121050" y="2987569"/>
            <a:ext cx="236864" cy="3840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椭圆 59">
            <a:extLst>
              <a:ext uri="{FF2B5EF4-FFF2-40B4-BE49-F238E27FC236}">
                <a16:creationId xmlns:a16="http://schemas.microsoft.com/office/drawing/2014/main" id="{CDEA2770-DE27-4F02-89FD-1E500ECEB1F1}"/>
              </a:ext>
            </a:extLst>
          </p:cNvPr>
          <p:cNvSpPr/>
          <p:nvPr/>
        </p:nvSpPr>
        <p:spPr>
          <a:xfrm>
            <a:off x="7418135" y="334122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1F8E4B0C-CE0F-4FEB-17C7-E5A2C615D949}"/>
              </a:ext>
            </a:extLst>
          </p:cNvPr>
          <p:cNvCxnSpPr>
            <a:stCxn id="13" idx="5"/>
            <a:endCxn id="60" idx="0"/>
          </p:cNvCxnSpPr>
          <p:nvPr/>
        </p:nvCxnSpPr>
        <p:spPr>
          <a:xfrm>
            <a:off x="7303758" y="3017228"/>
            <a:ext cx="281041" cy="32399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194E2476-5DDC-F3F4-A37A-CB343675DA44}"/>
              </a:ext>
            </a:extLst>
          </p:cNvPr>
          <p:cNvSpPr/>
          <p:nvPr/>
        </p:nvSpPr>
        <p:spPr>
          <a:xfrm>
            <a:off x="9652173" y="332280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528C96B9-31EE-1BB6-DFFF-E22ECEB0E86E}"/>
              </a:ext>
            </a:extLst>
          </p:cNvPr>
          <p:cNvCxnSpPr>
            <a:stCxn id="53" idx="5"/>
            <a:endCxn id="71" idx="0"/>
          </p:cNvCxnSpPr>
          <p:nvPr/>
        </p:nvCxnSpPr>
        <p:spPr>
          <a:xfrm>
            <a:off x="9593612" y="2987569"/>
            <a:ext cx="225225" cy="335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椭圆 74">
            <a:extLst>
              <a:ext uri="{FF2B5EF4-FFF2-40B4-BE49-F238E27FC236}">
                <a16:creationId xmlns:a16="http://schemas.microsoft.com/office/drawing/2014/main" id="{9F35F3BB-8A49-EFE5-2A81-BB562DB00263}"/>
              </a:ext>
            </a:extLst>
          </p:cNvPr>
          <p:cNvSpPr/>
          <p:nvPr/>
        </p:nvSpPr>
        <p:spPr>
          <a:xfrm>
            <a:off x="10312123" y="332280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B804F0E9-D24E-15C6-25C0-CB8E88A04772}"/>
              </a:ext>
            </a:extLst>
          </p:cNvPr>
          <p:cNvCxnSpPr>
            <a:stCxn id="54" idx="3"/>
            <a:endCxn id="75" idx="0"/>
          </p:cNvCxnSpPr>
          <p:nvPr/>
        </p:nvCxnSpPr>
        <p:spPr>
          <a:xfrm flipH="1">
            <a:off x="10478787" y="2987569"/>
            <a:ext cx="178303" cy="33523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E04F2545-F007-59F7-5B92-F42B4E8B64B9}"/>
              </a:ext>
            </a:extLst>
          </p:cNvPr>
          <p:cNvSpPr/>
          <p:nvPr/>
        </p:nvSpPr>
        <p:spPr>
          <a:xfrm>
            <a:off x="980623" y="215690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01E8753-3202-653C-F959-8B67008EEE5D}"/>
              </a:ext>
            </a:extLst>
          </p:cNvPr>
          <p:cNvSpPr/>
          <p:nvPr/>
        </p:nvSpPr>
        <p:spPr>
          <a:xfrm>
            <a:off x="2997751" y="215690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57278EA-AA0D-763B-6894-91064554C223}"/>
              </a:ext>
            </a:extLst>
          </p:cNvPr>
          <p:cNvSpPr/>
          <p:nvPr/>
        </p:nvSpPr>
        <p:spPr>
          <a:xfrm>
            <a:off x="2484246" y="273271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9B87D29-9112-DDEF-C20D-5796BE035907}"/>
              </a:ext>
            </a:extLst>
          </p:cNvPr>
          <p:cNvCxnSpPr>
            <a:stCxn id="10" idx="3"/>
            <a:endCxn id="17" idx="7"/>
          </p:cNvCxnSpPr>
          <p:nvPr/>
        </p:nvCxnSpPr>
        <p:spPr>
          <a:xfrm flipH="1">
            <a:off x="2768759" y="2441413"/>
            <a:ext cx="277807" cy="340117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544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477B0-1860-3D35-219C-863D2395D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6F9A5437-8154-D68C-5D3E-C9918B79E430}"/>
              </a:ext>
            </a:extLst>
          </p:cNvPr>
          <p:cNvSpPr/>
          <p:nvPr/>
        </p:nvSpPr>
        <p:spPr>
          <a:xfrm>
            <a:off x="8318311" y="119517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2B4B191-E28F-5DF9-A159-0E267E33F298}"/>
              </a:ext>
            </a:extLst>
          </p:cNvPr>
          <p:cNvSpPr/>
          <p:nvPr/>
        </p:nvSpPr>
        <p:spPr>
          <a:xfrm>
            <a:off x="3713927" y="119517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p</a:t>
            </a:r>
            <a:endParaRPr lang="zh-CN" altLang="en-US" sz="16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3E56719-D1FC-E787-7FFF-7145E5041EEE}"/>
              </a:ext>
            </a:extLst>
          </p:cNvPr>
          <p:cNvSpPr/>
          <p:nvPr/>
        </p:nvSpPr>
        <p:spPr>
          <a:xfrm>
            <a:off x="9817535" y="162684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o</a:t>
            </a:r>
            <a:endParaRPr lang="zh-CN" altLang="en-US" sz="160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7D9903E-9712-768E-D466-C76B854CFBDC}"/>
              </a:ext>
            </a:extLst>
          </p:cNvPr>
          <p:cNvCxnSpPr>
            <a:cxnSpLocks/>
            <a:stCxn id="2" idx="3"/>
          </p:cNvCxnSpPr>
          <p:nvPr/>
        </p:nvCxnSpPr>
        <p:spPr>
          <a:xfrm flipH="1">
            <a:off x="6920438" y="1479686"/>
            <a:ext cx="1446688" cy="1862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2D3D5A0-F7AD-26C4-748D-A486BB63C9FC}"/>
              </a:ext>
            </a:extLst>
          </p:cNvPr>
          <p:cNvCxnSpPr>
            <a:stCxn id="2" idx="5"/>
            <a:endCxn id="4" idx="1"/>
          </p:cNvCxnSpPr>
          <p:nvPr/>
        </p:nvCxnSpPr>
        <p:spPr>
          <a:xfrm>
            <a:off x="8602824" y="1479686"/>
            <a:ext cx="1263526" cy="195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3FF34C33-A2CA-AC30-A552-F63191863F40}"/>
              </a:ext>
            </a:extLst>
          </p:cNvPr>
          <p:cNvSpPr/>
          <p:nvPr/>
        </p:nvSpPr>
        <p:spPr>
          <a:xfrm>
            <a:off x="4488876" y="18025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o</a:t>
            </a:r>
            <a:endParaRPr lang="zh-CN" altLang="en-US" sz="160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FEE2BFD-6D94-E0FE-FD5C-7FE002BA773B}"/>
              </a:ext>
            </a:extLst>
          </p:cNvPr>
          <p:cNvSpPr/>
          <p:nvPr/>
        </p:nvSpPr>
        <p:spPr>
          <a:xfrm>
            <a:off x="10469958" y="222441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o</a:t>
            </a:r>
            <a:endParaRPr lang="zh-CN" altLang="en-US" sz="160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D8CA3B8-DFB4-75F8-38AF-FFC6DDF8060F}"/>
              </a:ext>
            </a:extLst>
          </p:cNvPr>
          <p:cNvSpPr/>
          <p:nvPr/>
        </p:nvSpPr>
        <p:spPr>
          <a:xfrm>
            <a:off x="3314813" y="246542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  <a:endParaRPr lang="zh-CN" altLang="en-US" sz="160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E489726-E87B-4014-6FFB-3635D5E54823}"/>
              </a:ext>
            </a:extLst>
          </p:cNvPr>
          <p:cNvSpPr/>
          <p:nvPr/>
        </p:nvSpPr>
        <p:spPr>
          <a:xfrm>
            <a:off x="10023259" y="292037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I</a:t>
            </a:r>
            <a:endParaRPr lang="zh-CN" altLang="en-US" sz="16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0B838DC-7A68-0C06-5B09-61C0EBBEF5A7}"/>
              </a:ext>
            </a:extLst>
          </p:cNvPr>
          <p:cNvSpPr/>
          <p:nvPr/>
        </p:nvSpPr>
        <p:spPr>
          <a:xfrm>
            <a:off x="10951155" y="292037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G</a:t>
            </a:r>
            <a:endParaRPr lang="zh-CN" altLang="en-US" sz="16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23A5D44-8FED-DADC-B94F-11394AC4C7F7}"/>
              </a:ext>
            </a:extLst>
          </p:cNvPr>
          <p:cNvCxnSpPr>
            <a:stCxn id="3" idx="5"/>
            <a:endCxn id="7" idx="0"/>
          </p:cNvCxnSpPr>
          <p:nvPr/>
        </p:nvCxnSpPr>
        <p:spPr>
          <a:xfrm>
            <a:off x="3998440" y="1479686"/>
            <a:ext cx="657100" cy="3228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7FE8D77-B7BC-869B-7BCD-19BCB689149D}"/>
              </a:ext>
            </a:extLst>
          </p:cNvPr>
          <p:cNvCxnSpPr>
            <a:stCxn id="4" idx="5"/>
            <a:endCxn id="8" idx="1"/>
          </p:cNvCxnSpPr>
          <p:nvPr/>
        </p:nvCxnSpPr>
        <p:spPr>
          <a:xfrm>
            <a:off x="10102048" y="1911362"/>
            <a:ext cx="416725" cy="3618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5A4FB2B-93A1-F631-DFFC-C2102684434A}"/>
              </a:ext>
            </a:extLst>
          </p:cNvPr>
          <p:cNvCxnSpPr>
            <a:cxnSpLocks/>
            <a:stCxn id="17" idx="5"/>
            <a:endCxn id="9" idx="0"/>
          </p:cNvCxnSpPr>
          <p:nvPr/>
        </p:nvCxnSpPr>
        <p:spPr>
          <a:xfrm>
            <a:off x="3043104" y="2087017"/>
            <a:ext cx="438373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98DE732-1FBD-F457-3A77-2ED83A10AB75}"/>
              </a:ext>
            </a:extLst>
          </p:cNvPr>
          <p:cNvCxnSpPr>
            <a:stCxn id="8" idx="3"/>
            <a:endCxn id="10" idx="0"/>
          </p:cNvCxnSpPr>
          <p:nvPr/>
        </p:nvCxnSpPr>
        <p:spPr>
          <a:xfrm flipH="1">
            <a:off x="10189923" y="2508932"/>
            <a:ext cx="328850" cy="41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037CE08-5F70-9D67-FABE-B1360C630F10}"/>
              </a:ext>
            </a:extLst>
          </p:cNvPr>
          <p:cNvCxnSpPr>
            <a:stCxn id="8" idx="5"/>
            <a:endCxn id="11" idx="0"/>
          </p:cNvCxnSpPr>
          <p:nvPr/>
        </p:nvCxnSpPr>
        <p:spPr>
          <a:xfrm>
            <a:off x="10754471" y="2508932"/>
            <a:ext cx="363348" cy="41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AFADFB61-84CF-A181-DF64-E439AAAFA187}"/>
              </a:ext>
            </a:extLst>
          </p:cNvPr>
          <p:cNvSpPr/>
          <p:nvPr/>
        </p:nvSpPr>
        <p:spPr>
          <a:xfrm>
            <a:off x="2758591" y="1802504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L</a:t>
            </a:r>
            <a:endParaRPr lang="zh-CN" altLang="en-US" sz="16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97D681F-615E-9AF1-6056-624E709604FB}"/>
              </a:ext>
            </a:extLst>
          </p:cNvPr>
          <p:cNvSpPr/>
          <p:nvPr/>
        </p:nvSpPr>
        <p:spPr>
          <a:xfrm>
            <a:off x="2041137" y="2466926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  <a:endParaRPr lang="zh-CN" altLang="en-US" sz="160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9BE00D2-E6DF-B0B8-10E4-D0432B8C3249}"/>
              </a:ext>
            </a:extLst>
          </p:cNvPr>
          <p:cNvCxnSpPr>
            <a:stCxn id="3" idx="3"/>
            <a:endCxn id="17" idx="7"/>
          </p:cNvCxnSpPr>
          <p:nvPr/>
        </p:nvCxnSpPr>
        <p:spPr>
          <a:xfrm flipH="1">
            <a:off x="3043104" y="1479686"/>
            <a:ext cx="719638" cy="37163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B79144F-B9C0-29B7-89EA-6CB0A5D8DA35}"/>
              </a:ext>
            </a:extLst>
          </p:cNvPr>
          <p:cNvCxnSpPr>
            <a:cxnSpLocks/>
            <a:stCxn id="17" idx="3"/>
            <a:endCxn id="18" idx="7"/>
          </p:cNvCxnSpPr>
          <p:nvPr/>
        </p:nvCxnSpPr>
        <p:spPr>
          <a:xfrm flipH="1">
            <a:off x="2325650" y="2087017"/>
            <a:ext cx="481756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BCFC9C5A-7DC9-AD15-C2FB-E0824F2BE004}"/>
              </a:ext>
            </a:extLst>
          </p:cNvPr>
          <p:cNvSpPr/>
          <p:nvPr/>
        </p:nvSpPr>
        <p:spPr>
          <a:xfrm>
            <a:off x="3713927" y="320340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r</a:t>
            </a:r>
            <a:endParaRPr lang="zh-CN" altLang="en-US" sz="1600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78FB1153-3916-40D6-327D-199F62256A74}"/>
              </a:ext>
            </a:extLst>
          </p:cNvPr>
          <p:cNvSpPr/>
          <p:nvPr/>
        </p:nvSpPr>
        <p:spPr>
          <a:xfrm>
            <a:off x="2876440" y="320340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o</a:t>
            </a:r>
            <a:endParaRPr lang="zh-CN" altLang="en-US" sz="160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2F731FAF-A153-5872-A0D6-70CB905B2061}"/>
              </a:ext>
            </a:extLst>
          </p:cNvPr>
          <p:cNvSpPr/>
          <p:nvPr/>
        </p:nvSpPr>
        <p:spPr>
          <a:xfrm>
            <a:off x="5062985" y="249845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o</a:t>
            </a:r>
            <a:endParaRPr lang="zh-CN" altLang="en-US" sz="160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46912A3-CB1B-6C8C-B31F-11165D12ED68}"/>
              </a:ext>
            </a:extLst>
          </p:cNvPr>
          <p:cNvCxnSpPr>
            <a:cxnSpLocks/>
            <a:stCxn id="9" idx="3"/>
            <a:endCxn id="31" idx="0"/>
          </p:cNvCxnSpPr>
          <p:nvPr/>
        </p:nvCxnSpPr>
        <p:spPr>
          <a:xfrm flipH="1">
            <a:off x="3043104" y="2749935"/>
            <a:ext cx="320524" cy="4534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E73BB94-733D-394F-86E0-9D1AD9F611A0}"/>
              </a:ext>
            </a:extLst>
          </p:cNvPr>
          <p:cNvCxnSpPr>
            <a:stCxn id="9" idx="5"/>
            <a:endCxn id="29" idx="0"/>
          </p:cNvCxnSpPr>
          <p:nvPr/>
        </p:nvCxnSpPr>
        <p:spPr>
          <a:xfrm>
            <a:off x="3599326" y="2749935"/>
            <a:ext cx="281265" cy="4534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6F32C73-4CF6-FC18-734A-3F127F1559A2}"/>
              </a:ext>
            </a:extLst>
          </p:cNvPr>
          <p:cNvCxnSpPr>
            <a:stCxn id="7" idx="5"/>
            <a:endCxn id="33" idx="1"/>
          </p:cNvCxnSpPr>
          <p:nvPr/>
        </p:nvCxnSpPr>
        <p:spPr>
          <a:xfrm>
            <a:off x="4773389" y="2087017"/>
            <a:ext cx="338411" cy="4602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9A08A87F-5D89-34EA-3BEE-9E5FB1699B48}"/>
              </a:ext>
            </a:extLst>
          </p:cNvPr>
          <p:cNvSpPr/>
          <p:nvPr/>
        </p:nvSpPr>
        <p:spPr>
          <a:xfrm>
            <a:off x="11535998" y="362531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s</a:t>
            </a:r>
            <a:endParaRPr lang="zh-CN" altLang="en-US" sz="160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5A846AB-D259-CD01-FC6A-79239B6C86E2}"/>
              </a:ext>
            </a:extLst>
          </p:cNvPr>
          <p:cNvCxnSpPr>
            <a:stCxn id="11" idx="5"/>
            <a:endCxn id="44" idx="1"/>
          </p:cNvCxnSpPr>
          <p:nvPr/>
        </p:nvCxnSpPr>
        <p:spPr>
          <a:xfrm>
            <a:off x="11235668" y="3204885"/>
            <a:ext cx="349145" cy="4692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905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063E5-6C40-72E9-B3BC-5EA225BF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D0042DD8-BDFA-797F-D7FC-A03D6604C9AA}"/>
              </a:ext>
            </a:extLst>
          </p:cNvPr>
          <p:cNvSpPr/>
          <p:nvPr/>
        </p:nvSpPr>
        <p:spPr>
          <a:xfrm>
            <a:off x="4380583" y="65013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5874811-4A3F-AB90-97E3-E93A941906C5}"/>
              </a:ext>
            </a:extLst>
          </p:cNvPr>
          <p:cNvSpPr/>
          <p:nvPr/>
        </p:nvSpPr>
        <p:spPr>
          <a:xfrm>
            <a:off x="5155532" y="125746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8044B52-4243-7ECA-F535-1254808538B7}"/>
              </a:ext>
            </a:extLst>
          </p:cNvPr>
          <p:cNvSpPr/>
          <p:nvPr/>
        </p:nvSpPr>
        <p:spPr>
          <a:xfrm>
            <a:off x="3981469" y="19203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6</a:t>
            </a:r>
            <a:endParaRPr lang="zh-CN" altLang="en-US" sz="160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48635EA-B543-95F4-5B41-0BAF3B97B14B}"/>
              </a:ext>
            </a:extLst>
          </p:cNvPr>
          <p:cNvCxnSpPr>
            <a:cxnSpLocks/>
            <a:stCxn id="2" idx="5"/>
            <a:endCxn id="3" idx="1"/>
          </p:cNvCxnSpPr>
          <p:nvPr/>
        </p:nvCxnSpPr>
        <p:spPr>
          <a:xfrm>
            <a:off x="4665096" y="934649"/>
            <a:ext cx="539251" cy="3716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C9009AF-E7CB-3B8F-F4B8-52F0EFE1EE4D}"/>
              </a:ext>
            </a:extLst>
          </p:cNvPr>
          <p:cNvCxnSpPr>
            <a:cxnSpLocks/>
            <a:stCxn id="7" idx="5"/>
            <a:endCxn id="4" idx="0"/>
          </p:cNvCxnSpPr>
          <p:nvPr/>
        </p:nvCxnSpPr>
        <p:spPr>
          <a:xfrm>
            <a:off x="3714708" y="1541980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CEFBAAD3-0E2E-F29E-3809-3CD00AE5A9DB}"/>
              </a:ext>
            </a:extLst>
          </p:cNvPr>
          <p:cNvSpPr/>
          <p:nvPr/>
        </p:nvSpPr>
        <p:spPr>
          <a:xfrm>
            <a:off x="3430195" y="1257467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ADE46A9-CAF0-87D3-4A5A-AD7CE88C82A3}"/>
              </a:ext>
            </a:extLst>
          </p:cNvPr>
          <p:cNvSpPr/>
          <p:nvPr/>
        </p:nvSpPr>
        <p:spPr>
          <a:xfrm>
            <a:off x="2707793" y="1921889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84AE81F-A28E-37C1-3601-4125B29E39A4}"/>
              </a:ext>
            </a:extLst>
          </p:cNvPr>
          <p:cNvCxnSpPr>
            <a:stCxn id="2" idx="3"/>
            <a:endCxn id="7" idx="7"/>
          </p:cNvCxnSpPr>
          <p:nvPr/>
        </p:nvCxnSpPr>
        <p:spPr>
          <a:xfrm flipH="1">
            <a:off x="3714708" y="934649"/>
            <a:ext cx="714690" cy="37163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5310FDC-887C-692C-4382-C10743D9B2B3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2992306" y="1541980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4BA6FA42-1E36-1209-BE61-2DF26AD47FE2}"/>
              </a:ext>
            </a:extLst>
          </p:cNvPr>
          <p:cNvSpPr/>
          <p:nvPr/>
        </p:nvSpPr>
        <p:spPr>
          <a:xfrm>
            <a:off x="4380583" y="265836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FB939A6-2C34-ED34-4178-0B22CA2D81F4}"/>
              </a:ext>
            </a:extLst>
          </p:cNvPr>
          <p:cNvSpPr/>
          <p:nvPr/>
        </p:nvSpPr>
        <p:spPr>
          <a:xfrm>
            <a:off x="3543096" y="265836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A52E561-FA27-4B41-1E40-0E1A11E6893B}"/>
              </a:ext>
            </a:extLst>
          </p:cNvPr>
          <p:cNvSpPr/>
          <p:nvPr/>
        </p:nvSpPr>
        <p:spPr>
          <a:xfrm>
            <a:off x="5729641" y="195342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669100E-401C-2A7D-3CF1-DE8F3B8FA59D}"/>
              </a:ext>
            </a:extLst>
          </p:cNvPr>
          <p:cNvCxnSpPr>
            <a:cxnSpLocks/>
            <a:stCxn id="4" idx="3"/>
            <a:endCxn id="12" idx="0"/>
          </p:cNvCxnSpPr>
          <p:nvPr/>
        </p:nvCxnSpPr>
        <p:spPr>
          <a:xfrm flipH="1">
            <a:off x="3709760" y="2204898"/>
            <a:ext cx="320524" cy="4534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5BA6AF8-727A-B663-EBF8-5FCC15FEE36C}"/>
              </a:ext>
            </a:extLst>
          </p:cNvPr>
          <p:cNvCxnSpPr>
            <a:stCxn id="4" idx="5"/>
            <a:endCxn id="11" idx="0"/>
          </p:cNvCxnSpPr>
          <p:nvPr/>
        </p:nvCxnSpPr>
        <p:spPr>
          <a:xfrm>
            <a:off x="4265982" y="2204898"/>
            <a:ext cx="281265" cy="4534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241C900-6BF5-8305-3DA5-C940614BDB33}"/>
              </a:ext>
            </a:extLst>
          </p:cNvPr>
          <p:cNvCxnSpPr>
            <a:stCxn id="3" idx="5"/>
            <a:endCxn id="13" idx="1"/>
          </p:cNvCxnSpPr>
          <p:nvPr/>
        </p:nvCxnSpPr>
        <p:spPr>
          <a:xfrm>
            <a:off x="5440045" y="1541980"/>
            <a:ext cx="338411" cy="4602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2C5DD719-D858-D88C-221E-9C8A7B9C0A8E}"/>
              </a:ext>
            </a:extLst>
          </p:cNvPr>
          <p:cNvSpPr/>
          <p:nvPr/>
        </p:nvSpPr>
        <p:spPr>
          <a:xfrm>
            <a:off x="2143988" y="2658366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</a:t>
            </a:r>
            <a:endParaRPr lang="zh-CN" altLang="en-US" sz="1600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AB6FA1C-0ED9-1347-EDBE-3DBE22EBD4BE}"/>
              </a:ext>
            </a:extLst>
          </p:cNvPr>
          <p:cNvCxnSpPr>
            <a:stCxn id="8" idx="3"/>
            <a:endCxn id="18" idx="0"/>
          </p:cNvCxnSpPr>
          <p:nvPr/>
        </p:nvCxnSpPr>
        <p:spPr>
          <a:xfrm flipH="1">
            <a:off x="2310652" y="2206402"/>
            <a:ext cx="445956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0A15CA8-3FA6-401A-CAE7-220BCF43D125}"/>
              </a:ext>
            </a:extLst>
          </p:cNvPr>
          <p:cNvSpPr txBox="1"/>
          <p:nvPr/>
        </p:nvSpPr>
        <p:spPr>
          <a:xfrm>
            <a:off x="5122462" y="124696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10</a:t>
            </a:r>
            <a:endParaRPr lang="zh-CN" altLang="en-US" sz="160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FF7180F-8BB5-BD96-3700-F5CC4FA8E4E0}"/>
              </a:ext>
            </a:extLst>
          </p:cNvPr>
          <p:cNvSpPr/>
          <p:nvPr/>
        </p:nvSpPr>
        <p:spPr>
          <a:xfrm>
            <a:off x="5237417" y="265314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C3C28D6-181E-1C71-5E40-1A61F0DDDD45}"/>
              </a:ext>
            </a:extLst>
          </p:cNvPr>
          <p:cNvSpPr txBox="1"/>
          <p:nvPr/>
        </p:nvSpPr>
        <p:spPr>
          <a:xfrm>
            <a:off x="5204347" y="265314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11</a:t>
            </a:r>
            <a:endParaRPr lang="zh-CN" altLang="en-US" sz="1600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64117FA-587D-8A9C-CEB5-6F036A63991E}"/>
              </a:ext>
            </a:extLst>
          </p:cNvPr>
          <p:cNvCxnSpPr>
            <a:endCxn id="31" idx="0"/>
          </p:cNvCxnSpPr>
          <p:nvPr/>
        </p:nvCxnSpPr>
        <p:spPr>
          <a:xfrm flipH="1">
            <a:off x="5404081" y="2253713"/>
            <a:ext cx="374375" cy="3994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D349DBA-DE05-46E9-9B65-F3A6853D986B}"/>
              </a:ext>
            </a:extLst>
          </p:cNvPr>
          <p:cNvSpPr txBox="1"/>
          <p:nvPr/>
        </p:nvSpPr>
        <p:spPr>
          <a:xfrm>
            <a:off x="5682144" y="192791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837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47280-2964-46E3-A746-3A9C0288F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B4561C4D-2EEC-5711-F300-E8FF491D9B24}"/>
              </a:ext>
            </a:extLst>
          </p:cNvPr>
          <p:cNvSpPr/>
          <p:nvPr/>
        </p:nvSpPr>
        <p:spPr>
          <a:xfrm>
            <a:off x="2855181" y="3526972"/>
            <a:ext cx="154465" cy="459452"/>
          </a:xfrm>
          <a:prstGeom prst="rect">
            <a:avLst/>
          </a:prstGeom>
          <a:ln>
            <a:solidFill>
              <a:schemeClr val="accent4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0D96B0F-53B6-071A-75E0-94C7D083ABFF}"/>
              </a:ext>
            </a:extLst>
          </p:cNvPr>
          <p:cNvSpPr/>
          <p:nvPr/>
        </p:nvSpPr>
        <p:spPr>
          <a:xfrm>
            <a:off x="2587189" y="2847928"/>
            <a:ext cx="154465" cy="1138496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7394C2-2C2A-A2FA-7851-1C42BC798A37}"/>
              </a:ext>
            </a:extLst>
          </p:cNvPr>
          <p:cNvSpPr/>
          <p:nvPr/>
        </p:nvSpPr>
        <p:spPr>
          <a:xfrm>
            <a:off x="2308322" y="1990960"/>
            <a:ext cx="154465" cy="1995464"/>
          </a:xfrm>
          <a:prstGeom prst="rect">
            <a:avLst/>
          </a:prstGeom>
          <a:ln>
            <a:solidFill>
              <a:srgbClr val="92D050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887CF96-3079-5640-04AD-E663D68E2EF5}"/>
              </a:ext>
            </a:extLst>
          </p:cNvPr>
          <p:cNvSpPr/>
          <p:nvPr/>
        </p:nvSpPr>
        <p:spPr>
          <a:xfrm>
            <a:off x="2025769" y="1288268"/>
            <a:ext cx="170126" cy="269815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12588B-1B1B-5213-EE8C-18D8632B50C6}"/>
              </a:ext>
            </a:extLst>
          </p:cNvPr>
          <p:cNvSpPr/>
          <p:nvPr/>
        </p:nvSpPr>
        <p:spPr>
          <a:xfrm>
            <a:off x="1743216" y="1288268"/>
            <a:ext cx="170126" cy="2698156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C1CF62-E81E-38B3-498E-D1DF7C43C55F}"/>
              </a:ext>
            </a:extLst>
          </p:cNvPr>
          <p:cNvSpPr txBox="1"/>
          <p:nvPr/>
        </p:nvSpPr>
        <p:spPr>
          <a:xfrm>
            <a:off x="3183786" y="6126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BB6293-F9FA-64C0-0EB2-4D8DF135A151}"/>
              </a:ext>
            </a:extLst>
          </p:cNvPr>
          <p:cNvSpPr txBox="1"/>
          <p:nvPr/>
        </p:nvSpPr>
        <p:spPr>
          <a:xfrm>
            <a:off x="4107197" y="6126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D02162-3213-08F4-1F42-16D615B798EE}"/>
              </a:ext>
            </a:extLst>
          </p:cNvPr>
          <p:cNvSpPr txBox="1"/>
          <p:nvPr/>
        </p:nvSpPr>
        <p:spPr>
          <a:xfrm>
            <a:off x="4967449" y="6126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3A6A3E-2A75-0F10-F7CF-235D31E6F2FD}"/>
              </a:ext>
            </a:extLst>
          </p:cNvPr>
          <p:cNvSpPr txBox="1"/>
          <p:nvPr/>
        </p:nvSpPr>
        <p:spPr>
          <a:xfrm>
            <a:off x="5789506" y="6126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8E1711-4CA1-6001-0C24-033F555EA0E2}"/>
              </a:ext>
            </a:extLst>
          </p:cNvPr>
          <p:cNvSpPr txBox="1"/>
          <p:nvPr/>
        </p:nvSpPr>
        <p:spPr>
          <a:xfrm>
            <a:off x="6760308" y="6126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AC8936-31F2-0339-FA73-DE67B0DD5939}"/>
              </a:ext>
            </a:extLst>
          </p:cNvPr>
          <p:cNvSpPr txBox="1"/>
          <p:nvPr/>
        </p:nvSpPr>
        <p:spPr>
          <a:xfrm>
            <a:off x="3638736" y="14279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9</a:t>
            </a: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234FB0-D623-313D-E6FF-517E7FEAA2D1}"/>
              </a:ext>
            </a:extLst>
          </p:cNvPr>
          <p:cNvSpPr txBox="1"/>
          <p:nvPr/>
        </p:nvSpPr>
        <p:spPr>
          <a:xfrm>
            <a:off x="4341428" y="207654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11</a:t>
            </a: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3A1054-0C76-2034-81A8-2B50E7CEA703}"/>
              </a:ext>
            </a:extLst>
          </p:cNvPr>
          <p:cNvSpPr txBox="1"/>
          <p:nvPr/>
        </p:nvSpPr>
        <p:spPr>
          <a:xfrm>
            <a:off x="5071145" y="284792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14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22D55C-42F6-584F-B0BF-A134395FBFFE}"/>
              </a:ext>
            </a:extLst>
          </p:cNvPr>
          <p:cNvSpPr txBox="1"/>
          <p:nvPr/>
        </p:nvSpPr>
        <p:spPr>
          <a:xfrm>
            <a:off x="5881839" y="352697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18</a:t>
            </a:r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E1E27E1-CCE9-AE70-BD35-DDC89264E8D7}"/>
              </a:ext>
            </a:extLst>
          </p:cNvPr>
          <p:cNvCxnSpPr>
            <a:stCxn id="2" idx="2"/>
            <a:endCxn id="7" idx="0"/>
          </p:cNvCxnSpPr>
          <p:nvPr/>
        </p:nvCxnSpPr>
        <p:spPr>
          <a:xfrm>
            <a:off x="3337033" y="981935"/>
            <a:ext cx="454950" cy="4459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9B4ADD0-ED6E-D39D-466D-C6C59CFE34F0}"/>
              </a:ext>
            </a:extLst>
          </p:cNvPr>
          <p:cNvCxnSpPr>
            <a:stCxn id="3" idx="2"/>
            <a:endCxn id="7" idx="0"/>
          </p:cNvCxnSpPr>
          <p:nvPr/>
        </p:nvCxnSpPr>
        <p:spPr>
          <a:xfrm flipH="1">
            <a:off x="3791983" y="981935"/>
            <a:ext cx="468461" cy="4459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52ECD33-9732-D256-9C53-7561D1213F80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791983" y="1797236"/>
            <a:ext cx="763606" cy="279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45580B9-E779-6869-813F-CF3563815E98}"/>
              </a:ext>
            </a:extLst>
          </p:cNvPr>
          <p:cNvCxnSpPr>
            <a:stCxn id="4" idx="2"/>
            <a:endCxn id="8" idx="0"/>
          </p:cNvCxnSpPr>
          <p:nvPr/>
        </p:nvCxnSpPr>
        <p:spPr>
          <a:xfrm flipH="1">
            <a:off x="4555589" y="981935"/>
            <a:ext cx="565107" cy="10946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588F5FD-06C6-EFB4-8F36-BBC984A55C16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4555589" y="2445876"/>
            <a:ext cx="729717" cy="4020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6182FC8-7F7D-9A53-F2BC-E27473B0C4BC}"/>
              </a:ext>
            </a:extLst>
          </p:cNvPr>
          <p:cNvCxnSpPr>
            <a:stCxn id="5" idx="2"/>
            <a:endCxn id="9" idx="0"/>
          </p:cNvCxnSpPr>
          <p:nvPr/>
        </p:nvCxnSpPr>
        <p:spPr>
          <a:xfrm flipH="1">
            <a:off x="5285306" y="981935"/>
            <a:ext cx="657447" cy="18659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DE2D6A8-B47E-70E1-0212-DBE6DB604781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5285306" y="3217260"/>
            <a:ext cx="810694" cy="3097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9FC23CC-38CD-D232-1264-3B0CC4939683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flipH="1">
            <a:off x="6096000" y="981935"/>
            <a:ext cx="817555" cy="25450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3651C1F-75C6-BAFD-7C9D-CA1090F02B6D}"/>
              </a:ext>
            </a:extLst>
          </p:cNvPr>
          <p:cNvSpPr txBox="1"/>
          <p:nvPr/>
        </p:nvSpPr>
        <p:spPr>
          <a:xfrm>
            <a:off x="1162143" y="1427904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(9) = 3+6</a:t>
            </a:r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2DE8BA-ED7E-29CD-3DD0-036350D7252B}"/>
              </a:ext>
            </a:extLst>
          </p:cNvPr>
          <p:cNvSpPr txBox="1"/>
          <p:nvPr/>
        </p:nvSpPr>
        <p:spPr>
          <a:xfrm>
            <a:off x="1146209" y="2067504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(11)=3+6+2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2D8985-CF79-043D-C9CD-3E7869FF1C6B}"/>
              </a:ext>
            </a:extLst>
          </p:cNvPr>
          <p:cNvSpPr txBox="1"/>
          <p:nvPr/>
        </p:nvSpPr>
        <p:spPr>
          <a:xfrm>
            <a:off x="1162143" y="2853527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(14)=3+6+2+3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9859C3-E004-D8CA-6CB3-51362E36BD31}"/>
              </a:ext>
            </a:extLst>
          </p:cNvPr>
          <p:cNvSpPr txBox="1"/>
          <p:nvPr/>
        </p:nvSpPr>
        <p:spPr>
          <a:xfrm>
            <a:off x="1162143" y="3526972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(18)+3+6+2+3+4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158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83861-C13D-4041-6525-58DCBD9B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4076475-9052-4453-F46B-79106D6D9CD0}"/>
              </a:ext>
            </a:extLst>
          </p:cNvPr>
          <p:cNvSpPr txBox="1"/>
          <p:nvPr/>
        </p:nvSpPr>
        <p:spPr>
          <a:xfrm>
            <a:off x="3965017" y="8648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FB5C4A-AD3B-B723-F170-D536798EAAA4}"/>
              </a:ext>
            </a:extLst>
          </p:cNvPr>
          <p:cNvSpPr txBox="1"/>
          <p:nvPr/>
        </p:nvSpPr>
        <p:spPr>
          <a:xfrm>
            <a:off x="3260519" y="8648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ED3D8B6-6AA1-6868-C910-27378FBA4046}"/>
              </a:ext>
            </a:extLst>
          </p:cNvPr>
          <p:cNvSpPr txBox="1"/>
          <p:nvPr/>
        </p:nvSpPr>
        <p:spPr>
          <a:xfrm>
            <a:off x="1590817" y="8648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C75085-612E-AE73-E5D8-CFAD84EE2435}"/>
              </a:ext>
            </a:extLst>
          </p:cNvPr>
          <p:cNvSpPr txBox="1"/>
          <p:nvPr/>
        </p:nvSpPr>
        <p:spPr>
          <a:xfrm>
            <a:off x="2489395" y="8648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9DFA95-C68B-EE1E-3F03-BF0F88FADA0C}"/>
              </a:ext>
            </a:extLst>
          </p:cNvPr>
          <p:cNvSpPr txBox="1"/>
          <p:nvPr/>
        </p:nvSpPr>
        <p:spPr>
          <a:xfrm>
            <a:off x="4612991" y="8648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F01590C-6C42-A69F-772B-DE59240836B8}"/>
              </a:ext>
            </a:extLst>
          </p:cNvPr>
          <p:cNvSpPr txBox="1"/>
          <p:nvPr/>
        </p:nvSpPr>
        <p:spPr>
          <a:xfrm>
            <a:off x="2063581" y="172069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1B5B3D3-1D0C-D2BB-D0D9-FADB8D810041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1744064" y="1234183"/>
            <a:ext cx="472764" cy="4865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AB80500-B21E-9464-E6DA-DCB8807B6C8E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2216828" y="1234183"/>
            <a:ext cx="425814" cy="4865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5BD90FFE-3A16-6568-2729-525509D88406}"/>
              </a:ext>
            </a:extLst>
          </p:cNvPr>
          <p:cNvSpPr txBox="1"/>
          <p:nvPr/>
        </p:nvSpPr>
        <p:spPr>
          <a:xfrm>
            <a:off x="3222167" y="33208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18</a:t>
            </a:r>
            <a:endParaRPr lang="zh-CN" altLang="en-US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C620E4F-6970-E28C-0578-C70451132532}"/>
              </a:ext>
            </a:extLst>
          </p:cNvPr>
          <p:cNvSpPr txBox="1"/>
          <p:nvPr/>
        </p:nvSpPr>
        <p:spPr>
          <a:xfrm>
            <a:off x="4180661" y="172069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</a:t>
            </a:r>
            <a:endParaRPr lang="zh-CN" altLang="en-US"/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2082B7DD-8C83-A444-6056-6C327932178F}"/>
              </a:ext>
            </a:extLst>
          </p:cNvPr>
          <p:cNvCxnSpPr>
            <a:cxnSpLocks/>
            <a:stCxn id="2" idx="2"/>
            <a:endCxn id="109" idx="0"/>
          </p:cNvCxnSpPr>
          <p:nvPr/>
        </p:nvCxnSpPr>
        <p:spPr>
          <a:xfrm>
            <a:off x="4118264" y="1234183"/>
            <a:ext cx="215644" cy="4865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9D3E03DC-2AC6-2E71-13B1-67692C7FC313}"/>
              </a:ext>
            </a:extLst>
          </p:cNvPr>
          <p:cNvCxnSpPr>
            <a:cxnSpLocks/>
            <a:stCxn id="6" idx="2"/>
            <a:endCxn id="109" idx="0"/>
          </p:cNvCxnSpPr>
          <p:nvPr/>
        </p:nvCxnSpPr>
        <p:spPr>
          <a:xfrm flipH="1">
            <a:off x="4333908" y="1234183"/>
            <a:ext cx="432330" cy="4865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6AE49E42-C6D7-9868-E2E5-F9389D698AD8}"/>
              </a:ext>
            </a:extLst>
          </p:cNvPr>
          <p:cNvSpPr txBox="1"/>
          <p:nvPr/>
        </p:nvSpPr>
        <p:spPr>
          <a:xfrm>
            <a:off x="2707165" y="242338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11</a:t>
            </a:r>
            <a:endParaRPr lang="zh-CN" altLang="en-US"/>
          </a:p>
        </p:txBody>
      </p: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2D8D8DCB-8E00-E2D2-6FB5-71E8DB1B2C45}"/>
              </a:ext>
            </a:extLst>
          </p:cNvPr>
          <p:cNvCxnSpPr>
            <a:cxnSpLocks/>
            <a:stCxn id="11" idx="2"/>
            <a:endCxn id="116" idx="0"/>
          </p:cNvCxnSpPr>
          <p:nvPr/>
        </p:nvCxnSpPr>
        <p:spPr>
          <a:xfrm>
            <a:off x="2216828" y="2090024"/>
            <a:ext cx="704498" cy="3333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1E58A279-524E-5DC1-D620-9E8FBEE90EFB}"/>
              </a:ext>
            </a:extLst>
          </p:cNvPr>
          <p:cNvCxnSpPr>
            <a:cxnSpLocks/>
            <a:stCxn id="3" idx="2"/>
            <a:endCxn id="116" idx="0"/>
          </p:cNvCxnSpPr>
          <p:nvPr/>
        </p:nvCxnSpPr>
        <p:spPr>
          <a:xfrm flipH="1">
            <a:off x="2921326" y="1234183"/>
            <a:ext cx="492440" cy="11892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1B4F115C-6B8F-F96C-D4D8-3CFB6D5E6C0E}"/>
              </a:ext>
            </a:extLst>
          </p:cNvPr>
          <p:cNvCxnSpPr>
            <a:cxnSpLocks/>
            <a:stCxn id="116" idx="2"/>
            <a:endCxn id="59" idx="0"/>
          </p:cNvCxnSpPr>
          <p:nvPr/>
        </p:nvCxnSpPr>
        <p:spPr>
          <a:xfrm>
            <a:off x="2921326" y="2792717"/>
            <a:ext cx="515002" cy="5281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79FA583F-B239-4EC0-7B9B-32CBFB87FFC5}"/>
              </a:ext>
            </a:extLst>
          </p:cNvPr>
          <p:cNvCxnSpPr>
            <a:cxnSpLocks/>
            <a:stCxn id="109" idx="2"/>
            <a:endCxn id="59" idx="0"/>
          </p:cNvCxnSpPr>
          <p:nvPr/>
        </p:nvCxnSpPr>
        <p:spPr>
          <a:xfrm flipH="1">
            <a:off x="3436328" y="2090024"/>
            <a:ext cx="897580" cy="12308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F4DDC5A4-5483-8B30-851D-1FE9F838B38E}"/>
              </a:ext>
            </a:extLst>
          </p:cNvPr>
          <p:cNvSpPr txBox="1"/>
          <p:nvPr/>
        </p:nvSpPr>
        <p:spPr>
          <a:xfrm>
            <a:off x="2022774" y="139494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①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EE3A8027-E6E0-4B59-F0F1-2236A1E22FAB}"/>
              </a:ext>
            </a:extLst>
          </p:cNvPr>
          <p:cNvSpPr txBox="1"/>
          <p:nvPr/>
        </p:nvSpPr>
        <p:spPr>
          <a:xfrm>
            <a:off x="4180661" y="131461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②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170AE4CA-1241-B426-CDE2-62796328E727}"/>
              </a:ext>
            </a:extLst>
          </p:cNvPr>
          <p:cNvSpPr txBox="1"/>
          <p:nvPr/>
        </p:nvSpPr>
        <p:spPr>
          <a:xfrm>
            <a:off x="2698871" y="210281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③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8B402B1F-9DC0-2674-E581-1B54729540A4}"/>
              </a:ext>
            </a:extLst>
          </p:cNvPr>
          <p:cNvSpPr txBox="1"/>
          <p:nvPr/>
        </p:nvSpPr>
        <p:spPr>
          <a:xfrm>
            <a:off x="3242946" y="290290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1830815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3A6F9-4B7D-0679-8D7D-D60E62342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67B94C65-1388-0BA3-AF64-F62120B63704}"/>
              </a:ext>
            </a:extLst>
          </p:cNvPr>
          <p:cNvSpPr/>
          <p:nvPr/>
        </p:nvSpPr>
        <p:spPr>
          <a:xfrm>
            <a:off x="4606855" y="61710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BBD66D-4AC6-F29A-91F7-8806B3D9B547}"/>
              </a:ext>
            </a:extLst>
          </p:cNvPr>
          <p:cNvSpPr/>
          <p:nvPr/>
        </p:nvSpPr>
        <p:spPr>
          <a:xfrm>
            <a:off x="4093350" y="119292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CB4BE0E-B35F-4E2F-1776-50F6B74B596C}"/>
              </a:ext>
            </a:extLst>
          </p:cNvPr>
          <p:cNvSpPr/>
          <p:nvPr/>
        </p:nvSpPr>
        <p:spPr>
          <a:xfrm>
            <a:off x="5107598" y="119292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  <a:endParaRPr lang="zh-CN" altLang="en-US" sz="160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C1EED0D-60A1-C754-24A0-A43CB913A119}"/>
              </a:ext>
            </a:extLst>
          </p:cNvPr>
          <p:cNvCxnSpPr>
            <a:stCxn id="2" idx="3"/>
            <a:endCxn id="3" idx="7"/>
          </p:cNvCxnSpPr>
          <p:nvPr/>
        </p:nvCxnSpPr>
        <p:spPr>
          <a:xfrm flipH="1">
            <a:off x="4377863" y="901622"/>
            <a:ext cx="277807" cy="3401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AAEB83F-1156-767B-1059-A902B4003C69}"/>
              </a:ext>
            </a:extLst>
          </p:cNvPr>
          <p:cNvCxnSpPr>
            <a:stCxn id="2" idx="5"/>
            <a:endCxn id="4" idx="1"/>
          </p:cNvCxnSpPr>
          <p:nvPr/>
        </p:nvCxnSpPr>
        <p:spPr>
          <a:xfrm>
            <a:off x="4891368" y="901622"/>
            <a:ext cx="265045" cy="3401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4D41ED0B-60DD-94B1-B8FF-03E7E8923103}"/>
              </a:ext>
            </a:extLst>
          </p:cNvPr>
          <p:cNvSpPr/>
          <p:nvPr/>
        </p:nvSpPr>
        <p:spPr>
          <a:xfrm>
            <a:off x="3562561" y="179575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AD1B54-C92F-6436-DEFD-D901E2672EC4}"/>
              </a:ext>
            </a:extLst>
          </p:cNvPr>
          <p:cNvCxnSpPr>
            <a:stCxn id="3" idx="3"/>
            <a:endCxn id="7" idx="7"/>
          </p:cNvCxnSpPr>
          <p:nvPr/>
        </p:nvCxnSpPr>
        <p:spPr>
          <a:xfrm flipH="1">
            <a:off x="3847074" y="1477437"/>
            <a:ext cx="295091" cy="3671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000E82BD-6B7C-A300-F2DB-1BA72A5F96F8}"/>
              </a:ext>
            </a:extLst>
          </p:cNvPr>
          <p:cNvSpPr/>
          <p:nvPr/>
        </p:nvSpPr>
        <p:spPr>
          <a:xfrm>
            <a:off x="4434784" y="17874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  <a:endParaRPr lang="zh-CN" altLang="en-US" sz="160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DE9880A-1B10-529D-ECC4-6E9649C793B0}"/>
              </a:ext>
            </a:extLst>
          </p:cNvPr>
          <p:cNvCxnSpPr>
            <a:stCxn id="3" idx="5"/>
            <a:endCxn id="9" idx="0"/>
          </p:cNvCxnSpPr>
          <p:nvPr/>
        </p:nvCxnSpPr>
        <p:spPr>
          <a:xfrm>
            <a:off x="4377863" y="1477437"/>
            <a:ext cx="223585" cy="3100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86737F5-7314-93F2-AD7D-0C9C892BD52E}"/>
              </a:ext>
            </a:extLst>
          </p:cNvPr>
          <p:cNvSpPr txBox="1"/>
          <p:nvPr/>
        </p:nvSpPr>
        <p:spPr>
          <a:xfrm>
            <a:off x="4241550" y="78377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76E6ED-4C44-036A-7E31-C32CBF41C520}"/>
              </a:ext>
            </a:extLst>
          </p:cNvPr>
          <p:cNvSpPr txBox="1"/>
          <p:nvPr/>
        </p:nvSpPr>
        <p:spPr>
          <a:xfrm>
            <a:off x="3693167" y="14391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B907982-1E68-4CAE-0ABE-9E34BE027E2F}"/>
              </a:ext>
            </a:extLst>
          </p:cNvPr>
          <p:cNvSpPr/>
          <p:nvPr/>
        </p:nvSpPr>
        <p:spPr>
          <a:xfrm>
            <a:off x="3066323" y="253823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9E1EA9D-9A20-1F91-32DD-2FB77E3880C7}"/>
              </a:ext>
            </a:extLst>
          </p:cNvPr>
          <p:cNvCxnSpPr>
            <a:stCxn id="7" idx="3"/>
            <a:endCxn id="15" idx="0"/>
          </p:cNvCxnSpPr>
          <p:nvPr/>
        </p:nvCxnSpPr>
        <p:spPr>
          <a:xfrm flipH="1">
            <a:off x="3232987" y="2080267"/>
            <a:ext cx="378389" cy="4579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2588491-EDE2-A3BB-4533-607C5B093FFF}"/>
              </a:ext>
            </a:extLst>
          </p:cNvPr>
          <p:cNvSpPr txBox="1"/>
          <p:nvPr/>
        </p:nvSpPr>
        <p:spPr>
          <a:xfrm>
            <a:off x="3187161" y="203562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60D4FC-7816-46E4-1131-366A0A629927}"/>
              </a:ext>
            </a:extLst>
          </p:cNvPr>
          <p:cNvSpPr txBox="1"/>
          <p:nvPr/>
        </p:nvSpPr>
        <p:spPr>
          <a:xfrm>
            <a:off x="5080575" y="78449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FC859B-7CA2-04E4-D238-142E658EAAA0}"/>
              </a:ext>
            </a:extLst>
          </p:cNvPr>
          <p:cNvSpPr txBox="1"/>
          <p:nvPr/>
        </p:nvSpPr>
        <p:spPr>
          <a:xfrm>
            <a:off x="4475070" y="138252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537804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9390C-2CE2-DB41-A4E1-6A69CCCF9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椭圆 77">
            <a:extLst>
              <a:ext uri="{FF2B5EF4-FFF2-40B4-BE49-F238E27FC236}">
                <a16:creationId xmlns:a16="http://schemas.microsoft.com/office/drawing/2014/main" id="{33119F87-BB4D-36B3-37A4-CB5983769E28}"/>
              </a:ext>
            </a:extLst>
          </p:cNvPr>
          <p:cNvSpPr/>
          <p:nvPr/>
        </p:nvSpPr>
        <p:spPr>
          <a:xfrm>
            <a:off x="6875862" y="3657013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46354BE9-D26D-50CB-2358-2BC583507A8C}"/>
              </a:ext>
            </a:extLst>
          </p:cNvPr>
          <p:cNvSpPr/>
          <p:nvPr/>
        </p:nvSpPr>
        <p:spPr>
          <a:xfrm>
            <a:off x="5920110" y="3631129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FAA70203-21D0-7B34-F96A-734A4FC0717C}"/>
              </a:ext>
            </a:extLst>
          </p:cNvPr>
          <p:cNvSpPr/>
          <p:nvPr/>
        </p:nvSpPr>
        <p:spPr>
          <a:xfrm>
            <a:off x="5102723" y="3631129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0DFCFB5C-E589-C8F1-24D2-8214363E6397}"/>
              </a:ext>
            </a:extLst>
          </p:cNvPr>
          <p:cNvSpPr/>
          <p:nvPr/>
        </p:nvSpPr>
        <p:spPr>
          <a:xfrm>
            <a:off x="4210823" y="3631129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077791A1-0B40-E080-B24F-538FEC229063}"/>
              </a:ext>
            </a:extLst>
          </p:cNvPr>
          <p:cNvSpPr/>
          <p:nvPr/>
        </p:nvSpPr>
        <p:spPr>
          <a:xfrm>
            <a:off x="3288158" y="3631129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9016AC-BB87-93BA-1A4A-75F29AB65294}"/>
              </a:ext>
            </a:extLst>
          </p:cNvPr>
          <p:cNvSpPr txBox="1"/>
          <p:nvPr/>
        </p:nvSpPr>
        <p:spPr>
          <a:xfrm>
            <a:off x="3282883" y="3666609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A,3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831782-9AB9-9454-8F9A-724276A33AC1}"/>
              </a:ext>
            </a:extLst>
          </p:cNvPr>
          <p:cNvSpPr txBox="1"/>
          <p:nvPr/>
        </p:nvSpPr>
        <p:spPr>
          <a:xfrm>
            <a:off x="4206294" y="3666609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B,6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D1F843-138F-E55D-0410-48A70A85FAA5}"/>
              </a:ext>
            </a:extLst>
          </p:cNvPr>
          <p:cNvSpPr txBox="1"/>
          <p:nvPr/>
        </p:nvSpPr>
        <p:spPr>
          <a:xfrm>
            <a:off x="5066546" y="366660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C,2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0D3BE7-DF76-6C38-311C-DB2278B1D71B}"/>
              </a:ext>
            </a:extLst>
          </p:cNvPr>
          <p:cNvSpPr txBox="1"/>
          <p:nvPr/>
        </p:nvSpPr>
        <p:spPr>
          <a:xfrm>
            <a:off x="5888603" y="3666609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D,3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BD225A-FB58-CB6D-6144-BEF8EFF3B6DF}"/>
              </a:ext>
            </a:extLst>
          </p:cNvPr>
          <p:cNvSpPr txBox="1"/>
          <p:nvPr/>
        </p:nvSpPr>
        <p:spPr>
          <a:xfrm>
            <a:off x="6859405" y="3666609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E,4</a:t>
            </a:r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93F8DC2-CB76-E5E4-8DA2-247AB40DAEE0}"/>
              </a:ext>
            </a:extLst>
          </p:cNvPr>
          <p:cNvCxnSpPr>
            <a:cxnSpLocks/>
            <a:stCxn id="63" idx="0"/>
          </p:cNvCxnSpPr>
          <p:nvPr/>
        </p:nvCxnSpPr>
        <p:spPr>
          <a:xfrm flipV="1">
            <a:off x="3508304" y="3391806"/>
            <a:ext cx="382776" cy="2393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7880102-4EF1-4E00-FC80-19BBCE07FBB6}"/>
              </a:ext>
            </a:extLst>
          </p:cNvPr>
          <p:cNvCxnSpPr>
            <a:cxnSpLocks/>
            <a:stCxn id="68" idx="0"/>
          </p:cNvCxnSpPr>
          <p:nvPr/>
        </p:nvCxnSpPr>
        <p:spPr>
          <a:xfrm flipH="1" flipV="1">
            <a:off x="3891080" y="3391806"/>
            <a:ext cx="539889" cy="2393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FCF3811-5897-D298-933F-6D350B7BA355}"/>
              </a:ext>
            </a:extLst>
          </p:cNvPr>
          <p:cNvCxnSpPr>
            <a:cxnSpLocks/>
          </p:cNvCxnSpPr>
          <p:nvPr/>
        </p:nvCxnSpPr>
        <p:spPr>
          <a:xfrm flipV="1">
            <a:off x="3891080" y="2617075"/>
            <a:ext cx="780607" cy="4053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B6BAEB5-9104-5CDA-E15A-A88A3CC08C4F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671687" y="2617075"/>
            <a:ext cx="651182" cy="10140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C1D9FE3-4BD3-E0A1-6448-96F1779A1BDD}"/>
              </a:ext>
            </a:extLst>
          </p:cNvPr>
          <p:cNvCxnSpPr>
            <a:cxnSpLocks/>
          </p:cNvCxnSpPr>
          <p:nvPr/>
        </p:nvCxnSpPr>
        <p:spPr>
          <a:xfrm flipV="1">
            <a:off x="4671687" y="1965028"/>
            <a:ext cx="762267" cy="2827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0ADC0BE-1B32-1932-D7D0-53270A63E1E1}"/>
              </a:ext>
            </a:extLst>
          </p:cNvPr>
          <p:cNvCxnSpPr>
            <a:cxnSpLocks/>
            <a:stCxn id="75" idx="0"/>
          </p:cNvCxnSpPr>
          <p:nvPr/>
        </p:nvCxnSpPr>
        <p:spPr>
          <a:xfrm flipH="1" flipV="1">
            <a:off x="5433954" y="1965028"/>
            <a:ext cx="706302" cy="16661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6F13073-94B2-7D84-702D-ECE7767A5EC4}"/>
              </a:ext>
            </a:extLst>
          </p:cNvPr>
          <p:cNvCxnSpPr>
            <a:cxnSpLocks/>
          </p:cNvCxnSpPr>
          <p:nvPr/>
        </p:nvCxnSpPr>
        <p:spPr>
          <a:xfrm flipV="1">
            <a:off x="5433954" y="1114238"/>
            <a:ext cx="822057" cy="481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5C62B34-6E54-7C46-203A-A61D8B2FC32D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6256011" y="1114238"/>
            <a:ext cx="839997" cy="2552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椭圆 65">
            <a:extLst>
              <a:ext uri="{FF2B5EF4-FFF2-40B4-BE49-F238E27FC236}">
                <a16:creationId xmlns:a16="http://schemas.microsoft.com/office/drawing/2014/main" id="{0A38FA94-36A8-11E5-9D40-CAFBD7557C87}"/>
              </a:ext>
            </a:extLst>
          </p:cNvPr>
          <p:cNvSpPr/>
          <p:nvPr/>
        </p:nvSpPr>
        <p:spPr>
          <a:xfrm>
            <a:off x="3668702" y="2951514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9</a:t>
            </a:r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01BE67BC-0944-250A-C403-EA08B57EA092}"/>
              </a:ext>
            </a:extLst>
          </p:cNvPr>
          <p:cNvSpPr/>
          <p:nvPr/>
        </p:nvSpPr>
        <p:spPr>
          <a:xfrm>
            <a:off x="4441255" y="2199876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69E3CD2-1783-A721-D5D0-8C348F0E4E5B}"/>
              </a:ext>
            </a:extLst>
          </p:cNvPr>
          <p:cNvSpPr txBox="1"/>
          <p:nvPr/>
        </p:nvSpPr>
        <p:spPr>
          <a:xfrm>
            <a:off x="4447240" y="223476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11</a:t>
            </a:r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C3317D7B-BFB9-811C-0CAB-C4F710E4D0B2}"/>
              </a:ext>
            </a:extLst>
          </p:cNvPr>
          <p:cNvSpPr/>
          <p:nvPr/>
        </p:nvSpPr>
        <p:spPr>
          <a:xfrm>
            <a:off x="5195685" y="1559360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777F276A-FD3C-7320-2D43-F353FF982CFA}"/>
              </a:ext>
            </a:extLst>
          </p:cNvPr>
          <p:cNvSpPr txBox="1"/>
          <p:nvPr/>
        </p:nvSpPr>
        <p:spPr>
          <a:xfrm>
            <a:off x="5180647" y="160776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14</a:t>
            </a:r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5883AE3E-7802-A178-3A24-DAB88492C81A}"/>
              </a:ext>
            </a:extLst>
          </p:cNvPr>
          <p:cNvSpPr/>
          <p:nvPr/>
        </p:nvSpPr>
        <p:spPr>
          <a:xfrm>
            <a:off x="6035865" y="709687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07082D5-D3F2-4B3B-949C-9F21E1669AEC}"/>
              </a:ext>
            </a:extLst>
          </p:cNvPr>
          <p:cNvSpPr txBox="1"/>
          <p:nvPr/>
        </p:nvSpPr>
        <p:spPr>
          <a:xfrm>
            <a:off x="6033526" y="7536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18</a:t>
            </a:r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50A2AC6F-1420-F0C1-019D-05F232562514}"/>
              </a:ext>
            </a:extLst>
          </p:cNvPr>
          <p:cNvSpPr txBox="1"/>
          <p:nvPr/>
        </p:nvSpPr>
        <p:spPr>
          <a:xfrm>
            <a:off x="3371663" y="321436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C2DC5F4E-CEAE-4B95-D61C-B84FCDF82334}"/>
              </a:ext>
            </a:extLst>
          </p:cNvPr>
          <p:cNvSpPr txBox="1"/>
          <p:nvPr/>
        </p:nvSpPr>
        <p:spPr>
          <a:xfrm>
            <a:off x="4133256" y="248879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473BE8F-4ECA-7BC7-2DDA-2E152E47F069}"/>
              </a:ext>
            </a:extLst>
          </p:cNvPr>
          <p:cNvSpPr txBox="1"/>
          <p:nvPr/>
        </p:nvSpPr>
        <p:spPr>
          <a:xfrm>
            <a:off x="4845740" y="178926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68CAC1EF-220D-2657-7667-ADD3E672714E}"/>
              </a:ext>
            </a:extLst>
          </p:cNvPr>
          <p:cNvSpPr txBox="1"/>
          <p:nvPr/>
        </p:nvSpPr>
        <p:spPr>
          <a:xfrm>
            <a:off x="5622324" y="1018531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44E7851-553B-8EAA-8355-A17C29D1703F}"/>
              </a:ext>
            </a:extLst>
          </p:cNvPr>
          <p:cNvSpPr txBox="1"/>
          <p:nvPr/>
        </p:nvSpPr>
        <p:spPr>
          <a:xfrm>
            <a:off x="4878482" y="265023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0D17C01-4574-58B1-8A9B-29DE82F699BE}"/>
              </a:ext>
            </a:extLst>
          </p:cNvPr>
          <p:cNvSpPr txBox="1"/>
          <p:nvPr/>
        </p:nvSpPr>
        <p:spPr>
          <a:xfrm>
            <a:off x="4073033" y="320589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60551AF-70D5-B986-0545-DC57B59F341E}"/>
              </a:ext>
            </a:extLst>
          </p:cNvPr>
          <p:cNvSpPr txBox="1"/>
          <p:nvPr/>
        </p:nvSpPr>
        <p:spPr>
          <a:xfrm>
            <a:off x="5672223" y="205200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C0EE80F7-EBB2-3F7D-8E07-2F3189A962FA}"/>
              </a:ext>
            </a:extLst>
          </p:cNvPr>
          <p:cNvSpPr txBox="1"/>
          <p:nvPr/>
        </p:nvSpPr>
        <p:spPr>
          <a:xfrm>
            <a:off x="6494280" y="139008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519793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5A92F-D53D-975F-FE77-9AB314630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椭圆 81">
            <a:extLst>
              <a:ext uri="{FF2B5EF4-FFF2-40B4-BE49-F238E27FC236}">
                <a16:creationId xmlns:a16="http://schemas.microsoft.com/office/drawing/2014/main" id="{2243FA6E-FF86-B2E2-D367-B8BDC671ECD1}"/>
              </a:ext>
            </a:extLst>
          </p:cNvPr>
          <p:cNvSpPr/>
          <p:nvPr/>
        </p:nvSpPr>
        <p:spPr>
          <a:xfrm>
            <a:off x="4762356" y="1596217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6397B26E-0C52-A256-51F6-7C785B71F7A2}"/>
              </a:ext>
            </a:extLst>
          </p:cNvPr>
          <p:cNvSpPr/>
          <p:nvPr/>
        </p:nvSpPr>
        <p:spPr>
          <a:xfrm>
            <a:off x="5568577" y="2786542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8E88F8A4-720B-A91E-C7F3-E6BDF22EFD0B}"/>
              </a:ext>
            </a:extLst>
          </p:cNvPr>
          <p:cNvSpPr/>
          <p:nvPr/>
        </p:nvSpPr>
        <p:spPr>
          <a:xfrm>
            <a:off x="4091870" y="2802889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8DD568E3-C167-88D5-C30F-B85D45DDF01F}"/>
              </a:ext>
            </a:extLst>
          </p:cNvPr>
          <p:cNvSpPr/>
          <p:nvPr/>
        </p:nvSpPr>
        <p:spPr>
          <a:xfrm>
            <a:off x="6019138" y="4689670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89DD7FF3-FFA8-D6AA-0D4B-7E1BCB58486B}"/>
              </a:ext>
            </a:extLst>
          </p:cNvPr>
          <p:cNvSpPr/>
          <p:nvPr/>
        </p:nvSpPr>
        <p:spPr>
          <a:xfrm>
            <a:off x="5202648" y="4689670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62161ED0-5CC1-C14D-06DC-D10D9D3C18C4}"/>
              </a:ext>
            </a:extLst>
          </p:cNvPr>
          <p:cNvSpPr/>
          <p:nvPr/>
        </p:nvSpPr>
        <p:spPr>
          <a:xfrm>
            <a:off x="4506413" y="4696981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9618F58A-D6E6-6732-8D24-F80CCCB06F32}"/>
              </a:ext>
            </a:extLst>
          </p:cNvPr>
          <p:cNvSpPr/>
          <p:nvPr/>
        </p:nvSpPr>
        <p:spPr>
          <a:xfrm>
            <a:off x="3738248" y="4696981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2EA07DEE-EFCE-49E6-D688-0DD3C00A0604}"/>
              </a:ext>
            </a:extLst>
          </p:cNvPr>
          <p:cNvSpPr/>
          <p:nvPr/>
        </p:nvSpPr>
        <p:spPr>
          <a:xfrm>
            <a:off x="3316481" y="3755570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F3452532-D0E4-3876-C0E1-3F916328AF3C}"/>
              </a:ext>
            </a:extLst>
          </p:cNvPr>
          <p:cNvSpPr/>
          <p:nvPr/>
        </p:nvSpPr>
        <p:spPr>
          <a:xfrm>
            <a:off x="2843376" y="4696981"/>
            <a:ext cx="440292" cy="4402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DD809B-A061-A3F9-15E2-7AE36E71EAB5}"/>
              </a:ext>
            </a:extLst>
          </p:cNvPr>
          <p:cNvSpPr txBox="1"/>
          <p:nvPr/>
        </p:nvSpPr>
        <p:spPr>
          <a:xfrm>
            <a:off x="5177120" y="4738636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D,3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EDF38A-77C5-21DE-5523-86348AF53BE5}"/>
              </a:ext>
            </a:extLst>
          </p:cNvPr>
          <p:cNvSpPr txBox="1"/>
          <p:nvPr/>
        </p:nvSpPr>
        <p:spPr>
          <a:xfrm>
            <a:off x="4484258" y="472515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B,6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39A575-BC1A-65FC-99C0-3E4156014F04}"/>
              </a:ext>
            </a:extLst>
          </p:cNvPr>
          <p:cNvSpPr txBox="1"/>
          <p:nvPr/>
        </p:nvSpPr>
        <p:spPr>
          <a:xfrm>
            <a:off x="2828379" y="4708251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C,2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EFFFAF-FC44-1E08-5500-CCBA5479EB90}"/>
              </a:ext>
            </a:extLst>
          </p:cNvPr>
          <p:cNvSpPr txBox="1"/>
          <p:nvPr/>
        </p:nvSpPr>
        <p:spPr>
          <a:xfrm>
            <a:off x="3715753" y="472515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A,3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A1737E-9C96-1F1D-B06E-DDFFD4F64638}"/>
              </a:ext>
            </a:extLst>
          </p:cNvPr>
          <p:cNvSpPr txBox="1"/>
          <p:nvPr/>
        </p:nvSpPr>
        <p:spPr>
          <a:xfrm>
            <a:off x="6008869" y="4730182"/>
            <a:ext cx="805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E,4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E94374-29CA-AB5E-821E-F46908957790}"/>
              </a:ext>
            </a:extLst>
          </p:cNvPr>
          <p:cNvSpPr txBox="1"/>
          <p:nvPr/>
        </p:nvSpPr>
        <p:spPr>
          <a:xfrm>
            <a:off x="3381761" y="3791050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5</a:t>
            </a:r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BFA677E-B3B4-0A98-9B50-98358EC83EBE}"/>
              </a:ext>
            </a:extLst>
          </p:cNvPr>
          <p:cNvCxnSpPr>
            <a:cxnSpLocks/>
            <a:stCxn id="38" idx="0"/>
            <a:endCxn id="43" idx="4"/>
          </p:cNvCxnSpPr>
          <p:nvPr/>
        </p:nvCxnSpPr>
        <p:spPr>
          <a:xfrm flipV="1">
            <a:off x="3063522" y="4195862"/>
            <a:ext cx="473105" cy="501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EC65C2B-3132-2E10-88F3-95CA2A14D15A}"/>
              </a:ext>
            </a:extLst>
          </p:cNvPr>
          <p:cNvCxnSpPr>
            <a:cxnSpLocks/>
            <a:stCxn id="45" idx="0"/>
            <a:endCxn id="43" idx="4"/>
          </p:cNvCxnSpPr>
          <p:nvPr/>
        </p:nvCxnSpPr>
        <p:spPr>
          <a:xfrm flipH="1" flipV="1">
            <a:off x="3536627" y="4195862"/>
            <a:ext cx="421767" cy="501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5BC701B-A628-F303-9689-198098CC576E}"/>
              </a:ext>
            </a:extLst>
          </p:cNvPr>
          <p:cNvSpPr txBox="1"/>
          <p:nvPr/>
        </p:nvSpPr>
        <p:spPr>
          <a:xfrm>
            <a:off x="4756127" y="163169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18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F64ABA-96EF-ACF8-1848-618D31188ECF}"/>
              </a:ext>
            </a:extLst>
          </p:cNvPr>
          <p:cNvSpPr txBox="1"/>
          <p:nvPr/>
        </p:nvSpPr>
        <p:spPr>
          <a:xfrm>
            <a:off x="5626296" y="281245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</a:t>
            </a:r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6EDBEE7-4ADB-D83A-682F-B20D20B8A7FC}"/>
              </a:ext>
            </a:extLst>
          </p:cNvPr>
          <p:cNvCxnSpPr>
            <a:cxnSpLocks/>
            <a:stCxn id="65" idx="0"/>
            <a:endCxn id="74" idx="4"/>
          </p:cNvCxnSpPr>
          <p:nvPr/>
        </p:nvCxnSpPr>
        <p:spPr>
          <a:xfrm flipV="1">
            <a:off x="5422794" y="3226834"/>
            <a:ext cx="365929" cy="14628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C0B47CE-CAFE-4E6A-E08B-744BA5A72E4D}"/>
              </a:ext>
            </a:extLst>
          </p:cNvPr>
          <p:cNvCxnSpPr>
            <a:cxnSpLocks/>
            <a:stCxn id="67" idx="0"/>
            <a:endCxn id="74" idx="4"/>
          </p:cNvCxnSpPr>
          <p:nvPr/>
        </p:nvCxnSpPr>
        <p:spPr>
          <a:xfrm flipH="1" flipV="1">
            <a:off x="5788723" y="3226834"/>
            <a:ext cx="450561" cy="14628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C70EEDF-016F-A62A-D844-7090A893CAC4}"/>
              </a:ext>
            </a:extLst>
          </p:cNvPr>
          <p:cNvSpPr txBox="1"/>
          <p:nvPr/>
        </p:nvSpPr>
        <p:spPr>
          <a:xfrm>
            <a:off x="4115688" y="280907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11</a:t>
            </a:r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8E7FACC-0483-C900-51FB-23D3B041859F}"/>
              </a:ext>
            </a:extLst>
          </p:cNvPr>
          <p:cNvCxnSpPr>
            <a:cxnSpLocks/>
            <a:stCxn id="43" idx="0"/>
            <a:endCxn id="69" idx="4"/>
          </p:cNvCxnSpPr>
          <p:nvPr/>
        </p:nvCxnSpPr>
        <p:spPr>
          <a:xfrm flipV="1">
            <a:off x="3536627" y="3243181"/>
            <a:ext cx="775389" cy="5123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B65AA94-9D88-F61B-AEC5-354D5AF445B8}"/>
              </a:ext>
            </a:extLst>
          </p:cNvPr>
          <p:cNvCxnSpPr>
            <a:cxnSpLocks/>
            <a:stCxn id="63" idx="0"/>
            <a:endCxn id="69" idx="4"/>
          </p:cNvCxnSpPr>
          <p:nvPr/>
        </p:nvCxnSpPr>
        <p:spPr>
          <a:xfrm flipH="1" flipV="1">
            <a:off x="4312016" y="3243181"/>
            <a:ext cx="414543" cy="1453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EAD7F4E-E563-3E93-E67D-2D10DB199FD0}"/>
              </a:ext>
            </a:extLst>
          </p:cNvPr>
          <p:cNvCxnSpPr>
            <a:cxnSpLocks/>
            <a:stCxn id="69" idx="0"/>
            <a:endCxn id="82" idx="4"/>
          </p:cNvCxnSpPr>
          <p:nvPr/>
        </p:nvCxnSpPr>
        <p:spPr>
          <a:xfrm flipV="1">
            <a:off x="4312016" y="2036509"/>
            <a:ext cx="670486" cy="7663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F63298B-BB25-94B7-7D52-69CC911F4EA2}"/>
              </a:ext>
            </a:extLst>
          </p:cNvPr>
          <p:cNvCxnSpPr>
            <a:cxnSpLocks/>
            <a:stCxn id="74" idx="0"/>
            <a:endCxn id="82" idx="4"/>
          </p:cNvCxnSpPr>
          <p:nvPr/>
        </p:nvCxnSpPr>
        <p:spPr>
          <a:xfrm flipH="1" flipV="1">
            <a:off x="4982502" y="2036509"/>
            <a:ext cx="806221" cy="7500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38F7F513-A63C-90FE-0F09-F2744B0FDA7B}"/>
              </a:ext>
            </a:extLst>
          </p:cNvPr>
          <p:cNvSpPr txBox="1"/>
          <p:nvPr/>
        </p:nvSpPr>
        <p:spPr>
          <a:xfrm>
            <a:off x="4467174" y="200845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9B9819D2-C9C5-172C-62D0-797341158F1B}"/>
              </a:ext>
            </a:extLst>
          </p:cNvPr>
          <p:cNvSpPr txBox="1"/>
          <p:nvPr/>
        </p:nvSpPr>
        <p:spPr>
          <a:xfrm>
            <a:off x="3755283" y="311558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63478C0-7E59-949C-92E3-A5C7F98BE5E9}"/>
              </a:ext>
            </a:extLst>
          </p:cNvPr>
          <p:cNvSpPr txBox="1"/>
          <p:nvPr/>
        </p:nvSpPr>
        <p:spPr>
          <a:xfrm>
            <a:off x="3024413" y="416769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F223EA9-7848-99B8-FFF9-E288DD477DBF}"/>
              </a:ext>
            </a:extLst>
          </p:cNvPr>
          <p:cNvSpPr txBox="1"/>
          <p:nvPr/>
        </p:nvSpPr>
        <p:spPr>
          <a:xfrm>
            <a:off x="5276509" y="373290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890C5947-EEC1-87A8-67C7-F386BC4299AD}"/>
              </a:ext>
            </a:extLst>
          </p:cNvPr>
          <p:cNvSpPr txBox="1"/>
          <p:nvPr/>
        </p:nvSpPr>
        <p:spPr>
          <a:xfrm>
            <a:off x="5202648" y="193671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59827B1-2451-58D1-3A8B-E1F955CFCEEA}"/>
              </a:ext>
            </a:extLst>
          </p:cNvPr>
          <p:cNvSpPr txBox="1"/>
          <p:nvPr/>
        </p:nvSpPr>
        <p:spPr>
          <a:xfrm>
            <a:off x="5932790" y="331059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9CBF2346-1DA2-E8D8-C06C-2AC9417DDEC8}"/>
              </a:ext>
            </a:extLst>
          </p:cNvPr>
          <p:cNvSpPr txBox="1"/>
          <p:nvPr/>
        </p:nvSpPr>
        <p:spPr>
          <a:xfrm>
            <a:off x="4451518" y="328574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37ACA50C-3AA1-334B-7252-D8D06777F1DC}"/>
              </a:ext>
            </a:extLst>
          </p:cNvPr>
          <p:cNvSpPr txBox="1"/>
          <p:nvPr/>
        </p:nvSpPr>
        <p:spPr>
          <a:xfrm>
            <a:off x="3688004" y="409868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013309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0FBE0-89AB-28D9-22EF-C55DC5D5B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729EF504-92A5-56F7-D91B-260F768426C1}"/>
              </a:ext>
            </a:extLst>
          </p:cNvPr>
          <p:cNvSpPr/>
          <p:nvPr/>
        </p:nvSpPr>
        <p:spPr>
          <a:xfrm>
            <a:off x="4254645" y="157277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DFA985-AD5E-3AE3-65E4-2E967C65AE4F}"/>
              </a:ext>
            </a:extLst>
          </p:cNvPr>
          <p:cNvSpPr/>
          <p:nvPr/>
        </p:nvSpPr>
        <p:spPr>
          <a:xfrm>
            <a:off x="3080582" y="223569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0C9F8BA-B7C3-2CE4-7BD9-1B600C0F3704}"/>
              </a:ext>
            </a:extLst>
          </p:cNvPr>
          <p:cNvCxnSpPr>
            <a:cxnSpLocks/>
            <a:stCxn id="2" idx="5"/>
            <a:endCxn id="3" idx="1"/>
          </p:cNvCxnSpPr>
          <p:nvPr/>
        </p:nvCxnSpPr>
        <p:spPr>
          <a:xfrm>
            <a:off x="3764209" y="1240950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B05E86D-095B-BC6A-1EFB-67D03529538A}"/>
              </a:ext>
            </a:extLst>
          </p:cNvPr>
          <p:cNvCxnSpPr>
            <a:cxnSpLocks/>
            <a:stCxn id="7" idx="5"/>
            <a:endCxn id="4" idx="0"/>
          </p:cNvCxnSpPr>
          <p:nvPr/>
        </p:nvCxnSpPr>
        <p:spPr>
          <a:xfrm>
            <a:off x="2813821" y="1857290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78010A6F-B1E2-F708-7132-46948CC62DE3}"/>
              </a:ext>
            </a:extLst>
          </p:cNvPr>
          <p:cNvSpPr/>
          <p:nvPr/>
        </p:nvSpPr>
        <p:spPr>
          <a:xfrm>
            <a:off x="2529308" y="1572777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DA417C0-1ED8-903F-CA55-AC11BF3AA55F}"/>
              </a:ext>
            </a:extLst>
          </p:cNvPr>
          <p:cNvSpPr/>
          <p:nvPr/>
        </p:nvSpPr>
        <p:spPr>
          <a:xfrm>
            <a:off x="1806906" y="2237199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EB47229-416E-0745-9094-7E36D7562086}"/>
              </a:ext>
            </a:extLst>
          </p:cNvPr>
          <p:cNvCxnSpPr>
            <a:stCxn id="2" idx="3"/>
            <a:endCxn id="7" idx="7"/>
          </p:cNvCxnSpPr>
          <p:nvPr/>
        </p:nvCxnSpPr>
        <p:spPr>
          <a:xfrm flipH="1">
            <a:off x="2813821" y="1240950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036C63A-029B-CD2D-8095-70BE001E6870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2091419" y="1857290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C2A5D267-AF23-6705-3AAE-757DB774FAA2}"/>
              </a:ext>
            </a:extLst>
          </p:cNvPr>
          <p:cNvSpPr/>
          <p:nvPr/>
        </p:nvSpPr>
        <p:spPr>
          <a:xfrm>
            <a:off x="2689574" y="297367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3F8F5C1-CC13-9B49-3DFF-5F657B99C769}"/>
              </a:ext>
            </a:extLst>
          </p:cNvPr>
          <p:cNvSpPr/>
          <p:nvPr/>
        </p:nvSpPr>
        <p:spPr>
          <a:xfrm>
            <a:off x="4771608" y="223569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8A485E6-EAEF-2027-5DFE-BFA9ED537A78}"/>
              </a:ext>
            </a:extLst>
          </p:cNvPr>
          <p:cNvCxnSpPr>
            <a:cxnSpLocks/>
            <a:stCxn id="4" idx="3"/>
            <a:endCxn id="12" idx="0"/>
          </p:cNvCxnSpPr>
          <p:nvPr/>
        </p:nvCxnSpPr>
        <p:spPr>
          <a:xfrm flipH="1">
            <a:off x="2856238" y="2520208"/>
            <a:ext cx="273159" cy="4534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50EFAED-27D0-D2D6-F66B-9943D361C8CF}"/>
              </a:ext>
            </a:extLst>
          </p:cNvPr>
          <p:cNvCxnSpPr>
            <a:stCxn id="3" idx="5"/>
            <a:endCxn id="13" idx="1"/>
          </p:cNvCxnSpPr>
          <p:nvPr/>
        </p:nvCxnSpPr>
        <p:spPr>
          <a:xfrm>
            <a:off x="4539158" y="1857290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4B839656-9B91-468D-B47E-BB60444A38A5}"/>
              </a:ext>
            </a:extLst>
          </p:cNvPr>
          <p:cNvSpPr/>
          <p:nvPr/>
        </p:nvSpPr>
        <p:spPr>
          <a:xfrm>
            <a:off x="1297154" y="2973676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8BE7824-AEA5-5F08-BF3F-01C7BD81179E}"/>
              </a:ext>
            </a:extLst>
          </p:cNvPr>
          <p:cNvCxnSpPr>
            <a:stCxn id="8" idx="3"/>
            <a:endCxn id="17" idx="0"/>
          </p:cNvCxnSpPr>
          <p:nvPr/>
        </p:nvCxnSpPr>
        <p:spPr>
          <a:xfrm flipH="1">
            <a:off x="1463818" y="2521712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F247B7B9-3422-7C25-FCFB-AF87DB1B0BE2}"/>
              </a:ext>
            </a:extLst>
          </p:cNvPr>
          <p:cNvSpPr/>
          <p:nvPr/>
        </p:nvSpPr>
        <p:spPr>
          <a:xfrm>
            <a:off x="3839954" y="223569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573C693-E74D-DF54-3789-8C43048AF878}"/>
              </a:ext>
            </a:extLst>
          </p:cNvPr>
          <p:cNvCxnSpPr>
            <a:stCxn id="3" idx="3"/>
            <a:endCxn id="20" idx="0"/>
          </p:cNvCxnSpPr>
          <p:nvPr/>
        </p:nvCxnSpPr>
        <p:spPr>
          <a:xfrm flipH="1">
            <a:off x="4006618" y="1857290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1AD90A3A-319B-FD12-2FB1-5620110576DE}"/>
              </a:ext>
            </a:extLst>
          </p:cNvPr>
          <p:cNvSpPr/>
          <p:nvPr/>
        </p:nvSpPr>
        <p:spPr>
          <a:xfrm>
            <a:off x="2118259" y="2978931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7152916-0702-64F0-2477-F7A08C21BCFA}"/>
              </a:ext>
            </a:extLst>
          </p:cNvPr>
          <p:cNvCxnSpPr>
            <a:stCxn id="8" idx="5"/>
            <a:endCxn id="29" idx="0"/>
          </p:cNvCxnSpPr>
          <p:nvPr/>
        </p:nvCxnSpPr>
        <p:spPr>
          <a:xfrm>
            <a:off x="2091419" y="2521712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002F407-52E9-CB68-381D-6B247D74E572}"/>
              </a:ext>
            </a:extLst>
          </p:cNvPr>
          <p:cNvGrpSpPr/>
          <p:nvPr/>
        </p:nvGrpSpPr>
        <p:grpSpPr>
          <a:xfrm>
            <a:off x="3440486" y="947848"/>
            <a:ext cx="399468" cy="341917"/>
            <a:chOff x="3440486" y="947848"/>
            <a:chExt cx="399468" cy="341917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A1869BD-F85E-8F45-C586-B96B8BDDDFE1}"/>
                </a:ext>
              </a:extLst>
            </p:cNvPr>
            <p:cNvSpPr/>
            <p:nvPr/>
          </p:nvSpPr>
          <p:spPr>
            <a:xfrm>
              <a:off x="3479696" y="956437"/>
              <a:ext cx="333328" cy="33332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A665193-E2FF-1370-58CA-E1394A0170BF}"/>
                </a:ext>
              </a:extLst>
            </p:cNvPr>
            <p:cNvSpPr txBox="1"/>
            <p:nvPr/>
          </p:nvSpPr>
          <p:spPr>
            <a:xfrm>
              <a:off x="3440486" y="947848"/>
              <a:ext cx="3994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/>
                <a:t>19</a:t>
              </a:r>
              <a:endParaRPr lang="zh-CN" altLang="en-US" sz="1600"/>
            </a:p>
          </p:txBody>
        </p:sp>
      </p:grpSp>
      <p:sp>
        <p:nvSpPr>
          <p:cNvPr id="38" name="椭圆 37">
            <a:extLst>
              <a:ext uri="{FF2B5EF4-FFF2-40B4-BE49-F238E27FC236}">
                <a16:creationId xmlns:a16="http://schemas.microsoft.com/office/drawing/2014/main" id="{B79BC04B-02E7-5B79-1D77-EFC0DC6BE078}"/>
              </a:ext>
            </a:extLst>
          </p:cNvPr>
          <p:cNvSpPr/>
          <p:nvPr/>
        </p:nvSpPr>
        <p:spPr>
          <a:xfrm>
            <a:off x="9534803" y="15685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2214FB2C-5C0B-A081-2A2E-E07E96DA65CD}"/>
              </a:ext>
            </a:extLst>
          </p:cNvPr>
          <p:cNvSpPr/>
          <p:nvPr/>
        </p:nvSpPr>
        <p:spPr>
          <a:xfrm>
            <a:off x="8360740" y="223150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0EF6058-8C4F-D5C8-AC42-3EEF8299965A}"/>
              </a:ext>
            </a:extLst>
          </p:cNvPr>
          <p:cNvCxnSpPr>
            <a:cxnSpLocks/>
            <a:stCxn id="57" idx="5"/>
            <a:endCxn id="38" idx="1"/>
          </p:cNvCxnSpPr>
          <p:nvPr/>
        </p:nvCxnSpPr>
        <p:spPr>
          <a:xfrm>
            <a:off x="9044367" y="1236755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2AB068-7957-7FBD-8AF3-3CAC3F5496DC}"/>
              </a:ext>
            </a:extLst>
          </p:cNvPr>
          <p:cNvCxnSpPr>
            <a:cxnSpLocks/>
            <a:stCxn id="42" idx="5"/>
            <a:endCxn id="39" idx="0"/>
          </p:cNvCxnSpPr>
          <p:nvPr/>
        </p:nvCxnSpPr>
        <p:spPr>
          <a:xfrm>
            <a:off x="8093979" y="1853095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椭圆 41">
            <a:extLst>
              <a:ext uri="{FF2B5EF4-FFF2-40B4-BE49-F238E27FC236}">
                <a16:creationId xmlns:a16="http://schemas.microsoft.com/office/drawing/2014/main" id="{F9008381-A887-27F3-1FF2-4A0851C4F031}"/>
              </a:ext>
            </a:extLst>
          </p:cNvPr>
          <p:cNvSpPr/>
          <p:nvPr/>
        </p:nvSpPr>
        <p:spPr>
          <a:xfrm>
            <a:off x="7809466" y="1568582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6C7D3667-6F85-EED6-6733-63F4AEC09D87}"/>
              </a:ext>
            </a:extLst>
          </p:cNvPr>
          <p:cNvSpPr/>
          <p:nvPr/>
        </p:nvSpPr>
        <p:spPr>
          <a:xfrm>
            <a:off x="7087064" y="2233004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1295672-5725-F88E-A3F2-870356113145}"/>
              </a:ext>
            </a:extLst>
          </p:cNvPr>
          <p:cNvCxnSpPr>
            <a:stCxn id="57" idx="3"/>
            <a:endCxn id="42" idx="7"/>
          </p:cNvCxnSpPr>
          <p:nvPr/>
        </p:nvCxnSpPr>
        <p:spPr>
          <a:xfrm flipH="1">
            <a:off x="8093979" y="1236755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B58860C-60DE-F91A-4505-8C07DC7E2D7A}"/>
              </a:ext>
            </a:extLst>
          </p:cNvPr>
          <p:cNvCxnSpPr>
            <a:cxnSpLocks/>
            <a:stCxn id="42" idx="3"/>
            <a:endCxn id="43" idx="7"/>
          </p:cNvCxnSpPr>
          <p:nvPr/>
        </p:nvCxnSpPr>
        <p:spPr>
          <a:xfrm flipH="1">
            <a:off x="7371577" y="1853095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椭圆 45">
            <a:extLst>
              <a:ext uri="{FF2B5EF4-FFF2-40B4-BE49-F238E27FC236}">
                <a16:creationId xmlns:a16="http://schemas.microsoft.com/office/drawing/2014/main" id="{9BE2B331-2A79-C4F6-B3D8-256582345646}"/>
              </a:ext>
            </a:extLst>
          </p:cNvPr>
          <p:cNvSpPr/>
          <p:nvPr/>
        </p:nvSpPr>
        <p:spPr>
          <a:xfrm>
            <a:off x="7997174" y="297331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4333B247-8B1E-9F14-30A9-2D26D9A84FC9}"/>
              </a:ext>
            </a:extLst>
          </p:cNvPr>
          <p:cNvSpPr/>
          <p:nvPr/>
        </p:nvSpPr>
        <p:spPr>
          <a:xfrm>
            <a:off x="10051766" y="223150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22A7E8B-90C4-55DF-8668-0807D2D0F018}"/>
              </a:ext>
            </a:extLst>
          </p:cNvPr>
          <p:cNvCxnSpPr>
            <a:cxnSpLocks/>
            <a:stCxn id="39" idx="3"/>
            <a:endCxn id="46" idx="0"/>
          </p:cNvCxnSpPr>
          <p:nvPr/>
        </p:nvCxnSpPr>
        <p:spPr>
          <a:xfrm flipH="1">
            <a:off x="8163838" y="2516013"/>
            <a:ext cx="245717" cy="457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8009F5D-71AC-3888-C674-C3324326D9C8}"/>
              </a:ext>
            </a:extLst>
          </p:cNvPr>
          <p:cNvCxnSpPr>
            <a:stCxn id="38" idx="5"/>
            <a:endCxn id="47" idx="1"/>
          </p:cNvCxnSpPr>
          <p:nvPr/>
        </p:nvCxnSpPr>
        <p:spPr>
          <a:xfrm>
            <a:off x="9819316" y="1853095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CD3F4BFD-0EB5-B00A-14C1-115DDD43ACA5}"/>
              </a:ext>
            </a:extLst>
          </p:cNvPr>
          <p:cNvSpPr/>
          <p:nvPr/>
        </p:nvSpPr>
        <p:spPr>
          <a:xfrm>
            <a:off x="6577312" y="2969481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D8E7DE37-433C-9516-DE6E-95B219258C01}"/>
              </a:ext>
            </a:extLst>
          </p:cNvPr>
          <p:cNvCxnSpPr>
            <a:stCxn id="43" idx="3"/>
            <a:endCxn id="50" idx="0"/>
          </p:cNvCxnSpPr>
          <p:nvPr/>
        </p:nvCxnSpPr>
        <p:spPr>
          <a:xfrm flipH="1">
            <a:off x="6743976" y="2517517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椭圆 51">
            <a:extLst>
              <a:ext uri="{FF2B5EF4-FFF2-40B4-BE49-F238E27FC236}">
                <a16:creationId xmlns:a16="http://schemas.microsoft.com/office/drawing/2014/main" id="{A95BB3D2-6414-E220-EA3B-C242C5C7FEFC}"/>
              </a:ext>
            </a:extLst>
          </p:cNvPr>
          <p:cNvSpPr/>
          <p:nvPr/>
        </p:nvSpPr>
        <p:spPr>
          <a:xfrm>
            <a:off x="9120112" y="223150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2168F78-3478-CD9C-BD23-378F4EF21D8F}"/>
              </a:ext>
            </a:extLst>
          </p:cNvPr>
          <p:cNvCxnSpPr>
            <a:stCxn id="38" idx="3"/>
            <a:endCxn id="52" idx="0"/>
          </p:cNvCxnSpPr>
          <p:nvPr/>
        </p:nvCxnSpPr>
        <p:spPr>
          <a:xfrm flipH="1">
            <a:off x="9286776" y="1853095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椭圆 53">
            <a:extLst>
              <a:ext uri="{FF2B5EF4-FFF2-40B4-BE49-F238E27FC236}">
                <a16:creationId xmlns:a16="http://schemas.microsoft.com/office/drawing/2014/main" id="{4F0D7355-B6D5-E8A3-8C3A-0E0E39A65BA7}"/>
              </a:ext>
            </a:extLst>
          </p:cNvPr>
          <p:cNvSpPr/>
          <p:nvPr/>
        </p:nvSpPr>
        <p:spPr>
          <a:xfrm>
            <a:off x="7398417" y="2974736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B34BAC10-9CD4-5147-F9B7-5578D1FE21DE}"/>
              </a:ext>
            </a:extLst>
          </p:cNvPr>
          <p:cNvCxnSpPr>
            <a:stCxn id="43" idx="5"/>
            <a:endCxn id="54" idx="0"/>
          </p:cNvCxnSpPr>
          <p:nvPr/>
        </p:nvCxnSpPr>
        <p:spPr>
          <a:xfrm>
            <a:off x="7371577" y="2517517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51E4ED9-7729-4ED7-A58D-0B0305E23EBA}"/>
              </a:ext>
            </a:extLst>
          </p:cNvPr>
          <p:cNvGrpSpPr/>
          <p:nvPr/>
        </p:nvGrpSpPr>
        <p:grpSpPr>
          <a:xfrm>
            <a:off x="8720644" y="943653"/>
            <a:ext cx="399468" cy="341917"/>
            <a:chOff x="3440486" y="947848"/>
            <a:chExt cx="399468" cy="341917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C337B84-BF10-82D3-9260-40E38F8D83BD}"/>
                </a:ext>
              </a:extLst>
            </p:cNvPr>
            <p:cNvSpPr/>
            <p:nvPr/>
          </p:nvSpPr>
          <p:spPr>
            <a:xfrm>
              <a:off x="3479696" y="956437"/>
              <a:ext cx="333328" cy="33332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8EDB3F1-0D03-5CDF-36AF-DDE7F0123A06}"/>
                </a:ext>
              </a:extLst>
            </p:cNvPr>
            <p:cNvSpPr txBox="1"/>
            <p:nvPr/>
          </p:nvSpPr>
          <p:spPr>
            <a:xfrm>
              <a:off x="3440486" y="947848"/>
              <a:ext cx="3994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/>
                <a:t>99</a:t>
              </a:r>
              <a:endParaRPr lang="zh-CN" altLang="en-US" sz="1600"/>
            </a:p>
          </p:txBody>
        </p: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A09C562D-5693-E33C-7D72-690FCF136A19}"/>
              </a:ext>
            </a:extLst>
          </p:cNvPr>
          <p:cNvSpPr txBox="1"/>
          <p:nvPr/>
        </p:nvSpPr>
        <p:spPr>
          <a:xfrm>
            <a:off x="2489840" y="157614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36</a:t>
            </a:r>
            <a:endParaRPr lang="zh-CN" altLang="en-US" sz="160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34586BE-C49A-6ABD-C2DC-BDAB3BBBCD94}"/>
              </a:ext>
            </a:extLst>
          </p:cNvPr>
          <p:cNvSpPr txBox="1"/>
          <p:nvPr/>
        </p:nvSpPr>
        <p:spPr>
          <a:xfrm>
            <a:off x="4236929" y="157350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27</a:t>
            </a:r>
            <a:endParaRPr lang="zh-CN" altLang="en-US" sz="160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1EE4655-83FB-61E5-36D2-E57AFB50E9D0}"/>
              </a:ext>
            </a:extLst>
          </p:cNvPr>
          <p:cNvSpPr txBox="1"/>
          <p:nvPr/>
        </p:nvSpPr>
        <p:spPr>
          <a:xfrm>
            <a:off x="1766516" y="224249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38</a:t>
            </a:r>
            <a:endParaRPr lang="zh-CN" altLang="en-US" sz="160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66859A9-6964-69FD-768B-A97AD34AF432}"/>
              </a:ext>
            </a:extLst>
          </p:cNvPr>
          <p:cNvSpPr txBox="1"/>
          <p:nvPr/>
        </p:nvSpPr>
        <p:spPr>
          <a:xfrm>
            <a:off x="3043417" y="223150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45</a:t>
            </a:r>
            <a:endParaRPr lang="zh-CN" altLang="en-US" sz="160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7A15120-B361-09A6-4F93-AE9D2F158220}"/>
              </a:ext>
            </a:extLst>
          </p:cNvPr>
          <p:cNvSpPr txBox="1"/>
          <p:nvPr/>
        </p:nvSpPr>
        <p:spPr>
          <a:xfrm>
            <a:off x="2080030" y="297631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42</a:t>
            </a:r>
            <a:endParaRPr lang="zh-CN" altLang="en-US" sz="160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B3EB6B2-19CF-D109-5E04-41DE23F5BD5D}"/>
              </a:ext>
            </a:extLst>
          </p:cNvPr>
          <p:cNvSpPr txBox="1"/>
          <p:nvPr/>
        </p:nvSpPr>
        <p:spPr>
          <a:xfrm>
            <a:off x="1259611" y="296948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EB84B45-BA1B-E2A1-5E19-F63E7FE7878D}"/>
              </a:ext>
            </a:extLst>
          </p:cNvPr>
          <p:cNvSpPr txBox="1"/>
          <p:nvPr/>
        </p:nvSpPr>
        <p:spPr>
          <a:xfrm>
            <a:off x="2653292" y="297631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47</a:t>
            </a:r>
            <a:endParaRPr lang="zh-CN" altLang="en-US" sz="160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3D37AAA-8A60-4C55-E50C-CB9CAA6E8E1C}"/>
              </a:ext>
            </a:extLst>
          </p:cNvPr>
          <p:cNvSpPr txBox="1"/>
          <p:nvPr/>
        </p:nvSpPr>
        <p:spPr>
          <a:xfrm>
            <a:off x="3797700" y="223600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90</a:t>
            </a:r>
            <a:endParaRPr lang="zh-CN" altLang="en-US" sz="160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E2865F4-2AFB-2D6E-D18A-AEDFA394469E}"/>
              </a:ext>
            </a:extLst>
          </p:cNvPr>
          <p:cNvSpPr txBox="1"/>
          <p:nvPr/>
        </p:nvSpPr>
        <p:spPr>
          <a:xfrm>
            <a:off x="4733827" y="222969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28</a:t>
            </a:r>
            <a:endParaRPr lang="zh-CN" altLang="en-US" sz="160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C97FA83E-9D46-D61B-FA72-34387909E3E4}"/>
              </a:ext>
            </a:extLst>
          </p:cNvPr>
          <p:cNvSpPr txBox="1"/>
          <p:nvPr/>
        </p:nvSpPr>
        <p:spPr>
          <a:xfrm>
            <a:off x="2606881" y="357580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（左）最小堆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1B5F1685-6599-C57A-DA26-D681C0088BB0}"/>
              </a:ext>
            </a:extLst>
          </p:cNvPr>
          <p:cNvSpPr txBox="1"/>
          <p:nvPr/>
        </p:nvSpPr>
        <p:spPr>
          <a:xfrm>
            <a:off x="7780419" y="157277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70</a:t>
            </a:r>
            <a:endParaRPr lang="zh-CN" altLang="en-US" sz="160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D30B18C-EECF-DEE5-32E1-59B959D1A593}"/>
              </a:ext>
            </a:extLst>
          </p:cNvPr>
          <p:cNvSpPr txBox="1"/>
          <p:nvPr/>
        </p:nvSpPr>
        <p:spPr>
          <a:xfrm>
            <a:off x="9501733" y="155887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109DC99-4979-CB4F-D86D-9ADAECA0A54A}"/>
              </a:ext>
            </a:extLst>
          </p:cNvPr>
          <p:cNvSpPr txBox="1"/>
          <p:nvPr/>
        </p:nvSpPr>
        <p:spPr>
          <a:xfrm>
            <a:off x="7056606" y="224249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66</a:t>
            </a:r>
            <a:endParaRPr lang="zh-CN" altLang="en-US" sz="160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A6EA570-51B3-789A-0AF1-9BD432D45057}"/>
              </a:ext>
            </a:extLst>
          </p:cNvPr>
          <p:cNvSpPr txBox="1"/>
          <p:nvPr/>
        </p:nvSpPr>
        <p:spPr>
          <a:xfrm>
            <a:off x="8330502" y="223569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9062BA5-5F09-1619-9B31-BB03F72FDB0F}"/>
              </a:ext>
            </a:extLst>
          </p:cNvPr>
          <p:cNvSpPr txBox="1"/>
          <p:nvPr/>
        </p:nvSpPr>
        <p:spPr>
          <a:xfrm>
            <a:off x="9084249" y="222627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1593D3D-3CD3-1AB8-64F4-C60CFEF5D39C}"/>
              </a:ext>
            </a:extLst>
          </p:cNvPr>
          <p:cNvSpPr txBox="1"/>
          <p:nvPr/>
        </p:nvSpPr>
        <p:spPr>
          <a:xfrm>
            <a:off x="10076425" y="223300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3CF11EC-FE24-4EA7-123E-B83EEB9152A4}"/>
              </a:ext>
            </a:extLst>
          </p:cNvPr>
          <p:cNvSpPr txBox="1"/>
          <p:nvPr/>
        </p:nvSpPr>
        <p:spPr>
          <a:xfrm>
            <a:off x="6597942" y="297631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6C6F659-7732-9277-2A23-10CDDFDB1171}"/>
              </a:ext>
            </a:extLst>
          </p:cNvPr>
          <p:cNvSpPr txBox="1"/>
          <p:nvPr/>
        </p:nvSpPr>
        <p:spPr>
          <a:xfrm>
            <a:off x="7365347" y="297370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B291E2D-2CCC-3131-602C-16F4C44C5E82}"/>
              </a:ext>
            </a:extLst>
          </p:cNvPr>
          <p:cNvSpPr txBox="1"/>
          <p:nvPr/>
        </p:nvSpPr>
        <p:spPr>
          <a:xfrm>
            <a:off x="7970561" y="297893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39</a:t>
            </a:r>
            <a:endParaRPr lang="zh-CN" altLang="en-US" sz="160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5708432-3845-09A7-3540-6AD07DFF903D}"/>
              </a:ext>
            </a:extLst>
          </p:cNvPr>
          <p:cNvSpPr txBox="1"/>
          <p:nvPr/>
        </p:nvSpPr>
        <p:spPr>
          <a:xfrm>
            <a:off x="7999676" y="357580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（右）最大堆</a:t>
            </a:r>
          </a:p>
        </p:txBody>
      </p:sp>
    </p:spTree>
    <p:extLst>
      <p:ext uri="{BB962C8B-B14F-4D97-AF65-F5344CB8AC3E}">
        <p14:creationId xmlns:p14="http://schemas.microsoft.com/office/powerpoint/2010/main" val="2134879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EB622-75E7-BF84-C46D-AC05D9A7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E5D96B48-E739-C68F-5EB7-D089C13120C9}"/>
              </a:ext>
            </a:extLst>
          </p:cNvPr>
          <p:cNvSpPr/>
          <p:nvPr/>
        </p:nvSpPr>
        <p:spPr>
          <a:xfrm>
            <a:off x="6515083" y="119921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F9F29C0-E8CC-EB88-7238-A2FE7D2238B6}"/>
              </a:ext>
            </a:extLst>
          </p:cNvPr>
          <p:cNvSpPr/>
          <p:nvPr/>
        </p:nvSpPr>
        <p:spPr>
          <a:xfrm>
            <a:off x="5341020" y="186213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BEC750E-2D88-234B-4597-2033B99C0C78}"/>
              </a:ext>
            </a:extLst>
          </p:cNvPr>
          <p:cNvCxnSpPr>
            <a:cxnSpLocks/>
            <a:stCxn id="20" idx="5"/>
            <a:endCxn id="2" idx="1"/>
          </p:cNvCxnSpPr>
          <p:nvPr/>
        </p:nvCxnSpPr>
        <p:spPr>
          <a:xfrm>
            <a:off x="6024647" y="867392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0B36CA0-4323-118B-1056-C0AE58D866A2}"/>
              </a:ext>
            </a:extLst>
          </p:cNvPr>
          <p:cNvCxnSpPr>
            <a:cxnSpLocks/>
            <a:stCxn id="6" idx="5"/>
            <a:endCxn id="3" idx="0"/>
          </p:cNvCxnSpPr>
          <p:nvPr/>
        </p:nvCxnSpPr>
        <p:spPr>
          <a:xfrm>
            <a:off x="5074259" y="1483732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34CE5E91-53F3-85E4-5D15-385EDB852678}"/>
              </a:ext>
            </a:extLst>
          </p:cNvPr>
          <p:cNvSpPr/>
          <p:nvPr/>
        </p:nvSpPr>
        <p:spPr>
          <a:xfrm>
            <a:off x="4789746" y="1199219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3C92EDD-BF1F-1E80-3098-AB1F2FA0B883}"/>
              </a:ext>
            </a:extLst>
          </p:cNvPr>
          <p:cNvSpPr/>
          <p:nvPr/>
        </p:nvSpPr>
        <p:spPr>
          <a:xfrm>
            <a:off x="4067344" y="1863641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0035EB7-90D8-72FF-68D6-EDFA14D5FA38}"/>
              </a:ext>
            </a:extLst>
          </p:cNvPr>
          <p:cNvCxnSpPr>
            <a:stCxn id="20" idx="3"/>
            <a:endCxn id="6" idx="7"/>
          </p:cNvCxnSpPr>
          <p:nvPr/>
        </p:nvCxnSpPr>
        <p:spPr>
          <a:xfrm flipH="1">
            <a:off x="5074259" y="867392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4A6A6EC-8597-6068-FFB7-40B859F0107F}"/>
              </a:ext>
            </a:extLst>
          </p:cNvPr>
          <p:cNvCxnSpPr>
            <a:cxnSpLocks/>
            <a:stCxn id="6" idx="3"/>
            <a:endCxn id="7" idx="7"/>
          </p:cNvCxnSpPr>
          <p:nvPr/>
        </p:nvCxnSpPr>
        <p:spPr>
          <a:xfrm flipH="1">
            <a:off x="4351857" y="1483732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8959A674-5762-FEFA-9F20-D41BA5E3BFB0}"/>
              </a:ext>
            </a:extLst>
          </p:cNvPr>
          <p:cNvSpPr/>
          <p:nvPr/>
        </p:nvSpPr>
        <p:spPr>
          <a:xfrm>
            <a:off x="4977454" y="260395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F0E5621-6458-0B7B-8E3B-32E8A8F6C615}"/>
              </a:ext>
            </a:extLst>
          </p:cNvPr>
          <p:cNvSpPr/>
          <p:nvPr/>
        </p:nvSpPr>
        <p:spPr>
          <a:xfrm>
            <a:off x="7032046" y="186213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4D17EBE-D620-0183-2462-2EEEF8543082}"/>
              </a:ext>
            </a:extLst>
          </p:cNvPr>
          <p:cNvCxnSpPr>
            <a:cxnSpLocks/>
            <a:stCxn id="3" idx="3"/>
            <a:endCxn id="10" idx="0"/>
          </p:cNvCxnSpPr>
          <p:nvPr/>
        </p:nvCxnSpPr>
        <p:spPr>
          <a:xfrm flipH="1">
            <a:off x="5144118" y="2146650"/>
            <a:ext cx="245717" cy="457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543DB33-25B1-D253-AD2C-28287328A372}"/>
              </a:ext>
            </a:extLst>
          </p:cNvPr>
          <p:cNvCxnSpPr>
            <a:stCxn id="2" idx="5"/>
            <a:endCxn id="11" idx="1"/>
          </p:cNvCxnSpPr>
          <p:nvPr/>
        </p:nvCxnSpPr>
        <p:spPr>
          <a:xfrm>
            <a:off x="6799596" y="1483732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BAA9A049-77C0-B945-6986-E19B14DC4E93}"/>
              </a:ext>
            </a:extLst>
          </p:cNvPr>
          <p:cNvSpPr/>
          <p:nvPr/>
        </p:nvSpPr>
        <p:spPr>
          <a:xfrm>
            <a:off x="3557592" y="2600118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5E5B4F1-4826-E3E9-3AF6-359016F0554A}"/>
              </a:ext>
            </a:extLst>
          </p:cNvPr>
          <p:cNvCxnSpPr>
            <a:stCxn id="7" idx="3"/>
            <a:endCxn id="14" idx="0"/>
          </p:cNvCxnSpPr>
          <p:nvPr/>
        </p:nvCxnSpPr>
        <p:spPr>
          <a:xfrm flipH="1">
            <a:off x="3724256" y="2148154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184C7F3D-7C7D-0ABC-EAFB-F2AF24F3F1B6}"/>
              </a:ext>
            </a:extLst>
          </p:cNvPr>
          <p:cNvSpPr/>
          <p:nvPr/>
        </p:nvSpPr>
        <p:spPr>
          <a:xfrm>
            <a:off x="6100392" y="186213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315B5A2-865E-E46F-DE2E-1915F6E9187D}"/>
              </a:ext>
            </a:extLst>
          </p:cNvPr>
          <p:cNvCxnSpPr>
            <a:stCxn id="2" idx="3"/>
            <a:endCxn id="16" idx="0"/>
          </p:cNvCxnSpPr>
          <p:nvPr/>
        </p:nvCxnSpPr>
        <p:spPr>
          <a:xfrm flipH="1">
            <a:off x="6267056" y="1483732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8B2B327A-9E6F-6C88-50A3-C0D0B7554259}"/>
              </a:ext>
            </a:extLst>
          </p:cNvPr>
          <p:cNvSpPr/>
          <p:nvPr/>
        </p:nvSpPr>
        <p:spPr>
          <a:xfrm>
            <a:off x="4378697" y="2605373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22DC4C1-B0EA-24A5-64E0-5B6254D9CEDC}"/>
              </a:ext>
            </a:extLst>
          </p:cNvPr>
          <p:cNvCxnSpPr>
            <a:stCxn id="7" idx="5"/>
            <a:endCxn id="18" idx="0"/>
          </p:cNvCxnSpPr>
          <p:nvPr/>
        </p:nvCxnSpPr>
        <p:spPr>
          <a:xfrm>
            <a:off x="4351857" y="2148154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64D54CD9-B54A-5EBE-4643-FBF5F7002942}"/>
              </a:ext>
            </a:extLst>
          </p:cNvPr>
          <p:cNvSpPr/>
          <p:nvPr/>
        </p:nvSpPr>
        <p:spPr>
          <a:xfrm>
            <a:off x="5740134" y="58287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291549-8529-1D13-17A6-392A68ACDFCF}"/>
              </a:ext>
            </a:extLst>
          </p:cNvPr>
          <p:cNvSpPr txBox="1"/>
          <p:nvPr/>
        </p:nvSpPr>
        <p:spPr>
          <a:xfrm>
            <a:off x="4767808" y="1199780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99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8AA260-60B7-C2D0-9073-85B23EBF4049}"/>
              </a:ext>
            </a:extLst>
          </p:cNvPr>
          <p:cNvSpPr txBox="1"/>
          <p:nvPr/>
        </p:nvSpPr>
        <p:spPr>
          <a:xfrm>
            <a:off x="6998976" y="187300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70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6EAB607-2417-E6DD-AF6A-87EF076BA601}"/>
              </a:ext>
            </a:extLst>
          </p:cNvPr>
          <p:cNvSpPr txBox="1"/>
          <p:nvPr/>
        </p:nvSpPr>
        <p:spPr>
          <a:xfrm>
            <a:off x="4034274" y="185841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28338E6-198F-8E1E-EDBF-36DCC9C6F1A9}"/>
              </a:ext>
            </a:extLst>
          </p:cNvPr>
          <p:cNvSpPr txBox="1"/>
          <p:nvPr/>
        </p:nvSpPr>
        <p:spPr>
          <a:xfrm>
            <a:off x="4348518" y="260395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66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8C71CCF-D917-EDDD-8BF4-59AB94EEC5E5}"/>
              </a:ext>
            </a:extLst>
          </p:cNvPr>
          <p:cNvSpPr txBox="1"/>
          <p:nvPr/>
        </p:nvSpPr>
        <p:spPr>
          <a:xfrm>
            <a:off x="3520296" y="259750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E34EC84-F16F-DF7B-3378-10F6CACDB521}"/>
              </a:ext>
            </a:extLst>
          </p:cNvPr>
          <p:cNvSpPr txBox="1"/>
          <p:nvPr/>
        </p:nvSpPr>
        <p:spPr>
          <a:xfrm>
            <a:off x="5306680" y="185125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FC766E5-46E2-CB4B-8F95-6025561DF9F2}"/>
              </a:ext>
            </a:extLst>
          </p:cNvPr>
          <p:cNvSpPr txBox="1"/>
          <p:nvPr/>
        </p:nvSpPr>
        <p:spPr>
          <a:xfrm>
            <a:off x="6535713" y="119660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54FA148-B4F3-9C46-015F-7E8D4E24E266}"/>
              </a:ext>
            </a:extLst>
          </p:cNvPr>
          <p:cNvSpPr txBox="1"/>
          <p:nvPr/>
        </p:nvSpPr>
        <p:spPr>
          <a:xfrm>
            <a:off x="5773606" y="57765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2C577D9-A907-50DA-BE59-C7E0E380255D}"/>
              </a:ext>
            </a:extLst>
          </p:cNvPr>
          <p:cNvSpPr txBox="1"/>
          <p:nvPr/>
        </p:nvSpPr>
        <p:spPr>
          <a:xfrm>
            <a:off x="4944384" y="260014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9A938BF-049D-F1F4-E9B2-1F0DC89B6FB0}"/>
              </a:ext>
            </a:extLst>
          </p:cNvPr>
          <p:cNvSpPr txBox="1"/>
          <p:nvPr/>
        </p:nvSpPr>
        <p:spPr>
          <a:xfrm>
            <a:off x="6065674" y="185125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39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4441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AA1F-F62D-F94C-10FE-F045C2FBB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90E7BECD-F590-8B41-CE73-7989C22A6BE7}"/>
              </a:ext>
            </a:extLst>
          </p:cNvPr>
          <p:cNvSpPr/>
          <p:nvPr/>
        </p:nvSpPr>
        <p:spPr>
          <a:xfrm>
            <a:off x="4165518" y="115417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E18CE4E-4C62-41AE-91FF-E43CD771C7BA}"/>
              </a:ext>
            </a:extLst>
          </p:cNvPr>
          <p:cNvSpPr/>
          <p:nvPr/>
        </p:nvSpPr>
        <p:spPr>
          <a:xfrm>
            <a:off x="2991455" y="1817093"/>
            <a:ext cx="333328" cy="33332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>
              <a:highlight>
                <a:srgbClr val="FFFF00"/>
              </a:highlight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EF470C9-1A3F-787D-838F-2AF05CD0C92D}"/>
              </a:ext>
            </a:extLst>
          </p:cNvPr>
          <p:cNvCxnSpPr>
            <a:cxnSpLocks/>
            <a:stCxn id="21" idx="5"/>
            <a:endCxn id="2" idx="1"/>
          </p:cNvCxnSpPr>
          <p:nvPr/>
        </p:nvCxnSpPr>
        <p:spPr>
          <a:xfrm>
            <a:off x="3675082" y="822348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4485232-0157-55FE-3DF0-5265EA7FD3AA}"/>
              </a:ext>
            </a:extLst>
          </p:cNvPr>
          <p:cNvCxnSpPr>
            <a:cxnSpLocks/>
            <a:stCxn id="6" idx="5"/>
            <a:endCxn id="3" idx="0"/>
          </p:cNvCxnSpPr>
          <p:nvPr/>
        </p:nvCxnSpPr>
        <p:spPr>
          <a:xfrm>
            <a:off x="2724694" y="1438688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2AD796C8-A489-0A37-A0EB-0F0FAFA9BD22}"/>
              </a:ext>
            </a:extLst>
          </p:cNvPr>
          <p:cNvSpPr/>
          <p:nvPr/>
        </p:nvSpPr>
        <p:spPr>
          <a:xfrm>
            <a:off x="2440181" y="1154175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FC55086-70DB-8F63-F055-9F926CF8D8CA}"/>
              </a:ext>
            </a:extLst>
          </p:cNvPr>
          <p:cNvSpPr/>
          <p:nvPr/>
        </p:nvSpPr>
        <p:spPr>
          <a:xfrm>
            <a:off x="1717779" y="1818597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EC8F292-8E24-A162-1320-D49470E8212F}"/>
              </a:ext>
            </a:extLst>
          </p:cNvPr>
          <p:cNvCxnSpPr>
            <a:stCxn id="21" idx="3"/>
            <a:endCxn id="6" idx="7"/>
          </p:cNvCxnSpPr>
          <p:nvPr/>
        </p:nvCxnSpPr>
        <p:spPr>
          <a:xfrm flipH="1">
            <a:off x="2724694" y="822348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A7946B3-D8B7-8E0C-D01C-D85161286EC2}"/>
              </a:ext>
            </a:extLst>
          </p:cNvPr>
          <p:cNvCxnSpPr>
            <a:cxnSpLocks/>
            <a:stCxn id="6" idx="3"/>
            <a:endCxn id="7" idx="7"/>
          </p:cNvCxnSpPr>
          <p:nvPr/>
        </p:nvCxnSpPr>
        <p:spPr>
          <a:xfrm flipH="1">
            <a:off x="2002292" y="1438688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9FC3580F-6530-6488-5D54-F2C480418C84}"/>
              </a:ext>
            </a:extLst>
          </p:cNvPr>
          <p:cNvSpPr/>
          <p:nvPr/>
        </p:nvSpPr>
        <p:spPr>
          <a:xfrm>
            <a:off x="2627889" y="2558907"/>
            <a:ext cx="333328" cy="3333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46E1DC6-F812-6DBC-AE87-BC759D67ED8F}"/>
              </a:ext>
            </a:extLst>
          </p:cNvPr>
          <p:cNvSpPr/>
          <p:nvPr/>
        </p:nvSpPr>
        <p:spPr>
          <a:xfrm>
            <a:off x="4682481" y="181709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476B875-B209-097C-630B-4689923CBC23}"/>
              </a:ext>
            </a:extLst>
          </p:cNvPr>
          <p:cNvCxnSpPr>
            <a:cxnSpLocks/>
            <a:stCxn id="3" idx="3"/>
            <a:endCxn id="10" idx="0"/>
          </p:cNvCxnSpPr>
          <p:nvPr/>
        </p:nvCxnSpPr>
        <p:spPr>
          <a:xfrm flipH="1">
            <a:off x="2794553" y="2101606"/>
            <a:ext cx="245717" cy="457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9F03624-2313-2FE6-F167-D5CE5C4A2CD2}"/>
              </a:ext>
            </a:extLst>
          </p:cNvPr>
          <p:cNvCxnSpPr>
            <a:stCxn id="2" idx="5"/>
            <a:endCxn id="11" idx="1"/>
          </p:cNvCxnSpPr>
          <p:nvPr/>
        </p:nvCxnSpPr>
        <p:spPr>
          <a:xfrm>
            <a:off x="4450031" y="1438688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0CC93A3E-7B27-65FA-A9A6-E533F57BE59E}"/>
              </a:ext>
            </a:extLst>
          </p:cNvPr>
          <p:cNvSpPr/>
          <p:nvPr/>
        </p:nvSpPr>
        <p:spPr>
          <a:xfrm>
            <a:off x="1208027" y="2555074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760CDED-B212-BBBD-981D-2B48E6AB4813}"/>
              </a:ext>
            </a:extLst>
          </p:cNvPr>
          <p:cNvCxnSpPr>
            <a:stCxn id="7" idx="3"/>
            <a:endCxn id="14" idx="0"/>
          </p:cNvCxnSpPr>
          <p:nvPr/>
        </p:nvCxnSpPr>
        <p:spPr>
          <a:xfrm flipH="1">
            <a:off x="1374691" y="2103110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3372C42C-528B-68BD-99C9-7DC51199A86A}"/>
              </a:ext>
            </a:extLst>
          </p:cNvPr>
          <p:cNvSpPr/>
          <p:nvPr/>
        </p:nvSpPr>
        <p:spPr>
          <a:xfrm>
            <a:off x="3750827" y="181709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EFD7EAD-7A30-80A3-857B-E1A399D2C358}"/>
              </a:ext>
            </a:extLst>
          </p:cNvPr>
          <p:cNvCxnSpPr>
            <a:stCxn id="2" idx="3"/>
            <a:endCxn id="16" idx="0"/>
          </p:cNvCxnSpPr>
          <p:nvPr/>
        </p:nvCxnSpPr>
        <p:spPr>
          <a:xfrm flipH="1">
            <a:off x="3917491" y="1438688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369F8F35-4382-0E41-94E9-C02EB26A9B5F}"/>
              </a:ext>
            </a:extLst>
          </p:cNvPr>
          <p:cNvSpPr/>
          <p:nvPr/>
        </p:nvSpPr>
        <p:spPr>
          <a:xfrm>
            <a:off x="2029132" y="2560329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E7D0257-58CB-5D9B-333E-48A24E5F50AA}"/>
              </a:ext>
            </a:extLst>
          </p:cNvPr>
          <p:cNvCxnSpPr>
            <a:stCxn id="7" idx="5"/>
            <a:endCxn id="18" idx="0"/>
          </p:cNvCxnSpPr>
          <p:nvPr/>
        </p:nvCxnSpPr>
        <p:spPr>
          <a:xfrm>
            <a:off x="2002292" y="2103110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615136A5-DE37-88CD-EA5B-60FD0CC6710F}"/>
              </a:ext>
            </a:extLst>
          </p:cNvPr>
          <p:cNvSpPr/>
          <p:nvPr/>
        </p:nvSpPr>
        <p:spPr>
          <a:xfrm>
            <a:off x="3390569" y="53783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C14BAC-9A27-1F73-4203-A612F5683528}"/>
              </a:ext>
            </a:extLst>
          </p:cNvPr>
          <p:cNvSpPr txBox="1"/>
          <p:nvPr/>
        </p:nvSpPr>
        <p:spPr>
          <a:xfrm>
            <a:off x="2418243" y="1154736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99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28FDADB-2566-E678-B8C0-C946497A267A}"/>
              </a:ext>
            </a:extLst>
          </p:cNvPr>
          <p:cNvSpPr txBox="1"/>
          <p:nvPr/>
        </p:nvSpPr>
        <p:spPr>
          <a:xfrm>
            <a:off x="4649411" y="182796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70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D70EC53-2C2D-9801-8EEA-98231D1B51FA}"/>
              </a:ext>
            </a:extLst>
          </p:cNvPr>
          <p:cNvSpPr txBox="1"/>
          <p:nvPr/>
        </p:nvSpPr>
        <p:spPr>
          <a:xfrm>
            <a:off x="1684709" y="181337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F775FE6-1697-386A-1F72-8A043565A658}"/>
              </a:ext>
            </a:extLst>
          </p:cNvPr>
          <p:cNvSpPr txBox="1"/>
          <p:nvPr/>
        </p:nvSpPr>
        <p:spPr>
          <a:xfrm>
            <a:off x="1998953" y="255890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66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7475F11-6245-B41E-3F36-4D4602462334}"/>
              </a:ext>
            </a:extLst>
          </p:cNvPr>
          <p:cNvSpPr txBox="1"/>
          <p:nvPr/>
        </p:nvSpPr>
        <p:spPr>
          <a:xfrm>
            <a:off x="1170731" y="255246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1F8A4D4-22EA-0BB0-E5C3-83EBEFECC733}"/>
              </a:ext>
            </a:extLst>
          </p:cNvPr>
          <p:cNvSpPr txBox="1"/>
          <p:nvPr/>
        </p:nvSpPr>
        <p:spPr>
          <a:xfrm>
            <a:off x="2961217" y="181337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BCF761C-EE1C-E6B7-55EB-0F9C2B0F9981}"/>
              </a:ext>
            </a:extLst>
          </p:cNvPr>
          <p:cNvSpPr txBox="1"/>
          <p:nvPr/>
        </p:nvSpPr>
        <p:spPr>
          <a:xfrm>
            <a:off x="4186148" y="115156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E3D0B49-9074-472B-4163-480C7FCFE2DC}"/>
              </a:ext>
            </a:extLst>
          </p:cNvPr>
          <p:cNvSpPr txBox="1"/>
          <p:nvPr/>
        </p:nvSpPr>
        <p:spPr>
          <a:xfrm>
            <a:off x="3424041" y="53260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AB9E93C-6070-BE69-8FE6-FE1DF3E07B78}"/>
              </a:ext>
            </a:extLst>
          </p:cNvPr>
          <p:cNvSpPr txBox="1"/>
          <p:nvPr/>
        </p:nvSpPr>
        <p:spPr>
          <a:xfrm>
            <a:off x="2587329" y="255246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AC66CBE-990A-EC4C-48A1-E353C5A5B3AD}"/>
              </a:ext>
            </a:extLst>
          </p:cNvPr>
          <p:cNvSpPr txBox="1"/>
          <p:nvPr/>
        </p:nvSpPr>
        <p:spPr>
          <a:xfrm>
            <a:off x="3716109" y="180621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39</a:t>
            </a:r>
            <a:endParaRPr lang="zh-CN" altLang="en-US" sz="160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FE0A2FF0-B3E7-2C66-A35A-B400439E6A1B}"/>
              </a:ext>
            </a:extLst>
          </p:cNvPr>
          <p:cNvSpPr/>
          <p:nvPr/>
        </p:nvSpPr>
        <p:spPr>
          <a:xfrm>
            <a:off x="9933948" y="115417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8255A197-06A0-19AB-C0A7-90D11854B0C0}"/>
              </a:ext>
            </a:extLst>
          </p:cNvPr>
          <p:cNvSpPr/>
          <p:nvPr/>
        </p:nvSpPr>
        <p:spPr>
          <a:xfrm>
            <a:off x="8759885" y="181709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DA0A2F6-9A8A-DCD4-61F6-55DC78241D0B}"/>
              </a:ext>
            </a:extLst>
          </p:cNvPr>
          <p:cNvCxnSpPr>
            <a:cxnSpLocks/>
            <a:stCxn id="51" idx="5"/>
            <a:endCxn id="33" idx="1"/>
          </p:cNvCxnSpPr>
          <p:nvPr/>
        </p:nvCxnSpPr>
        <p:spPr>
          <a:xfrm>
            <a:off x="9443512" y="822348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1ADB59A-77EC-2BE5-EED2-B3C78EFDE629}"/>
              </a:ext>
            </a:extLst>
          </p:cNvPr>
          <p:cNvCxnSpPr>
            <a:cxnSpLocks/>
            <a:stCxn id="37" idx="5"/>
            <a:endCxn id="34" idx="0"/>
          </p:cNvCxnSpPr>
          <p:nvPr/>
        </p:nvCxnSpPr>
        <p:spPr>
          <a:xfrm>
            <a:off x="8493124" y="1438688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8A4814EE-FE3B-C160-0C1A-ECC5B40626B6}"/>
              </a:ext>
            </a:extLst>
          </p:cNvPr>
          <p:cNvSpPr/>
          <p:nvPr/>
        </p:nvSpPr>
        <p:spPr>
          <a:xfrm>
            <a:off x="8208611" y="1154175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7ACD27D-D673-BAD5-D934-7ED123DB2152}"/>
              </a:ext>
            </a:extLst>
          </p:cNvPr>
          <p:cNvSpPr/>
          <p:nvPr/>
        </p:nvSpPr>
        <p:spPr>
          <a:xfrm>
            <a:off x="7486209" y="1818597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DBF4217-8426-C766-0001-C11EBC0B2185}"/>
              </a:ext>
            </a:extLst>
          </p:cNvPr>
          <p:cNvCxnSpPr>
            <a:stCxn id="51" idx="3"/>
            <a:endCxn id="37" idx="7"/>
          </p:cNvCxnSpPr>
          <p:nvPr/>
        </p:nvCxnSpPr>
        <p:spPr>
          <a:xfrm flipH="1">
            <a:off x="8493124" y="822348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5DC72BE-E5BA-E586-8CE6-32FEDD4BBF23}"/>
              </a:ext>
            </a:extLst>
          </p:cNvPr>
          <p:cNvCxnSpPr>
            <a:cxnSpLocks/>
            <a:stCxn id="37" idx="3"/>
            <a:endCxn id="38" idx="7"/>
          </p:cNvCxnSpPr>
          <p:nvPr/>
        </p:nvCxnSpPr>
        <p:spPr>
          <a:xfrm flipH="1">
            <a:off x="7770722" y="1438688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72C09CB5-704E-1166-2D59-95F2D8B6C2DB}"/>
              </a:ext>
            </a:extLst>
          </p:cNvPr>
          <p:cNvSpPr/>
          <p:nvPr/>
        </p:nvSpPr>
        <p:spPr>
          <a:xfrm>
            <a:off x="8396319" y="255890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3D7A1126-91E7-2CEC-4980-5C4BE1468C21}"/>
              </a:ext>
            </a:extLst>
          </p:cNvPr>
          <p:cNvSpPr/>
          <p:nvPr/>
        </p:nvSpPr>
        <p:spPr>
          <a:xfrm>
            <a:off x="10450911" y="181709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B36B8FD-9637-9033-A04F-87D8383CC9DC}"/>
              </a:ext>
            </a:extLst>
          </p:cNvPr>
          <p:cNvCxnSpPr>
            <a:cxnSpLocks/>
            <a:stCxn id="34" idx="3"/>
            <a:endCxn id="41" idx="0"/>
          </p:cNvCxnSpPr>
          <p:nvPr/>
        </p:nvCxnSpPr>
        <p:spPr>
          <a:xfrm flipH="1">
            <a:off x="8562983" y="2101606"/>
            <a:ext cx="245717" cy="457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6C012F13-5E3D-FDED-7C34-15016844A282}"/>
              </a:ext>
            </a:extLst>
          </p:cNvPr>
          <p:cNvCxnSpPr>
            <a:stCxn id="33" idx="5"/>
            <a:endCxn id="42" idx="1"/>
          </p:cNvCxnSpPr>
          <p:nvPr/>
        </p:nvCxnSpPr>
        <p:spPr>
          <a:xfrm>
            <a:off x="10218461" y="1438688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67FDD5BA-D1C8-B7A8-7CE5-D2325CA741DB}"/>
              </a:ext>
            </a:extLst>
          </p:cNvPr>
          <p:cNvSpPr/>
          <p:nvPr/>
        </p:nvSpPr>
        <p:spPr>
          <a:xfrm>
            <a:off x="6976457" y="2555074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0F9CE1F-64AF-A25B-C338-7F197925B883}"/>
              </a:ext>
            </a:extLst>
          </p:cNvPr>
          <p:cNvCxnSpPr>
            <a:stCxn id="38" idx="3"/>
            <a:endCxn id="45" idx="0"/>
          </p:cNvCxnSpPr>
          <p:nvPr/>
        </p:nvCxnSpPr>
        <p:spPr>
          <a:xfrm flipH="1">
            <a:off x="7143121" y="2103110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4503FF8E-1974-60BC-2638-2E0F18ABB0C1}"/>
              </a:ext>
            </a:extLst>
          </p:cNvPr>
          <p:cNvSpPr/>
          <p:nvPr/>
        </p:nvSpPr>
        <p:spPr>
          <a:xfrm>
            <a:off x="9519257" y="181709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4452DA7-E1EE-0437-E7EB-C808AD97575E}"/>
              </a:ext>
            </a:extLst>
          </p:cNvPr>
          <p:cNvCxnSpPr>
            <a:stCxn id="33" idx="3"/>
            <a:endCxn id="47" idx="0"/>
          </p:cNvCxnSpPr>
          <p:nvPr/>
        </p:nvCxnSpPr>
        <p:spPr>
          <a:xfrm flipH="1">
            <a:off x="9685921" y="1438688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8E778704-1350-ABE1-D633-6F70B250F16A}"/>
              </a:ext>
            </a:extLst>
          </p:cNvPr>
          <p:cNvSpPr/>
          <p:nvPr/>
        </p:nvSpPr>
        <p:spPr>
          <a:xfrm>
            <a:off x="7797562" y="2560329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A20F2EC-0730-1A9E-8BD0-C7A99B6B08CD}"/>
              </a:ext>
            </a:extLst>
          </p:cNvPr>
          <p:cNvCxnSpPr>
            <a:stCxn id="38" idx="5"/>
            <a:endCxn id="49" idx="0"/>
          </p:cNvCxnSpPr>
          <p:nvPr/>
        </p:nvCxnSpPr>
        <p:spPr>
          <a:xfrm>
            <a:off x="7770722" y="2103110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C99A3A26-CFD6-F730-D06C-79D5AEE79AB1}"/>
              </a:ext>
            </a:extLst>
          </p:cNvPr>
          <p:cNvSpPr/>
          <p:nvPr/>
        </p:nvSpPr>
        <p:spPr>
          <a:xfrm>
            <a:off x="9158999" y="53783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B45F327-EDEE-8925-02AA-24A305324968}"/>
              </a:ext>
            </a:extLst>
          </p:cNvPr>
          <p:cNvSpPr txBox="1"/>
          <p:nvPr/>
        </p:nvSpPr>
        <p:spPr>
          <a:xfrm>
            <a:off x="8186673" y="1154736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99</a:t>
            </a:r>
            <a:endParaRPr lang="zh-CN" altLang="en-US" sz="16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F734F9A-EBB4-3AD9-3769-EFCC8D06147E}"/>
              </a:ext>
            </a:extLst>
          </p:cNvPr>
          <p:cNvSpPr txBox="1"/>
          <p:nvPr/>
        </p:nvSpPr>
        <p:spPr>
          <a:xfrm>
            <a:off x="10417841" y="182796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70</a:t>
            </a:r>
            <a:endParaRPr lang="zh-CN" altLang="en-US" sz="160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B6FCD82-6AA5-B198-DC4E-DE85F2CC6C0F}"/>
              </a:ext>
            </a:extLst>
          </p:cNvPr>
          <p:cNvSpPr txBox="1"/>
          <p:nvPr/>
        </p:nvSpPr>
        <p:spPr>
          <a:xfrm>
            <a:off x="7453139" y="181337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E8B80C4-BC1C-BC96-14F1-002BDC82E944}"/>
              </a:ext>
            </a:extLst>
          </p:cNvPr>
          <p:cNvSpPr txBox="1"/>
          <p:nvPr/>
        </p:nvSpPr>
        <p:spPr>
          <a:xfrm>
            <a:off x="7767383" y="255890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66</a:t>
            </a:r>
            <a:endParaRPr lang="zh-CN" altLang="en-US" sz="160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2E86461-11F1-B083-DDA2-B25D13DCB6AC}"/>
              </a:ext>
            </a:extLst>
          </p:cNvPr>
          <p:cNvSpPr txBox="1"/>
          <p:nvPr/>
        </p:nvSpPr>
        <p:spPr>
          <a:xfrm>
            <a:off x="6939161" y="255246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E5437E3-0DC8-D469-8A1B-70430C702CC1}"/>
              </a:ext>
            </a:extLst>
          </p:cNvPr>
          <p:cNvSpPr txBox="1"/>
          <p:nvPr/>
        </p:nvSpPr>
        <p:spPr>
          <a:xfrm>
            <a:off x="8725545" y="180621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12B8744-F402-B818-18AD-00D165438868}"/>
              </a:ext>
            </a:extLst>
          </p:cNvPr>
          <p:cNvSpPr txBox="1"/>
          <p:nvPr/>
        </p:nvSpPr>
        <p:spPr>
          <a:xfrm>
            <a:off x="9954578" y="115156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7BA2CD6-3A87-1DC2-641A-C146C7FFE2CF}"/>
              </a:ext>
            </a:extLst>
          </p:cNvPr>
          <p:cNvSpPr txBox="1"/>
          <p:nvPr/>
        </p:nvSpPr>
        <p:spPr>
          <a:xfrm>
            <a:off x="9192471" y="53260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8408200-B67E-79D6-A01F-F47C79BB2B2D}"/>
              </a:ext>
            </a:extLst>
          </p:cNvPr>
          <p:cNvSpPr txBox="1"/>
          <p:nvPr/>
        </p:nvSpPr>
        <p:spPr>
          <a:xfrm>
            <a:off x="8363249" y="255510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EC3F087-71FD-67C7-12F5-F0878AD1C19B}"/>
              </a:ext>
            </a:extLst>
          </p:cNvPr>
          <p:cNvSpPr txBox="1"/>
          <p:nvPr/>
        </p:nvSpPr>
        <p:spPr>
          <a:xfrm>
            <a:off x="9484539" y="180621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39</a:t>
            </a:r>
            <a:endParaRPr lang="zh-CN" altLang="en-US" sz="1600"/>
          </a:p>
        </p:txBody>
      </p:sp>
      <p:sp>
        <p:nvSpPr>
          <p:cNvPr id="110" name="箭头: 右 109">
            <a:extLst>
              <a:ext uri="{FF2B5EF4-FFF2-40B4-BE49-F238E27FC236}">
                <a16:creationId xmlns:a16="http://schemas.microsoft.com/office/drawing/2014/main" id="{D422BA90-06F3-81E7-AA07-4F21B6529F4A}"/>
              </a:ext>
            </a:extLst>
          </p:cNvPr>
          <p:cNvSpPr/>
          <p:nvPr/>
        </p:nvSpPr>
        <p:spPr>
          <a:xfrm>
            <a:off x="5549643" y="1627890"/>
            <a:ext cx="1199897" cy="33332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2240F519-77B2-D0D0-B73F-F8EACE5DCF9E}"/>
              </a:ext>
            </a:extLst>
          </p:cNvPr>
          <p:cNvSpPr/>
          <p:nvPr/>
        </p:nvSpPr>
        <p:spPr>
          <a:xfrm>
            <a:off x="3069443" y="2113384"/>
            <a:ext cx="359557" cy="639147"/>
          </a:xfrm>
          <a:custGeom>
            <a:avLst/>
            <a:gdLst>
              <a:gd name="csX0" fmla="*/ 359557 w 359557"/>
              <a:gd name="csY0" fmla="*/ 0 h 639147"/>
              <a:gd name="csX1" fmla="*/ 32986 w 359557"/>
              <a:gd name="csY1" fmla="*/ 214604 h 639147"/>
              <a:gd name="csX2" fmla="*/ 28320 w 359557"/>
              <a:gd name="csY2" fmla="*/ 639147 h 639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9557" h="639147">
                <a:moveTo>
                  <a:pt x="359557" y="0"/>
                </a:moveTo>
                <a:cubicBezTo>
                  <a:pt x="223874" y="54040"/>
                  <a:pt x="88192" y="108080"/>
                  <a:pt x="32986" y="214604"/>
                </a:cubicBezTo>
                <a:cubicBezTo>
                  <a:pt x="-22220" y="321129"/>
                  <a:pt x="3050" y="480138"/>
                  <a:pt x="28320" y="639147"/>
                </a:cubicBez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F0141190-3897-7CEB-8D60-D1FDAC1E9D87}"/>
              </a:ext>
            </a:extLst>
          </p:cNvPr>
          <p:cNvSpPr/>
          <p:nvPr/>
        </p:nvSpPr>
        <p:spPr>
          <a:xfrm>
            <a:off x="3167743" y="2104053"/>
            <a:ext cx="417875" cy="690465"/>
          </a:xfrm>
          <a:custGeom>
            <a:avLst/>
            <a:gdLst>
              <a:gd name="csX0" fmla="*/ 0 w 417875"/>
              <a:gd name="csY0" fmla="*/ 690465 h 690465"/>
              <a:gd name="csX1" fmla="*/ 382555 w 417875"/>
              <a:gd name="csY1" fmla="*/ 475861 h 690465"/>
              <a:gd name="csX2" fmla="*/ 377890 w 417875"/>
              <a:gd name="csY2" fmla="*/ 0 h 690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7875" h="690465">
                <a:moveTo>
                  <a:pt x="0" y="690465"/>
                </a:moveTo>
                <a:cubicBezTo>
                  <a:pt x="159786" y="640701"/>
                  <a:pt x="319573" y="590938"/>
                  <a:pt x="382555" y="475861"/>
                </a:cubicBezTo>
                <a:cubicBezTo>
                  <a:pt x="445537" y="360784"/>
                  <a:pt x="411713" y="180392"/>
                  <a:pt x="377890" y="0"/>
                </a:cubicBez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232CA472-2265-3F2B-316E-6585EBBF4370}"/>
              </a:ext>
            </a:extLst>
          </p:cNvPr>
          <p:cNvSpPr txBox="1"/>
          <p:nvPr/>
        </p:nvSpPr>
        <p:spPr>
          <a:xfrm>
            <a:off x="3228313" y="1606656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*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3415087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19D0-3461-C086-C084-6C4CAD3E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B78E1D95-E835-62C2-87EF-88A0014C26C0}"/>
              </a:ext>
            </a:extLst>
          </p:cNvPr>
          <p:cNvSpPr/>
          <p:nvPr/>
        </p:nvSpPr>
        <p:spPr>
          <a:xfrm>
            <a:off x="3753865" y="115867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9833EFD-2E56-91F2-FC28-B23B9F55AE1E}"/>
              </a:ext>
            </a:extLst>
          </p:cNvPr>
          <p:cNvSpPr/>
          <p:nvPr/>
        </p:nvSpPr>
        <p:spPr>
          <a:xfrm>
            <a:off x="2579802" y="18215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2887617-D64F-7A98-7045-ECE2974B36CB}"/>
              </a:ext>
            </a:extLst>
          </p:cNvPr>
          <p:cNvCxnSpPr>
            <a:cxnSpLocks/>
            <a:stCxn id="20" idx="5"/>
            <a:endCxn id="2" idx="1"/>
          </p:cNvCxnSpPr>
          <p:nvPr/>
        </p:nvCxnSpPr>
        <p:spPr>
          <a:xfrm>
            <a:off x="3263429" y="826852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D079F22-046A-D2B5-2B1F-983AD8BCCA8C}"/>
              </a:ext>
            </a:extLst>
          </p:cNvPr>
          <p:cNvCxnSpPr>
            <a:cxnSpLocks/>
            <a:stCxn id="6" idx="5"/>
            <a:endCxn id="3" idx="0"/>
          </p:cNvCxnSpPr>
          <p:nvPr/>
        </p:nvCxnSpPr>
        <p:spPr>
          <a:xfrm>
            <a:off x="2313041" y="1443192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24831EFD-572B-0486-F4DF-F1E98748DF9C}"/>
              </a:ext>
            </a:extLst>
          </p:cNvPr>
          <p:cNvSpPr/>
          <p:nvPr/>
        </p:nvSpPr>
        <p:spPr>
          <a:xfrm>
            <a:off x="2028528" y="1158679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84D0154-A873-500F-0285-A3DF4DDA1DE9}"/>
              </a:ext>
            </a:extLst>
          </p:cNvPr>
          <p:cNvSpPr/>
          <p:nvPr/>
        </p:nvSpPr>
        <p:spPr>
          <a:xfrm>
            <a:off x="1306126" y="1823101"/>
            <a:ext cx="333328" cy="333328"/>
          </a:xfrm>
          <a:prstGeom prst="ellipse">
            <a:avLst/>
          </a:prstGeom>
          <a:solidFill>
            <a:srgbClr val="FFC000"/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6B27F92-C55D-365D-BDC0-B27B5A441BD4}"/>
              </a:ext>
            </a:extLst>
          </p:cNvPr>
          <p:cNvCxnSpPr>
            <a:stCxn id="20" idx="3"/>
            <a:endCxn id="6" idx="7"/>
          </p:cNvCxnSpPr>
          <p:nvPr/>
        </p:nvCxnSpPr>
        <p:spPr>
          <a:xfrm flipH="1">
            <a:off x="2313041" y="826852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F347461-C50C-4FF7-8A3B-39223B83A417}"/>
              </a:ext>
            </a:extLst>
          </p:cNvPr>
          <p:cNvCxnSpPr>
            <a:cxnSpLocks/>
            <a:stCxn id="6" idx="3"/>
            <a:endCxn id="7" idx="7"/>
          </p:cNvCxnSpPr>
          <p:nvPr/>
        </p:nvCxnSpPr>
        <p:spPr>
          <a:xfrm flipH="1">
            <a:off x="1590639" y="1443192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71BB5CCF-17C0-985D-100A-7B3A24E7214F}"/>
              </a:ext>
            </a:extLst>
          </p:cNvPr>
          <p:cNvSpPr/>
          <p:nvPr/>
        </p:nvSpPr>
        <p:spPr>
          <a:xfrm>
            <a:off x="2216236" y="256341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B8719B7-F479-14B4-A3FE-36E56F27DE48}"/>
              </a:ext>
            </a:extLst>
          </p:cNvPr>
          <p:cNvSpPr/>
          <p:nvPr/>
        </p:nvSpPr>
        <p:spPr>
          <a:xfrm>
            <a:off x="4270828" y="18215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2328164-FA7C-C32D-40D9-5F78F0199EA9}"/>
              </a:ext>
            </a:extLst>
          </p:cNvPr>
          <p:cNvCxnSpPr>
            <a:cxnSpLocks/>
            <a:stCxn id="3" idx="3"/>
            <a:endCxn id="10" idx="0"/>
          </p:cNvCxnSpPr>
          <p:nvPr/>
        </p:nvCxnSpPr>
        <p:spPr>
          <a:xfrm flipH="1">
            <a:off x="2382900" y="2106110"/>
            <a:ext cx="245717" cy="457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31BCDA2-1C3F-661A-0264-7A52FEAA3801}"/>
              </a:ext>
            </a:extLst>
          </p:cNvPr>
          <p:cNvCxnSpPr>
            <a:stCxn id="2" idx="5"/>
            <a:endCxn id="11" idx="1"/>
          </p:cNvCxnSpPr>
          <p:nvPr/>
        </p:nvCxnSpPr>
        <p:spPr>
          <a:xfrm>
            <a:off x="4038378" y="1443192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E1C9106E-8AFE-6A20-8FA7-F681FE32BCB2}"/>
              </a:ext>
            </a:extLst>
          </p:cNvPr>
          <p:cNvSpPr/>
          <p:nvPr/>
        </p:nvSpPr>
        <p:spPr>
          <a:xfrm>
            <a:off x="796374" y="2559578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9B94C5F-FFCB-6A7D-2E11-17F18DD238F1}"/>
              </a:ext>
            </a:extLst>
          </p:cNvPr>
          <p:cNvCxnSpPr>
            <a:stCxn id="7" idx="3"/>
            <a:endCxn id="14" idx="0"/>
          </p:cNvCxnSpPr>
          <p:nvPr/>
        </p:nvCxnSpPr>
        <p:spPr>
          <a:xfrm flipH="1">
            <a:off x="963038" y="2107614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5A05B797-4DBF-9CF5-3A91-A5161295F1C4}"/>
              </a:ext>
            </a:extLst>
          </p:cNvPr>
          <p:cNvSpPr/>
          <p:nvPr/>
        </p:nvSpPr>
        <p:spPr>
          <a:xfrm>
            <a:off x="3339174" y="18215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35819B1-2D87-291A-2FD9-2E66481889E5}"/>
              </a:ext>
            </a:extLst>
          </p:cNvPr>
          <p:cNvCxnSpPr>
            <a:stCxn id="2" idx="3"/>
            <a:endCxn id="16" idx="0"/>
          </p:cNvCxnSpPr>
          <p:nvPr/>
        </p:nvCxnSpPr>
        <p:spPr>
          <a:xfrm flipH="1">
            <a:off x="3505838" y="1443192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714DCA10-3744-87E6-14F9-0093E815710C}"/>
              </a:ext>
            </a:extLst>
          </p:cNvPr>
          <p:cNvSpPr/>
          <p:nvPr/>
        </p:nvSpPr>
        <p:spPr>
          <a:xfrm>
            <a:off x="1617479" y="2564833"/>
            <a:ext cx="333328" cy="3333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8643D83-2EAA-A57B-EC57-2CBE59946F59}"/>
              </a:ext>
            </a:extLst>
          </p:cNvPr>
          <p:cNvCxnSpPr>
            <a:stCxn id="7" idx="5"/>
            <a:endCxn id="18" idx="0"/>
          </p:cNvCxnSpPr>
          <p:nvPr/>
        </p:nvCxnSpPr>
        <p:spPr>
          <a:xfrm>
            <a:off x="1590639" y="2107614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0805951E-210C-CDC8-9C3B-71B634F7F8E2}"/>
              </a:ext>
            </a:extLst>
          </p:cNvPr>
          <p:cNvSpPr/>
          <p:nvPr/>
        </p:nvSpPr>
        <p:spPr>
          <a:xfrm>
            <a:off x="2978916" y="54233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32CB04-3E4D-1F0E-F7E2-C1D366366CB4}"/>
              </a:ext>
            </a:extLst>
          </p:cNvPr>
          <p:cNvSpPr txBox="1"/>
          <p:nvPr/>
        </p:nvSpPr>
        <p:spPr>
          <a:xfrm>
            <a:off x="2006590" y="1159240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99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995F57F-D114-0ECA-9848-0776593AA4D3}"/>
              </a:ext>
            </a:extLst>
          </p:cNvPr>
          <p:cNvSpPr txBox="1"/>
          <p:nvPr/>
        </p:nvSpPr>
        <p:spPr>
          <a:xfrm>
            <a:off x="4237758" y="183246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70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A1FA73-A75C-B0D6-BCB5-B241AEED9224}"/>
              </a:ext>
            </a:extLst>
          </p:cNvPr>
          <p:cNvSpPr txBox="1"/>
          <p:nvPr/>
        </p:nvSpPr>
        <p:spPr>
          <a:xfrm>
            <a:off x="1268273" y="181929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906C75D-12E5-A953-4EF7-126AC7FEF2C7}"/>
              </a:ext>
            </a:extLst>
          </p:cNvPr>
          <p:cNvSpPr txBox="1"/>
          <p:nvPr/>
        </p:nvSpPr>
        <p:spPr>
          <a:xfrm>
            <a:off x="1584187" y="257280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66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7A09591-AF36-BAA4-705C-BDE7FB7698F3}"/>
              </a:ext>
            </a:extLst>
          </p:cNvPr>
          <p:cNvSpPr txBox="1"/>
          <p:nvPr/>
        </p:nvSpPr>
        <p:spPr>
          <a:xfrm>
            <a:off x="759078" y="255696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B47E700-FD53-563E-6D53-E17D53E764B5}"/>
              </a:ext>
            </a:extLst>
          </p:cNvPr>
          <p:cNvSpPr txBox="1"/>
          <p:nvPr/>
        </p:nvSpPr>
        <p:spPr>
          <a:xfrm>
            <a:off x="2545462" y="181071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CF0B039-C34C-D334-ADDD-8579AAC60F75}"/>
              </a:ext>
            </a:extLst>
          </p:cNvPr>
          <p:cNvSpPr txBox="1"/>
          <p:nvPr/>
        </p:nvSpPr>
        <p:spPr>
          <a:xfrm>
            <a:off x="3774495" y="115606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C929B5F-967D-803A-C622-3E417BE2E25C}"/>
              </a:ext>
            </a:extLst>
          </p:cNvPr>
          <p:cNvSpPr txBox="1"/>
          <p:nvPr/>
        </p:nvSpPr>
        <p:spPr>
          <a:xfrm>
            <a:off x="3012388" y="53711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4FE7D42-E378-9449-CBC2-EC1662177FC3}"/>
              </a:ext>
            </a:extLst>
          </p:cNvPr>
          <p:cNvSpPr txBox="1"/>
          <p:nvPr/>
        </p:nvSpPr>
        <p:spPr>
          <a:xfrm>
            <a:off x="2183166" y="255960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7172403-F896-7D3D-D9B1-3E45F8B3FFBB}"/>
              </a:ext>
            </a:extLst>
          </p:cNvPr>
          <p:cNvSpPr txBox="1"/>
          <p:nvPr/>
        </p:nvSpPr>
        <p:spPr>
          <a:xfrm>
            <a:off x="3304456" y="181071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39</a:t>
            </a:r>
            <a:endParaRPr lang="zh-CN" altLang="en-US" sz="1600"/>
          </a:p>
        </p:txBody>
      </p:sp>
      <p:sp>
        <p:nvSpPr>
          <p:cNvPr id="31" name="左大括号 30">
            <a:extLst>
              <a:ext uri="{FF2B5EF4-FFF2-40B4-BE49-F238E27FC236}">
                <a16:creationId xmlns:a16="http://schemas.microsoft.com/office/drawing/2014/main" id="{71F8ABAF-0015-EE83-2FD9-454BC1A9E460}"/>
              </a:ext>
            </a:extLst>
          </p:cNvPr>
          <p:cNvSpPr/>
          <p:nvPr/>
        </p:nvSpPr>
        <p:spPr>
          <a:xfrm rot="16200000">
            <a:off x="1211973" y="2565873"/>
            <a:ext cx="285935" cy="1084465"/>
          </a:xfrm>
          <a:prstGeom prst="leftBrace">
            <a:avLst>
              <a:gd name="adj1" fmla="val 25022"/>
              <a:gd name="adj2" fmla="val 48551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C837189-A217-B57F-9773-A8EC4300474C}"/>
              </a:ext>
            </a:extLst>
          </p:cNvPr>
          <p:cNvSpPr txBox="1"/>
          <p:nvPr/>
        </p:nvSpPr>
        <p:spPr>
          <a:xfrm>
            <a:off x="385136" y="3323139"/>
            <a:ext cx="18101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两个孩子中，</a:t>
            </a:r>
            <a:r>
              <a:rPr lang="en-US" altLang="zh-CN" sz="1400"/>
              <a:t>66</a:t>
            </a:r>
            <a:r>
              <a:rPr lang="zh-CN" altLang="en-US" sz="1400"/>
              <a:t>更大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1295C865-4AC4-47E2-75D5-7334D45155C0}"/>
              </a:ext>
            </a:extLst>
          </p:cNvPr>
          <p:cNvSpPr/>
          <p:nvPr/>
        </p:nvSpPr>
        <p:spPr>
          <a:xfrm>
            <a:off x="9384407" y="116807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CC487A31-9919-6F1C-2566-4044C40A9959}"/>
              </a:ext>
            </a:extLst>
          </p:cNvPr>
          <p:cNvSpPr/>
          <p:nvPr/>
        </p:nvSpPr>
        <p:spPr>
          <a:xfrm>
            <a:off x="8210344" y="18309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C0B60C9-1EA6-1C99-8FA9-2A404B96C3A5}"/>
              </a:ext>
            </a:extLst>
          </p:cNvPr>
          <p:cNvCxnSpPr>
            <a:cxnSpLocks/>
            <a:stCxn id="51" idx="5"/>
            <a:endCxn id="33" idx="1"/>
          </p:cNvCxnSpPr>
          <p:nvPr/>
        </p:nvCxnSpPr>
        <p:spPr>
          <a:xfrm>
            <a:off x="8893971" y="836249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B87EFF7B-1872-310B-3389-01E49A4966BC}"/>
              </a:ext>
            </a:extLst>
          </p:cNvPr>
          <p:cNvCxnSpPr>
            <a:cxnSpLocks/>
            <a:stCxn id="37" idx="5"/>
            <a:endCxn id="34" idx="0"/>
          </p:cNvCxnSpPr>
          <p:nvPr/>
        </p:nvCxnSpPr>
        <p:spPr>
          <a:xfrm>
            <a:off x="7943583" y="1452589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9E7C6173-8792-D6FE-3E2F-0B88C3608B90}"/>
              </a:ext>
            </a:extLst>
          </p:cNvPr>
          <p:cNvSpPr/>
          <p:nvPr/>
        </p:nvSpPr>
        <p:spPr>
          <a:xfrm>
            <a:off x="7659070" y="1168076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BF1015BD-C128-BF8F-0985-FA9E09495AC7}"/>
              </a:ext>
            </a:extLst>
          </p:cNvPr>
          <p:cNvSpPr/>
          <p:nvPr/>
        </p:nvSpPr>
        <p:spPr>
          <a:xfrm>
            <a:off x="6936668" y="1832498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90E5E09-4368-6F92-5ED0-76311EEF8894}"/>
              </a:ext>
            </a:extLst>
          </p:cNvPr>
          <p:cNvCxnSpPr>
            <a:stCxn id="51" idx="3"/>
            <a:endCxn id="37" idx="7"/>
          </p:cNvCxnSpPr>
          <p:nvPr/>
        </p:nvCxnSpPr>
        <p:spPr>
          <a:xfrm flipH="1">
            <a:off x="7943583" y="836249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7B0A68C-8055-A2DE-1F08-914CA4630B29}"/>
              </a:ext>
            </a:extLst>
          </p:cNvPr>
          <p:cNvCxnSpPr>
            <a:cxnSpLocks/>
            <a:stCxn id="37" idx="3"/>
            <a:endCxn id="38" idx="7"/>
          </p:cNvCxnSpPr>
          <p:nvPr/>
        </p:nvCxnSpPr>
        <p:spPr>
          <a:xfrm flipH="1">
            <a:off x="7221181" y="1452589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BE5734ED-C8FF-2CD4-2CE6-99B13760C653}"/>
              </a:ext>
            </a:extLst>
          </p:cNvPr>
          <p:cNvSpPr/>
          <p:nvPr/>
        </p:nvSpPr>
        <p:spPr>
          <a:xfrm>
            <a:off x="7846778" y="257280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FCE1E62E-7945-24D1-AFAE-AF3DD656C2B6}"/>
              </a:ext>
            </a:extLst>
          </p:cNvPr>
          <p:cNvSpPr/>
          <p:nvPr/>
        </p:nvSpPr>
        <p:spPr>
          <a:xfrm>
            <a:off x="9901370" y="18309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09259BF-1171-C483-B1D3-43F30D9BD251}"/>
              </a:ext>
            </a:extLst>
          </p:cNvPr>
          <p:cNvCxnSpPr>
            <a:cxnSpLocks/>
            <a:stCxn id="34" idx="3"/>
            <a:endCxn id="41" idx="0"/>
          </p:cNvCxnSpPr>
          <p:nvPr/>
        </p:nvCxnSpPr>
        <p:spPr>
          <a:xfrm flipH="1">
            <a:off x="8013442" y="2115507"/>
            <a:ext cx="245717" cy="457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C107189D-6AA2-51ED-6292-4DC1E4EF7597}"/>
              </a:ext>
            </a:extLst>
          </p:cNvPr>
          <p:cNvCxnSpPr>
            <a:stCxn id="33" idx="5"/>
            <a:endCxn id="42" idx="1"/>
          </p:cNvCxnSpPr>
          <p:nvPr/>
        </p:nvCxnSpPr>
        <p:spPr>
          <a:xfrm>
            <a:off x="9668920" y="1452589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3EC814C6-92A8-A8D7-CAB1-155F86FD6861}"/>
              </a:ext>
            </a:extLst>
          </p:cNvPr>
          <p:cNvSpPr/>
          <p:nvPr/>
        </p:nvSpPr>
        <p:spPr>
          <a:xfrm>
            <a:off x="6426916" y="2568975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449579D-9DB3-1DA7-CEED-11C1F1896E93}"/>
              </a:ext>
            </a:extLst>
          </p:cNvPr>
          <p:cNvCxnSpPr>
            <a:stCxn id="38" idx="3"/>
            <a:endCxn id="45" idx="0"/>
          </p:cNvCxnSpPr>
          <p:nvPr/>
        </p:nvCxnSpPr>
        <p:spPr>
          <a:xfrm flipH="1">
            <a:off x="6593580" y="2117011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C9851DD0-28DC-2C72-C6C7-3065A4F9D6E0}"/>
              </a:ext>
            </a:extLst>
          </p:cNvPr>
          <p:cNvSpPr/>
          <p:nvPr/>
        </p:nvSpPr>
        <p:spPr>
          <a:xfrm>
            <a:off x="8969716" y="18309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D2565B3-82D0-AEC5-5435-48CC409C2D3E}"/>
              </a:ext>
            </a:extLst>
          </p:cNvPr>
          <p:cNvCxnSpPr>
            <a:stCxn id="33" idx="3"/>
            <a:endCxn id="47" idx="0"/>
          </p:cNvCxnSpPr>
          <p:nvPr/>
        </p:nvCxnSpPr>
        <p:spPr>
          <a:xfrm flipH="1">
            <a:off x="9136380" y="1452589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110BABFA-41DD-9A80-63C8-AC40469FB6FE}"/>
              </a:ext>
            </a:extLst>
          </p:cNvPr>
          <p:cNvSpPr/>
          <p:nvPr/>
        </p:nvSpPr>
        <p:spPr>
          <a:xfrm>
            <a:off x="7248021" y="2574230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E3985F9-1F62-57EF-B807-4A934C376A51}"/>
              </a:ext>
            </a:extLst>
          </p:cNvPr>
          <p:cNvCxnSpPr>
            <a:stCxn id="38" idx="5"/>
            <a:endCxn id="49" idx="0"/>
          </p:cNvCxnSpPr>
          <p:nvPr/>
        </p:nvCxnSpPr>
        <p:spPr>
          <a:xfrm>
            <a:off x="7221181" y="2117011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C1F54027-6D3A-F8C1-8D94-F3FA2AE75FEF}"/>
              </a:ext>
            </a:extLst>
          </p:cNvPr>
          <p:cNvSpPr/>
          <p:nvPr/>
        </p:nvSpPr>
        <p:spPr>
          <a:xfrm>
            <a:off x="8609458" y="55173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5C6BD1C-0E5D-BAF4-77D0-2DDAE4B62CE5}"/>
              </a:ext>
            </a:extLst>
          </p:cNvPr>
          <p:cNvSpPr txBox="1"/>
          <p:nvPr/>
        </p:nvSpPr>
        <p:spPr>
          <a:xfrm>
            <a:off x="7637132" y="1168637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99</a:t>
            </a:r>
            <a:endParaRPr lang="zh-CN" altLang="en-US" sz="16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B3B7634-0FEB-EF23-C492-544B6214C101}"/>
              </a:ext>
            </a:extLst>
          </p:cNvPr>
          <p:cNvSpPr txBox="1"/>
          <p:nvPr/>
        </p:nvSpPr>
        <p:spPr>
          <a:xfrm>
            <a:off x="9868300" y="184186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70</a:t>
            </a:r>
            <a:endParaRPr lang="zh-CN" altLang="en-US" sz="160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D82D8AE-E1CF-F405-5FFE-70D819F15AEF}"/>
              </a:ext>
            </a:extLst>
          </p:cNvPr>
          <p:cNvSpPr txBox="1"/>
          <p:nvPr/>
        </p:nvSpPr>
        <p:spPr>
          <a:xfrm>
            <a:off x="6903598" y="182727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66</a:t>
            </a:r>
            <a:endParaRPr lang="zh-CN" altLang="en-US" sz="160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900C844-7E99-B3EF-404D-34936053F9F1}"/>
              </a:ext>
            </a:extLst>
          </p:cNvPr>
          <p:cNvSpPr txBox="1"/>
          <p:nvPr/>
        </p:nvSpPr>
        <p:spPr>
          <a:xfrm>
            <a:off x="7217842" y="257280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AD99A73-33E0-DFD9-C302-8BC5F9A0687F}"/>
              </a:ext>
            </a:extLst>
          </p:cNvPr>
          <p:cNvSpPr txBox="1"/>
          <p:nvPr/>
        </p:nvSpPr>
        <p:spPr>
          <a:xfrm>
            <a:off x="6389620" y="256636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9842D43-949A-ADFB-7D65-D56239A000EC}"/>
              </a:ext>
            </a:extLst>
          </p:cNvPr>
          <p:cNvSpPr txBox="1"/>
          <p:nvPr/>
        </p:nvSpPr>
        <p:spPr>
          <a:xfrm>
            <a:off x="8176004" y="182011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213E6CA-6D9D-C8FF-5F7C-3430AABB320E}"/>
              </a:ext>
            </a:extLst>
          </p:cNvPr>
          <p:cNvSpPr txBox="1"/>
          <p:nvPr/>
        </p:nvSpPr>
        <p:spPr>
          <a:xfrm>
            <a:off x="9405037" y="116546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2F60BBA-E799-539F-7C21-98521B1CFB7B}"/>
              </a:ext>
            </a:extLst>
          </p:cNvPr>
          <p:cNvSpPr txBox="1"/>
          <p:nvPr/>
        </p:nvSpPr>
        <p:spPr>
          <a:xfrm>
            <a:off x="8642930" y="546510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38FF7F1-234D-C54D-B660-73C9C3E0BBEC}"/>
              </a:ext>
            </a:extLst>
          </p:cNvPr>
          <p:cNvSpPr txBox="1"/>
          <p:nvPr/>
        </p:nvSpPr>
        <p:spPr>
          <a:xfrm>
            <a:off x="7813708" y="256900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1003816-D3C9-A3EB-43CA-E2B35000DA0A}"/>
              </a:ext>
            </a:extLst>
          </p:cNvPr>
          <p:cNvSpPr txBox="1"/>
          <p:nvPr/>
        </p:nvSpPr>
        <p:spPr>
          <a:xfrm>
            <a:off x="8934998" y="182011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39</a:t>
            </a:r>
            <a:endParaRPr lang="zh-CN" altLang="en-US" sz="1600"/>
          </a:p>
        </p:txBody>
      </p:sp>
      <p:sp>
        <p:nvSpPr>
          <p:cNvPr id="63" name="箭头: 右 62">
            <a:extLst>
              <a:ext uri="{FF2B5EF4-FFF2-40B4-BE49-F238E27FC236}">
                <a16:creationId xmlns:a16="http://schemas.microsoft.com/office/drawing/2014/main" id="{49AF18A8-6061-E119-C493-C99934E6BC6E}"/>
              </a:ext>
            </a:extLst>
          </p:cNvPr>
          <p:cNvSpPr/>
          <p:nvPr/>
        </p:nvSpPr>
        <p:spPr>
          <a:xfrm>
            <a:off x="5137990" y="1546481"/>
            <a:ext cx="1199897" cy="33332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D852D701-76C7-D2DD-0FEB-5B8A167C5A84}"/>
              </a:ext>
            </a:extLst>
          </p:cNvPr>
          <p:cNvSpPr/>
          <p:nvPr/>
        </p:nvSpPr>
        <p:spPr>
          <a:xfrm>
            <a:off x="1765738" y="1968437"/>
            <a:ext cx="351135" cy="644134"/>
          </a:xfrm>
          <a:custGeom>
            <a:avLst/>
            <a:gdLst>
              <a:gd name="csX0" fmla="*/ 0 w 351135"/>
              <a:gd name="csY0" fmla="*/ 0 h 644134"/>
              <a:gd name="csX1" fmla="*/ 342337 w 351135"/>
              <a:gd name="csY1" fmla="*/ 153151 h 644134"/>
              <a:gd name="csX2" fmla="*/ 247744 w 351135"/>
              <a:gd name="csY2" fmla="*/ 644134 h 6441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1135" h="644134">
                <a:moveTo>
                  <a:pt x="0" y="0"/>
                </a:moveTo>
                <a:cubicBezTo>
                  <a:pt x="150523" y="22897"/>
                  <a:pt x="301046" y="45795"/>
                  <a:pt x="342337" y="153151"/>
                </a:cubicBezTo>
                <a:cubicBezTo>
                  <a:pt x="383628" y="260507"/>
                  <a:pt x="267263" y="566057"/>
                  <a:pt x="247744" y="64413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2343BDE1-C5D5-3CC1-6DA0-080EC51FC523}"/>
              </a:ext>
            </a:extLst>
          </p:cNvPr>
          <p:cNvSpPr/>
          <p:nvPr/>
        </p:nvSpPr>
        <p:spPr>
          <a:xfrm>
            <a:off x="1770890" y="2032276"/>
            <a:ext cx="189882" cy="540532"/>
          </a:xfrm>
          <a:custGeom>
            <a:avLst/>
            <a:gdLst>
              <a:gd name="csX0" fmla="*/ 23218 w 189882"/>
              <a:gd name="csY0" fmla="*/ 0 h 540532"/>
              <a:gd name="csX1" fmla="*/ 14209 w 189882"/>
              <a:gd name="csY1" fmla="*/ 234231 h 540532"/>
              <a:gd name="csX2" fmla="*/ 189882 w 189882"/>
              <a:gd name="csY2" fmla="*/ 540532 h 5405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9882" h="540532">
                <a:moveTo>
                  <a:pt x="23218" y="0"/>
                </a:moveTo>
                <a:cubicBezTo>
                  <a:pt x="4825" y="72071"/>
                  <a:pt x="-13568" y="144142"/>
                  <a:pt x="14209" y="234231"/>
                </a:cubicBezTo>
                <a:cubicBezTo>
                  <a:pt x="41986" y="324320"/>
                  <a:pt x="126820" y="478972"/>
                  <a:pt x="189882" y="540532"/>
                </a:cubicBezTo>
              </a:path>
            </a:pathLst>
          </a:custGeom>
          <a:noFill/>
          <a:ln>
            <a:head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8C85EC1-4915-61F1-3F0F-4390C97B773C}"/>
              </a:ext>
            </a:extLst>
          </p:cNvPr>
          <p:cNvSpPr txBox="1"/>
          <p:nvPr/>
        </p:nvSpPr>
        <p:spPr>
          <a:xfrm>
            <a:off x="1068858" y="1678201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*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1390183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5A94D-5475-E70C-C83E-337AD206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808763EE-0732-0183-88D9-2FF3FBF1B5DB}"/>
              </a:ext>
            </a:extLst>
          </p:cNvPr>
          <p:cNvSpPr/>
          <p:nvPr/>
        </p:nvSpPr>
        <p:spPr>
          <a:xfrm>
            <a:off x="3725391" y="1312701"/>
            <a:ext cx="333328" cy="33332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CC32444-9E7D-9913-CCDB-3D47C0C69C01}"/>
              </a:ext>
            </a:extLst>
          </p:cNvPr>
          <p:cNvSpPr/>
          <p:nvPr/>
        </p:nvSpPr>
        <p:spPr>
          <a:xfrm>
            <a:off x="2551328" y="197561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E0A30F1-D904-8C2B-AEA0-903AE9B9E21A}"/>
              </a:ext>
            </a:extLst>
          </p:cNvPr>
          <p:cNvCxnSpPr>
            <a:cxnSpLocks/>
            <a:stCxn id="20" idx="5"/>
            <a:endCxn id="2" idx="1"/>
          </p:cNvCxnSpPr>
          <p:nvPr/>
        </p:nvCxnSpPr>
        <p:spPr>
          <a:xfrm>
            <a:off x="3234955" y="980874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A4A4BEF-B3CE-B9F6-9411-06F419C6778B}"/>
              </a:ext>
            </a:extLst>
          </p:cNvPr>
          <p:cNvCxnSpPr>
            <a:cxnSpLocks/>
            <a:stCxn id="6" idx="5"/>
            <a:endCxn id="3" idx="0"/>
          </p:cNvCxnSpPr>
          <p:nvPr/>
        </p:nvCxnSpPr>
        <p:spPr>
          <a:xfrm>
            <a:off x="2284567" y="1597214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2918236F-477F-B71A-F06A-51F229341965}"/>
              </a:ext>
            </a:extLst>
          </p:cNvPr>
          <p:cNvSpPr/>
          <p:nvPr/>
        </p:nvSpPr>
        <p:spPr>
          <a:xfrm>
            <a:off x="2000054" y="1312701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4B4D04D-9271-E51D-D173-883145A0A0FB}"/>
              </a:ext>
            </a:extLst>
          </p:cNvPr>
          <p:cNvSpPr/>
          <p:nvPr/>
        </p:nvSpPr>
        <p:spPr>
          <a:xfrm>
            <a:off x="1277652" y="1977123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BBE44FC-159F-389D-34AE-C3F234AB4577}"/>
              </a:ext>
            </a:extLst>
          </p:cNvPr>
          <p:cNvCxnSpPr>
            <a:stCxn id="20" idx="3"/>
            <a:endCxn id="6" idx="7"/>
          </p:cNvCxnSpPr>
          <p:nvPr/>
        </p:nvCxnSpPr>
        <p:spPr>
          <a:xfrm flipH="1">
            <a:off x="2284567" y="980874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57F040B-E194-928A-019E-AA53F11ACD43}"/>
              </a:ext>
            </a:extLst>
          </p:cNvPr>
          <p:cNvCxnSpPr>
            <a:cxnSpLocks/>
            <a:stCxn id="6" idx="3"/>
            <a:endCxn id="7" idx="7"/>
          </p:cNvCxnSpPr>
          <p:nvPr/>
        </p:nvCxnSpPr>
        <p:spPr>
          <a:xfrm flipH="1">
            <a:off x="1562165" y="1597214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FECC960-2CF6-6261-F315-4E89F4C2A515}"/>
              </a:ext>
            </a:extLst>
          </p:cNvPr>
          <p:cNvSpPr/>
          <p:nvPr/>
        </p:nvSpPr>
        <p:spPr>
          <a:xfrm>
            <a:off x="2187762" y="271743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5F440E7-4A4E-7680-B03C-53DE3137DC81}"/>
              </a:ext>
            </a:extLst>
          </p:cNvPr>
          <p:cNvSpPr/>
          <p:nvPr/>
        </p:nvSpPr>
        <p:spPr>
          <a:xfrm>
            <a:off x="4242354" y="1975619"/>
            <a:ext cx="333328" cy="3333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77A771B-E1DA-B174-0A4D-24973E9D670D}"/>
              </a:ext>
            </a:extLst>
          </p:cNvPr>
          <p:cNvCxnSpPr>
            <a:cxnSpLocks/>
            <a:stCxn id="3" idx="3"/>
            <a:endCxn id="10" idx="0"/>
          </p:cNvCxnSpPr>
          <p:nvPr/>
        </p:nvCxnSpPr>
        <p:spPr>
          <a:xfrm flipH="1">
            <a:off x="2354426" y="2260132"/>
            <a:ext cx="245717" cy="457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0E14436-04DB-7571-477D-FC2EBB531128}"/>
              </a:ext>
            </a:extLst>
          </p:cNvPr>
          <p:cNvCxnSpPr>
            <a:stCxn id="2" idx="5"/>
            <a:endCxn id="11" idx="1"/>
          </p:cNvCxnSpPr>
          <p:nvPr/>
        </p:nvCxnSpPr>
        <p:spPr>
          <a:xfrm>
            <a:off x="4009904" y="1597214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4AF023FB-D61C-5D62-3426-DE287033584E}"/>
              </a:ext>
            </a:extLst>
          </p:cNvPr>
          <p:cNvSpPr/>
          <p:nvPr/>
        </p:nvSpPr>
        <p:spPr>
          <a:xfrm>
            <a:off x="767900" y="2713600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9D4A132-1C89-1D81-44DD-92790BF3E9EB}"/>
              </a:ext>
            </a:extLst>
          </p:cNvPr>
          <p:cNvCxnSpPr>
            <a:stCxn id="7" idx="3"/>
            <a:endCxn id="14" idx="0"/>
          </p:cNvCxnSpPr>
          <p:nvPr/>
        </p:nvCxnSpPr>
        <p:spPr>
          <a:xfrm flipH="1">
            <a:off x="934564" y="2261636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E2B21A0B-8621-2156-D7A8-0C4470110C25}"/>
              </a:ext>
            </a:extLst>
          </p:cNvPr>
          <p:cNvSpPr/>
          <p:nvPr/>
        </p:nvSpPr>
        <p:spPr>
          <a:xfrm>
            <a:off x="3310700" y="197561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9D5C650-82D6-3CAC-6B63-515314979CC3}"/>
              </a:ext>
            </a:extLst>
          </p:cNvPr>
          <p:cNvCxnSpPr>
            <a:stCxn id="2" idx="3"/>
            <a:endCxn id="16" idx="0"/>
          </p:cNvCxnSpPr>
          <p:nvPr/>
        </p:nvCxnSpPr>
        <p:spPr>
          <a:xfrm flipH="1">
            <a:off x="3477364" y="1597214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8F5A3DDD-794C-4F3C-59EB-7888BC3BFFCB}"/>
              </a:ext>
            </a:extLst>
          </p:cNvPr>
          <p:cNvSpPr/>
          <p:nvPr/>
        </p:nvSpPr>
        <p:spPr>
          <a:xfrm>
            <a:off x="1589005" y="2718855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4CEF409-15A1-0855-A572-3044A8BB4DFC}"/>
              </a:ext>
            </a:extLst>
          </p:cNvPr>
          <p:cNvCxnSpPr>
            <a:stCxn id="7" idx="5"/>
            <a:endCxn id="18" idx="0"/>
          </p:cNvCxnSpPr>
          <p:nvPr/>
        </p:nvCxnSpPr>
        <p:spPr>
          <a:xfrm>
            <a:off x="1562165" y="2261636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0A6E0B36-347B-F489-905C-F460280AD59A}"/>
              </a:ext>
            </a:extLst>
          </p:cNvPr>
          <p:cNvSpPr/>
          <p:nvPr/>
        </p:nvSpPr>
        <p:spPr>
          <a:xfrm>
            <a:off x="2950442" y="69636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06B491-ED7D-66EA-DEF6-F527488C9302}"/>
              </a:ext>
            </a:extLst>
          </p:cNvPr>
          <p:cNvSpPr txBox="1"/>
          <p:nvPr/>
        </p:nvSpPr>
        <p:spPr>
          <a:xfrm>
            <a:off x="1978116" y="1313262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99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81EF95-3735-01CF-7823-9C8DC14B5F6B}"/>
              </a:ext>
            </a:extLst>
          </p:cNvPr>
          <p:cNvSpPr txBox="1"/>
          <p:nvPr/>
        </p:nvSpPr>
        <p:spPr>
          <a:xfrm>
            <a:off x="4197357" y="198354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70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4E5659-29B0-05CE-63A9-3DF29B6E1A38}"/>
              </a:ext>
            </a:extLst>
          </p:cNvPr>
          <p:cNvSpPr txBox="1"/>
          <p:nvPr/>
        </p:nvSpPr>
        <p:spPr>
          <a:xfrm>
            <a:off x="1244582" y="197189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66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4B6D3F1-7E43-4029-EFEE-56934D1BB1D8}"/>
              </a:ext>
            </a:extLst>
          </p:cNvPr>
          <p:cNvSpPr txBox="1"/>
          <p:nvPr/>
        </p:nvSpPr>
        <p:spPr>
          <a:xfrm>
            <a:off x="1558826" y="271743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0A4A971-6A49-BCE7-C4E2-9D25B9BB4A6F}"/>
              </a:ext>
            </a:extLst>
          </p:cNvPr>
          <p:cNvSpPr txBox="1"/>
          <p:nvPr/>
        </p:nvSpPr>
        <p:spPr>
          <a:xfrm>
            <a:off x="730604" y="271098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D5A0F0C-2CD9-E6F7-E088-55F698DC73D2}"/>
              </a:ext>
            </a:extLst>
          </p:cNvPr>
          <p:cNvSpPr txBox="1"/>
          <p:nvPr/>
        </p:nvSpPr>
        <p:spPr>
          <a:xfrm>
            <a:off x="2516988" y="196473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65D4058-171A-1396-AC98-BBA46A61B312}"/>
              </a:ext>
            </a:extLst>
          </p:cNvPr>
          <p:cNvSpPr txBox="1"/>
          <p:nvPr/>
        </p:nvSpPr>
        <p:spPr>
          <a:xfrm>
            <a:off x="3752294" y="131762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0CBF1C7-1391-14FD-5BB3-6569D3D094AD}"/>
              </a:ext>
            </a:extLst>
          </p:cNvPr>
          <p:cNvSpPr txBox="1"/>
          <p:nvPr/>
        </p:nvSpPr>
        <p:spPr>
          <a:xfrm>
            <a:off x="2983914" y="69113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5214BF7-E192-58E6-52BF-38D3FDBD9548}"/>
              </a:ext>
            </a:extLst>
          </p:cNvPr>
          <p:cNvSpPr txBox="1"/>
          <p:nvPr/>
        </p:nvSpPr>
        <p:spPr>
          <a:xfrm>
            <a:off x="2154692" y="271362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E51505F-D798-9044-128C-86C78712E678}"/>
              </a:ext>
            </a:extLst>
          </p:cNvPr>
          <p:cNvSpPr txBox="1"/>
          <p:nvPr/>
        </p:nvSpPr>
        <p:spPr>
          <a:xfrm>
            <a:off x="3275982" y="196473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39</a:t>
            </a:r>
            <a:endParaRPr lang="zh-CN" altLang="en-US" sz="1600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4143A32-BCBE-E403-F39A-8B427B6BE674}"/>
              </a:ext>
            </a:extLst>
          </p:cNvPr>
          <p:cNvSpPr/>
          <p:nvPr/>
        </p:nvSpPr>
        <p:spPr>
          <a:xfrm>
            <a:off x="9341657" y="131270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20A1AEC0-8166-89DE-16DC-165AC63E3E59}"/>
              </a:ext>
            </a:extLst>
          </p:cNvPr>
          <p:cNvSpPr/>
          <p:nvPr/>
        </p:nvSpPr>
        <p:spPr>
          <a:xfrm>
            <a:off x="8167594" y="197561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AC785DF-D993-005A-3585-AAF180F60475}"/>
              </a:ext>
            </a:extLst>
          </p:cNvPr>
          <p:cNvCxnSpPr>
            <a:cxnSpLocks/>
            <a:stCxn id="49" idx="5"/>
            <a:endCxn id="31" idx="1"/>
          </p:cNvCxnSpPr>
          <p:nvPr/>
        </p:nvCxnSpPr>
        <p:spPr>
          <a:xfrm>
            <a:off x="8851221" y="980874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209C04B-3ADE-909E-C9CA-AF80EEA873A9}"/>
              </a:ext>
            </a:extLst>
          </p:cNvPr>
          <p:cNvCxnSpPr>
            <a:cxnSpLocks/>
            <a:stCxn id="35" idx="5"/>
            <a:endCxn id="32" idx="0"/>
          </p:cNvCxnSpPr>
          <p:nvPr/>
        </p:nvCxnSpPr>
        <p:spPr>
          <a:xfrm>
            <a:off x="7900833" y="1597214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CDD96AC1-E26D-2951-B57D-8E86B382EBB2}"/>
              </a:ext>
            </a:extLst>
          </p:cNvPr>
          <p:cNvSpPr/>
          <p:nvPr/>
        </p:nvSpPr>
        <p:spPr>
          <a:xfrm>
            <a:off x="7616320" y="1312701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6D7E22C0-09A9-08B1-5E82-4093707349C5}"/>
              </a:ext>
            </a:extLst>
          </p:cNvPr>
          <p:cNvSpPr/>
          <p:nvPr/>
        </p:nvSpPr>
        <p:spPr>
          <a:xfrm>
            <a:off x="6893918" y="1977123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0E123AA-E513-754C-991B-CF84B73D36C3}"/>
              </a:ext>
            </a:extLst>
          </p:cNvPr>
          <p:cNvCxnSpPr>
            <a:stCxn id="49" idx="3"/>
            <a:endCxn id="35" idx="7"/>
          </p:cNvCxnSpPr>
          <p:nvPr/>
        </p:nvCxnSpPr>
        <p:spPr>
          <a:xfrm flipH="1">
            <a:off x="7900833" y="980874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FD56254-C3C2-D4C7-2B61-A5841EDA41FA}"/>
              </a:ext>
            </a:extLst>
          </p:cNvPr>
          <p:cNvCxnSpPr>
            <a:cxnSpLocks/>
            <a:stCxn id="35" idx="3"/>
            <a:endCxn id="36" idx="7"/>
          </p:cNvCxnSpPr>
          <p:nvPr/>
        </p:nvCxnSpPr>
        <p:spPr>
          <a:xfrm flipH="1">
            <a:off x="7178431" y="1597214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0FB3F5B4-F798-2F7A-E1F4-4CAF6D96F883}"/>
              </a:ext>
            </a:extLst>
          </p:cNvPr>
          <p:cNvSpPr/>
          <p:nvPr/>
        </p:nvSpPr>
        <p:spPr>
          <a:xfrm>
            <a:off x="7804028" y="271743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8C91336F-4563-5E57-8E96-416214D6453F}"/>
              </a:ext>
            </a:extLst>
          </p:cNvPr>
          <p:cNvSpPr/>
          <p:nvPr/>
        </p:nvSpPr>
        <p:spPr>
          <a:xfrm>
            <a:off x="9858620" y="197561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99EE360-8EC3-AF43-CA6C-12497389C956}"/>
              </a:ext>
            </a:extLst>
          </p:cNvPr>
          <p:cNvCxnSpPr>
            <a:cxnSpLocks/>
            <a:stCxn id="32" idx="3"/>
            <a:endCxn id="39" idx="0"/>
          </p:cNvCxnSpPr>
          <p:nvPr/>
        </p:nvCxnSpPr>
        <p:spPr>
          <a:xfrm flipH="1">
            <a:off x="7970692" y="2260132"/>
            <a:ext cx="245717" cy="457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09D63B0-4A88-9886-5268-7FA244A4F5EE}"/>
              </a:ext>
            </a:extLst>
          </p:cNvPr>
          <p:cNvCxnSpPr>
            <a:stCxn id="31" idx="5"/>
            <a:endCxn id="40" idx="1"/>
          </p:cNvCxnSpPr>
          <p:nvPr/>
        </p:nvCxnSpPr>
        <p:spPr>
          <a:xfrm>
            <a:off x="9626170" y="1597214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AF0CC448-FF07-3F9A-3BCB-EF2BF7BB399C}"/>
              </a:ext>
            </a:extLst>
          </p:cNvPr>
          <p:cNvSpPr/>
          <p:nvPr/>
        </p:nvSpPr>
        <p:spPr>
          <a:xfrm>
            <a:off x="6384166" y="2713600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7BC7447-FD8D-AC18-742D-B959D4403A04}"/>
              </a:ext>
            </a:extLst>
          </p:cNvPr>
          <p:cNvCxnSpPr>
            <a:stCxn id="36" idx="3"/>
            <a:endCxn id="43" idx="0"/>
          </p:cNvCxnSpPr>
          <p:nvPr/>
        </p:nvCxnSpPr>
        <p:spPr>
          <a:xfrm flipH="1">
            <a:off x="6550830" y="2261636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B295D874-7579-A264-0901-101BC782FD96}"/>
              </a:ext>
            </a:extLst>
          </p:cNvPr>
          <p:cNvSpPr/>
          <p:nvPr/>
        </p:nvSpPr>
        <p:spPr>
          <a:xfrm>
            <a:off x="8926966" y="197561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857156C-6E32-E7D1-4772-ACE96BAAC3B3}"/>
              </a:ext>
            </a:extLst>
          </p:cNvPr>
          <p:cNvCxnSpPr>
            <a:stCxn id="31" idx="3"/>
            <a:endCxn id="45" idx="0"/>
          </p:cNvCxnSpPr>
          <p:nvPr/>
        </p:nvCxnSpPr>
        <p:spPr>
          <a:xfrm flipH="1">
            <a:off x="9093630" y="1597214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6F644739-DA65-1FB0-411A-BD83276A2163}"/>
              </a:ext>
            </a:extLst>
          </p:cNvPr>
          <p:cNvSpPr/>
          <p:nvPr/>
        </p:nvSpPr>
        <p:spPr>
          <a:xfrm>
            <a:off x="7205271" y="2718855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9B0C7A2-D0DA-2BDE-3CA4-03EEA01F190E}"/>
              </a:ext>
            </a:extLst>
          </p:cNvPr>
          <p:cNvCxnSpPr>
            <a:stCxn id="36" idx="5"/>
            <a:endCxn id="47" idx="0"/>
          </p:cNvCxnSpPr>
          <p:nvPr/>
        </p:nvCxnSpPr>
        <p:spPr>
          <a:xfrm>
            <a:off x="7178431" y="2261636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DA154882-4BC7-61FB-1ACB-02DF4FAABC8A}"/>
              </a:ext>
            </a:extLst>
          </p:cNvPr>
          <p:cNvSpPr/>
          <p:nvPr/>
        </p:nvSpPr>
        <p:spPr>
          <a:xfrm>
            <a:off x="8566708" y="69636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DF53526-F8F5-E8D1-C713-C9C4EB8007ED}"/>
              </a:ext>
            </a:extLst>
          </p:cNvPr>
          <p:cNvSpPr txBox="1"/>
          <p:nvPr/>
        </p:nvSpPr>
        <p:spPr>
          <a:xfrm>
            <a:off x="7594382" y="1313262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99</a:t>
            </a:r>
            <a:endParaRPr lang="zh-CN" altLang="en-US" sz="160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6275D23-E6FC-E8E8-E771-A2751115264B}"/>
              </a:ext>
            </a:extLst>
          </p:cNvPr>
          <p:cNvSpPr txBox="1"/>
          <p:nvPr/>
        </p:nvSpPr>
        <p:spPr>
          <a:xfrm>
            <a:off x="9890042" y="198354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7F907C0-DC8F-79FA-7468-14D2CB946F2E}"/>
              </a:ext>
            </a:extLst>
          </p:cNvPr>
          <p:cNvSpPr txBox="1"/>
          <p:nvPr/>
        </p:nvSpPr>
        <p:spPr>
          <a:xfrm>
            <a:off x="6860848" y="197189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66</a:t>
            </a:r>
            <a:endParaRPr lang="zh-CN" altLang="en-US" sz="16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6528BA7-8F2A-FAE3-F506-52B5B30B041C}"/>
              </a:ext>
            </a:extLst>
          </p:cNvPr>
          <p:cNvSpPr txBox="1"/>
          <p:nvPr/>
        </p:nvSpPr>
        <p:spPr>
          <a:xfrm>
            <a:off x="7175092" y="271743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4528232-1A65-2870-3F9B-FB53870397E8}"/>
              </a:ext>
            </a:extLst>
          </p:cNvPr>
          <p:cNvSpPr txBox="1"/>
          <p:nvPr/>
        </p:nvSpPr>
        <p:spPr>
          <a:xfrm>
            <a:off x="6346870" y="271098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487363-9520-609D-A922-F94C492E13CD}"/>
              </a:ext>
            </a:extLst>
          </p:cNvPr>
          <p:cNvSpPr txBox="1"/>
          <p:nvPr/>
        </p:nvSpPr>
        <p:spPr>
          <a:xfrm>
            <a:off x="8133254" y="196473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D7D2CB2-9159-2833-426C-A66E981B4B7C}"/>
              </a:ext>
            </a:extLst>
          </p:cNvPr>
          <p:cNvSpPr txBox="1"/>
          <p:nvPr/>
        </p:nvSpPr>
        <p:spPr>
          <a:xfrm>
            <a:off x="9308587" y="131008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70</a:t>
            </a:r>
            <a:endParaRPr lang="zh-CN" altLang="en-US" sz="16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1A0E10-7FA6-CFD6-887B-160285AFB3F3}"/>
              </a:ext>
            </a:extLst>
          </p:cNvPr>
          <p:cNvSpPr txBox="1"/>
          <p:nvPr/>
        </p:nvSpPr>
        <p:spPr>
          <a:xfrm>
            <a:off x="8600180" y="69113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1A61560-2B55-9203-13FD-334BD5121EF6}"/>
              </a:ext>
            </a:extLst>
          </p:cNvPr>
          <p:cNvSpPr txBox="1"/>
          <p:nvPr/>
        </p:nvSpPr>
        <p:spPr>
          <a:xfrm>
            <a:off x="7770958" y="271362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C69EF95-3C9B-38B9-801A-917F80EFFAC3}"/>
              </a:ext>
            </a:extLst>
          </p:cNvPr>
          <p:cNvSpPr txBox="1"/>
          <p:nvPr/>
        </p:nvSpPr>
        <p:spPr>
          <a:xfrm>
            <a:off x="8892248" y="196473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39</a:t>
            </a:r>
            <a:endParaRPr lang="zh-CN" altLang="en-US" sz="160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9AC8EE5-A908-EFF2-4E71-51C07A69C6F0}"/>
              </a:ext>
            </a:extLst>
          </p:cNvPr>
          <p:cNvSpPr txBox="1"/>
          <p:nvPr/>
        </p:nvSpPr>
        <p:spPr>
          <a:xfrm>
            <a:off x="3976879" y="1082958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*</a:t>
            </a:r>
            <a:endParaRPr lang="zh-CN" altLang="en-US" b="1"/>
          </a:p>
        </p:txBody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BD28AC55-7328-0BDE-013E-9AC6005F5451}"/>
              </a:ext>
            </a:extLst>
          </p:cNvPr>
          <p:cNvSpPr/>
          <p:nvPr/>
        </p:nvSpPr>
        <p:spPr>
          <a:xfrm>
            <a:off x="4323156" y="1394927"/>
            <a:ext cx="132211" cy="517849"/>
          </a:xfrm>
          <a:custGeom>
            <a:avLst/>
            <a:gdLst>
              <a:gd name="csX0" fmla="*/ 71562 w 132211"/>
              <a:gd name="csY0" fmla="*/ 0 h 517849"/>
              <a:gd name="csX1" fmla="*/ 1583 w 132211"/>
              <a:gd name="csY1" fmla="*/ 303244 h 517849"/>
              <a:gd name="csX2" fmla="*/ 132211 w 132211"/>
              <a:gd name="csY2" fmla="*/ 517849 h 5178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2211" h="517849">
                <a:moveTo>
                  <a:pt x="71562" y="0"/>
                </a:moveTo>
                <a:cubicBezTo>
                  <a:pt x="31518" y="108468"/>
                  <a:pt x="-8525" y="216936"/>
                  <a:pt x="1583" y="303244"/>
                </a:cubicBezTo>
                <a:cubicBezTo>
                  <a:pt x="11691" y="389552"/>
                  <a:pt x="71951" y="453700"/>
                  <a:pt x="132211" y="517849"/>
                </a:cubicBez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9D648AB8-891F-D231-C6C4-9FE253F67E37}"/>
              </a:ext>
            </a:extLst>
          </p:cNvPr>
          <p:cNvSpPr/>
          <p:nvPr/>
        </p:nvSpPr>
        <p:spPr>
          <a:xfrm>
            <a:off x="4520682" y="1376265"/>
            <a:ext cx="121507" cy="536511"/>
          </a:xfrm>
          <a:custGeom>
            <a:avLst/>
            <a:gdLst>
              <a:gd name="csX0" fmla="*/ 23326 w 121507"/>
              <a:gd name="csY0" fmla="*/ 536511 h 536511"/>
              <a:gd name="csX1" fmla="*/ 121298 w 121507"/>
              <a:gd name="csY1" fmla="*/ 303245 h 536511"/>
              <a:gd name="csX2" fmla="*/ 0 w 121507"/>
              <a:gd name="csY2" fmla="*/ 0 h 536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507" h="536511">
                <a:moveTo>
                  <a:pt x="23326" y="536511"/>
                </a:moveTo>
                <a:cubicBezTo>
                  <a:pt x="74256" y="464587"/>
                  <a:pt x="125186" y="392663"/>
                  <a:pt x="121298" y="303245"/>
                </a:cubicBezTo>
                <a:cubicBezTo>
                  <a:pt x="117410" y="213827"/>
                  <a:pt x="58705" y="106913"/>
                  <a:pt x="0" y="0"/>
                </a:cubicBez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箭头: 右 66">
            <a:extLst>
              <a:ext uri="{FF2B5EF4-FFF2-40B4-BE49-F238E27FC236}">
                <a16:creationId xmlns:a16="http://schemas.microsoft.com/office/drawing/2014/main" id="{BD083D3C-F66D-61AE-0319-1E9E27AF84E7}"/>
              </a:ext>
            </a:extLst>
          </p:cNvPr>
          <p:cNvSpPr/>
          <p:nvPr/>
        </p:nvSpPr>
        <p:spPr>
          <a:xfrm>
            <a:off x="5146973" y="1557801"/>
            <a:ext cx="1199897" cy="33332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728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C94A7-CD81-700C-60DD-3F9B05BF6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7031D780-5CF3-D953-5933-E4BCD25765D1}"/>
              </a:ext>
            </a:extLst>
          </p:cNvPr>
          <p:cNvSpPr/>
          <p:nvPr/>
        </p:nvSpPr>
        <p:spPr>
          <a:xfrm>
            <a:off x="3878583" y="135002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A420110-487F-8671-9220-440378B6D5B9}"/>
              </a:ext>
            </a:extLst>
          </p:cNvPr>
          <p:cNvSpPr/>
          <p:nvPr/>
        </p:nvSpPr>
        <p:spPr>
          <a:xfrm>
            <a:off x="2704520" y="201294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24780FC-8958-CC5A-9992-05197049CF83}"/>
              </a:ext>
            </a:extLst>
          </p:cNvPr>
          <p:cNvCxnSpPr>
            <a:cxnSpLocks/>
            <a:stCxn id="20" idx="5"/>
            <a:endCxn id="2" idx="1"/>
          </p:cNvCxnSpPr>
          <p:nvPr/>
        </p:nvCxnSpPr>
        <p:spPr>
          <a:xfrm>
            <a:off x="3388147" y="1018197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8008B9B-DB7F-1898-58DF-81CD9F50AB6D}"/>
              </a:ext>
            </a:extLst>
          </p:cNvPr>
          <p:cNvCxnSpPr>
            <a:cxnSpLocks/>
            <a:stCxn id="6" idx="5"/>
            <a:endCxn id="3" idx="0"/>
          </p:cNvCxnSpPr>
          <p:nvPr/>
        </p:nvCxnSpPr>
        <p:spPr>
          <a:xfrm>
            <a:off x="2437759" y="1634537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7917902C-6A94-182C-36B9-BA6E4FFF0C56}"/>
              </a:ext>
            </a:extLst>
          </p:cNvPr>
          <p:cNvSpPr/>
          <p:nvPr/>
        </p:nvSpPr>
        <p:spPr>
          <a:xfrm>
            <a:off x="2153246" y="1350024"/>
            <a:ext cx="333328" cy="333328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3D97A1C-5A83-A7D3-87CA-BBC81BF14C1A}"/>
              </a:ext>
            </a:extLst>
          </p:cNvPr>
          <p:cNvSpPr/>
          <p:nvPr/>
        </p:nvSpPr>
        <p:spPr>
          <a:xfrm>
            <a:off x="1430844" y="2014446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03B4AF-B565-8FA6-7EFB-C99CCFA9AD50}"/>
              </a:ext>
            </a:extLst>
          </p:cNvPr>
          <p:cNvCxnSpPr>
            <a:stCxn id="20" idx="3"/>
            <a:endCxn id="6" idx="7"/>
          </p:cNvCxnSpPr>
          <p:nvPr/>
        </p:nvCxnSpPr>
        <p:spPr>
          <a:xfrm flipH="1">
            <a:off x="2437759" y="1018197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F785A68-2159-2FA0-1272-58491968937A}"/>
              </a:ext>
            </a:extLst>
          </p:cNvPr>
          <p:cNvCxnSpPr>
            <a:cxnSpLocks/>
            <a:stCxn id="6" idx="3"/>
            <a:endCxn id="7" idx="7"/>
          </p:cNvCxnSpPr>
          <p:nvPr/>
        </p:nvCxnSpPr>
        <p:spPr>
          <a:xfrm flipH="1">
            <a:off x="1715357" y="1634537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DEF4C143-43ED-115A-3220-775C5E1009E4}"/>
              </a:ext>
            </a:extLst>
          </p:cNvPr>
          <p:cNvSpPr/>
          <p:nvPr/>
        </p:nvSpPr>
        <p:spPr>
          <a:xfrm>
            <a:off x="2340954" y="275475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5B4FFCA-6C6A-F228-AE81-3F2905AD86A3}"/>
              </a:ext>
            </a:extLst>
          </p:cNvPr>
          <p:cNvSpPr/>
          <p:nvPr/>
        </p:nvSpPr>
        <p:spPr>
          <a:xfrm>
            <a:off x="4395546" y="201294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A9F8338-6B32-DC55-0BEE-73BC533AC736}"/>
              </a:ext>
            </a:extLst>
          </p:cNvPr>
          <p:cNvCxnSpPr>
            <a:cxnSpLocks/>
            <a:stCxn id="3" idx="3"/>
            <a:endCxn id="10" idx="0"/>
          </p:cNvCxnSpPr>
          <p:nvPr/>
        </p:nvCxnSpPr>
        <p:spPr>
          <a:xfrm flipH="1">
            <a:off x="2507618" y="2297455"/>
            <a:ext cx="245717" cy="457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B58659E-F5F1-A0AE-F2EC-4BFCEE76A52B}"/>
              </a:ext>
            </a:extLst>
          </p:cNvPr>
          <p:cNvCxnSpPr>
            <a:stCxn id="2" idx="5"/>
            <a:endCxn id="11" idx="1"/>
          </p:cNvCxnSpPr>
          <p:nvPr/>
        </p:nvCxnSpPr>
        <p:spPr>
          <a:xfrm>
            <a:off x="4163096" y="1634537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5698D8F8-6C78-9078-A906-B6245C2499FF}"/>
              </a:ext>
            </a:extLst>
          </p:cNvPr>
          <p:cNvSpPr/>
          <p:nvPr/>
        </p:nvSpPr>
        <p:spPr>
          <a:xfrm>
            <a:off x="921092" y="2750923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5BFA94C-FD35-76B5-78CF-1DBF5CD0DE08}"/>
              </a:ext>
            </a:extLst>
          </p:cNvPr>
          <p:cNvCxnSpPr>
            <a:stCxn id="7" idx="3"/>
            <a:endCxn id="14" idx="0"/>
          </p:cNvCxnSpPr>
          <p:nvPr/>
        </p:nvCxnSpPr>
        <p:spPr>
          <a:xfrm flipH="1">
            <a:off x="1087756" y="2298959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0B82B31F-0B55-3D79-29CC-4BA6C404077F}"/>
              </a:ext>
            </a:extLst>
          </p:cNvPr>
          <p:cNvSpPr/>
          <p:nvPr/>
        </p:nvSpPr>
        <p:spPr>
          <a:xfrm>
            <a:off x="3463892" y="201294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EC81D59-E072-DD34-6137-54517F00CBD7}"/>
              </a:ext>
            </a:extLst>
          </p:cNvPr>
          <p:cNvCxnSpPr>
            <a:stCxn id="2" idx="3"/>
            <a:endCxn id="16" idx="0"/>
          </p:cNvCxnSpPr>
          <p:nvPr/>
        </p:nvCxnSpPr>
        <p:spPr>
          <a:xfrm flipH="1">
            <a:off x="3630556" y="1634537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887312CA-39CA-8587-2B92-6F2E25253EDA}"/>
              </a:ext>
            </a:extLst>
          </p:cNvPr>
          <p:cNvSpPr/>
          <p:nvPr/>
        </p:nvSpPr>
        <p:spPr>
          <a:xfrm>
            <a:off x="1742197" y="2756178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73C2FC8-77B2-7B29-7567-83FB5021EB7E}"/>
              </a:ext>
            </a:extLst>
          </p:cNvPr>
          <p:cNvCxnSpPr>
            <a:stCxn id="7" idx="5"/>
            <a:endCxn id="18" idx="0"/>
          </p:cNvCxnSpPr>
          <p:nvPr/>
        </p:nvCxnSpPr>
        <p:spPr>
          <a:xfrm>
            <a:off x="1715357" y="2298959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016E29A0-5F7F-EC9D-CF2F-A56F8F95FDB6}"/>
              </a:ext>
            </a:extLst>
          </p:cNvPr>
          <p:cNvSpPr/>
          <p:nvPr/>
        </p:nvSpPr>
        <p:spPr>
          <a:xfrm>
            <a:off x="3103634" y="73368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C825E9-CF07-EE51-069A-B25D093ED7AF}"/>
              </a:ext>
            </a:extLst>
          </p:cNvPr>
          <p:cNvSpPr txBox="1"/>
          <p:nvPr/>
        </p:nvSpPr>
        <p:spPr>
          <a:xfrm>
            <a:off x="2137260" y="1360793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99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306AAE-DBF4-8EF2-C9B3-031A8CD0112D}"/>
              </a:ext>
            </a:extLst>
          </p:cNvPr>
          <p:cNvSpPr txBox="1"/>
          <p:nvPr/>
        </p:nvSpPr>
        <p:spPr>
          <a:xfrm>
            <a:off x="4426968" y="202086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A7F535-4211-B11B-C407-9B26A6199CDB}"/>
              </a:ext>
            </a:extLst>
          </p:cNvPr>
          <p:cNvSpPr txBox="1"/>
          <p:nvPr/>
        </p:nvSpPr>
        <p:spPr>
          <a:xfrm>
            <a:off x="1397774" y="200922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66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A1D0C92-3D25-2B19-D90F-22702FC45242}"/>
              </a:ext>
            </a:extLst>
          </p:cNvPr>
          <p:cNvSpPr txBox="1"/>
          <p:nvPr/>
        </p:nvSpPr>
        <p:spPr>
          <a:xfrm>
            <a:off x="1712018" y="275475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4770846-560D-18FD-95AC-9E310924B4D1}"/>
              </a:ext>
            </a:extLst>
          </p:cNvPr>
          <p:cNvSpPr txBox="1"/>
          <p:nvPr/>
        </p:nvSpPr>
        <p:spPr>
          <a:xfrm>
            <a:off x="883796" y="274831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E5C1BE-796D-5196-9F70-E8AF1311011E}"/>
              </a:ext>
            </a:extLst>
          </p:cNvPr>
          <p:cNvSpPr txBox="1"/>
          <p:nvPr/>
        </p:nvSpPr>
        <p:spPr>
          <a:xfrm>
            <a:off x="2670180" y="200206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BBA645-B8E9-C49C-544D-9A585181C5C6}"/>
              </a:ext>
            </a:extLst>
          </p:cNvPr>
          <p:cNvSpPr txBox="1"/>
          <p:nvPr/>
        </p:nvSpPr>
        <p:spPr>
          <a:xfrm>
            <a:off x="3845513" y="134741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70</a:t>
            </a:r>
            <a:endParaRPr lang="zh-CN" altLang="en-US" sz="16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66C3DA6-CCEB-52BF-CC37-7B285038BC31}"/>
              </a:ext>
            </a:extLst>
          </p:cNvPr>
          <p:cNvSpPr txBox="1"/>
          <p:nvPr/>
        </p:nvSpPr>
        <p:spPr>
          <a:xfrm>
            <a:off x="3137106" y="7284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2A03709-FCE7-6D27-831E-C9F4C2CCCE77}"/>
              </a:ext>
            </a:extLst>
          </p:cNvPr>
          <p:cNvSpPr txBox="1"/>
          <p:nvPr/>
        </p:nvSpPr>
        <p:spPr>
          <a:xfrm>
            <a:off x="2307884" y="275095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375DDA8-036B-8B6A-2B68-59BC89D94A81}"/>
              </a:ext>
            </a:extLst>
          </p:cNvPr>
          <p:cNvSpPr txBox="1"/>
          <p:nvPr/>
        </p:nvSpPr>
        <p:spPr>
          <a:xfrm>
            <a:off x="3429174" y="200206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39</a:t>
            </a:r>
            <a:endParaRPr lang="zh-CN" altLang="en-US" sz="1600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92E9DBD-199D-7A18-A5F4-9B8001853D4C}"/>
              </a:ext>
            </a:extLst>
          </p:cNvPr>
          <p:cNvSpPr/>
          <p:nvPr/>
        </p:nvSpPr>
        <p:spPr>
          <a:xfrm>
            <a:off x="9488962" y="135002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15E11A1-AA09-38DA-9909-6B6D9664A31E}"/>
              </a:ext>
            </a:extLst>
          </p:cNvPr>
          <p:cNvSpPr/>
          <p:nvPr/>
        </p:nvSpPr>
        <p:spPr>
          <a:xfrm>
            <a:off x="8314899" y="201294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7092DBB-7889-F21E-2E74-37532576BE0C}"/>
              </a:ext>
            </a:extLst>
          </p:cNvPr>
          <p:cNvCxnSpPr>
            <a:cxnSpLocks/>
            <a:stCxn id="49" idx="5"/>
            <a:endCxn id="31" idx="1"/>
          </p:cNvCxnSpPr>
          <p:nvPr/>
        </p:nvCxnSpPr>
        <p:spPr>
          <a:xfrm>
            <a:off x="8998526" y="1018197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90E015B-8FC6-C3BF-C9B8-A1245C938E1F}"/>
              </a:ext>
            </a:extLst>
          </p:cNvPr>
          <p:cNvCxnSpPr>
            <a:cxnSpLocks/>
            <a:stCxn id="35" idx="5"/>
            <a:endCxn id="32" idx="0"/>
          </p:cNvCxnSpPr>
          <p:nvPr/>
        </p:nvCxnSpPr>
        <p:spPr>
          <a:xfrm>
            <a:off x="8048138" y="1634537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F3B50E39-4D0C-E91B-B97E-7C4AC79FD194}"/>
              </a:ext>
            </a:extLst>
          </p:cNvPr>
          <p:cNvSpPr/>
          <p:nvPr/>
        </p:nvSpPr>
        <p:spPr>
          <a:xfrm>
            <a:off x="7763625" y="1350024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14B39A43-3503-1A32-BEF1-FBA28575D96A}"/>
              </a:ext>
            </a:extLst>
          </p:cNvPr>
          <p:cNvSpPr/>
          <p:nvPr/>
        </p:nvSpPr>
        <p:spPr>
          <a:xfrm>
            <a:off x="7041223" y="2014446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F63EBF6-6271-EA8B-77BC-CC3063FECBA1}"/>
              </a:ext>
            </a:extLst>
          </p:cNvPr>
          <p:cNvCxnSpPr>
            <a:stCxn id="49" idx="3"/>
            <a:endCxn id="35" idx="7"/>
          </p:cNvCxnSpPr>
          <p:nvPr/>
        </p:nvCxnSpPr>
        <p:spPr>
          <a:xfrm flipH="1">
            <a:off x="8048138" y="1018197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713B9C0-F3B7-1ED8-E6A8-9D77011F58A1}"/>
              </a:ext>
            </a:extLst>
          </p:cNvPr>
          <p:cNvCxnSpPr>
            <a:cxnSpLocks/>
            <a:stCxn id="35" idx="3"/>
            <a:endCxn id="36" idx="7"/>
          </p:cNvCxnSpPr>
          <p:nvPr/>
        </p:nvCxnSpPr>
        <p:spPr>
          <a:xfrm flipH="1">
            <a:off x="7325736" y="1634537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BB3144E4-B655-55C1-25B9-F5378CB2A374}"/>
              </a:ext>
            </a:extLst>
          </p:cNvPr>
          <p:cNvSpPr/>
          <p:nvPr/>
        </p:nvSpPr>
        <p:spPr>
          <a:xfrm>
            <a:off x="7951333" y="275475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E716D70-FC0D-80CD-7BEB-6A9CFDA58CCC}"/>
              </a:ext>
            </a:extLst>
          </p:cNvPr>
          <p:cNvSpPr/>
          <p:nvPr/>
        </p:nvSpPr>
        <p:spPr>
          <a:xfrm>
            <a:off x="10005925" y="201294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8ED0FB6-BEA9-A653-5016-4626D3D2ABDB}"/>
              </a:ext>
            </a:extLst>
          </p:cNvPr>
          <p:cNvCxnSpPr>
            <a:cxnSpLocks/>
            <a:stCxn id="32" idx="3"/>
            <a:endCxn id="39" idx="0"/>
          </p:cNvCxnSpPr>
          <p:nvPr/>
        </p:nvCxnSpPr>
        <p:spPr>
          <a:xfrm flipH="1">
            <a:off x="8117997" y="2297455"/>
            <a:ext cx="245717" cy="457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4CA7FC8F-95CD-2F02-16BE-B9C362F611B2}"/>
              </a:ext>
            </a:extLst>
          </p:cNvPr>
          <p:cNvCxnSpPr>
            <a:stCxn id="31" idx="5"/>
            <a:endCxn id="40" idx="1"/>
          </p:cNvCxnSpPr>
          <p:nvPr/>
        </p:nvCxnSpPr>
        <p:spPr>
          <a:xfrm>
            <a:off x="9773475" y="1634537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FFE9446A-E7ED-E74C-0060-01AC5AA16029}"/>
              </a:ext>
            </a:extLst>
          </p:cNvPr>
          <p:cNvSpPr/>
          <p:nvPr/>
        </p:nvSpPr>
        <p:spPr>
          <a:xfrm>
            <a:off x="6531471" y="2750923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C89FFF94-BF5A-E0E8-D117-5819DD3BBDBB}"/>
              </a:ext>
            </a:extLst>
          </p:cNvPr>
          <p:cNvCxnSpPr>
            <a:stCxn id="36" idx="3"/>
            <a:endCxn id="43" idx="0"/>
          </p:cNvCxnSpPr>
          <p:nvPr/>
        </p:nvCxnSpPr>
        <p:spPr>
          <a:xfrm flipH="1">
            <a:off x="6698135" y="2298959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4151CEC4-C455-B709-6140-4B450EC8A16D}"/>
              </a:ext>
            </a:extLst>
          </p:cNvPr>
          <p:cNvSpPr/>
          <p:nvPr/>
        </p:nvSpPr>
        <p:spPr>
          <a:xfrm>
            <a:off x="9074271" y="201294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EAE57CD-2741-5DC7-F719-7B5BC02B89C0}"/>
              </a:ext>
            </a:extLst>
          </p:cNvPr>
          <p:cNvCxnSpPr>
            <a:stCxn id="31" idx="3"/>
            <a:endCxn id="45" idx="0"/>
          </p:cNvCxnSpPr>
          <p:nvPr/>
        </p:nvCxnSpPr>
        <p:spPr>
          <a:xfrm flipH="1">
            <a:off x="9240935" y="1634537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7F9CB2A2-4F99-58D1-6ECF-54CAC8562C66}"/>
              </a:ext>
            </a:extLst>
          </p:cNvPr>
          <p:cNvSpPr/>
          <p:nvPr/>
        </p:nvSpPr>
        <p:spPr>
          <a:xfrm>
            <a:off x="7352576" y="2756178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56C0236-D8CA-CB0B-735A-7EBF3F015830}"/>
              </a:ext>
            </a:extLst>
          </p:cNvPr>
          <p:cNvCxnSpPr>
            <a:stCxn id="36" idx="5"/>
            <a:endCxn id="47" idx="0"/>
          </p:cNvCxnSpPr>
          <p:nvPr/>
        </p:nvCxnSpPr>
        <p:spPr>
          <a:xfrm>
            <a:off x="7325736" y="2298959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12DA10A0-BF9F-A641-90B2-FDC71A5A9B84}"/>
              </a:ext>
            </a:extLst>
          </p:cNvPr>
          <p:cNvSpPr/>
          <p:nvPr/>
        </p:nvSpPr>
        <p:spPr>
          <a:xfrm>
            <a:off x="8714013" y="73368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EDE5138-1D5A-FD90-3491-B1886B5CE81D}"/>
              </a:ext>
            </a:extLst>
          </p:cNvPr>
          <p:cNvSpPr txBox="1"/>
          <p:nvPr/>
        </p:nvSpPr>
        <p:spPr>
          <a:xfrm>
            <a:off x="7741687" y="1350585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99</a:t>
            </a:r>
            <a:endParaRPr lang="zh-CN" altLang="en-US" sz="160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7B60D65-D80B-F6B2-CB10-703D13D9237D}"/>
              </a:ext>
            </a:extLst>
          </p:cNvPr>
          <p:cNvSpPr txBox="1"/>
          <p:nvPr/>
        </p:nvSpPr>
        <p:spPr>
          <a:xfrm>
            <a:off x="10037347" y="202086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C9D8DE0-3CC8-C8FB-5171-0D55BDC87781}"/>
              </a:ext>
            </a:extLst>
          </p:cNvPr>
          <p:cNvSpPr txBox="1"/>
          <p:nvPr/>
        </p:nvSpPr>
        <p:spPr>
          <a:xfrm>
            <a:off x="7008153" y="200922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66</a:t>
            </a:r>
            <a:endParaRPr lang="zh-CN" altLang="en-US" sz="16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41E4269-A870-DE38-0B3F-F80335B859D3}"/>
              </a:ext>
            </a:extLst>
          </p:cNvPr>
          <p:cNvSpPr txBox="1"/>
          <p:nvPr/>
        </p:nvSpPr>
        <p:spPr>
          <a:xfrm>
            <a:off x="7322397" y="275475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8CE0F22-7319-1E82-7482-1BD995182DB2}"/>
              </a:ext>
            </a:extLst>
          </p:cNvPr>
          <p:cNvSpPr txBox="1"/>
          <p:nvPr/>
        </p:nvSpPr>
        <p:spPr>
          <a:xfrm>
            <a:off x="6494175" y="274831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8F7C3F6-FB7B-8009-1A04-A890158F8161}"/>
              </a:ext>
            </a:extLst>
          </p:cNvPr>
          <p:cNvSpPr txBox="1"/>
          <p:nvPr/>
        </p:nvSpPr>
        <p:spPr>
          <a:xfrm>
            <a:off x="8280559" y="200206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6C5D347-C3EC-AD06-61C2-266E42A4EDA6}"/>
              </a:ext>
            </a:extLst>
          </p:cNvPr>
          <p:cNvSpPr txBox="1"/>
          <p:nvPr/>
        </p:nvSpPr>
        <p:spPr>
          <a:xfrm>
            <a:off x="9455892" y="134741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70</a:t>
            </a:r>
            <a:endParaRPr lang="zh-CN" altLang="en-US" sz="16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96C4F3E-D3D1-EFF5-F3A9-1BEA595DFC04}"/>
              </a:ext>
            </a:extLst>
          </p:cNvPr>
          <p:cNvSpPr txBox="1"/>
          <p:nvPr/>
        </p:nvSpPr>
        <p:spPr>
          <a:xfrm>
            <a:off x="8747485" y="72845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358D2D5-08D5-462C-053D-2B3E5E359D42}"/>
              </a:ext>
            </a:extLst>
          </p:cNvPr>
          <p:cNvSpPr txBox="1"/>
          <p:nvPr/>
        </p:nvSpPr>
        <p:spPr>
          <a:xfrm>
            <a:off x="7918263" y="275095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8EF70EF-C91C-B530-BD47-89BA386FE761}"/>
              </a:ext>
            </a:extLst>
          </p:cNvPr>
          <p:cNvSpPr txBox="1"/>
          <p:nvPr/>
        </p:nvSpPr>
        <p:spPr>
          <a:xfrm>
            <a:off x="9039553" y="200206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39</a:t>
            </a:r>
            <a:endParaRPr lang="zh-CN" altLang="en-US" sz="1600"/>
          </a:p>
        </p:txBody>
      </p:sp>
      <p:sp>
        <p:nvSpPr>
          <p:cNvPr id="90" name="箭头: 右 89">
            <a:extLst>
              <a:ext uri="{FF2B5EF4-FFF2-40B4-BE49-F238E27FC236}">
                <a16:creationId xmlns:a16="http://schemas.microsoft.com/office/drawing/2014/main" id="{41BCFD96-30AF-E523-AE26-A283E7388625}"/>
              </a:ext>
            </a:extLst>
          </p:cNvPr>
          <p:cNvSpPr/>
          <p:nvPr/>
        </p:nvSpPr>
        <p:spPr>
          <a:xfrm>
            <a:off x="5146973" y="1557801"/>
            <a:ext cx="1199897" cy="33332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886A343-5CEB-BCBE-8136-0A2D7F8B0D28}"/>
              </a:ext>
            </a:extLst>
          </p:cNvPr>
          <p:cNvSpPr txBox="1"/>
          <p:nvPr/>
        </p:nvSpPr>
        <p:spPr>
          <a:xfrm>
            <a:off x="1952723" y="1147356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*</a:t>
            </a:r>
            <a:endParaRPr lang="zh-CN" altLang="en-US" b="1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E89468C7-8DA8-30FF-DFB4-7A1BF3EF09EB}"/>
              </a:ext>
            </a:extLst>
          </p:cNvPr>
          <p:cNvSpPr txBox="1"/>
          <p:nvPr/>
        </p:nvSpPr>
        <p:spPr>
          <a:xfrm>
            <a:off x="5187149" y="1176127"/>
            <a:ext cx="115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无需调整</a:t>
            </a:r>
          </a:p>
        </p:txBody>
      </p:sp>
    </p:spTree>
    <p:extLst>
      <p:ext uri="{BB962C8B-B14F-4D97-AF65-F5344CB8AC3E}">
        <p14:creationId xmlns:p14="http://schemas.microsoft.com/office/powerpoint/2010/main" val="1793894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D54A3-E1A9-9D10-A0F6-9A74C375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3B9EF6ED-8311-A381-2E27-ECBB1A7CE744}"/>
              </a:ext>
            </a:extLst>
          </p:cNvPr>
          <p:cNvSpPr/>
          <p:nvPr/>
        </p:nvSpPr>
        <p:spPr>
          <a:xfrm>
            <a:off x="4333799" y="126604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754D705-52B1-87E1-BDD5-D2D01BDCF59B}"/>
              </a:ext>
            </a:extLst>
          </p:cNvPr>
          <p:cNvSpPr/>
          <p:nvPr/>
        </p:nvSpPr>
        <p:spPr>
          <a:xfrm>
            <a:off x="3159736" y="192896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3A09D7C-B6F3-F72A-1DDF-A0BD21142192}"/>
              </a:ext>
            </a:extLst>
          </p:cNvPr>
          <p:cNvCxnSpPr>
            <a:cxnSpLocks/>
            <a:stCxn id="20" idx="5"/>
            <a:endCxn id="2" idx="1"/>
          </p:cNvCxnSpPr>
          <p:nvPr/>
        </p:nvCxnSpPr>
        <p:spPr>
          <a:xfrm>
            <a:off x="3843363" y="934222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C363AF6-C576-730B-4716-41221E350875}"/>
              </a:ext>
            </a:extLst>
          </p:cNvPr>
          <p:cNvCxnSpPr>
            <a:cxnSpLocks/>
            <a:stCxn id="6" idx="5"/>
            <a:endCxn id="3" idx="0"/>
          </p:cNvCxnSpPr>
          <p:nvPr/>
        </p:nvCxnSpPr>
        <p:spPr>
          <a:xfrm>
            <a:off x="2892975" y="1550562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ADA523DF-F95F-7DBD-B2D1-1871F501683E}"/>
              </a:ext>
            </a:extLst>
          </p:cNvPr>
          <p:cNvSpPr/>
          <p:nvPr/>
        </p:nvSpPr>
        <p:spPr>
          <a:xfrm>
            <a:off x="2608462" y="1266049"/>
            <a:ext cx="333328" cy="3333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6CCE536-0B32-0391-6939-83F4A4E8C4AD}"/>
              </a:ext>
            </a:extLst>
          </p:cNvPr>
          <p:cNvSpPr/>
          <p:nvPr/>
        </p:nvSpPr>
        <p:spPr>
          <a:xfrm>
            <a:off x="1886060" y="1930471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2A1F39C-3AC5-2A95-9E4E-D5F955EE6308}"/>
              </a:ext>
            </a:extLst>
          </p:cNvPr>
          <p:cNvCxnSpPr>
            <a:stCxn id="20" idx="3"/>
            <a:endCxn id="6" idx="7"/>
          </p:cNvCxnSpPr>
          <p:nvPr/>
        </p:nvCxnSpPr>
        <p:spPr>
          <a:xfrm flipH="1">
            <a:off x="2892975" y="934222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8D9C490-A131-DD03-140D-7A9770BC29F6}"/>
              </a:ext>
            </a:extLst>
          </p:cNvPr>
          <p:cNvCxnSpPr>
            <a:cxnSpLocks/>
            <a:stCxn id="6" idx="3"/>
            <a:endCxn id="7" idx="7"/>
          </p:cNvCxnSpPr>
          <p:nvPr/>
        </p:nvCxnSpPr>
        <p:spPr>
          <a:xfrm flipH="1">
            <a:off x="2170573" y="1550562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5EBA7F7-50EE-A36B-3214-C12AA72A3A02}"/>
              </a:ext>
            </a:extLst>
          </p:cNvPr>
          <p:cNvSpPr/>
          <p:nvPr/>
        </p:nvSpPr>
        <p:spPr>
          <a:xfrm>
            <a:off x="2796170" y="267078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74BF005-2554-D0C4-869C-C5D335B49C26}"/>
              </a:ext>
            </a:extLst>
          </p:cNvPr>
          <p:cNvSpPr/>
          <p:nvPr/>
        </p:nvSpPr>
        <p:spPr>
          <a:xfrm>
            <a:off x="4850762" y="192896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09A5913-6B4B-3B76-159B-AA8171A20E0D}"/>
              </a:ext>
            </a:extLst>
          </p:cNvPr>
          <p:cNvCxnSpPr>
            <a:cxnSpLocks/>
            <a:stCxn id="3" idx="3"/>
            <a:endCxn id="10" idx="0"/>
          </p:cNvCxnSpPr>
          <p:nvPr/>
        </p:nvCxnSpPr>
        <p:spPr>
          <a:xfrm flipH="1">
            <a:off x="2962834" y="2213480"/>
            <a:ext cx="245717" cy="457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E5CE080-7279-93BE-0033-E8F60A36F14C}"/>
              </a:ext>
            </a:extLst>
          </p:cNvPr>
          <p:cNvCxnSpPr>
            <a:stCxn id="2" idx="5"/>
            <a:endCxn id="11" idx="1"/>
          </p:cNvCxnSpPr>
          <p:nvPr/>
        </p:nvCxnSpPr>
        <p:spPr>
          <a:xfrm>
            <a:off x="4618312" y="1550562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4615C05B-B2E0-F944-1C29-967044FAED81}"/>
              </a:ext>
            </a:extLst>
          </p:cNvPr>
          <p:cNvSpPr/>
          <p:nvPr/>
        </p:nvSpPr>
        <p:spPr>
          <a:xfrm>
            <a:off x="1376308" y="2666948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3FEE807-4D57-1B42-9753-709B68A848B3}"/>
              </a:ext>
            </a:extLst>
          </p:cNvPr>
          <p:cNvCxnSpPr>
            <a:stCxn id="7" idx="3"/>
            <a:endCxn id="14" idx="0"/>
          </p:cNvCxnSpPr>
          <p:nvPr/>
        </p:nvCxnSpPr>
        <p:spPr>
          <a:xfrm flipH="1">
            <a:off x="1542972" y="2214984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75A209F0-D9A4-CEFD-B77C-2DB8C554F419}"/>
              </a:ext>
            </a:extLst>
          </p:cNvPr>
          <p:cNvSpPr/>
          <p:nvPr/>
        </p:nvSpPr>
        <p:spPr>
          <a:xfrm>
            <a:off x="3919108" y="192896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81B5383-954C-AF13-5C2A-3EE7A289DC51}"/>
              </a:ext>
            </a:extLst>
          </p:cNvPr>
          <p:cNvCxnSpPr>
            <a:stCxn id="2" idx="3"/>
            <a:endCxn id="16" idx="0"/>
          </p:cNvCxnSpPr>
          <p:nvPr/>
        </p:nvCxnSpPr>
        <p:spPr>
          <a:xfrm flipH="1">
            <a:off x="4085772" y="1550562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34B56DAE-1C42-9B12-89FC-8F9DDA2BBD8E}"/>
              </a:ext>
            </a:extLst>
          </p:cNvPr>
          <p:cNvSpPr/>
          <p:nvPr/>
        </p:nvSpPr>
        <p:spPr>
          <a:xfrm>
            <a:off x="2197413" y="2672203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0CAD690-3103-0BBA-5D5D-5939D12DFA7D}"/>
              </a:ext>
            </a:extLst>
          </p:cNvPr>
          <p:cNvCxnSpPr>
            <a:stCxn id="7" idx="5"/>
            <a:endCxn id="18" idx="0"/>
          </p:cNvCxnSpPr>
          <p:nvPr/>
        </p:nvCxnSpPr>
        <p:spPr>
          <a:xfrm>
            <a:off x="2170573" y="2214984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ABFD1CE8-F4ED-D602-2075-77EFC72BA75A}"/>
              </a:ext>
            </a:extLst>
          </p:cNvPr>
          <p:cNvSpPr/>
          <p:nvPr/>
        </p:nvSpPr>
        <p:spPr>
          <a:xfrm>
            <a:off x="3558850" y="649709"/>
            <a:ext cx="333328" cy="33332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5CABD2-2E80-9A5E-D9C2-51717340691D}"/>
              </a:ext>
            </a:extLst>
          </p:cNvPr>
          <p:cNvSpPr txBox="1"/>
          <p:nvPr/>
        </p:nvSpPr>
        <p:spPr>
          <a:xfrm>
            <a:off x="2575392" y="1263436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99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0EC62E-42E7-EF1F-43D4-60D0B4E0ECB0}"/>
              </a:ext>
            </a:extLst>
          </p:cNvPr>
          <p:cNvSpPr txBox="1"/>
          <p:nvPr/>
        </p:nvSpPr>
        <p:spPr>
          <a:xfrm>
            <a:off x="4882184" y="193689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6B464E-1E85-64A8-F34C-23364D6BEF6C}"/>
              </a:ext>
            </a:extLst>
          </p:cNvPr>
          <p:cNvSpPr txBox="1"/>
          <p:nvPr/>
        </p:nvSpPr>
        <p:spPr>
          <a:xfrm>
            <a:off x="1852990" y="192524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66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8A69F9F-9C54-84A8-CC0C-7AA5653C2CA5}"/>
              </a:ext>
            </a:extLst>
          </p:cNvPr>
          <p:cNvSpPr txBox="1"/>
          <p:nvPr/>
        </p:nvSpPr>
        <p:spPr>
          <a:xfrm>
            <a:off x="2167234" y="267078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4D41D7C-E4D9-3E82-8390-93D8182E6BE5}"/>
              </a:ext>
            </a:extLst>
          </p:cNvPr>
          <p:cNvSpPr txBox="1"/>
          <p:nvPr/>
        </p:nvSpPr>
        <p:spPr>
          <a:xfrm>
            <a:off x="1339012" y="266433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05FFDF1-E85B-576E-0A2F-E09CD1C070C9}"/>
              </a:ext>
            </a:extLst>
          </p:cNvPr>
          <p:cNvSpPr txBox="1"/>
          <p:nvPr/>
        </p:nvSpPr>
        <p:spPr>
          <a:xfrm>
            <a:off x="3125396" y="191808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42239A7-CC87-0155-2A69-C99FAE12B556}"/>
              </a:ext>
            </a:extLst>
          </p:cNvPr>
          <p:cNvSpPr txBox="1"/>
          <p:nvPr/>
        </p:nvSpPr>
        <p:spPr>
          <a:xfrm>
            <a:off x="4300729" y="126343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70</a:t>
            </a:r>
            <a:endParaRPr lang="zh-CN" altLang="en-US" sz="16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39D5B52-C15F-D250-01C6-72A36EF2C1B6}"/>
              </a:ext>
            </a:extLst>
          </p:cNvPr>
          <p:cNvSpPr txBox="1"/>
          <p:nvPr/>
        </p:nvSpPr>
        <p:spPr>
          <a:xfrm>
            <a:off x="3579480" y="64970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07C6121-A15D-160C-C65A-270AD0E123E4}"/>
              </a:ext>
            </a:extLst>
          </p:cNvPr>
          <p:cNvSpPr txBox="1"/>
          <p:nvPr/>
        </p:nvSpPr>
        <p:spPr>
          <a:xfrm>
            <a:off x="2763100" y="265920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AB928F0-1B39-EAF8-95C2-F58275DA06F1}"/>
              </a:ext>
            </a:extLst>
          </p:cNvPr>
          <p:cNvSpPr txBox="1"/>
          <p:nvPr/>
        </p:nvSpPr>
        <p:spPr>
          <a:xfrm>
            <a:off x="3884390" y="191808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39</a:t>
            </a:r>
            <a:endParaRPr lang="zh-CN" altLang="en-US" sz="16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54B21EF-054B-1891-17DB-DDF70285012B}"/>
              </a:ext>
            </a:extLst>
          </p:cNvPr>
          <p:cNvSpPr txBox="1"/>
          <p:nvPr/>
        </p:nvSpPr>
        <p:spPr>
          <a:xfrm>
            <a:off x="3441706" y="381128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*</a:t>
            </a:r>
            <a:endParaRPr lang="zh-CN" altLang="en-US" b="1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43A63778-A1E9-C789-6307-ACF6488619D3}"/>
              </a:ext>
            </a:extLst>
          </p:cNvPr>
          <p:cNvSpPr/>
          <p:nvPr/>
        </p:nvSpPr>
        <p:spPr>
          <a:xfrm>
            <a:off x="2234417" y="1015229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68C8367-A575-EEC9-B11C-3536F2914989}"/>
              </a:ext>
            </a:extLst>
          </p:cNvPr>
          <p:cNvSpPr txBox="1"/>
          <p:nvPr/>
        </p:nvSpPr>
        <p:spPr>
          <a:xfrm>
            <a:off x="2204279" y="1028768"/>
            <a:ext cx="348172" cy="33855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none" rtlCol="0">
            <a:spAutoFit/>
          </a:bodyPr>
          <a:lstStyle/>
          <a:p>
            <a:r>
              <a:rPr lang="en-US" altLang="zh-CN" sz="1600"/>
              <a:t> 7</a:t>
            </a:r>
            <a:endParaRPr lang="zh-CN" altLang="en-US" sz="1600"/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8B9147E6-CF72-FE08-8A4D-DDDDF7FFD7F5}"/>
              </a:ext>
            </a:extLst>
          </p:cNvPr>
          <p:cNvSpPr/>
          <p:nvPr/>
        </p:nvSpPr>
        <p:spPr>
          <a:xfrm>
            <a:off x="2355980" y="349073"/>
            <a:ext cx="1082351" cy="546666"/>
          </a:xfrm>
          <a:custGeom>
            <a:avLst/>
            <a:gdLst>
              <a:gd name="csX0" fmla="*/ 1082351 w 1082351"/>
              <a:gd name="csY0" fmla="*/ 341393 h 546666"/>
              <a:gd name="csX1" fmla="*/ 751114 w 1082351"/>
              <a:gd name="csY1" fmla="*/ 112793 h 546666"/>
              <a:gd name="csX2" fmla="*/ 228600 w 1082351"/>
              <a:gd name="csY2" fmla="*/ 24152 h 546666"/>
              <a:gd name="csX3" fmla="*/ 0 w 1082351"/>
              <a:gd name="csY3" fmla="*/ 546666 h 546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82351" h="546666">
                <a:moveTo>
                  <a:pt x="1082351" y="341393"/>
                </a:moveTo>
                <a:cubicBezTo>
                  <a:pt x="987878" y="253529"/>
                  <a:pt x="893406" y="165666"/>
                  <a:pt x="751114" y="112793"/>
                </a:cubicBezTo>
                <a:cubicBezTo>
                  <a:pt x="608822" y="59920"/>
                  <a:pt x="353786" y="-48160"/>
                  <a:pt x="228600" y="24152"/>
                </a:cubicBezTo>
                <a:cubicBezTo>
                  <a:pt x="103414" y="96464"/>
                  <a:pt x="51707" y="321565"/>
                  <a:pt x="0" y="546666"/>
                </a:cubicBezTo>
              </a:path>
            </a:pathLst>
          </a:custGeom>
          <a:noFill/>
          <a:ln>
            <a:prstDash val="sysDash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0525F4F9-8820-C9CE-E0FE-0AFF63D386F1}"/>
              </a:ext>
            </a:extLst>
          </p:cNvPr>
          <p:cNvSpPr/>
          <p:nvPr/>
        </p:nvSpPr>
        <p:spPr>
          <a:xfrm>
            <a:off x="3930470" y="417132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79BFEFA-AFD8-A98F-D850-3F1A23EC201E}"/>
              </a:ext>
            </a:extLst>
          </p:cNvPr>
          <p:cNvSpPr txBox="1"/>
          <p:nvPr/>
        </p:nvSpPr>
        <p:spPr>
          <a:xfrm>
            <a:off x="3905369" y="42095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99</a:t>
            </a:r>
            <a:endParaRPr lang="zh-CN" altLang="en-US" sz="1600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7879DB19-9CDF-3CAA-F662-E65937D29D4C}"/>
              </a:ext>
            </a:extLst>
          </p:cNvPr>
          <p:cNvSpPr/>
          <p:nvPr/>
        </p:nvSpPr>
        <p:spPr>
          <a:xfrm>
            <a:off x="3051110" y="811764"/>
            <a:ext cx="1139832" cy="639147"/>
          </a:xfrm>
          <a:custGeom>
            <a:avLst/>
            <a:gdLst>
              <a:gd name="csX0" fmla="*/ 0 w 1139832"/>
              <a:gd name="csY0" fmla="*/ 639147 h 639147"/>
              <a:gd name="csX1" fmla="*/ 993711 w 1139832"/>
              <a:gd name="csY1" fmla="*/ 527179 h 639147"/>
              <a:gd name="csX2" fmla="*/ 1115009 w 1139832"/>
              <a:gd name="csY2" fmla="*/ 0 h 639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39832" h="639147">
                <a:moveTo>
                  <a:pt x="0" y="639147"/>
                </a:moveTo>
                <a:cubicBezTo>
                  <a:pt x="403938" y="636425"/>
                  <a:pt x="807876" y="633703"/>
                  <a:pt x="993711" y="527179"/>
                </a:cubicBezTo>
                <a:cubicBezTo>
                  <a:pt x="1179546" y="420655"/>
                  <a:pt x="1147277" y="210327"/>
                  <a:pt x="1115009" y="0"/>
                </a:cubicBezTo>
              </a:path>
            </a:pathLst>
          </a:custGeom>
          <a:noFill/>
          <a:ln>
            <a:prstDash val="sysDot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46F6DC3A-A657-8B82-7F82-680C24FAB323}"/>
              </a:ext>
            </a:extLst>
          </p:cNvPr>
          <p:cNvSpPr/>
          <p:nvPr/>
        </p:nvSpPr>
        <p:spPr>
          <a:xfrm>
            <a:off x="1402232" y="1685538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6A54068-7AD3-A02F-CEF4-5D67D31DF0D1}"/>
              </a:ext>
            </a:extLst>
          </p:cNvPr>
          <p:cNvSpPr txBox="1"/>
          <p:nvPr/>
        </p:nvSpPr>
        <p:spPr>
          <a:xfrm>
            <a:off x="1372094" y="1699077"/>
            <a:ext cx="348172" cy="33855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none" rtlCol="0">
            <a:spAutoFit/>
          </a:bodyPr>
          <a:lstStyle/>
          <a:p>
            <a:r>
              <a:rPr lang="en-US" altLang="zh-CN" sz="1600"/>
              <a:t> 7</a:t>
            </a:r>
            <a:endParaRPr lang="zh-CN" altLang="en-US" sz="1600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97562F3E-3987-082C-AE1E-748694B1A80D}"/>
              </a:ext>
            </a:extLst>
          </p:cNvPr>
          <p:cNvSpPr/>
          <p:nvPr/>
        </p:nvSpPr>
        <p:spPr>
          <a:xfrm>
            <a:off x="836250" y="2721176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B7A1C8B-4998-1685-060E-CAEE5C348C2A}"/>
              </a:ext>
            </a:extLst>
          </p:cNvPr>
          <p:cNvSpPr txBox="1"/>
          <p:nvPr/>
        </p:nvSpPr>
        <p:spPr>
          <a:xfrm>
            <a:off x="806112" y="2734715"/>
            <a:ext cx="348172" cy="33855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none" rtlCol="0">
            <a:spAutoFit/>
          </a:bodyPr>
          <a:lstStyle/>
          <a:p>
            <a:r>
              <a:rPr lang="en-US" altLang="zh-CN" sz="1600"/>
              <a:t> 7</a:t>
            </a:r>
            <a:endParaRPr lang="zh-CN" altLang="en-US" sz="1600"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E865D75A-DCDC-C2D1-5DAF-E65152589DB5}"/>
              </a:ext>
            </a:extLst>
          </p:cNvPr>
          <p:cNvSpPr/>
          <p:nvPr/>
        </p:nvSpPr>
        <p:spPr>
          <a:xfrm>
            <a:off x="2299996" y="1707503"/>
            <a:ext cx="447870" cy="476412"/>
          </a:xfrm>
          <a:custGeom>
            <a:avLst/>
            <a:gdLst>
              <a:gd name="csX0" fmla="*/ 0 w 447870"/>
              <a:gd name="csY0" fmla="*/ 424542 h 476412"/>
              <a:gd name="csX1" fmla="*/ 270588 w 447870"/>
              <a:gd name="csY1" fmla="*/ 438538 h 476412"/>
              <a:gd name="csX2" fmla="*/ 447870 w 447870"/>
              <a:gd name="csY2" fmla="*/ 0 h 4764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7870" h="476412">
                <a:moveTo>
                  <a:pt x="0" y="424542"/>
                </a:moveTo>
                <a:cubicBezTo>
                  <a:pt x="97971" y="466918"/>
                  <a:pt x="195943" y="509295"/>
                  <a:pt x="270588" y="438538"/>
                </a:cubicBezTo>
                <a:cubicBezTo>
                  <a:pt x="345233" y="367781"/>
                  <a:pt x="396551" y="183890"/>
                  <a:pt x="447870" y="0"/>
                </a:cubicBezTo>
              </a:path>
            </a:pathLst>
          </a:custGeom>
          <a:noFill/>
          <a:ln>
            <a:prstDash val="sysDot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60683FA6-7A70-E1D7-C6A1-C9D0D89DDBFC}"/>
              </a:ext>
            </a:extLst>
          </p:cNvPr>
          <p:cNvSpPr/>
          <p:nvPr/>
        </p:nvSpPr>
        <p:spPr>
          <a:xfrm>
            <a:off x="1772817" y="2397968"/>
            <a:ext cx="256591" cy="536474"/>
          </a:xfrm>
          <a:custGeom>
            <a:avLst/>
            <a:gdLst>
              <a:gd name="csX0" fmla="*/ 0 w 256591"/>
              <a:gd name="csY0" fmla="*/ 461865 h 536474"/>
              <a:gd name="csX1" fmla="*/ 167951 w 256591"/>
              <a:gd name="csY1" fmla="*/ 499188 h 536474"/>
              <a:gd name="csX2" fmla="*/ 256591 w 256591"/>
              <a:gd name="csY2" fmla="*/ 0 h 5364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56591" h="536474">
                <a:moveTo>
                  <a:pt x="0" y="461865"/>
                </a:moveTo>
                <a:cubicBezTo>
                  <a:pt x="62593" y="519015"/>
                  <a:pt x="125186" y="576165"/>
                  <a:pt x="167951" y="499188"/>
                </a:cubicBezTo>
                <a:cubicBezTo>
                  <a:pt x="210716" y="422211"/>
                  <a:pt x="233653" y="211105"/>
                  <a:pt x="256591" y="0"/>
                </a:cubicBezTo>
              </a:path>
            </a:pathLst>
          </a:custGeom>
          <a:noFill/>
          <a:ln>
            <a:prstDash val="sysDot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C4053BA7-DF8E-D239-3054-D6A9354ADAE4}"/>
              </a:ext>
            </a:extLst>
          </p:cNvPr>
          <p:cNvSpPr/>
          <p:nvPr/>
        </p:nvSpPr>
        <p:spPr>
          <a:xfrm>
            <a:off x="1609531" y="1202961"/>
            <a:ext cx="564502" cy="359917"/>
          </a:xfrm>
          <a:custGeom>
            <a:avLst/>
            <a:gdLst>
              <a:gd name="csX0" fmla="*/ 564502 w 564502"/>
              <a:gd name="csY0" fmla="*/ 689 h 359917"/>
              <a:gd name="csX1" fmla="*/ 195943 w 564502"/>
              <a:gd name="csY1" fmla="*/ 56672 h 359917"/>
              <a:gd name="csX2" fmla="*/ 0 w 564502"/>
              <a:gd name="csY2" fmla="*/ 359917 h 359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64502" h="359917">
                <a:moveTo>
                  <a:pt x="564502" y="689"/>
                </a:moveTo>
                <a:cubicBezTo>
                  <a:pt x="427264" y="-1255"/>
                  <a:pt x="290027" y="-3199"/>
                  <a:pt x="195943" y="56672"/>
                </a:cubicBezTo>
                <a:cubicBezTo>
                  <a:pt x="101859" y="116543"/>
                  <a:pt x="50929" y="238230"/>
                  <a:pt x="0" y="359917"/>
                </a:cubicBezTo>
              </a:path>
            </a:pathLst>
          </a:custGeom>
          <a:noFill/>
          <a:ln>
            <a:prstDash val="sysDash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F75A0A63-E5E5-E675-2DA9-2A4869B762CC}"/>
              </a:ext>
            </a:extLst>
          </p:cNvPr>
          <p:cNvSpPr/>
          <p:nvPr/>
        </p:nvSpPr>
        <p:spPr>
          <a:xfrm>
            <a:off x="989045" y="1931437"/>
            <a:ext cx="326572" cy="709127"/>
          </a:xfrm>
          <a:custGeom>
            <a:avLst/>
            <a:gdLst>
              <a:gd name="csX0" fmla="*/ 326572 w 326572"/>
              <a:gd name="csY0" fmla="*/ 0 h 709127"/>
              <a:gd name="csX1" fmla="*/ 65314 w 326572"/>
              <a:gd name="csY1" fmla="*/ 181947 h 709127"/>
              <a:gd name="csX2" fmla="*/ 0 w 326572"/>
              <a:gd name="csY2" fmla="*/ 709127 h 709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572" h="709127">
                <a:moveTo>
                  <a:pt x="326572" y="0"/>
                </a:moveTo>
                <a:cubicBezTo>
                  <a:pt x="223157" y="31879"/>
                  <a:pt x="119743" y="63759"/>
                  <a:pt x="65314" y="181947"/>
                </a:cubicBezTo>
                <a:cubicBezTo>
                  <a:pt x="10885" y="300135"/>
                  <a:pt x="5442" y="504631"/>
                  <a:pt x="0" y="709127"/>
                </a:cubicBezTo>
              </a:path>
            </a:pathLst>
          </a:custGeom>
          <a:noFill/>
          <a:ln>
            <a:prstDash val="sysDash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08B7B168-8FE7-CED2-EBAC-D180C70C25DD}"/>
              </a:ext>
            </a:extLst>
          </p:cNvPr>
          <p:cNvSpPr/>
          <p:nvPr/>
        </p:nvSpPr>
        <p:spPr>
          <a:xfrm>
            <a:off x="5706810" y="1534475"/>
            <a:ext cx="1199897" cy="33332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B283432C-3231-462E-3691-A8FE2EAC037C}"/>
              </a:ext>
            </a:extLst>
          </p:cNvPr>
          <p:cNvSpPr/>
          <p:nvPr/>
        </p:nvSpPr>
        <p:spPr>
          <a:xfrm>
            <a:off x="9852510" y="127836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FD95737C-52B7-D63D-856A-E7F294319B8F}"/>
              </a:ext>
            </a:extLst>
          </p:cNvPr>
          <p:cNvSpPr/>
          <p:nvPr/>
        </p:nvSpPr>
        <p:spPr>
          <a:xfrm>
            <a:off x="8678447" y="194128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A96FA0A-0552-E1CF-2ACF-762EAB15AD9F}"/>
              </a:ext>
            </a:extLst>
          </p:cNvPr>
          <p:cNvCxnSpPr>
            <a:cxnSpLocks/>
            <a:stCxn id="79" idx="5"/>
            <a:endCxn id="61" idx="1"/>
          </p:cNvCxnSpPr>
          <p:nvPr/>
        </p:nvCxnSpPr>
        <p:spPr>
          <a:xfrm>
            <a:off x="9362074" y="946538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C8576970-C640-133A-0E17-092710787DA0}"/>
              </a:ext>
            </a:extLst>
          </p:cNvPr>
          <p:cNvCxnSpPr>
            <a:cxnSpLocks/>
            <a:stCxn id="65" idx="5"/>
            <a:endCxn id="62" idx="0"/>
          </p:cNvCxnSpPr>
          <p:nvPr/>
        </p:nvCxnSpPr>
        <p:spPr>
          <a:xfrm>
            <a:off x="8411686" y="1562878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椭圆 64">
            <a:extLst>
              <a:ext uri="{FF2B5EF4-FFF2-40B4-BE49-F238E27FC236}">
                <a16:creationId xmlns:a16="http://schemas.microsoft.com/office/drawing/2014/main" id="{98A5076D-40BC-6A65-C1CE-9D4A9E01964D}"/>
              </a:ext>
            </a:extLst>
          </p:cNvPr>
          <p:cNvSpPr/>
          <p:nvPr/>
        </p:nvSpPr>
        <p:spPr>
          <a:xfrm>
            <a:off x="8127173" y="1278365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DF27C543-271F-54B0-7035-C470468B9ADF}"/>
              </a:ext>
            </a:extLst>
          </p:cNvPr>
          <p:cNvSpPr/>
          <p:nvPr/>
        </p:nvSpPr>
        <p:spPr>
          <a:xfrm>
            <a:off x="7404771" y="1942787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CEDF5D01-5D5A-0C67-9DF9-2C702F77CAC6}"/>
              </a:ext>
            </a:extLst>
          </p:cNvPr>
          <p:cNvCxnSpPr>
            <a:stCxn id="79" idx="3"/>
            <a:endCxn id="65" idx="7"/>
          </p:cNvCxnSpPr>
          <p:nvPr/>
        </p:nvCxnSpPr>
        <p:spPr>
          <a:xfrm flipH="1">
            <a:off x="8411686" y="946538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7A84FBAD-9058-744C-C117-5650EDBD8D43}"/>
              </a:ext>
            </a:extLst>
          </p:cNvPr>
          <p:cNvCxnSpPr>
            <a:cxnSpLocks/>
            <a:stCxn id="65" idx="3"/>
            <a:endCxn id="66" idx="7"/>
          </p:cNvCxnSpPr>
          <p:nvPr/>
        </p:nvCxnSpPr>
        <p:spPr>
          <a:xfrm flipH="1">
            <a:off x="7689284" y="1562878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" name="椭圆 68">
            <a:extLst>
              <a:ext uri="{FF2B5EF4-FFF2-40B4-BE49-F238E27FC236}">
                <a16:creationId xmlns:a16="http://schemas.microsoft.com/office/drawing/2014/main" id="{B4BC914F-FBF1-8707-2B92-755B27FCE473}"/>
              </a:ext>
            </a:extLst>
          </p:cNvPr>
          <p:cNvSpPr/>
          <p:nvPr/>
        </p:nvSpPr>
        <p:spPr>
          <a:xfrm>
            <a:off x="8314881" y="26830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F7872AD8-7AA0-617D-E385-33984AE58569}"/>
              </a:ext>
            </a:extLst>
          </p:cNvPr>
          <p:cNvSpPr/>
          <p:nvPr/>
        </p:nvSpPr>
        <p:spPr>
          <a:xfrm>
            <a:off x="10369473" y="194128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40EFE967-0692-723C-7717-38FE8697D590}"/>
              </a:ext>
            </a:extLst>
          </p:cNvPr>
          <p:cNvCxnSpPr>
            <a:cxnSpLocks/>
            <a:stCxn id="62" idx="3"/>
            <a:endCxn id="69" idx="0"/>
          </p:cNvCxnSpPr>
          <p:nvPr/>
        </p:nvCxnSpPr>
        <p:spPr>
          <a:xfrm flipH="1">
            <a:off x="8481545" y="2225796"/>
            <a:ext cx="245717" cy="4573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92BBEB2E-4A51-F241-CB6A-87C4A8D5CB3D}"/>
              </a:ext>
            </a:extLst>
          </p:cNvPr>
          <p:cNvCxnSpPr>
            <a:stCxn id="61" idx="5"/>
            <a:endCxn id="70" idx="1"/>
          </p:cNvCxnSpPr>
          <p:nvPr/>
        </p:nvCxnSpPr>
        <p:spPr>
          <a:xfrm>
            <a:off x="10137023" y="1562878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椭圆 72">
            <a:extLst>
              <a:ext uri="{FF2B5EF4-FFF2-40B4-BE49-F238E27FC236}">
                <a16:creationId xmlns:a16="http://schemas.microsoft.com/office/drawing/2014/main" id="{957EF727-5CAF-0BCB-A23A-1438EBFC7526}"/>
              </a:ext>
            </a:extLst>
          </p:cNvPr>
          <p:cNvSpPr/>
          <p:nvPr/>
        </p:nvSpPr>
        <p:spPr>
          <a:xfrm>
            <a:off x="6895019" y="2679264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C4EB5A36-E69C-D03F-AFCE-D996C6C3BCBE}"/>
              </a:ext>
            </a:extLst>
          </p:cNvPr>
          <p:cNvCxnSpPr>
            <a:stCxn id="66" idx="3"/>
            <a:endCxn id="73" idx="0"/>
          </p:cNvCxnSpPr>
          <p:nvPr/>
        </p:nvCxnSpPr>
        <p:spPr>
          <a:xfrm flipH="1">
            <a:off x="7061683" y="2227300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椭圆 74">
            <a:extLst>
              <a:ext uri="{FF2B5EF4-FFF2-40B4-BE49-F238E27FC236}">
                <a16:creationId xmlns:a16="http://schemas.microsoft.com/office/drawing/2014/main" id="{FA8D8E44-6F1F-CA25-B9B6-BDC7D913D704}"/>
              </a:ext>
            </a:extLst>
          </p:cNvPr>
          <p:cNvSpPr/>
          <p:nvPr/>
        </p:nvSpPr>
        <p:spPr>
          <a:xfrm>
            <a:off x="9437819" y="194128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3A95BA32-5254-8179-C27D-5A00196E2893}"/>
              </a:ext>
            </a:extLst>
          </p:cNvPr>
          <p:cNvCxnSpPr>
            <a:stCxn id="61" idx="3"/>
            <a:endCxn id="75" idx="0"/>
          </p:cNvCxnSpPr>
          <p:nvPr/>
        </p:nvCxnSpPr>
        <p:spPr>
          <a:xfrm flipH="1">
            <a:off x="9604483" y="1562878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椭圆 76">
            <a:extLst>
              <a:ext uri="{FF2B5EF4-FFF2-40B4-BE49-F238E27FC236}">
                <a16:creationId xmlns:a16="http://schemas.microsoft.com/office/drawing/2014/main" id="{89BB640F-3E43-8890-6AAA-A7E3F61DC338}"/>
              </a:ext>
            </a:extLst>
          </p:cNvPr>
          <p:cNvSpPr/>
          <p:nvPr/>
        </p:nvSpPr>
        <p:spPr>
          <a:xfrm>
            <a:off x="7716124" y="2684519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BCDD642B-A41D-001E-DFB3-1A1DF7978526}"/>
              </a:ext>
            </a:extLst>
          </p:cNvPr>
          <p:cNvCxnSpPr>
            <a:stCxn id="66" idx="5"/>
            <a:endCxn id="77" idx="0"/>
          </p:cNvCxnSpPr>
          <p:nvPr/>
        </p:nvCxnSpPr>
        <p:spPr>
          <a:xfrm>
            <a:off x="7689284" y="2227300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椭圆 78">
            <a:extLst>
              <a:ext uri="{FF2B5EF4-FFF2-40B4-BE49-F238E27FC236}">
                <a16:creationId xmlns:a16="http://schemas.microsoft.com/office/drawing/2014/main" id="{826E4285-BA94-A125-E591-83C0097445DC}"/>
              </a:ext>
            </a:extLst>
          </p:cNvPr>
          <p:cNvSpPr/>
          <p:nvPr/>
        </p:nvSpPr>
        <p:spPr>
          <a:xfrm>
            <a:off x="9077561" y="66202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938BA2F-3480-DC26-706D-C93389D309A2}"/>
              </a:ext>
            </a:extLst>
          </p:cNvPr>
          <p:cNvSpPr txBox="1"/>
          <p:nvPr/>
        </p:nvSpPr>
        <p:spPr>
          <a:xfrm>
            <a:off x="8105235" y="1278926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66</a:t>
            </a:r>
            <a:endParaRPr lang="zh-CN" altLang="en-US" sz="160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D40EA1B8-A20F-30FA-39FB-6AF1682D7907}"/>
              </a:ext>
            </a:extLst>
          </p:cNvPr>
          <p:cNvSpPr txBox="1"/>
          <p:nvPr/>
        </p:nvSpPr>
        <p:spPr>
          <a:xfrm>
            <a:off x="10400895" y="194920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446D147-E53A-DE65-F898-AA52A221715A}"/>
              </a:ext>
            </a:extLst>
          </p:cNvPr>
          <p:cNvSpPr txBox="1"/>
          <p:nvPr/>
        </p:nvSpPr>
        <p:spPr>
          <a:xfrm>
            <a:off x="7371701" y="193756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55</a:t>
            </a:r>
            <a:endParaRPr lang="zh-CN" altLang="en-US" sz="160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7CDDF0DD-3895-8BAA-749C-0879A67AE735}"/>
              </a:ext>
            </a:extLst>
          </p:cNvPr>
          <p:cNvSpPr txBox="1"/>
          <p:nvPr/>
        </p:nvSpPr>
        <p:spPr>
          <a:xfrm>
            <a:off x="7685945" y="268309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7A5F0F5-CBFA-7D17-13C4-4D0A0298C5ED}"/>
              </a:ext>
            </a:extLst>
          </p:cNvPr>
          <p:cNvSpPr txBox="1"/>
          <p:nvPr/>
        </p:nvSpPr>
        <p:spPr>
          <a:xfrm>
            <a:off x="6904922" y="268309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71279453-9689-A661-34E4-9F1CDE2FB8D2}"/>
              </a:ext>
            </a:extLst>
          </p:cNvPr>
          <p:cNvSpPr txBox="1"/>
          <p:nvPr/>
        </p:nvSpPr>
        <p:spPr>
          <a:xfrm>
            <a:off x="8644107" y="193040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3F687E3-0087-A241-F282-7113E9283FFC}"/>
              </a:ext>
            </a:extLst>
          </p:cNvPr>
          <p:cNvSpPr txBox="1"/>
          <p:nvPr/>
        </p:nvSpPr>
        <p:spPr>
          <a:xfrm>
            <a:off x="9819440" y="127575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70</a:t>
            </a:r>
            <a:endParaRPr lang="zh-CN" altLang="en-US" sz="160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6A3F082-6595-133D-E9A9-4553F864B9AD}"/>
              </a:ext>
            </a:extLst>
          </p:cNvPr>
          <p:cNvSpPr txBox="1"/>
          <p:nvPr/>
        </p:nvSpPr>
        <p:spPr>
          <a:xfrm>
            <a:off x="9049713" y="64970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99</a:t>
            </a:r>
            <a:endParaRPr lang="zh-CN" altLang="en-US" sz="160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EE722412-3DE7-34C1-9AA6-A9E99BD77D89}"/>
              </a:ext>
            </a:extLst>
          </p:cNvPr>
          <p:cNvSpPr txBox="1"/>
          <p:nvPr/>
        </p:nvSpPr>
        <p:spPr>
          <a:xfrm>
            <a:off x="8281811" y="267929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24F08A60-C462-B733-D53D-49861BB92A4E}"/>
              </a:ext>
            </a:extLst>
          </p:cNvPr>
          <p:cNvSpPr txBox="1"/>
          <p:nvPr/>
        </p:nvSpPr>
        <p:spPr>
          <a:xfrm>
            <a:off x="9403101" y="193040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39</a:t>
            </a:r>
            <a:endParaRPr lang="zh-CN" altLang="en-US" sz="160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2442E33-86BC-50F4-A282-728BA8934DD8}"/>
              </a:ext>
            </a:extLst>
          </p:cNvPr>
          <p:cNvSpPr txBox="1"/>
          <p:nvPr/>
        </p:nvSpPr>
        <p:spPr>
          <a:xfrm>
            <a:off x="8620908" y="323644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建堆完毕</a:t>
            </a:r>
          </a:p>
        </p:txBody>
      </p:sp>
    </p:spTree>
    <p:extLst>
      <p:ext uri="{BB962C8B-B14F-4D97-AF65-F5344CB8AC3E}">
        <p14:creationId xmlns:p14="http://schemas.microsoft.com/office/powerpoint/2010/main" val="2942034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3AEA1-F79B-BD53-C5F3-D61F4139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6235D9F-4B63-826E-850E-6D061016384F}"/>
              </a:ext>
            </a:extLst>
          </p:cNvPr>
          <p:cNvSpPr txBox="1"/>
          <p:nvPr/>
        </p:nvSpPr>
        <p:spPr>
          <a:xfrm>
            <a:off x="2049517" y="54503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15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47317E-2661-1CDC-0B29-3CA45EE82460}"/>
              </a:ext>
            </a:extLst>
          </p:cNvPr>
          <p:cNvSpPr txBox="1"/>
          <p:nvPr/>
        </p:nvSpPr>
        <p:spPr>
          <a:xfrm>
            <a:off x="1405384" y="116214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13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A88C8C-8B0B-7107-C382-E64374148367}"/>
              </a:ext>
            </a:extLst>
          </p:cNvPr>
          <p:cNvSpPr txBox="1"/>
          <p:nvPr/>
        </p:nvSpPr>
        <p:spPr>
          <a:xfrm>
            <a:off x="2666624" y="11621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2364CB-820F-BCA6-83EB-660F0C4E5068}"/>
              </a:ext>
            </a:extLst>
          </p:cNvPr>
          <p:cNvSpPr txBox="1"/>
          <p:nvPr/>
        </p:nvSpPr>
        <p:spPr>
          <a:xfrm>
            <a:off x="977062" y="183330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12</a:t>
            </a:r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2BFD9A1-F3AD-F58D-D763-D94C1525CB98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1619545" y="914369"/>
            <a:ext cx="644133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05416AF-A39E-4070-D849-FBE90A9CD2F9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2263678" y="914369"/>
            <a:ext cx="556193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07DA2E7-FBCF-4CED-6F2F-71EE5FAE0A58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1191223" y="1531476"/>
            <a:ext cx="428322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5B599DA0-A35F-AFF4-FC6A-1392A68C012B}"/>
              </a:ext>
            </a:extLst>
          </p:cNvPr>
          <p:cNvSpPr txBox="1"/>
          <p:nvPr/>
        </p:nvSpPr>
        <p:spPr>
          <a:xfrm>
            <a:off x="4577814" y="54503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22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7CB3209-1650-FCC6-AC39-77A32EF2B96A}"/>
              </a:ext>
            </a:extLst>
          </p:cNvPr>
          <p:cNvSpPr txBox="1"/>
          <p:nvPr/>
        </p:nvSpPr>
        <p:spPr>
          <a:xfrm>
            <a:off x="3933681" y="116214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23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B35E7F-CEC9-3A49-79C7-AFCBAB92D66D}"/>
              </a:ext>
            </a:extLst>
          </p:cNvPr>
          <p:cNvSpPr txBox="1"/>
          <p:nvPr/>
        </p:nvSpPr>
        <p:spPr>
          <a:xfrm>
            <a:off x="5194921" y="116214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33</a:t>
            </a:r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0DB2C2-DE03-4F60-E208-AE53B5E5955D}"/>
              </a:ext>
            </a:extLst>
          </p:cNvPr>
          <p:cNvSpPr txBox="1"/>
          <p:nvPr/>
        </p:nvSpPr>
        <p:spPr>
          <a:xfrm>
            <a:off x="3505359" y="183330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55</a:t>
            </a:r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38D13EF-01B4-F12A-E6FA-6EF7BD3527CF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4147842" y="914369"/>
            <a:ext cx="644133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985126F-38E4-A624-926E-AC99004A9250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4791975" y="914369"/>
            <a:ext cx="617107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409742B-655D-CA28-5CE3-7C5C251AB755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3719520" y="1531476"/>
            <a:ext cx="428322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1C1387DA-57AD-306A-3AF7-C9230EFD1122}"/>
              </a:ext>
            </a:extLst>
          </p:cNvPr>
          <p:cNvSpPr txBox="1"/>
          <p:nvPr/>
        </p:nvSpPr>
        <p:spPr>
          <a:xfrm>
            <a:off x="4255747" y="183330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70</a:t>
            </a:r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DE2ADB0-DCDA-3482-C4D5-7AA6CD5574C2}"/>
              </a:ext>
            </a:extLst>
          </p:cNvPr>
          <p:cNvSpPr txBox="1"/>
          <p:nvPr/>
        </p:nvSpPr>
        <p:spPr>
          <a:xfrm>
            <a:off x="4937018" y="183330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12</a:t>
            </a:r>
            <a:endParaRPr lang="zh-CN" altLang="en-US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53D8EBA-ED2C-97BA-C1E5-498EF5F1EBBD}"/>
              </a:ext>
            </a:extLst>
          </p:cNvPr>
          <p:cNvCxnSpPr>
            <a:cxnSpLocks/>
            <a:stCxn id="16" idx="2"/>
            <a:endCxn id="23" idx="0"/>
          </p:cNvCxnSpPr>
          <p:nvPr/>
        </p:nvCxnSpPr>
        <p:spPr>
          <a:xfrm>
            <a:off x="4147842" y="1531476"/>
            <a:ext cx="322066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07291A8-8925-ECE4-DAA3-3E77D505A4F5}"/>
              </a:ext>
            </a:extLst>
          </p:cNvPr>
          <p:cNvCxnSpPr>
            <a:cxnSpLocks/>
            <a:stCxn id="17" idx="2"/>
            <a:endCxn id="25" idx="0"/>
          </p:cNvCxnSpPr>
          <p:nvPr/>
        </p:nvCxnSpPr>
        <p:spPr>
          <a:xfrm flipH="1">
            <a:off x="5151179" y="1531476"/>
            <a:ext cx="257903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36CB81EA-4BCE-6B41-E0E7-7C58154BEE1C}"/>
              </a:ext>
            </a:extLst>
          </p:cNvPr>
          <p:cNvSpPr txBox="1"/>
          <p:nvPr/>
        </p:nvSpPr>
        <p:spPr>
          <a:xfrm>
            <a:off x="7106111" y="54503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30</a:t>
            </a:r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F32E6A2-DD2A-0735-81F8-862FA255EDD6}"/>
              </a:ext>
            </a:extLst>
          </p:cNvPr>
          <p:cNvSpPr txBox="1"/>
          <p:nvPr/>
        </p:nvSpPr>
        <p:spPr>
          <a:xfrm>
            <a:off x="6461978" y="116214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23</a:t>
            </a:r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728C6C7-A43E-47BE-7DFD-5653132D27A1}"/>
              </a:ext>
            </a:extLst>
          </p:cNvPr>
          <p:cNvSpPr txBox="1"/>
          <p:nvPr/>
        </p:nvSpPr>
        <p:spPr>
          <a:xfrm>
            <a:off x="7723218" y="116214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17</a:t>
            </a:r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4DD6DC5-8DD8-EE3B-028A-302A6790818B}"/>
              </a:ext>
            </a:extLst>
          </p:cNvPr>
          <p:cNvSpPr txBox="1"/>
          <p:nvPr/>
        </p:nvSpPr>
        <p:spPr>
          <a:xfrm>
            <a:off x="6033656" y="183330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8</a:t>
            </a:r>
            <a:endParaRPr lang="zh-CN" altLang="en-US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6AA57AF-5100-64BC-C397-2B075BE9DE0D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 flipH="1">
            <a:off x="6676139" y="914369"/>
            <a:ext cx="644133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3F1A434-AE71-006D-7618-A2CAF26DD7FA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>
            <a:off x="7320272" y="914369"/>
            <a:ext cx="617107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A02352C-7A9D-F0B9-ABF6-0FC8422F578C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 flipH="1">
            <a:off x="6186903" y="1531476"/>
            <a:ext cx="489236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2C89B565-FE74-809C-3B56-ED311EA417EC}"/>
              </a:ext>
            </a:extLst>
          </p:cNvPr>
          <p:cNvSpPr txBox="1"/>
          <p:nvPr/>
        </p:nvSpPr>
        <p:spPr>
          <a:xfrm>
            <a:off x="6784044" y="183330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16</a:t>
            </a:r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9DBF750-E068-A086-CF48-10079B14BD6C}"/>
              </a:ext>
            </a:extLst>
          </p:cNvPr>
          <p:cNvSpPr txBox="1"/>
          <p:nvPr/>
        </p:nvSpPr>
        <p:spPr>
          <a:xfrm>
            <a:off x="7465315" y="183330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12</a:t>
            </a:r>
            <a:endParaRPr lang="zh-CN" altLang="en-US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951E84C3-BED8-A0E8-EA18-01E273E1D0B1}"/>
              </a:ext>
            </a:extLst>
          </p:cNvPr>
          <p:cNvCxnSpPr>
            <a:cxnSpLocks/>
            <a:stCxn id="33" idx="2"/>
            <a:endCxn id="39" idx="0"/>
          </p:cNvCxnSpPr>
          <p:nvPr/>
        </p:nvCxnSpPr>
        <p:spPr>
          <a:xfrm>
            <a:off x="6676139" y="1531476"/>
            <a:ext cx="322066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440B228-B596-DBAC-C08E-6D524336A4FE}"/>
              </a:ext>
            </a:extLst>
          </p:cNvPr>
          <p:cNvCxnSpPr>
            <a:cxnSpLocks/>
            <a:stCxn id="34" idx="2"/>
            <a:endCxn id="40" idx="0"/>
          </p:cNvCxnSpPr>
          <p:nvPr/>
        </p:nvCxnSpPr>
        <p:spPr>
          <a:xfrm flipH="1">
            <a:off x="7679476" y="1531476"/>
            <a:ext cx="257903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E461AA6-55CF-9C8B-AFA6-3E583D371FF4}"/>
              </a:ext>
            </a:extLst>
          </p:cNvPr>
          <p:cNvSpPr txBox="1"/>
          <p:nvPr/>
        </p:nvSpPr>
        <p:spPr>
          <a:xfrm>
            <a:off x="9842752" y="54503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56</a:t>
            </a:r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DAEED3C-D8FB-ADA9-9F53-0DBAAEC20509}"/>
              </a:ext>
            </a:extLst>
          </p:cNvPr>
          <p:cNvSpPr txBox="1"/>
          <p:nvPr/>
        </p:nvSpPr>
        <p:spPr>
          <a:xfrm>
            <a:off x="9198619" y="116214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38</a:t>
            </a:r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596AFAC-269C-F52C-6828-97D9BBC0EDFA}"/>
              </a:ext>
            </a:extLst>
          </p:cNvPr>
          <p:cNvSpPr txBox="1"/>
          <p:nvPr/>
        </p:nvSpPr>
        <p:spPr>
          <a:xfrm>
            <a:off x="10459859" y="116214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40</a:t>
            </a:r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6874AB6-3829-EE9A-A8A8-42723B50F327}"/>
              </a:ext>
            </a:extLst>
          </p:cNvPr>
          <p:cNvSpPr txBox="1"/>
          <p:nvPr/>
        </p:nvSpPr>
        <p:spPr>
          <a:xfrm>
            <a:off x="8770297" y="183330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17</a:t>
            </a:r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9F5E175-850C-BCEE-1E01-D95F59B7907A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 flipH="1">
            <a:off x="9412780" y="914369"/>
            <a:ext cx="644133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CEC6531-5F9F-B17C-45DE-09EF1BB7CB62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>
            <a:off x="10056913" y="914369"/>
            <a:ext cx="617107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DC4B92E-0B62-53DE-A414-6ECAEB15DEEB}"/>
              </a:ext>
            </a:extLst>
          </p:cNvPr>
          <p:cNvCxnSpPr>
            <a:cxnSpLocks/>
            <a:stCxn id="44" idx="2"/>
            <a:endCxn id="46" idx="0"/>
          </p:cNvCxnSpPr>
          <p:nvPr/>
        </p:nvCxnSpPr>
        <p:spPr>
          <a:xfrm flipH="1">
            <a:off x="8984458" y="1531476"/>
            <a:ext cx="428322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1251A95A-730B-B9EA-0C45-5FB853427ADA}"/>
              </a:ext>
            </a:extLst>
          </p:cNvPr>
          <p:cNvSpPr txBox="1"/>
          <p:nvPr/>
        </p:nvSpPr>
        <p:spPr>
          <a:xfrm>
            <a:off x="9520685" y="183330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52</a:t>
            </a:r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D8AA165-8961-4668-96BB-4568512FDCE6}"/>
              </a:ext>
            </a:extLst>
          </p:cNvPr>
          <p:cNvSpPr txBox="1"/>
          <p:nvPr/>
        </p:nvSpPr>
        <p:spPr>
          <a:xfrm>
            <a:off x="10201956" y="183330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60</a:t>
            </a:r>
            <a:endParaRPr lang="zh-CN" altLang="en-US"/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59B2C54-54C4-DD13-9973-E0D325F2A0EB}"/>
              </a:ext>
            </a:extLst>
          </p:cNvPr>
          <p:cNvCxnSpPr>
            <a:cxnSpLocks/>
            <a:stCxn id="44" idx="2"/>
            <a:endCxn id="50" idx="0"/>
          </p:cNvCxnSpPr>
          <p:nvPr/>
        </p:nvCxnSpPr>
        <p:spPr>
          <a:xfrm>
            <a:off x="9412780" y="1531476"/>
            <a:ext cx="322066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71F87E1-C899-E4E1-7773-D7F011AE7085}"/>
              </a:ext>
            </a:extLst>
          </p:cNvPr>
          <p:cNvCxnSpPr>
            <a:cxnSpLocks/>
            <a:stCxn id="45" idx="2"/>
            <a:endCxn id="51" idx="0"/>
          </p:cNvCxnSpPr>
          <p:nvPr/>
        </p:nvCxnSpPr>
        <p:spPr>
          <a:xfrm flipH="1">
            <a:off x="10416117" y="1531476"/>
            <a:ext cx="257903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A18D041E-1E27-B4B0-9E1B-EB49E8FFA968}"/>
              </a:ext>
            </a:extLst>
          </p:cNvPr>
          <p:cNvSpPr txBox="1"/>
          <p:nvPr/>
        </p:nvSpPr>
        <p:spPr>
          <a:xfrm>
            <a:off x="2049517" y="281189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50</a:t>
            </a:r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2D704B6-7979-71BE-62BC-34E11D2B5775}"/>
              </a:ext>
            </a:extLst>
          </p:cNvPr>
          <p:cNvSpPr txBox="1"/>
          <p:nvPr/>
        </p:nvSpPr>
        <p:spPr>
          <a:xfrm>
            <a:off x="1405384" y="34290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73</a:t>
            </a:r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B1E0F05-992D-FAC4-1C29-C9C6806AEC04}"/>
              </a:ext>
            </a:extLst>
          </p:cNvPr>
          <p:cNvSpPr txBox="1"/>
          <p:nvPr/>
        </p:nvSpPr>
        <p:spPr>
          <a:xfrm>
            <a:off x="2666624" y="34290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90</a:t>
            </a:r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32E8FCA-3441-56AB-BDD8-3DF49EE4A33B}"/>
              </a:ext>
            </a:extLst>
          </p:cNvPr>
          <p:cNvSpPr txBox="1"/>
          <p:nvPr/>
        </p:nvSpPr>
        <p:spPr>
          <a:xfrm>
            <a:off x="977062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80</a:t>
            </a:r>
            <a:endParaRPr lang="zh-CN" altLang="en-US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30793476-C001-37B2-7DBF-3752C3475CE8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 flipH="1">
            <a:off x="1619545" y="3181225"/>
            <a:ext cx="644133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441A95A0-759B-F812-5026-C8867B4F88C6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>
            <a:off x="2263678" y="3181225"/>
            <a:ext cx="617107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CB56DFC-BFD4-A74C-214F-00A4F18F17EE}"/>
              </a:ext>
            </a:extLst>
          </p:cNvPr>
          <p:cNvCxnSpPr>
            <a:cxnSpLocks/>
            <a:stCxn id="58" idx="2"/>
            <a:endCxn id="60" idx="0"/>
          </p:cNvCxnSpPr>
          <p:nvPr/>
        </p:nvCxnSpPr>
        <p:spPr>
          <a:xfrm flipH="1">
            <a:off x="1191223" y="3798332"/>
            <a:ext cx="428322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79C754BB-09B0-B4DD-59CE-8E0FE46CDBC0}"/>
              </a:ext>
            </a:extLst>
          </p:cNvPr>
          <p:cNvSpPr txBox="1"/>
          <p:nvPr/>
        </p:nvSpPr>
        <p:spPr>
          <a:xfrm>
            <a:off x="1674499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90</a:t>
            </a:r>
            <a:endParaRPr lang="zh-CN" altLang="en-US"/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2421200E-4D24-5E40-165A-1B38A851EBD6}"/>
              </a:ext>
            </a:extLst>
          </p:cNvPr>
          <p:cNvCxnSpPr>
            <a:cxnSpLocks/>
            <a:stCxn id="58" idx="2"/>
            <a:endCxn id="65" idx="0"/>
          </p:cNvCxnSpPr>
          <p:nvPr/>
        </p:nvCxnSpPr>
        <p:spPr>
          <a:xfrm>
            <a:off x="1619545" y="3798332"/>
            <a:ext cx="269115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5231BDB7-50E5-CE04-6149-058B1B81F08C}"/>
              </a:ext>
            </a:extLst>
          </p:cNvPr>
          <p:cNvSpPr txBox="1"/>
          <p:nvPr/>
        </p:nvSpPr>
        <p:spPr>
          <a:xfrm>
            <a:off x="4636931" y="281189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66</a:t>
            </a:r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F1689AE-8793-9467-DCE0-4B079DC126C6}"/>
              </a:ext>
            </a:extLst>
          </p:cNvPr>
          <p:cNvSpPr txBox="1"/>
          <p:nvPr/>
        </p:nvSpPr>
        <p:spPr>
          <a:xfrm>
            <a:off x="3992798" y="34290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66</a:t>
            </a:r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EEB3A7D0-080A-623C-88D0-343AE265BDA5}"/>
              </a:ext>
            </a:extLst>
          </p:cNvPr>
          <p:cNvSpPr txBox="1"/>
          <p:nvPr/>
        </p:nvSpPr>
        <p:spPr>
          <a:xfrm>
            <a:off x="5254038" y="34290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66</a:t>
            </a:r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0901EC6-5A26-EFA2-7B9F-BA96BED7C9A3}"/>
              </a:ext>
            </a:extLst>
          </p:cNvPr>
          <p:cNvSpPr txBox="1"/>
          <p:nvPr/>
        </p:nvSpPr>
        <p:spPr>
          <a:xfrm>
            <a:off x="3564476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66</a:t>
            </a:r>
            <a:endParaRPr lang="zh-CN" altLang="en-US"/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D31D0AA3-D2CB-F5BD-C92B-9A1B12229562}"/>
              </a:ext>
            </a:extLst>
          </p:cNvPr>
          <p:cNvCxnSpPr>
            <a:stCxn id="69" idx="2"/>
            <a:endCxn id="70" idx="0"/>
          </p:cNvCxnSpPr>
          <p:nvPr/>
        </p:nvCxnSpPr>
        <p:spPr>
          <a:xfrm flipH="1">
            <a:off x="4206959" y="3181225"/>
            <a:ext cx="644133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2ED4A5B2-8B70-AF0D-A1F7-B302F86DDBFA}"/>
              </a:ext>
            </a:extLst>
          </p:cNvPr>
          <p:cNvCxnSpPr>
            <a:cxnSpLocks/>
            <a:stCxn id="69" idx="2"/>
            <a:endCxn id="71" idx="0"/>
          </p:cNvCxnSpPr>
          <p:nvPr/>
        </p:nvCxnSpPr>
        <p:spPr>
          <a:xfrm>
            <a:off x="4851092" y="3181225"/>
            <a:ext cx="617107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975865EA-CD36-737B-D0CF-E5D433E1697D}"/>
              </a:ext>
            </a:extLst>
          </p:cNvPr>
          <p:cNvCxnSpPr>
            <a:cxnSpLocks/>
            <a:stCxn id="70" idx="2"/>
            <a:endCxn id="72" idx="0"/>
          </p:cNvCxnSpPr>
          <p:nvPr/>
        </p:nvCxnSpPr>
        <p:spPr>
          <a:xfrm flipH="1">
            <a:off x="3778637" y="3798332"/>
            <a:ext cx="428322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7F964EA0-233D-4BBC-FA53-B293380B011A}"/>
              </a:ext>
            </a:extLst>
          </p:cNvPr>
          <p:cNvSpPr txBox="1"/>
          <p:nvPr/>
        </p:nvSpPr>
        <p:spPr>
          <a:xfrm>
            <a:off x="4314864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66</a:t>
            </a:r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5BB3088-6939-CDA6-A91F-4F55C4C0A872}"/>
              </a:ext>
            </a:extLst>
          </p:cNvPr>
          <p:cNvSpPr txBox="1"/>
          <p:nvPr/>
        </p:nvSpPr>
        <p:spPr>
          <a:xfrm>
            <a:off x="4996135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66</a:t>
            </a:r>
            <a:endParaRPr lang="zh-CN" altLang="en-US"/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C59FA95F-A82B-B1CF-CE8E-A0443022BDF1}"/>
              </a:ext>
            </a:extLst>
          </p:cNvPr>
          <p:cNvCxnSpPr>
            <a:cxnSpLocks/>
            <a:stCxn id="70" idx="2"/>
            <a:endCxn id="76" idx="0"/>
          </p:cNvCxnSpPr>
          <p:nvPr/>
        </p:nvCxnSpPr>
        <p:spPr>
          <a:xfrm>
            <a:off x="4206959" y="3798332"/>
            <a:ext cx="322066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4D87EFD2-1565-CAF9-31DC-772D63FC59AA}"/>
              </a:ext>
            </a:extLst>
          </p:cNvPr>
          <p:cNvCxnSpPr>
            <a:cxnSpLocks/>
            <a:stCxn id="71" idx="2"/>
            <a:endCxn id="77" idx="0"/>
          </p:cNvCxnSpPr>
          <p:nvPr/>
        </p:nvCxnSpPr>
        <p:spPr>
          <a:xfrm flipH="1">
            <a:off x="5210296" y="3798332"/>
            <a:ext cx="257903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A20FA38E-EE31-E8FC-29BB-6D5870215485}"/>
              </a:ext>
            </a:extLst>
          </p:cNvPr>
          <p:cNvSpPr txBox="1"/>
          <p:nvPr/>
        </p:nvSpPr>
        <p:spPr>
          <a:xfrm>
            <a:off x="7153775" y="281189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16</a:t>
            </a:r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DC3D518-934E-5A13-B0EA-42E0E7D74BF9}"/>
              </a:ext>
            </a:extLst>
          </p:cNvPr>
          <p:cNvSpPr txBox="1"/>
          <p:nvPr/>
        </p:nvSpPr>
        <p:spPr>
          <a:xfrm>
            <a:off x="6509642" y="34290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58</a:t>
            </a:r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534B3F89-6988-C38D-3CF9-3169BA5FCE3A}"/>
              </a:ext>
            </a:extLst>
          </p:cNvPr>
          <p:cNvSpPr txBox="1"/>
          <p:nvPr/>
        </p:nvSpPr>
        <p:spPr>
          <a:xfrm>
            <a:off x="7770882" y="34290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37</a:t>
            </a:r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CFFBF86E-EB07-C30F-D979-A4B11FDFB323}"/>
              </a:ext>
            </a:extLst>
          </p:cNvPr>
          <p:cNvSpPr txBox="1"/>
          <p:nvPr/>
        </p:nvSpPr>
        <p:spPr>
          <a:xfrm>
            <a:off x="6081320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60</a:t>
            </a:r>
            <a:endParaRPr lang="zh-CN" altLang="en-US"/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3BF64668-E5D7-3627-0A63-9BBEA4AEDEEF}"/>
              </a:ext>
            </a:extLst>
          </p:cNvPr>
          <p:cNvCxnSpPr>
            <a:stCxn id="80" idx="2"/>
            <a:endCxn id="81" idx="0"/>
          </p:cNvCxnSpPr>
          <p:nvPr/>
        </p:nvCxnSpPr>
        <p:spPr>
          <a:xfrm flipH="1">
            <a:off x="6723803" y="3181225"/>
            <a:ext cx="644133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F7F10F6-6E74-EE9B-513E-AA96AACE4399}"/>
              </a:ext>
            </a:extLst>
          </p:cNvPr>
          <p:cNvCxnSpPr>
            <a:cxnSpLocks/>
            <a:stCxn id="80" idx="2"/>
            <a:endCxn id="82" idx="0"/>
          </p:cNvCxnSpPr>
          <p:nvPr/>
        </p:nvCxnSpPr>
        <p:spPr>
          <a:xfrm>
            <a:off x="7367936" y="3181225"/>
            <a:ext cx="617107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24E3EDD3-933A-EAA2-207D-8DBFC1BD528A}"/>
              </a:ext>
            </a:extLst>
          </p:cNvPr>
          <p:cNvCxnSpPr>
            <a:cxnSpLocks/>
            <a:stCxn id="81" idx="2"/>
            <a:endCxn id="83" idx="0"/>
          </p:cNvCxnSpPr>
          <p:nvPr/>
        </p:nvCxnSpPr>
        <p:spPr>
          <a:xfrm flipH="1">
            <a:off x="6295481" y="3798332"/>
            <a:ext cx="428322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8169F842-D972-7AEC-E60D-874DD316D812}"/>
              </a:ext>
            </a:extLst>
          </p:cNvPr>
          <p:cNvSpPr txBox="1"/>
          <p:nvPr/>
        </p:nvSpPr>
        <p:spPr>
          <a:xfrm>
            <a:off x="6831708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76</a:t>
            </a:r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E6323C73-2532-D7F6-42A8-BE3965E8F5BF}"/>
              </a:ext>
            </a:extLst>
          </p:cNvPr>
          <p:cNvSpPr txBox="1"/>
          <p:nvPr/>
        </p:nvSpPr>
        <p:spPr>
          <a:xfrm>
            <a:off x="7512979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45</a:t>
            </a:r>
            <a:endParaRPr lang="zh-CN" altLang="en-US"/>
          </a:p>
        </p:txBody>
      </p: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D81234F5-E966-327C-132E-D4A9A0734B18}"/>
              </a:ext>
            </a:extLst>
          </p:cNvPr>
          <p:cNvCxnSpPr>
            <a:cxnSpLocks/>
            <a:stCxn id="81" idx="2"/>
            <a:endCxn id="87" idx="0"/>
          </p:cNvCxnSpPr>
          <p:nvPr/>
        </p:nvCxnSpPr>
        <p:spPr>
          <a:xfrm>
            <a:off x="6723803" y="3798332"/>
            <a:ext cx="322066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4188B0F8-46A1-8F36-DBEA-A017FFA6540E}"/>
              </a:ext>
            </a:extLst>
          </p:cNvPr>
          <p:cNvCxnSpPr>
            <a:cxnSpLocks/>
            <a:stCxn id="82" idx="2"/>
            <a:endCxn id="88" idx="0"/>
          </p:cNvCxnSpPr>
          <p:nvPr/>
        </p:nvCxnSpPr>
        <p:spPr>
          <a:xfrm flipH="1">
            <a:off x="7727140" y="3798332"/>
            <a:ext cx="257903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EFC72F86-0D9B-52BC-6074-86B3BFE4FF5C}"/>
              </a:ext>
            </a:extLst>
          </p:cNvPr>
          <p:cNvSpPr txBox="1"/>
          <p:nvPr/>
        </p:nvSpPr>
        <p:spPr>
          <a:xfrm>
            <a:off x="8043952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53</a:t>
            </a:r>
            <a:endParaRPr lang="zh-CN" altLang="en-US"/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6B20F04D-52A1-3ACF-4AF7-DAEE5EAD4C1C}"/>
              </a:ext>
            </a:extLst>
          </p:cNvPr>
          <p:cNvCxnSpPr>
            <a:cxnSpLocks/>
            <a:stCxn id="82" idx="2"/>
            <a:endCxn id="92" idx="0"/>
          </p:cNvCxnSpPr>
          <p:nvPr/>
        </p:nvCxnSpPr>
        <p:spPr>
          <a:xfrm>
            <a:off x="7985043" y="3798332"/>
            <a:ext cx="273070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3BDC8087-D50B-5E0B-DFF2-57C2ACFA1A69}"/>
              </a:ext>
            </a:extLst>
          </p:cNvPr>
          <p:cNvSpPr txBox="1"/>
          <p:nvPr/>
        </p:nvSpPr>
        <p:spPr>
          <a:xfrm>
            <a:off x="9928322" y="281189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33</a:t>
            </a:r>
            <a:endParaRPr lang="zh-CN" alt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A6FD9A46-D4F0-E5C4-2C8E-3893B6933643}"/>
              </a:ext>
            </a:extLst>
          </p:cNvPr>
          <p:cNvSpPr txBox="1"/>
          <p:nvPr/>
        </p:nvSpPr>
        <p:spPr>
          <a:xfrm>
            <a:off x="9284189" y="34290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33</a:t>
            </a:r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A024FCC-A0E9-1393-58CD-44AC20E5B4F5}"/>
              </a:ext>
            </a:extLst>
          </p:cNvPr>
          <p:cNvSpPr txBox="1"/>
          <p:nvPr/>
        </p:nvSpPr>
        <p:spPr>
          <a:xfrm>
            <a:off x="10545429" y="34290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60</a:t>
            </a:r>
            <a:endParaRPr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C98888D-8E36-29F1-91F5-6975A9E98E59}"/>
              </a:ext>
            </a:extLst>
          </p:cNvPr>
          <p:cNvSpPr txBox="1"/>
          <p:nvPr/>
        </p:nvSpPr>
        <p:spPr>
          <a:xfrm>
            <a:off x="8855867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15</a:t>
            </a:r>
            <a:endParaRPr lang="zh-CN" altLang="en-US"/>
          </a:p>
        </p:txBody>
      </p: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C2DE4D74-7001-D5DB-67DC-EAC56217F10A}"/>
              </a:ext>
            </a:extLst>
          </p:cNvPr>
          <p:cNvCxnSpPr>
            <a:stCxn id="97" idx="2"/>
            <a:endCxn id="98" idx="0"/>
          </p:cNvCxnSpPr>
          <p:nvPr/>
        </p:nvCxnSpPr>
        <p:spPr>
          <a:xfrm flipH="1">
            <a:off x="9498350" y="3181225"/>
            <a:ext cx="644133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32F6ED4A-47CB-CBA1-DEC5-DF30B2656725}"/>
              </a:ext>
            </a:extLst>
          </p:cNvPr>
          <p:cNvCxnSpPr>
            <a:cxnSpLocks/>
            <a:stCxn id="97" idx="2"/>
            <a:endCxn id="99" idx="0"/>
          </p:cNvCxnSpPr>
          <p:nvPr/>
        </p:nvCxnSpPr>
        <p:spPr>
          <a:xfrm>
            <a:off x="10142483" y="3181225"/>
            <a:ext cx="617107" cy="247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1BCAFE91-02AB-38A6-D3CF-8BA8EECAB4AF}"/>
              </a:ext>
            </a:extLst>
          </p:cNvPr>
          <p:cNvCxnSpPr>
            <a:cxnSpLocks/>
            <a:stCxn id="98" idx="2"/>
            <a:endCxn id="100" idx="0"/>
          </p:cNvCxnSpPr>
          <p:nvPr/>
        </p:nvCxnSpPr>
        <p:spPr>
          <a:xfrm flipH="1">
            <a:off x="9070028" y="3798332"/>
            <a:ext cx="428322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D700476-CD4D-D867-5067-F05ABE652AF4}"/>
              </a:ext>
            </a:extLst>
          </p:cNvPr>
          <p:cNvSpPr txBox="1"/>
          <p:nvPr/>
        </p:nvSpPr>
        <p:spPr>
          <a:xfrm>
            <a:off x="9606255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40</a:t>
            </a:r>
            <a:endParaRPr lang="zh-CN" altLang="en-US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BC2F8CCA-0859-37D9-7614-09986E608C3C}"/>
              </a:ext>
            </a:extLst>
          </p:cNvPr>
          <p:cNvSpPr txBox="1"/>
          <p:nvPr/>
        </p:nvSpPr>
        <p:spPr>
          <a:xfrm>
            <a:off x="10287526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11</a:t>
            </a:r>
            <a:endParaRPr lang="zh-CN" altLang="en-US"/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E0DC510E-D111-A6D9-A262-D56486452941}"/>
              </a:ext>
            </a:extLst>
          </p:cNvPr>
          <p:cNvCxnSpPr>
            <a:cxnSpLocks/>
            <a:stCxn id="98" idx="2"/>
            <a:endCxn id="104" idx="0"/>
          </p:cNvCxnSpPr>
          <p:nvPr/>
        </p:nvCxnSpPr>
        <p:spPr>
          <a:xfrm>
            <a:off x="9498350" y="3798332"/>
            <a:ext cx="322066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77E8B909-968A-BCBD-86ED-3E94942F4760}"/>
              </a:ext>
            </a:extLst>
          </p:cNvPr>
          <p:cNvCxnSpPr>
            <a:cxnSpLocks/>
            <a:stCxn id="99" idx="2"/>
            <a:endCxn id="105" idx="0"/>
          </p:cNvCxnSpPr>
          <p:nvPr/>
        </p:nvCxnSpPr>
        <p:spPr>
          <a:xfrm flipH="1">
            <a:off x="10501687" y="3798332"/>
            <a:ext cx="257903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5D206305-ACCA-9D3E-994E-C3DF65A9FE54}"/>
              </a:ext>
            </a:extLst>
          </p:cNvPr>
          <p:cNvSpPr txBox="1"/>
          <p:nvPr/>
        </p:nvSpPr>
        <p:spPr>
          <a:xfrm>
            <a:off x="10818499" y="410016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72</a:t>
            </a:r>
            <a:endParaRPr lang="zh-CN" altLang="en-US"/>
          </a:p>
        </p:txBody>
      </p: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49F41E64-AFA0-A20D-04B4-962B6FF9EAFE}"/>
              </a:ext>
            </a:extLst>
          </p:cNvPr>
          <p:cNvCxnSpPr>
            <a:cxnSpLocks/>
            <a:stCxn id="99" idx="2"/>
            <a:endCxn id="108" idx="0"/>
          </p:cNvCxnSpPr>
          <p:nvPr/>
        </p:nvCxnSpPr>
        <p:spPr>
          <a:xfrm>
            <a:off x="10759590" y="3798332"/>
            <a:ext cx="273070" cy="3018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7F194A6-D757-0165-7B7E-08A123175920}"/>
              </a:ext>
            </a:extLst>
          </p:cNvPr>
          <p:cNvSpPr txBox="1"/>
          <p:nvPr/>
        </p:nvSpPr>
        <p:spPr>
          <a:xfrm>
            <a:off x="1765328" y="2156295"/>
            <a:ext cx="86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/>
              <a:t>（</a:t>
            </a:r>
            <a:r>
              <a:rPr lang="en-US" altLang="zh-CN" sz="2000" b="1"/>
              <a:t>A</a:t>
            </a:r>
            <a:r>
              <a:rPr lang="zh-CN" altLang="en-US" sz="2000" b="1"/>
              <a:t>）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C24C4785-56DB-8A27-28F6-B147595DA1B0}"/>
              </a:ext>
            </a:extLst>
          </p:cNvPr>
          <p:cNvSpPr txBox="1"/>
          <p:nvPr/>
        </p:nvSpPr>
        <p:spPr>
          <a:xfrm>
            <a:off x="4332024" y="2183323"/>
            <a:ext cx="86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/>
              <a:t>（</a:t>
            </a:r>
            <a:r>
              <a:rPr lang="en-US" altLang="zh-CN" sz="2000" b="1"/>
              <a:t>B</a:t>
            </a:r>
            <a:r>
              <a:rPr lang="zh-CN" altLang="en-US" sz="2000" b="1"/>
              <a:t>）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2842B957-CBD7-D13D-20F9-F752F567F727}"/>
              </a:ext>
            </a:extLst>
          </p:cNvPr>
          <p:cNvSpPr txBox="1"/>
          <p:nvPr/>
        </p:nvSpPr>
        <p:spPr>
          <a:xfrm>
            <a:off x="1754102" y="4571267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/>
              <a:t>（</a:t>
            </a:r>
            <a:r>
              <a:rPr lang="en-US" altLang="zh-CN" sz="2000" b="1"/>
              <a:t>E</a:t>
            </a:r>
            <a:r>
              <a:rPr lang="zh-CN" altLang="en-US" sz="2000" b="1"/>
              <a:t>）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94A2EFB-9259-389D-49B3-3B25F40DC0DC}"/>
              </a:ext>
            </a:extLst>
          </p:cNvPr>
          <p:cNvSpPr txBox="1"/>
          <p:nvPr/>
        </p:nvSpPr>
        <p:spPr>
          <a:xfrm>
            <a:off x="4310017" y="4624585"/>
            <a:ext cx="825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/>
              <a:t>（</a:t>
            </a:r>
            <a:r>
              <a:rPr lang="en-US" altLang="zh-CN" sz="2000" b="1"/>
              <a:t>F</a:t>
            </a:r>
            <a:r>
              <a:rPr lang="zh-CN" altLang="en-US" sz="2000" b="1"/>
              <a:t>）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D84918A5-8041-04AC-98F7-608505441515}"/>
              </a:ext>
            </a:extLst>
          </p:cNvPr>
          <p:cNvSpPr txBox="1"/>
          <p:nvPr/>
        </p:nvSpPr>
        <p:spPr>
          <a:xfrm>
            <a:off x="6904266" y="2202637"/>
            <a:ext cx="86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/>
              <a:t>（</a:t>
            </a:r>
            <a:r>
              <a:rPr lang="en-US" altLang="zh-CN" sz="2000" b="1"/>
              <a:t>C</a:t>
            </a:r>
            <a:r>
              <a:rPr lang="zh-CN" altLang="en-US" sz="2000" b="1"/>
              <a:t>）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8CA9A32-587C-D060-A746-7F32ED77A690}"/>
              </a:ext>
            </a:extLst>
          </p:cNvPr>
          <p:cNvSpPr txBox="1"/>
          <p:nvPr/>
        </p:nvSpPr>
        <p:spPr>
          <a:xfrm>
            <a:off x="9675919" y="2202637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/>
              <a:t>（</a:t>
            </a:r>
            <a:r>
              <a:rPr lang="en-US" altLang="zh-CN" sz="2000" b="1"/>
              <a:t>D</a:t>
            </a:r>
            <a:r>
              <a:rPr lang="zh-CN" altLang="en-US" sz="2000" b="1"/>
              <a:t>）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4207E175-A862-ECAE-2E78-45346EC12EB1}"/>
              </a:ext>
            </a:extLst>
          </p:cNvPr>
          <p:cNvSpPr txBox="1"/>
          <p:nvPr/>
        </p:nvSpPr>
        <p:spPr>
          <a:xfrm>
            <a:off x="6933361" y="4678639"/>
            <a:ext cx="86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/>
              <a:t>（</a:t>
            </a:r>
            <a:r>
              <a:rPr lang="en-US" altLang="zh-CN" sz="2000" b="1"/>
              <a:t>G</a:t>
            </a:r>
            <a:r>
              <a:rPr lang="zh-CN" altLang="en-US" sz="2000" b="1"/>
              <a:t>）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4E686F16-3945-C426-317F-FAFFABB3FB51}"/>
              </a:ext>
            </a:extLst>
          </p:cNvPr>
          <p:cNvSpPr txBox="1"/>
          <p:nvPr/>
        </p:nvSpPr>
        <p:spPr>
          <a:xfrm>
            <a:off x="9743854" y="4655364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/>
              <a:t>（</a:t>
            </a:r>
            <a:r>
              <a:rPr lang="en-US" altLang="zh-CN" sz="2000" b="1"/>
              <a:t>H</a:t>
            </a:r>
            <a:r>
              <a:rPr lang="zh-CN" altLang="en-US" sz="2000" b="1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99966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77853-C244-0FBF-4CE2-730A9306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6F8F882F-523C-918A-4411-0EC18F19768F}"/>
              </a:ext>
            </a:extLst>
          </p:cNvPr>
          <p:cNvSpPr/>
          <p:nvPr/>
        </p:nvSpPr>
        <p:spPr>
          <a:xfrm>
            <a:off x="5839060" y="139097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855D9CE-3663-284D-2A00-9E8716BD36C3}"/>
              </a:ext>
            </a:extLst>
          </p:cNvPr>
          <p:cNvSpPr/>
          <p:nvPr/>
        </p:nvSpPr>
        <p:spPr>
          <a:xfrm>
            <a:off x="4664997" y="20538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AD1C9DE-6447-6BC7-9A4D-F4F5CBE0D05B}"/>
              </a:ext>
            </a:extLst>
          </p:cNvPr>
          <p:cNvCxnSpPr>
            <a:cxnSpLocks/>
            <a:stCxn id="20" idx="5"/>
            <a:endCxn id="2" idx="1"/>
          </p:cNvCxnSpPr>
          <p:nvPr/>
        </p:nvCxnSpPr>
        <p:spPr>
          <a:xfrm>
            <a:off x="5348624" y="1059149"/>
            <a:ext cx="539251" cy="380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2A0EA98-1078-AF2D-2640-5C8A33F7E222}"/>
              </a:ext>
            </a:extLst>
          </p:cNvPr>
          <p:cNvCxnSpPr>
            <a:cxnSpLocks/>
            <a:stCxn id="6" idx="5"/>
            <a:endCxn id="3" idx="0"/>
          </p:cNvCxnSpPr>
          <p:nvPr/>
        </p:nvCxnSpPr>
        <p:spPr>
          <a:xfrm>
            <a:off x="4398236" y="1675489"/>
            <a:ext cx="433425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54A0CCC5-1599-A529-56EF-7CE50FDE4B5E}"/>
              </a:ext>
            </a:extLst>
          </p:cNvPr>
          <p:cNvSpPr/>
          <p:nvPr/>
        </p:nvSpPr>
        <p:spPr>
          <a:xfrm>
            <a:off x="4113723" y="1390976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D9F7773-CD5B-E499-77DA-BC381687C9B4}"/>
              </a:ext>
            </a:extLst>
          </p:cNvPr>
          <p:cNvSpPr/>
          <p:nvPr/>
        </p:nvSpPr>
        <p:spPr>
          <a:xfrm>
            <a:off x="3391321" y="2055398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54B9CE0-A710-67F4-F32B-A36B0B707202}"/>
              </a:ext>
            </a:extLst>
          </p:cNvPr>
          <p:cNvCxnSpPr>
            <a:stCxn id="20" idx="3"/>
            <a:endCxn id="6" idx="7"/>
          </p:cNvCxnSpPr>
          <p:nvPr/>
        </p:nvCxnSpPr>
        <p:spPr>
          <a:xfrm flipH="1">
            <a:off x="4398236" y="1059149"/>
            <a:ext cx="714690" cy="3806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6704128-A49E-22FD-0122-357FB4B63931}"/>
              </a:ext>
            </a:extLst>
          </p:cNvPr>
          <p:cNvCxnSpPr>
            <a:cxnSpLocks/>
            <a:stCxn id="6" idx="3"/>
            <a:endCxn id="7" idx="7"/>
          </p:cNvCxnSpPr>
          <p:nvPr/>
        </p:nvCxnSpPr>
        <p:spPr>
          <a:xfrm flipH="1">
            <a:off x="3675834" y="1675489"/>
            <a:ext cx="486704" cy="4287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625DFC07-B13B-0A38-8A12-1280E3B55730}"/>
              </a:ext>
            </a:extLst>
          </p:cNvPr>
          <p:cNvSpPr/>
          <p:nvPr/>
        </p:nvSpPr>
        <p:spPr>
          <a:xfrm>
            <a:off x="6356023" y="20538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0A7DEF1-2228-3245-1C04-FDBFFC48E408}"/>
              </a:ext>
            </a:extLst>
          </p:cNvPr>
          <p:cNvCxnSpPr>
            <a:stCxn id="2" idx="5"/>
            <a:endCxn id="11" idx="1"/>
          </p:cNvCxnSpPr>
          <p:nvPr/>
        </p:nvCxnSpPr>
        <p:spPr>
          <a:xfrm>
            <a:off x="6123573" y="1675489"/>
            <a:ext cx="281265" cy="4272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11CF3BB1-8CB9-72DA-4205-2BCDA6485BBB}"/>
              </a:ext>
            </a:extLst>
          </p:cNvPr>
          <p:cNvSpPr/>
          <p:nvPr/>
        </p:nvSpPr>
        <p:spPr>
          <a:xfrm>
            <a:off x="2881569" y="2791875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FEC8D91-02D9-4A75-B907-A63EBCDBEB8B}"/>
              </a:ext>
            </a:extLst>
          </p:cNvPr>
          <p:cNvCxnSpPr>
            <a:stCxn id="7" idx="3"/>
            <a:endCxn id="14" idx="0"/>
          </p:cNvCxnSpPr>
          <p:nvPr/>
        </p:nvCxnSpPr>
        <p:spPr>
          <a:xfrm flipH="1">
            <a:off x="3048233" y="2339911"/>
            <a:ext cx="391903" cy="4519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0BA05B54-86C2-F271-35BB-B28379742990}"/>
              </a:ext>
            </a:extLst>
          </p:cNvPr>
          <p:cNvSpPr/>
          <p:nvPr/>
        </p:nvSpPr>
        <p:spPr>
          <a:xfrm>
            <a:off x="5424369" y="20538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3738F79-3FBC-3095-3A6E-A23EA43F093D}"/>
              </a:ext>
            </a:extLst>
          </p:cNvPr>
          <p:cNvCxnSpPr>
            <a:stCxn id="2" idx="3"/>
            <a:endCxn id="16" idx="0"/>
          </p:cNvCxnSpPr>
          <p:nvPr/>
        </p:nvCxnSpPr>
        <p:spPr>
          <a:xfrm flipH="1">
            <a:off x="5591033" y="1675489"/>
            <a:ext cx="296842" cy="3784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E7DC01F0-27E5-E1E2-D57F-F33C57048BFB}"/>
              </a:ext>
            </a:extLst>
          </p:cNvPr>
          <p:cNvSpPr/>
          <p:nvPr/>
        </p:nvSpPr>
        <p:spPr>
          <a:xfrm>
            <a:off x="3702674" y="2797130"/>
            <a:ext cx="333328" cy="333328"/>
          </a:xfrm>
          <a:prstGeom prst="ellipse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41F2E17-F010-06A2-DE46-E8B29BACF78A}"/>
              </a:ext>
            </a:extLst>
          </p:cNvPr>
          <p:cNvCxnSpPr>
            <a:stCxn id="7" idx="5"/>
            <a:endCxn id="18" idx="0"/>
          </p:cNvCxnSpPr>
          <p:nvPr/>
        </p:nvCxnSpPr>
        <p:spPr>
          <a:xfrm>
            <a:off x="3675834" y="2339911"/>
            <a:ext cx="193504" cy="457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62D984E9-DB8B-8E97-3BCB-1F479A21EDC8}"/>
              </a:ext>
            </a:extLst>
          </p:cNvPr>
          <p:cNvSpPr/>
          <p:nvPr/>
        </p:nvSpPr>
        <p:spPr>
          <a:xfrm>
            <a:off x="5064111" y="77463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D0AA2A-A0FD-CDD9-71F0-A61A5121AA8D}"/>
              </a:ext>
            </a:extLst>
          </p:cNvPr>
          <p:cNvSpPr txBox="1"/>
          <p:nvPr/>
        </p:nvSpPr>
        <p:spPr>
          <a:xfrm>
            <a:off x="4142756" y="1388363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6555EDB-6E84-0AD7-A8F3-8A99D54A4D71}"/>
              </a:ext>
            </a:extLst>
          </p:cNvPr>
          <p:cNvSpPr txBox="1"/>
          <p:nvPr/>
        </p:nvSpPr>
        <p:spPr>
          <a:xfrm>
            <a:off x="6380739" y="204301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3D3972F-B4C6-06AA-FC8D-1686756C9D61}"/>
              </a:ext>
            </a:extLst>
          </p:cNvPr>
          <p:cNvSpPr txBox="1"/>
          <p:nvPr/>
        </p:nvSpPr>
        <p:spPr>
          <a:xfrm>
            <a:off x="3426825" y="204393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F8115AF-D4F2-2B7D-E323-855D894F1716}"/>
              </a:ext>
            </a:extLst>
          </p:cNvPr>
          <p:cNvSpPr txBox="1"/>
          <p:nvPr/>
        </p:nvSpPr>
        <p:spPr>
          <a:xfrm>
            <a:off x="3707202" y="278664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AAF1AD8-F38F-CE03-8A6B-3A74869EC421}"/>
              </a:ext>
            </a:extLst>
          </p:cNvPr>
          <p:cNvSpPr txBox="1"/>
          <p:nvPr/>
        </p:nvSpPr>
        <p:spPr>
          <a:xfrm>
            <a:off x="2891472" y="279570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739AB60-23F2-D095-E670-F6FC0CB73A73}"/>
              </a:ext>
            </a:extLst>
          </p:cNvPr>
          <p:cNvSpPr txBox="1"/>
          <p:nvPr/>
        </p:nvSpPr>
        <p:spPr>
          <a:xfrm>
            <a:off x="4675923" y="204301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E6E245-6B8D-EE92-1C93-C0692CF1ADAE}"/>
              </a:ext>
            </a:extLst>
          </p:cNvPr>
          <p:cNvSpPr txBox="1"/>
          <p:nvPr/>
        </p:nvSpPr>
        <p:spPr>
          <a:xfrm>
            <a:off x="5859690" y="140284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13FB1E7-DA93-00CC-E7D2-7E2CBD418225}"/>
              </a:ext>
            </a:extLst>
          </p:cNvPr>
          <p:cNvSpPr txBox="1"/>
          <p:nvPr/>
        </p:nvSpPr>
        <p:spPr>
          <a:xfrm>
            <a:off x="5036263" y="76232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16</a:t>
            </a:r>
            <a:endParaRPr lang="zh-CN" altLang="en-US" sz="16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5CC5312-7572-4FCB-8399-DEEFAE96258E}"/>
              </a:ext>
            </a:extLst>
          </p:cNvPr>
          <p:cNvSpPr txBox="1"/>
          <p:nvPr/>
        </p:nvSpPr>
        <p:spPr>
          <a:xfrm>
            <a:off x="5438084" y="2043014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2612B96-E84D-597D-D470-EE30FC294304}"/>
              </a:ext>
            </a:extLst>
          </p:cNvPr>
          <p:cNvSpPr txBox="1"/>
          <p:nvPr/>
        </p:nvSpPr>
        <p:spPr>
          <a:xfrm>
            <a:off x="2784259" y="3125203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B65E228-222D-1F1C-8F63-37FD5F61B2ED}"/>
              </a:ext>
            </a:extLst>
          </p:cNvPr>
          <p:cNvSpPr txBox="1"/>
          <p:nvPr/>
        </p:nvSpPr>
        <p:spPr>
          <a:xfrm>
            <a:off x="3642241" y="312071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40B71C-09D7-46DF-53EB-FCFD3BCF4D44}"/>
              </a:ext>
            </a:extLst>
          </p:cNvPr>
          <p:cNvSpPr txBox="1"/>
          <p:nvPr/>
        </p:nvSpPr>
        <p:spPr>
          <a:xfrm>
            <a:off x="4490044" y="239810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3B89A57-425D-0B0D-2360-51E0CC64A5C5}"/>
              </a:ext>
            </a:extLst>
          </p:cNvPr>
          <p:cNvSpPr txBox="1"/>
          <p:nvPr/>
        </p:nvSpPr>
        <p:spPr>
          <a:xfrm>
            <a:off x="5285995" y="239810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348897D-206E-342B-55FE-C83DFE238AB2}"/>
              </a:ext>
            </a:extLst>
          </p:cNvPr>
          <p:cNvSpPr txBox="1"/>
          <p:nvPr/>
        </p:nvSpPr>
        <p:spPr>
          <a:xfrm>
            <a:off x="6328478" y="239241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499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ACA78-7B6D-0806-5613-9B3AB6633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F80311A-E1C8-BBA0-9295-EBF2BCB7CF26}"/>
              </a:ext>
            </a:extLst>
          </p:cNvPr>
          <p:cNvSpPr txBox="1"/>
          <p:nvPr/>
        </p:nvSpPr>
        <p:spPr>
          <a:xfrm>
            <a:off x="642083" y="3175625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10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ED766A-7C63-AF80-A6F9-0A0FE8ACC398}"/>
              </a:ext>
            </a:extLst>
          </p:cNvPr>
          <p:cNvSpPr txBox="1"/>
          <p:nvPr/>
        </p:nvSpPr>
        <p:spPr>
          <a:xfrm>
            <a:off x="1360339" y="3175625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12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168329-2EFB-6715-90C1-617A69657CD8}"/>
              </a:ext>
            </a:extLst>
          </p:cNvPr>
          <p:cNvSpPr txBox="1"/>
          <p:nvPr/>
        </p:nvSpPr>
        <p:spPr>
          <a:xfrm>
            <a:off x="999984" y="259004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22</a:t>
            </a:r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E59669E-B74D-48E9-2C52-95975E65AA88}"/>
              </a:ext>
            </a:extLst>
          </p:cNvPr>
          <p:cNvCxnSpPr>
            <a:stCxn id="4" idx="2"/>
            <a:endCxn id="2" idx="0"/>
          </p:cNvCxnSpPr>
          <p:nvPr/>
        </p:nvCxnSpPr>
        <p:spPr>
          <a:xfrm flipH="1">
            <a:off x="856244" y="2959381"/>
            <a:ext cx="357901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D239F13-A908-2C6D-DE5A-EE74346E76B0}"/>
              </a:ext>
            </a:extLst>
          </p:cNvPr>
          <p:cNvCxnSpPr>
            <a:stCxn id="4" idx="2"/>
            <a:endCxn id="3" idx="0"/>
          </p:cNvCxnSpPr>
          <p:nvPr/>
        </p:nvCxnSpPr>
        <p:spPr>
          <a:xfrm>
            <a:off x="1214145" y="2959381"/>
            <a:ext cx="360355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8BF0AD9-AF4E-546F-8242-C978EFEDB4EB}"/>
              </a:ext>
            </a:extLst>
          </p:cNvPr>
          <p:cNvSpPr txBox="1"/>
          <p:nvPr/>
        </p:nvSpPr>
        <p:spPr>
          <a:xfrm>
            <a:off x="2393557" y="3175625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10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2AEB55-12C8-4887-BB42-934845AEE84F}"/>
              </a:ext>
            </a:extLst>
          </p:cNvPr>
          <p:cNvSpPr txBox="1"/>
          <p:nvPr/>
        </p:nvSpPr>
        <p:spPr>
          <a:xfrm>
            <a:off x="3111813" y="3175625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12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FF90E8-A079-7F5D-9FEA-1C3E4998F0BB}"/>
              </a:ext>
            </a:extLst>
          </p:cNvPr>
          <p:cNvSpPr txBox="1"/>
          <p:nvPr/>
        </p:nvSpPr>
        <p:spPr>
          <a:xfrm>
            <a:off x="2751458" y="259004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22</a:t>
            </a:r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0A0DDEF-EB3D-E3BE-FCCF-3D2CF9FC3752}"/>
              </a:ext>
            </a:extLst>
          </p:cNvPr>
          <p:cNvCxnSpPr>
            <a:stCxn id="11" idx="2"/>
            <a:endCxn id="9" idx="0"/>
          </p:cNvCxnSpPr>
          <p:nvPr/>
        </p:nvCxnSpPr>
        <p:spPr>
          <a:xfrm flipH="1">
            <a:off x="2607718" y="2959381"/>
            <a:ext cx="357901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0F0623B-3751-6575-9EF3-BA537E10D57B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2965619" y="2959381"/>
            <a:ext cx="360355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71B8C7A-6B0B-93AC-D543-5C17B1151A78}"/>
              </a:ext>
            </a:extLst>
          </p:cNvPr>
          <p:cNvSpPr txBox="1"/>
          <p:nvPr/>
        </p:nvSpPr>
        <p:spPr>
          <a:xfrm>
            <a:off x="3570515" y="3175625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16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3E600E-701E-F15A-D870-9F2847FD58D5}"/>
              </a:ext>
            </a:extLst>
          </p:cNvPr>
          <p:cNvSpPr txBox="1"/>
          <p:nvPr/>
        </p:nvSpPr>
        <p:spPr>
          <a:xfrm>
            <a:off x="4288771" y="3175625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21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2FACF1E-B0B2-3050-B260-B71864DB12CC}"/>
              </a:ext>
            </a:extLst>
          </p:cNvPr>
          <p:cNvSpPr txBox="1"/>
          <p:nvPr/>
        </p:nvSpPr>
        <p:spPr>
          <a:xfrm>
            <a:off x="3928416" y="259004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37</a:t>
            </a:r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7B83D74-30B0-A7BC-5F2D-C721D9241DFB}"/>
              </a:ext>
            </a:extLst>
          </p:cNvPr>
          <p:cNvCxnSpPr>
            <a:stCxn id="16" idx="2"/>
            <a:endCxn id="14" idx="0"/>
          </p:cNvCxnSpPr>
          <p:nvPr/>
        </p:nvCxnSpPr>
        <p:spPr>
          <a:xfrm flipH="1">
            <a:off x="3784676" y="2959381"/>
            <a:ext cx="357901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367E33E-98DB-8711-22B0-64EBB73ED70D}"/>
              </a:ext>
            </a:extLst>
          </p:cNvPr>
          <p:cNvCxnSpPr>
            <a:stCxn id="16" idx="2"/>
            <a:endCxn id="15" idx="0"/>
          </p:cNvCxnSpPr>
          <p:nvPr/>
        </p:nvCxnSpPr>
        <p:spPr>
          <a:xfrm>
            <a:off x="4142577" y="2959381"/>
            <a:ext cx="360355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9406C-5316-BF26-4DAC-08D477BA93C0}"/>
              </a:ext>
            </a:extLst>
          </p:cNvPr>
          <p:cNvSpPr txBox="1"/>
          <p:nvPr/>
        </p:nvSpPr>
        <p:spPr>
          <a:xfrm>
            <a:off x="5251567" y="3175625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10</a:t>
            </a:r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67DA48-55E5-C12D-39B4-FC92CC1EB09E}"/>
              </a:ext>
            </a:extLst>
          </p:cNvPr>
          <p:cNvSpPr txBox="1"/>
          <p:nvPr/>
        </p:nvSpPr>
        <p:spPr>
          <a:xfrm>
            <a:off x="5969823" y="3175625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12</a:t>
            </a:r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F269F49-EEE4-7D14-AA50-C4B860C8807D}"/>
              </a:ext>
            </a:extLst>
          </p:cNvPr>
          <p:cNvSpPr txBox="1"/>
          <p:nvPr/>
        </p:nvSpPr>
        <p:spPr>
          <a:xfrm>
            <a:off x="5609468" y="259004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22</a:t>
            </a:r>
            <a:endParaRPr lang="zh-CN" altLang="en-US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93FCA38-7E12-8BB7-238B-9E97B279F393}"/>
              </a:ext>
            </a:extLst>
          </p:cNvPr>
          <p:cNvCxnSpPr>
            <a:stCxn id="21" idx="2"/>
            <a:endCxn id="19" idx="0"/>
          </p:cNvCxnSpPr>
          <p:nvPr/>
        </p:nvCxnSpPr>
        <p:spPr>
          <a:xfrm flipH="1">
            <a:off x="5465728" y="2959381"/>
            <a:ext cx="357901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78D330F-62D1-12AA-2954-CF6C8DCEE7D7}"/>
              </a:ext>
            </a:extLst>
          </p:cNvPr>
          <p:cNvCxnSpPr>
            <a:stCxn id="21" idx="2"/>
            <a:endCxn id="20" idx="0"/>
          </p:cNvCxnSpPr>
          <p:nvPr/>
        </p:nvCxnSpPr>
        <p:spPr>
          <a:xfrm>
            <a:off x="5823629" y="2959381"/>
            <a:ext cx="360355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C197BB8-17FA-9F1E-6268-422BA03BBAEE}"/>
              </a:ext>
            </a:extLst>
          </p:cNvPr>
          <p:cNvSpPr txBox="1"/>
          <p:nvPr/>
        </p:nvSpPr>
        <p:spPr>
          <a:xfrm>
            <a:off x="6683247" y="3175625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16</a:t>
            </a:r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F665DFB-8B81-2088-DE8D-11709C4F1A07}"/>
              </a:ext>
            </a:extLst>
          </p:cNvPr>
          <p:cNvSpPr txBox="1"/>
          <p:nvPr/>
        </p:nvSpPr>
        <p:spPr>
          <a:xfrm>
            <a:off x="7401503" y="3175625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21</a:t>
            </a:r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2E26891-90C5-22BC-B49A-A2E516ACCB41}"/>
              </a:ext>
            </a:extLst>
          </p:cNvPr>
          <p:cNvSpPr txBox="1"/>
          <p:nvPr/>
        </p:nvSpPr>
        <p:spPr>
          <a:xfrm>
            <a:off x="7041148" y="259004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37</a:t>
            </a:r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4FB5ED1-00D1-1A34-67A7-8A7E68794D10}"/>
              </a:ext>
            </a:extLst>
          </p:cNvPr>
          <p:cNvCxnSpPr>
            <a:stCxn id="26" idx="2"/>
            <a:endCxn id="24" idx="0"/>
          </p:cNvCxnSpPr>
          <p:nvPr/>
        </p:nvCxnSpPr>
        <p:spPr>
          <a:xfrm flipH="1">
            <a:off x="6897408" y="2959381"/>
            <a:ext cx="357901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E0EE0B5-ADF4-B2DA-E0F9-557D1701842E}"/>
              </a:ext>
            </a:extLst>
          </p:cNvPr>
          <p:cNvCxnSpPr>
            <a:stCxn id="26" idx="2"/>
            <a:endCxn id="25" idx="0"/>
          </p:cNvCxnSpPr>
          <p:nvPr/>
        </p:nvCxnSpPr>
        <p:spPr>
          <a:xfrm>
            <a:off x="7255309" y="2959381"/>
            <a:ext cx="360355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96595BB8-9DE2-B9B4-9689-D3987914099B}"/>
              </a:ext>
            </a:extLst>
          </p:cNvPr>
          <p:cNvSpPr txBox="1"/>
          <p:nvPr/>
        </p:nvSpPr>
        <p:spPr>
          <a:xfrm>
            <a:off x="6340307" y="2590049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30</a:t>
            </a:r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53CED2A-3D13-DFAF-82D0-B92E6D740FAD}"/>
              </a:ext>
            </a:extLst>
          </p:cNvPr>
          <p:cNvSpPr txBox="1"/>
          <p:nvPr/>
        </p:nvSpPr>
        <p:spPr>
          <a:xfrm>
            <a:off x="5969823" y="207659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52</a:t>
            </a:r>
            <a:endParaRPr lang="zh-CN" altLang="en-US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688C87C-4B6A-6704-8929-B674E2CA6507}"/>
              </a:ext>
            </a:extLst>
          </p:cNvPr>
          <p:cNvCxnSpPr>
            <a:cxnSpLocks/>
            <a:stCxn id="32" idx="2"/>
            <a:endCxn id="21" idx="0"/>
          </p:cNvCxnSpPr>
          <p:nvPr/>
        </p:nvCxnSpPr>
        <p:spPr>
          <a:xfrm flipH="1">
            <a:off x="5823629" y="2445923"/>
            <a:ext cx="360355" cy="1441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65FE596-BB87-0706-6FDC-86FAE6A3331E}"/>
              </a:ext>
            </a:extLst>
          </p:cNvPr>
          <p:cNvCxnSpPr>
            <a:cxnSpLocks/>
            <a:stCxn id="32" idx="2"/>
            <a:endCxn id="31" idx="0"/>
          </p:cNvCxnSpPr>
          <p:nvPr/>
        </p:nvCxnSpPr>
        <p:spPr>
          <a:xfrm>
            <a:off x="6183984" y="2445923"/>
            <a:ext cx="370484" cy="1441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8711B7C-6BC1-C555-FF27-6176BC518E35}"/>
              </a:ext>
            </a:extLst>
          </p:cNvPr>
          <p:cNvSpPr txBox="1"/>
          <p:nvPr/>
        </p:nvSpPr>
        <p:spPr>
          <a:xfrm>
            <a:off x="8537900" y="3175625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10</a:t>
            </a:r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05EE1F5-C5F9-BBA0-10E7-B10BB503F8E4}"/>
              </a:ext>
            </a:extLst>
          </p:cNvPr>
          <p:cNvSpPr txBox="1"/>
          <p:nvPr/>
        </p:nvSpPr>
        <p:spPr>
          <a:xfrm>
            <a:off x="9256156" y="3175625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12</a:t>
            </a:r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4813B61-81EA-6362-BD8C-839857A8E710}"/>
              </a:ext>
            </a:extLst>
          </p:cNvPr>
          <p:cNvSpPr txBox="1"/>
          <p:nvPr/>
        </p:nvSpPr>
        <p:spPr>
          <a:xfrm>
            <a:off x="8895801" y="259004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22</a:t>
            </a:r>
            <a:endParaRPr lang="zh-CN" altLang="en-US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27601BE-1297-6AB0-A9DE-EF2007C9BE0C}"/>
              </a:ext>
            </a:extLst>
          </p:cNvPr>
          <p:cNvCxnSpPr>
            <a:stCxn id="41" idx="2"/>
            <a:endCxn id="39" idx="0"/>
          </p:cNvCxnSpPr>
          <p:nvPr/>
        </p:nvCxnSpPr>
        <p:spPr>
          <a:xfrm flipH="1">
            <a:off x="8752061" y="2959381"/>
            <a:ext cx="357901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AD9B259-D79F-1555-0C5C-A45EF350CFE1}"/>
              </a:ext>
            </a:extLst>
          </p:cNvPr>
          <p:cNvCxnSpPr>
            <a:stCxn id="41" idx="2"/>
            <a:endCxn id="40" idx="0"/>
          </p:cNvCxnSpPr>
          <p:nvPr/>
        </p:nvCxnSpPr>
        <p:spPr>
          <a:xfrm>
            <a:off x="9109962" y="2959381"/>
            <a:ext cx="360355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6132F273-4399-2567-D089-397293FDE6F3}"/>
              </a:ext>
            </a:extLst>
          </p:cNvPr>
          <p:cNvSpPr txBox="1"/>
          <p:nvPr/>
        </p:nvSpPr>
        <p:spPr>
          <a:xfrm>
            <a:off x="10344896" y="2590049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16</a:t>
            </a:r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D7A5266-0924-4EC1-BB6A-0F70F40AB39A}"/>
              </a:ext>
            </a:extLst>
          </p:cNvPr>
          <p:cNvSpPr txBox="1"/>
          <p:nvPr/>
        </p:nvSpPr>
        <p:spPr>
          <a:xfrm>
            <a:off x="11063152" y="2590049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21</a:t>
            </a:r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4FE39F2-4E86-AF4E-86B4-A7C31D4DFAD5}"/>
              </a:ext>
            </a:extLst>
          </p:cNvPr>
          <p:cNvSpPr txBox="1"/>
          <p:nvPr/>
        </p:nvSpPr>
        <p:spPr>
          <a:xfrm>
            <a:off x="10715380" y="200447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37</a:t>
            </a:r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F2912981-DC75-3921-3639-462640A71DB6}"/>
              </a:ext>
            </a:extLst>
          </p:cNvPr>
          <p:cNvCxnSpPr>
            <a:stCxn id="46" idx="2"/>
            <a:endCxn id="44" idx="0"/>
          </p:cNvCxnSpPr>
          <p:nvPr/>
        </p:nvCxnSpPr>
        <p:spPr>
          <a:xfrm flipH="1">
            <a:off x="10559057" y="2373805"/>
            <a:ext cx="370484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47E79837-F9B1-38DB-F1F8-010F75679AF6}"/>
              </a:ext>
            </a:extLst>
          </p:cNvPr>
          <p:cNvCxnSpPr>
            <a:stCxn id="46" idx="2"/>
            <a:endCxn id="45" idx="0"/>
          </p:cNvCxnSpPr>
          <p:nvPr/>
        </p:nvCxnSpPr>
        <p:spPr>
          <a:xfrm>
            <a:off x="10929541" y="2373805"/>
            <a:ext cx="347772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7F5315E9-D0C3-6606-CD7B-5EB7EA61E1B7}"/>
              </a:ext>
            </a:extLst>
          </p:cNvPr>
          <p:cNvSpPr txBox="1"/>
          <p:nvPr/>
        </p:nvSpPr>
        <p:spPr>
          <a:xfrm>
            <a:off x="9626640" y="2590049"/>
            <a:ext cx="42832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30</a:t>
            </a:r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5415309-1383-D2B5-432A-CD0CF424EE06}"/>
              </a:ext>
            </a:extLst>
          </p:cNvPr>
          <p:cNvSpPr txBox="1"/>
          <p:nvPr/>
        </p:nvSpPr>
        <p:spPr>
          <a:xfrm>
            <a:off x="9256156" y="200447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52</a:t>
            </a:r>
            <a:endParaRPr lang="zh-CN" altLang="en-US"/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ED3CB60-F38C-7ABD-50EE-8FF9C5DBD403}"/>
              </a:ext>
            </a:extLst>
          </p:cNvPr>
          <p:cNvCxnSpPr>
            <a:cxnSpLocks/>
            <a:stCxn id="50" idx="2"/>
            <a:endCxn id="41" idx="0"/>
          </p:cNvCxnSpPr>
          <p:nvPr/>
        </p:nvCxnSpPr>
        <p:spPr>
          <a:xfrm flipH="1">
            <a:off x="9109962" y="2373805"/>
            <a:ext cx="360355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BD9F90D5-5B97-3348-D17B-EEB1DC370668}"/>
              </a:ext>
            </a:extLst>
          </p:cNvPr>
          <p:cNvCxnSpPr>
            <a:cxnSpLocks/>
            <a:stCxn id="50" idx="2"/>
            <a:endCxn id="49" idx="0"/>
          </p:cNvCxnSpPr>
          <p:nvPr/>
        </p:nvCxnSpPr>
        <p:spPr>
          <a:xfrm>
            <a:off x="9470317" y="2373805"/>
            <a:ext cx="370484" cy="21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58BFC519-7BF4-C03F-AA0D-E6002D3FA822}"/>
              </a:ext>
            </a:extLst>
          </p:cNvPr>
          <p:cNvSpPr txBox="1"/>
          <p:nvPr/>
        </p:nvSpPr>
        <p:spPr>
          <a:xfrm>
            <a:off x="10004346" y="134232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89</a:t>
            </a:r>
            <a:endParaRPr lang="zh-CN" altLang="en-US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AA89AA-551C-FF43-CD8C-B353E304E6B7}"/>
              </a:ext>
            </a:extLst>
          </p:cNvPr>
          <p:cNvCxnSpPr>
            <a:cxnSpLocks/>
            <a:stCxn id="57" idx="2"/>
            <a:endCxn id="50" idx="0"/>
          </p:cNvCxnSpPr>
          <p:nvPr/>
        </p:nvCxnSpPr>
        <p:spPr>
          <a:xfrm flipH="1">
            <a:off x="9470317" y="1711653"/>
            <a:ext cx="748190" cy="2928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21AAD2F1-DEE7-335A-9DDC-61B11B96CF61}"/>
              </a:ext>
            </a:extLst>
          </p:cNvPr>
          <p:cNvCxnSpPr>
            <a:cxnSpLocks/>
            <a:stCxn id="57" idx="2"/>
            <a:endCxn id="46" idx="0"/>
          </p:cNvCxnSpPr>
          <p:nvPr/>
        </p:nvCxnSpPr>
        <p:spPr>
          <a:xfrm>
            <a:off x="10218507" y="1711653"/>
            <a:ext cx="711034" cy="2928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B904915B-E799-F30F-CDC8-D20D0F239DF3}"/>
              </a:ext>
            </a:extLst>
          </p:cNvPr>
          <p:cNvSpPr txBox="1"/>
          <p:nvPr/>
        </p:nvSpPr>
        <p:spPr>
          <a:xfrm>
            <a:off x="769151" y="36823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第一步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4644F0E-FFB9-81DF-DC9A-ACA8EE79ED7D}"/>
              </a:ext>
            </a:extLst>
          </p:cNvPr>
          <p:cNvSpPr txBox="1"/>
          <p:nvPr/>
        </p:nvSpPr>
        <p:spPr>
          <a:xfrm>
            <a:off x="3129320" y="36823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第二步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15792F4-FAAF-7C37-1C1E-83F0018EB5BF}"/>
              </a:ext>
            </a:extLst>
          </p:cNvPr>
          <p:cNvSpPr txBox="1"/>
          <p:nvPr/>
        </p:nvSpPr>
        <p:spPr>
          <a:xfrm>
            <a:off x="6037790" y="36823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第三步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452EDA7-40B8-936B-D84A-2FBA9DA0E09D}"/>
              </a:ext>
            </a:extLst>
          </p:cNvPr>
          <p:cNvSpPr txBox="1"/>
          <p:nvPr/>
        </p:nvSpPr>
        <p:spPr>
          <a:xfrm>
            <a:off x="9773513" y="36823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第四步</a:t>
            </a:r>
          </a:p>
        </p:txBody>
      </p:sp>
    </p:spTree>
    <p:extLst>
      <p:ext uri="{BB962C8B-B14F-4D97-AF65-F5344CB8AC3E}">
        <p14:creationId xmlns:p14="http://schemas.microsoft.com/office/powerpoint/2010/main" val="3734170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5421-FFE0-2669-E332-E67D92C8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1DF5570F-6E78-0F9E-C3B6-4F485FE07D45}"/>
              </a:ext>
            </a:extLst>
          </p:cNvPr>
          <p:cNvSpPr/>
          <p:nvPr/>
        </p:nvSpPr>
        <p:spPr>
          <a:xfrm>
            <a:off x="2471415" y="103902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E6F37E8-07FD-EF24-7C22-DCD15B26B447}"/>
              </a:ext>
            </a:extLst>
          </p:cNvPr>
          <p:cNvSpPr/>
          <p:nvPr/>
        </p:nvSpPr>
        <p:spPr>
          <a:xfrm>
            <a:off x="4590019" y="78677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5D5FBA7-EEFE-BCF0-C0C5-207F788EF8BE}"/>
              </a:ext>
            </a:extLst>
          </p:cNvPr>
          <p:cNvSpPr/>
          <p:nvPr/>
        </p:nvSpPr>
        <p:spPr>
          <a:xfrm>
            <a:off x="4165852" y="122073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7C971A5-3758-72BC-26EF-172651002519}"/>
              </a:ext>
            </a:extLst>
          </p:cNvPr>
          <p:cNvSpPr/>
          <p:nvPr/>
        </p:nvSpPr>
        <p:spPr>
          <a:xfrm>
            <a:off x="5009682" y="121995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D2C9834-CC77-67FF-CFBA-03D5558D1C68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4450365" y="1071285"/>
            <a:ext cx="188469" cy="1982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8321D9E-9A92-3ED4-9548-CFFA0839DD97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4874532" y="1071285"/>
            <a:ext cx="183965" cy="1974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DD87EE21-AC87-13AB-D709-EF0411F8981B}"/>
              </a:ext>
            </a:extLst>
          </p:cNvPr>
          <p:cNvSpPr/>
          <p:nvPr/>
        </p:nvSpPr>
        <p:spPr>
          <a:xfrm>
            <a:off x="7457859" y="51913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736EAC9-CA80-C9E8-C628-2D7921C8F214}"/>
              </a:ext>
            </a:extLst>
          </p:cNvPr>
          <p:cNvSpPr/>
          <p:nvPr/>
        </p:nvSpPr>
        <p:spPr>
          <a:xfrm>
            <a:off x="7038196" y="9966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4ACB5C-4BDD-0FA7-CB65-D216EBA03BFE}"/>
              </a:ext>
            </a:extLst>
          </p:cNvPr>
          <p:cNvSpPr/>
          <p:nvPr/>
        </p:nvSpPr>
        <p:spPr>
          <a:xfrm>
            <a:off x="6614029" y="143056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792FC56-F9C0-E0FF-57FA-63E6DC9F0935}"/>
              </a:ext>
            </a:extLst>
          </p:cNvPr>
          <p:cNvSpPr/>
          <p:nvPr/>
        </p:nvSpPr>
        <p:spPr>
          <a:xfrm>
            <a:off x="7457859" y="14297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6</a:t>
            </a:r>
            <a:endParaRPr lang="zh-CN" altLang="en-US" sz="160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70BC307-17A6-66EF-4754-16B5392E7791}"/>
              </a:ext>
            </a:extLst>
          </p:cNvPr>
          <p:cNvCxnSpPr>
            <a:stCxn id="11" idx="3"/>
            <a:endCxn id="12" idx="7"/>
          </p:cNvCxnSpPr>
          <p:nvPr/>
        </p:nvCxnSpPr>
        <p:spPr>
          <a:xfrm flipH="1">
            <a:off x="7322709" y="803649"/>
            <a:ext cx="183965" cy="2417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64551B9-5103-3CCD-9C25-5259FC91687C}"/>
              </a:ext>
            </a:extLst>
          </p:cNvPr>
          <p:cNvCxnSpPr>
            <a:cxnSpLocks/>
            <a:stCxn id="12" idx="3"/>
            <a:endCxn id="13" idx="7"/>
          </p:cNvCxnSpPr>
          <p:nvPr/>
        </p:nvCxnSpPr>
        <p:spPr>
          <a:xfrm flipH="1">
            <a:off x="6898542" y="1281117"/>
            <a:ext cx="188469" cy="1982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A0DDCF8-8982-F3A2-A7EC-4DFABBDF30F7}"/>
              </a:ext>
            </a:extLst>
          </p:cNvPr>
          <p:cNvCxnSpPr>
            <a:stCxn id="12" idx="5"/>
            <a:endCxn id="14" idx="1"/>
          </p:cNvCxnSpPr>
          <p:nvPr/>
        </p:nvCxnSpPr>
        <p:spPr>
          <a:xfrm>
            <a:off x="7322709" y="1281117"/>
            <a:ext cx="183965" cy="1974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4D50F19B-2241-C7F1-79B2-0BFCE8EB06B4}"/>
              </a:ext>
            </a:extLst>
          </p:cNvPr>
          <p:cNvSpPr/>
          <p:nvPr/>
        </p:nvSpPr>
        <p:spPr>
          <a:xfrm>
            <a:off x="3555886" y="234042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DED3936-6525-9DA1-36D3-E9870F3F4285}"/>
              </a:ext>
            </a:extLst>
          </p:cNvPr>
          <p:cNvSpPr/>
          <p:nvPr/>
        </p:nvSpPr>
        <p:spPr>
          <a:xfrm>
            <a:off x="3136223" y="281789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EB52F62-D2CB-56AF-2B09-01D29DF14249}"/>
              </a:ext>
            </a:extLst>
          </p:cNvPr>
          <p:cNvSpPr/>
          <p:nvPr/>
        </p:nvSpPr>
        <p:spPr>
          <a:xfrm>
            <a:off x="2712056" y="325185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3E2BD22-6EE2-CBA5-8EED-E7AB58FE1FEE}"/>
              </a:ext>
            </a:extLst>
          </p:cNvPr>
          <p:cNvSpPr/>
          <p:nvPr/>
        </p:nvSpPr>
        <p:spPr>
          <a:xfrm>
            <a:off x="3555886" y="325107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48235D9-D1F3-CA19-22D7-0885B062A075}"/>
              </a:ext>
            </a:extLst>
          </p:cNvPr>
          <p:cNvCxnSpPr>
            <a:stCxn id="19" idx="3"/>
            <a:endCxn id="20" idx="7"/>
          </p:cNvCxnSpPr>
          <p:nvPr/>
        </p:nvCxnSpPr>
        <p:spPr>
          <a:xfrm flipH="1">
            <a:off x="3420736" y="2624941"/>
            <a:ext cx="183965" cy="2417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4D9293E-9563-5AAC-AC43-A4361316D9C4}"/>
              </a:ext>
            </a:extLst>
          </p:cNvPr>
          <p:cNvCxnSpPr>
            <a:cxnSpLocks/>
            <a:stCxn id="20" idx="3"/>
            <a:endCxn id="21" idx="7"/>
          </p:cNvCxnSpPr>
          <p:nvPr/>
        </p:nvCxnSpPr>
        <p:spPr>
          <a:xfrm flipH="1">
            <a:off x="2996569" y="3102409"/>
            <a:ext cx="188469" cy="1982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39EF1BF-3C89-C201-B6FD-E094CBD2E44D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420736" y="3102409"/>
            <a:ext cx="183965" cy="1974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5D4E2A25-13F4-56A5-6DB2-8056EB0B6E78}"/>
              </a:ext>
            </a:extLst>
          </p:cNvPr>
          <p:cNvSpPr/>
          <p:nvPr/>
        </p:nvSpPr>
        <p:spPr>
          <a:xfrm>
            <a:off x="2301026" y="371127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F0BCEC5-7DAA-A161-D047-15039C16C67F}"/>
              </a:ext>
            </a:extLst>
          </p:cNvPr>
          <p:cNvCxnSpPr>
            <a:cxnSpLocks/>
            <a:endCxn id="27" idx="7"/>
          </p:cNvCxnSpPr>
          <p:nvPr/>
        </p:nvCxnSpPr>
        <p:spPr>
          <a:xfrm flipH="1">
            <a:off x="2585539" y="3561824"/>
            <a:ext cx="188469" cy="1982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82D53D2F-7B7F-485D-6AEF-C50F1ABD8F7F}"/>
              </a:ext>
            </a:extLst>
          </p:cNvPr>
          <p:cNvSpPr/>
          <p:nvPr/>
        </p:nvSpPr>
        <p:spPr>
          <a:xfrm>
            <a:off x="3975552" y="281789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263EBDE-7A58-A195-6369-2233B15978A5}"/>
              </a:ext>
            </a:extLst>
          </p:cNvPr>
          <p:cNvCxnSpPr>
            <a:cxnSpLocks/>
            <a:stCxn id="19" idx="5"/>
            <a:endCxn id="29" idx="1"/>
          </p:cNvCxnSpPr>
          <p:nvPr/>
        </p:nvCxnSpPr>
        <p:spPr>
          <a:xfrm>
            <a:off x="3840399" y="2624941"/>
            <a:ext cx="183968" cy="2417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273F75A0-6822-0047-4002-D031872E0F7D}"/>
              </a:ext>
            </a:extLst>
          </p:cNvPr>
          <p:cNvSpPr/>
          <p:nvPr/>
        </p:nvSpPr>
        <p:spPr>
          <a:xfrm>
            <a:off x="6989381" y="23459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F8946E8E-8BAC-2395-2BAC-C43423C7A560}"/>
              </a:ext>
            </a:extLst>
          </p:cNvPr>
          <p:cNvSpPr/>
          <p:nvPr/>
        </p:nvSpPr>
        <p:spPr>
          <a:xfrm>
            <a:off x="6067849" y="276908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F15DE30-5EEF-4A8C-49A0-5F74BB3BA063}"/>
              </a:ext>
            </a:extLst>
          </p:cNvPr>
          <p:cNvSpPr/>
          <p:nvPr/>
        </p:nvSpPr>
        <p:spPr>
          <a:xfrm>
            <a:off x="5614781" y="323903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9ED805A9-F665-C8CF-099A-C4DFC50E2518}"/>
              </a:ext>
            </a:extLst>
          </p:cNvPr>
          <p:cNvSpPr/>
          <p:nvPr/>
        </p:nvSpPr>
        <p:spPr>
          <a:xfrm>
            <a:off x="6479632" y="322926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8D6F85D-5777-5B8E-6B19-0C77E5B8CCCB}"/>
              </a:ext>
            </a:extLst>
          </p:cNvPr>
          <p:cNvCxnSpPr>
            <a:stCxn id="32" idx="3"/>
            <a:endCxn id="33" idx="7"/>
          </p:cNvCxnSpPr>
          <p:nvPr/>
        </p:nvCxnSpPr>
        <p:spPr>
          <a:xfrm flipH="1">
            <a:off x="6352362" y="2630476"/>
            <a:ext cx="685834" cy="1874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55D123F-8FDD-1361-4D96-B7553697AA07}"/>
              </a:ext>
            </a:extLst>
          </p:cNvPr>
          <p:cNvCxnSpPr>
            <a:cxnSpLocks/>
            <a:stCxn id="33" idx="3"/>
            <a:endCxn id="34" idx="7"/>
          </p:cNvCxnSpPr>
          <p:nvPr/>
        </p:nvCxnSpPr>
        <p:spPr>
          <a:xfrm flipH="1">
            <a:off x="5899294" y="3053594"/>
            <a:ext cx="217370" cy="234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1A927CF-73FE-F39F-7C84-F396646D2CAB}"/>
              </a:ext>
            </a:extLst>
          </p:cNvPr>
          <p:cNvCxnSpPr>
            <a:stCxn id="33" idx="5"/>
            <a:endCxn id="35" idx="1"/>
          </p:cNvCxnSpPr>
          <p:nvPr/>
        </p:nvCxnSpPr>
        <p:spPr>
          <a:xfrm>
            <a:off x="6352362" y="3053594"/>
            <a:ext cx="176085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3395138B-B64B-B02F-175E-FA856F85EEBF}"/>
              </a:ext>
            </a:extLst>
          </p:cNvPr>
          <p:cNvSpPr/>
          <p:nvPr/>
        </p:nvSpPr>
        <p:spPr>
          <a:xfrm>
            <a:off x="5362663" y="372849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CFD40A5-43A3-525E-1244-17C99220220E}"/>
              </a:ext>
            </a:extLst>
          </p:cNvPr>
          <p:cNvCxnSpPr>
            <a:cxnSpLocks/>
            <a:stCxn id="34" idx="3"/>
            <a:endCxn id="39" idx="0"/>
          </p:cNvCxnSpPr>
          <p:nvPr/>
        </p:nvCxnSpPr>
        <p:spPr>
          <a:xfrm flipH="1">
            <a:off x="5529327" y="3523552"/>
            <a:ext cx="134269" cy="204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22C72FD3-3743-629E-8784-8948BB34A3F5}"/>
              </a:ext>
            </a:extLst>
          </p:cNvPr>
          <p:cNvSpPr/>
          <p:nvPr/>
        </p:nvSpPr>
        <p:spPr>
          <a:xfrm>
            <a:off x="7849746" y="272512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43BE2FCA-DE0A-5F26-700E-193C62C01E94}"/>
              </a:ext>
            </a:extLst>
          </p:cNvPr>
          <p:cNvCxnSpPr>
            <a:cxnSpLocks/>
            <a:stCxn id="32" idx="5"/>
            <a:endCxn id="41" idx="1"/>
          </p:cNvCxnSpPr>
          <p:nvPr/>
        </p:nvCxnSpPr>
        <p:spPr>
          <a:xfrm>
            <a:off x="7273894" y="2630476"/>
            <a:ext cx="624667" cy="1434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椭圆 65">
            <a:extLst>
              <a:ext uri="{FF2B5EF4-FFF2-40B4-BE49-F238E27FC236}">
                <a16:creationId xmlns:a16="http://schemas.microsoft.com/office/drawing/2014/main" id="{173AD748-8F93-1616-4874-4BF732BD7DCA}"/>
              </a:ext>
            </a:extLst>
          </p:cNvPr>
          <p:cNvSpPr/>
          <p:nvPr/>
        </p:nvSpPr>
        <p:spPr>
          <a:xfrm>
            <a:off x="5835645" y="372472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1C288E3E-CD32-A0F8-E884-07F2FBA60CC9}"/>
              </a:ext>
            </a:extLst>
          </p:cNvPr>
          <p:cNvSpPr/>
          <p:nvPr/>
        </p:nvSpPr>
        <p:spPr>
          <a:xfrm>
            <a:off x="6273740" y="372472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0B5038BB-264B-5594-04C2-D205F786F031}"/>
              </a:ext>
            </a:extLst>
          </p:cNvPr>
          <p:cNvSpPr/>
          <p:nvPr/>
        </p:nvSpPr>
        <p:spPr>
          <a:xfrm>
            <a:off x="6719510" y="373825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5F04A273-23A1-4ACF-850A-AAF6272928D0}"/>
              </a:ext>
            </a:extLst>
          </p:cNvPr>
          <p:cNvSpPr/>
          <p:nvPr/>
        </p:nvSpPr>
        <p:spPr>
          <a:xfrm>
            <a:off x="7456715" y="323903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EC26D702-B2E4-CEF0-6690-89C4F1B1FF68}"/>
              </a:ext>
            </a:extLst>
          </p:cNvPr>
          <p:cNvSpPr/>
          <p:nvPr/>
        </p:nvSpPr>
        <p:spPr>
          <a:xfrm>
            <a:off x="8394639" y="322492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4801D191-6CAA-8C8B-28BE-EAF83C060E66}"/>
              </a:ext>
            </a:extLst>
          </p:cNvPr>
          <p:cNvSpPr/>
          <p:nvPr/>
        </p:nvSpPr>
        <p:spPr>
          <a:xfrm>
            <a:off x="7220777" y="372472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1A730CC0-BC0B-58C0-BB6A-2BCF8F45A23F}"/>
              </a:ext>
            </a:extLst>
          </p:cNvPr>
          <p:cNvSpPr/>
          <p:nvPr/>
        </p:nvSpPr>
        <p:spPr>
          <a:xfrm>
            <a:off x="7666547" y="372472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EF9403D5-3801-C1E3-269F-FB3E04A3DD52}"/>
              </a:ext>
            </a:extLst>
          </p:cNvPr>
          <p:cNvSpPr/>
          <p:nvPr/>
        </p:nvSpPr>
        <p:spPr>
          <a:xfrm>
            <a:off x="8112317" y="372472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F935243D-D3F9-AD0D-BF2D-2F625389CD78}"/>
              </a:ext>
            </a:extLst>
          </p:cNvPr>
          <p:cNvSpPr/>
          <p:nvPr/>
        </p:nvSpPr>
        <p:spPr>
          <a:xfrm>
            <a:off x="8636054" y="372472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482EDD02-40D5-8BB9-C901-7F83822D0DD5}"/>
              </a:ext>
            </a:extLst>
          </p:cNvPr>
          <p:cNvCxnSpPr>
            <a:cxnSpLocks/>
            <a:stCxn id="34" idx="5"/>
            <a:endCxn id="66" idx="0"/>
          </p:cNvCxnSpPr>
          <p:nvPr/>
        </p:nvCxnSpPr>
        <p:spPr>
          <a:xfrm>
            <a:off x="5899294" y="3523552"/>
            <a:ext cx="103015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62A43086-7166-32F4-1F07-CE2D1BCA4BFD}"/>
              </a:ext>
            </a:extLst>
          </p:cNvPr>
          <p:cNvCxnSpPr>
            <a:cxnSpLocks/>
            <a:stCxn id="35" idx="3"/>
            <a:endCxn id="68" idx="0"/>
          </p:cNvCxnSpPr>
          <p:nvPr/>
        </p:nvCxnSpPr>
        <p:spPr>
          <a:xfrm flipH="1">
            <a:off x="6440404" y="3513775"/>
            <a:ext cx="88043" cy="2109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11282A5-3A39-D37B-9988-05ACAE3AC0EE}"/>
              </a:ext>
            </a:extLst>
          </p:cNvPr>
          <p:cNvCxnSpPr>
            <a:cxnSpLocks/>
            <a:stCxn id="35" idx="5"/>
            <a:endCxn id="71" idx="0"/>
          </p:cNvCxnSpPr>
          <p:nvPr/>
        </p:nvCxnSpPr>
        <p:spPr>
          <a:xfrm>
            <a:off x="6764145" y="3513775"/>
            <a:ext cx="122029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324AE0CC-3634-6ECC-3D1F-8D79E03A0CDC}"/>
              </a:ext>
            </a:extLst>
          </p:cNvPr>
          <p:cNvCxnSpPr>
            <a:cxnSpLocks/>
            <a:stCxn id="73" idx="3"/>
            <a:endCxn id="77" idx="0"/>
          </p:cNvCxnSpPr>
          <p:nvPr/>
        </p:nvCxnSpPr>
        <p:spPr>
          <a:xfrm flipH="1">
            <a:off x="7387441" y="3523552"/>
            <a:ext cx="118089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DFAEC97A-0DC0-4858-B523-B53352629BC6}"/>
              </a:ext>
            </a:extLst>
          </p:cNvPr>
          <p:cNvCxnSpPr>
            <a:cxnSpLocks/>
            <a:stCxn id="73" idx="5"/>
            <a:endCxn id="79" idx="0"/>
          </p:cNvCxnSpPr>
          <p:nvPr/>
        </p:nvCxnSpPr>
        <p:spPr>
          <a:xfrm>
            <a:off x="7741228" y="3523552"/>
            <a:ext cx="91983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BFEC1031-2847-5218-DF56-0E3EF6CA532D}"/>
              </a:ext>
            </a:extLst>
          </p:cNvPr>
          <p:cNvCxnSpPr>
            <a:cxnSpLocks/>
            <a:stCxn id="41" idx="3"/>
            <a:endCxn id="73" idx="0"/>
          </p:cNvCxnSpPr>
          <p:nvPr/>
        </p:nvCxnSpPr>
        <p:spPr>
          <a:xfrm flipH="1">
            <a:off x="7623379" y="3009637"/>
            <a:ext cx="275182" cy="229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13FE5490-195F-6633-F71A-4136F1CBB586}"/>
              </a:ext>
            </a:extLst>
          </p:cNvPr>
          <p:cNvCxnSpPr>
            <a:cxnSpLocks/>
            <a:stCxn id="41" idx="5"/>
            <a:endCxn id="75" idx="1"/>
          </p:cNvCxnSpPr>
          <p:nvPr/>
        </p:nvCxnSpPr>
        <p:spPr>
          <a:xfrm>
            <a:off x="8134259" y="3009637"/>
            <a:ext cx="309195" cy="264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76EB09B6-11BD-F302-3B94-88D4C10C4554}"/>
              </a:ext>
            </a:extLst>
          </p:cNvPr>
          <p:cNvCxnSpPr>
            <a:cxnSpLocks/>
            <a:stCxn id="75" idx="3"/>
            <a:endCxn id="81" idx="0"/>
          </p:cNvCxnSpPr>
          <p:nvPr/>
        </p:nvCxnSpPr>
        <p:spPr>
          <a:xfrm flipH="1">
            <a:off x="8278981" y="3509439"/>
            <a:ext cx="164473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155EAE7A-D8D1-8DB0-47C1-08DE19CBF4D1}"/>
              </a:ext>
            </a:extLst>
          </p:cNvPr>
          <p:cNvCxnSpPr>
            <a:cxnSpLocks/>
            <a:stCxn id="75" idx="5"/>
            <a:endCxn id="83" idx="0"/>
          </p:cNvCxnSpPr>
          <p:nvPr/>
        </p:nvCxnSpPr>
        <p:spPr>
          <a:xfrm>
            <a:off x="8679152" y="3509439"/>
            <a:ext cx="123566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7D3CC62F-B531-FFFF-D8C9-714FFE1A94C0}"/>
              </a:ext>
            </a:extLst>
          </p:cNvPr>
          <p:cNvSpPr txBox="1"/>
          <p:nvPr/>
        </p:nvSpPr>
        <p:spPr>
          <a:xfrm>
            <a:off x="4970681" y="121995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12</a:t>
            </a:r>
            <a:endParaRPr lang="zh-CN" altLang="en-US" sz="160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1D90897C-99B5-7E08-E78A-AB0FF67940A3}"/>
              </a:ext>
            </a:extLst>
          </p:cNvPr>
          <p:cNvSpPr txBox="1"/>
          <p:nvPr/>
        </p:nvSpPr>
        <p:spPr>
          <a:xfrm>
            <a:off x="6956311" y="234518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12</a:t>
            </a:r>
            <a:endParaRPr lang="zh-CN" altLang="en-US" sz="160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E956EAA3-78CE-A033-0D6B-D88B699862EC}"/>
              </a:ext>
            </a:extLst>
          </p:cNvPr>
          <p:cNvSpPr txBox="1"/>
          <p:nvPr/>
        </p:nvSpPr>
        <p:spPr>
          <a:xfrm>
            <a:off x="6681749" y="372472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11</a:t>
            </a:r>
            <a:endParaRPr lang="zh-CN" altLang="en-US" sz="160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D534CEEE-E435-3AC0-6934-8A36BB1F5C99}"/>
              </a:ext>
            </a:extLst>
          </p:cNvPr>
          <p:cNvSpPr txBox="1"/>
          <p:nvPr/>
        </p:nvSpPr>
        <p:spPr>
          <a:xfrm>
            <a:off x="7800141" y="271230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19</a:t>
            </a:r>
            <a:endParaRPr lang="zh-CN" altLang="en-US" sz="160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9947F863-159F-1FCF-B7F3-7D3EFAAB7F9F}"/>
              </a:ext>
            </a:extLst>
          </p:cNvPr>
          <p:cNvSpPr txBox="1"/>
          <p:nvPr/>
        </p:nvSpPr>
        <p:spPr>
          <a:xfrm>
            <a:off x="7411304" y="322926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15</a:t>
            </a:r>
            <a:endParaRPr lang="zh-CN" altLang="en-US" sz="160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B1FE8909-C6F5-5416-85D6-ED26726B53C7}"/>
              </a:ext>
            </a:extLst>
          </p:cNvPr>
          <p:cNvSpPr txBox="1"/>
          <p:nvPr/>
        </p:nvSpPr>
        <p:spPr>
          <a:xfrm>
            <a:off x="7630587" y="372849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17</a:t>
            </a:r>
            <a:endParaRPr lang="zh-CN" altLang="en-US" sz="160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9A3BF543-2E1E-EB8D-FA26-B65E6B002220}"/>
              </a:ext>
            </a:extLst>
          </p:cNvPr>
          <p:cNvSpPr txBox="1"/>
          <p:nvPr/>
        </p:nvSpPr>
        <p:spPr>
          <a:xfrm>
            <a:off x="7193358" y="372849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AA1F59A3-7961-9ABF-C702-2679C06B2069}"/>
              </a:ext>
            </a:extLst>
          </p:cNvPr>
          <p:cNvSpPr txBox="1"/>
          <p:nvPr/>
        </p:nvSpPr>
        <p:spPr>
          <a:xfrm>
            <a:off x="8367067" y="321708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22</a:t>
            </a:r>
            <a:endParaRPr lang="zh-CN" altLang="en-US" sz="160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BD76FFD2-C54C-BC3F-EF59-FD8AE9507905}"/>
              </a:ext>
            </a:extLst>
          </p:cNvPr>
          <p:cNvSpPr txBox="1"/>
          <p:nvPr/>
        </p:nvSpPr>
        <p:spPr>
          <a:xfrm>
            <a:off x="8078806" y="371950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115C6174-0E4E-79D2-2475-AA6DBDD8E8CA}"/>
              </a:ext>
            </a:extLst>
          </p:cNvPr>
          <p:cNvSpPr txBox="1"/>
          <p:nvPr/>
        </p:nvSpPr>
        <p:spPr>
          <a:xfrm>
            <a:off x="8602984" y="372471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25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685904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60A4E-EEDA-2640-3033-49BD7ED45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5A19B2E-6A90-C337-7E4E-FC92432FAC2A}"/>
              </a:ext>
            </a:extLst>
          </p:cNvPr>
          <p:cNvSpPr/>
          <p:nvPr/>
        </p:nvSpPr>
        <p:spPr>
          <a:xfrm>
            <a:off x="4993917" y="79193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5D4D7E9-A35B-E2A7-38DE-A24AF8112637}"/>
              </a:ext>
            </a:extLst>
          </p:cNvPr>
          <p:cNvSpPr/>
          <p:nvPr/>
        </p:nvSpPr>
        <p:spPr>
          <a:xfrm>
            <a:off x="4072385" y="121505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2A83C2F-D8A3-EF23-B0DF-5183316201E4}"/>
              </a:ext>
            </a:extLst>
          </p:cNvPr>
          <p:cNvSpPr/>
          <p:nvPr/>
        </p:nvSpPr>
        <p:spPr>
          <a:xfrm>
            <a:off x="3619317" y="168500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7827257-81B7-57DE-C2E1-04E18B832A8B}"/>
              </a:ext>
            </a:extLst>
          </p:cNvPr>
          <p:cNvSpPr/>
          <p:nvPr/>
        </p:nvSpPr>
        <p:spPr>
          <a:xfrm>
            <a:off x="4484168" y="167523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CCF26BC-186B-F13B-CD48-FFB6D080D2F8}"/>
              </a:ext>
            </a:extLst>
          </p:cNvPr>
          <p:cNvCxnSpPr>
            <a:stCxn id="2" idx="3"/>
            <a:endCxn id="3" idx="7"/>
          </p:cNvCxnSpPr>
          <p:nvPr/>
        </p:nvCxnSpPr>
        <p:spPr>
          <a:xfrm flipH="1">
            <a:off x="4356898" y="1076446"/>
            <a:ext cx="685834" cy="1874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0061A6D-26D3-3D2E-79D3-3D8949061AA8}"/>
              </a:ext>
            </a:extLst>
          </p:cNvPr>
          <p:cNvCxnSpPr>
            <a:cxnSpLocks/>
            <a:stCxn id="3" idx="3"/>
            <a:endCxn id="4" idx="7"/>
          </p:cNvCxnSpPr>
          <p:nvPr/>
        </p:nvCxnSpPr>
        <p:spPr>
          <a:xfrm flipH="1">
            <a:off x="3903830" y="1499564"/>
            <a:ext cx="217370" cy="234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261F8C7-9895-5B2A-3C6A-72FFD63C3625}"/>
              </a:ext>
            </a:extLst>
          </p:cNvPr>
          <p:cNvCxnSpPr>
            <a:stCxn id="3" idx="5"/>
            <a:endCxn id="5" idx="1"/>
          </p:cNvCxnSpPr>
          <p:nvPr/>
        </p:nvCxnSpPr>
        <p:spPr>
          <a:xfrm>
            <a:off x="4356898" y="1499564"/>
            <a:ext cx="176085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62A1CB47-2BB0-7B0A-2016-70FE6A69C1FF}"/>
              </a:ext>
            </a:extLst>
          </p:cNvPr>
          <p:cNvSpPr/>
          <p:nvPr/>
        </p:nvSpPr>
        <p:spPr>
          <a:xfrm>
            <a:off x="3367199" y="21744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AA2E274-AE7C-71BC-0828-70A3C6AEE1AA}"/>
              </a:ext>
            </a:extLst>
          </p:cNvPr>
          <p:cNvCxnSpPr>
            <a:cxnSpLocks/>
            <a:stCxn id="4" idx="3"/>
            <a:endCxn id="9" idx="0"/>
          </p:cNvCxnSpPr>
          <p:nvPr/>
        </p:nvCxnSpPr>
        <p:spPr>
          <a:xfrm flipH="1">
            <a:off x="3533863" y="1969522"/>
            <a:ext cx="134269" cy="204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09CAC0EF-E4D8-328E-76F3-51635285008A}"/>
              </a:ext>
            </a:extLst>
          </p:cNvPr>
          <p:cNvSpPr/>
          <p:nvPr/>
        </p:nvSpPr>
        <p:spPr>
          <a:xfrm>
            <a:off x="5854282" y="11710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F0B7052-9C5C-4120-6E5D-26CB450A7046}"/>
              </a:ext>
            </a:extLst>
          </p:cNvPr>
          <p:cNvCxnSpPr>
            <a:cxnSpLocks/>
            <a:stCxn id="2" idx="5"/>
            <a:endCxn id="11" idx="1"/>
          </p:cNvCxnSpPr>
          <p:nvPr/>
        </p:nvCxnSpPr>
        <p:spPr>
          <a:xfrm>
            <a:off x="5278430" y="1076446"/>
            <a:ext cx="624667" cy="1434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E5C8A91E-2096-7931-A2C2-3DA25CD87070}"/>
              </a:ext>
            </a:extLst>
          </p:cNvPr>
          <p:cNvSpPr/>
          <p:nvPr/>
        </p:nvSpPr>
        <p:spPr>
          <a:xfrm>
            <a:off x="3840181" y="21706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6831412-CDE0-A8A8-5EE0-BAD3AFDCCCC1}"/>
              </a:ext>
            </a:extLst>
          </p:cNvPr>
          <p:cNvSpPr/>
          <p:nvPr/>
        </p:nvSpPr>
        <p:spPr>
          <a:xfrm>
            <a:off x="4278276" y="21706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E128898-E7A6-4CFC-668B-1C749DDCAEF1}"/>
              </a:ext>
            </a:extLst>
          </p:cNvPr>
          <p:cNvSpPr/>
          <p:nvPr/>
        </p:nvSpPr>
        <p:spPr>
          <a:xfrm>
            <a:off x="4724046" y="218422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E622407-9FA6-26E7-CF6B-BA075C7B4BBF}"/>
              </a:ext>
            </a:extLst>
          </p:cNvPr>
          <p:cNvSpPr/>
          <p:nvPr/>
        </p:nvSpPr>
        <p:spPr>
          <a:xfrm>
            <a:off x="5461251" y="168500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55DFFA0-3592-F61F-2BE1-354CF27DFEF9}"/>
              </a:ext>
            </a:extLst>
          </p:cNvPr>
          <p:cNvSpPr/>
          <p:nvPr/>
        </p:nvSpPr>
        <p:spPr>
          <a:xfrm>
            <a:off x="6399175" y="167089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0AE2664-83BF-3EFD-837E-F88EFA2C40FC}"/>
              </a:ext>
            </a:extLst>
          </p:cNvPr>
          <p:cNvSpPr/>
          <p:nvPr/>
        </p:nvSpPr>
        <p:spPr>
          <a:xfrm>
            <a:off x="5225313" y="21706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0C7687A-A396-E619-1839-4474EA87091B}"/>
              </a:ext>
            </a:extLst>
          </p:cNvPr>
          <p:cNvSpPr/>
          <p:nvPr/>
        </p:nvSpPr>
        <p:spPr>
          <a:xfrm>
            <a:off x="5671083" y="21706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44E757D-4BDD-3CFE-2A84-19CA07440897}"/>
              </a:ext>
            </a:extLst>
          </p:cNvPr>
          <p:cNvSpPr/>
          <p:nvPr/>
        </p:nvSpPr>
        <p:spPr>
          <a:xfrm>
            <a:off x="6116853" y="21706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4695863-FD40-3583-97CE-218F648B3A7A}"/>
              </a:ext>
            </a:extLst>
          </p:cNvPr>
          <p:cNvSpPr/>
          <p:nvPr/>
        </p:nvSpPr>
        <p:spPr>
          <a:xfrm>
            <a:off x="6640590" y="21706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158BA05-3770-A985-F7D3-F388C0646088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3903830" y="1969522"/>
            <a:ext cx="103015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59870A7-061A-F588-755A-0736C1A99907}"/>
              </a:ext>
            </a:extLst>
          </p:cNvPr>
          <p:cNvCxnSpPr>
            <a:cxnSpLocks/>
            <a:stCxn id="5" idx="3"/>
            <a:endCxn id="14" idx="0"/>
          </p:cNvCxnSpPr>
          <p:nvPr/>
        </p:nvCxnSpPr>
        <p:spPr>
          <a:xfrm flipH="1">
            <a:off x="4444940" y="1959745"/>
            <a:ext cx="88043" cy="2109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35F1FBF-C7CF-242F-5081-30BF726576DF}"/>
              </a:ext>
            </a:extLst>
          </p:cNvPr>
          <p:cNvCxnSpPr>
            <a:cxnSpLocks/>
            <a:stCxn id="5" idx="5"/>
            <a:endCxn id="15" idx="0"/>
          </p:cNvCxnSpPr>
          <p:nvPr/>
        </p:nvCxnSpPr>
        <p:spPr>
          <a:xfrm>
            <a:off x="4768681" y="1959745"/>
            <a:ext cx="122029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F22A49A-6A25-1D2C-266E-C48311B5943E}"/>
              </a:ext>
            </a:extLst>
          </p:cNvPr>
          <p:cNvCxnSpPr>
            <a:cxnSpLocks/>
            <a:stCxn id="16" idx="3"/>
            <a:endCxn id="18" idx="0"/>
          </p:cNvCxnSpPr>
          <p:nvPr/>
        </p:nvCxnSpPr>
        <p:spPr>
          <a:xfrm flipH="1">
            <a:off x="5391977" y="1969522"/>
            <a:ext cx="118089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6FBE74C-6B6B-329D-5679-BED243D95D51}"/>
              </a:ext>
            </a:extLst>
          </p:cNvPr>
          <p:cNvCxnSpPr>
            <a:cxnSpLocks/>
            <a:stCxn id="16" idx="5"/>
            <a:endCxn id="19" idx="0"/>
          </p:cNvCxnSpPr>
          <p:nvPr/>
        </p:nvCxnSpPr>
        <p:spPr>
          <a:xfrm>
            <a:off x="5745764" y="1969522"/>
            <a:ext cx="91983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DD6E2B1-9274-2902-DFAE-9D49EFA7A5AB}"/>
              </a:ext>
            </a:extLst>
          </p:cNvPr>
          <p:cNvCxnSpPr>
            <a:cxnSpLocks/>
            <a:stCxn id="11" idx="3"/>
            <a:endCxn id="16" idx="0"/>
          </p:cNvCxnSpPr>
          <p:nvPr/>
        </p:nvCxnSpPr>
        <p:spPr>
          <a:xfrm flipH="1">
            <a:off x="5627915" y="1455607"/>
            <a:ext cx="275182" cy="229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5BDA38B-B4FE-EAEF-1138-87D2A9B4271F}"/>
              </a:ext>
            </a:extLst>
          </p:cNvPr>
          <p:cNvCxnSpPr>
            <a:cxnSpLocks/>
            <a:stCxn id="11" idx="5"/>
            <a:endCxn id="17" idx="1"/>
          </p:cNvCxnSpPr>
          <p:nvPr/>
        </p:nvCxnSpPr>
        <p:spPr>
          <a:xfrm>
            <a:off x="6138795" y="1455607"/>
            <a:ext cx="309195" cy="264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2C0D202-F6EF-8067-8304-9D622E9CCCB9}"/>
              </a:ext>
            </a:extLst>
          </p:cNvPr>
          <p:cNvCxnSpPr>
            <a:cxnSpLocks/>
            <a:stCxn id="17" idx="3"/>
            <a:endCxn id="20" idx="0"/>
          </p:cNvCxnSpPr>
          <p:nvPr/>
        </p:nvCxnSpPr>
        <p:spPr>
          <a:xfrm flipH="1">
            <a:off x="6283517" y="1955409"/>
            <a:ext cx="164473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96027E6-644C-8BB9-7725-0D8FF3921209}"/>
              </a:ext>
            </a:extLst>
          </p:cNvPr>
          <p:cNvCxnSpPr>
            <a:cxnSpLocks/>
            <a:stCxn id="17" idx="5"/>
            <a:endCxn id="21" idx="0"/>
          </p:cNvCxnSpPr>
          <p:nvPr/>
        </p:nvCxnSpPr>
        <p:spPr>
          <a:xfrm>
            <a:off x="6683688" y="1955409"/>
            <a:ext cx="123566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C46AF6AE-80B6-DBAB-BB1A-3ADA4AC0E944}"/>
              </a:ext>
            </a:extLst>
          </p:cNvPr>
          <p:cNvSpPr txBox="1"/>
          <p:nvPr/>
        </p:nvSpPr>
        <p:spPr>
          <a:xfrm>
            <a:off x="4960847" y="79115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12</a:t>
            </a:r>
            <a:endParaRPr lang="zh-CN" altLang="en-US" sz="16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93E752E-5FF3-B448-2F3B-1A137925E5E7}"/>
              </a:ext>
            </a:extLst>
          </p:cNvPr>
          <p:cNvSpPr txBox="1"/>
          <p:nvPr/>
        </p:nvSpPr>
        <p:spPr>
          <a:xfrm>
            <a:off x="4686285" y="217069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11</a:t>
            </a:r>
            <a:endParaRPr lang="zh-CN" altLang="en-US" sz="16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58D3D11-B30F-36C0-D996-1198AA8AB4F0}"/>
              </a:ext>
            </a:extLst>
          </p:cNvPr>
          <p:cNvSpPr txBox="1"/>
          <p:nvPr/>
        </p:nvSpPr>
        <p:spPr>
          <a:xfrm>
            <a:off x="5804677" y="115827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19</a:t>
            </a:r>
            <a:endParaRPr lang="zh-CN" altLang="en-US" sz="16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BDDEF94-A151-B671-627E-01944528B99B}"/>
              </a:ext>
            </a:extLst>
          </p:cNvPr>
          <p:cNvSpPr txBox="1"/>
          <p:nvPr/>
        </p:nvSpPr>
        <p:spPr>
          <a:xfrm>
            <a:off x="5415840" y="167523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15</a:t>
            </a:r>
            <a:endParaRPr lang="zh-CN" altLang="en-US" sz="160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46BD5D2-B5AB-28CD-9A0F-4731CD9D701A}"/>
              </a:ext>
            </a:extLst>
          </p:cNvPr>
          <p:cNvSpPr txBox="1"/>
          <p:nvPr/>
        </p:nvSpPr>
        <p:spPr>
          <a:xfrm>
            <a:off x="5635123" y="217446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17</a:t>
            </a:r>
            <a:endParaRPr lang="zh-CN" altLang="en-US" sz="16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025AF98-FA9A-72B9-0A18-A3941C4F6941}"/>
              </a:ext>
            </a:extLst>
          </p:cNvPr>
          <p:cNvSpPr txBox="1"/>
          <p:nvPr/>
        </p:nvSpPr>
        <p:spPr>
          <a:xfrm>
            <a:off x="5197894" y="217446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258B530-4ABE-27A8-873F-7CBB86FF1038}"/>
              </a:ext>
            </a:extLst>
          </p:cNvPr>
          <p:cNvSpPr txBox="1"/>
          <p:nvPr/>
        </p:nvSpPr>
        <p:spPr>
          <a:xfrm>
            <a:off x="6371603" y="166305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22</a:t>
            </a:r>
            <a:endParaRPr lang="zh-CN" altLang="en-US" sz="16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3FB1841-3850-99BB-CC31-27019D7FAE03}"/>
              </a:ext>
            </a:extLst>
          </p:cNvPr>
          <p:cNvSpPr txBox="1"/>
          <p:nvPr/>
        </p:nvSpPr>
        <p:spPr>
          <a:xfrm>
            <a:off x="6083342" y="216547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85A43CD-E3AF-0A3D-A4EC-C885C67AD643}"/>
              </a:ext>
            </a:extLst>
          </p:cNvPr>
          <p:cNvSpPr txBox="1"/>
          <p:nvPr/>
        </p:nvSpPr>
        <p:spPr>
          <a:xfrm>
            <a:off x="6607520" y="217068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25</a:t>
            </a:r>
            <a:endParaRPr lang="zh-CN" altLang="en-US" sz="1600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931239A-3D01-A0A6-B370-0453FC973E5E}"/>
              </a:ext>
            </a:extLst>
          </p:cNvPr>
          <p:cNvCxnSpPr>
            <a:cxnSpLocks/>
          </p:cNvCxnSpPr>
          <p:nvPr/>
        </p:nvCxnSpPr>
        <p:spPr>
          <a:xfrm>
            <a:off x="5160581" y="481974"/>
            <a:ext cx="0" cy="240086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9AD01EA1-826F-839F-A2CD-1BEC82ADF9FF}"/>
              </a:ext>
            </a:extLst>
          </p:cNvPr>
          <p:cNvSpPr txBox="1"/>
          <p:nvPr/>
        </p:nvSpPr>
        <p:spPr>
          <a:xfrm>
            <a:off x="4014084" y="112642"/>
            <a:ext cx="242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若</a:t>
            </a:r>
            <a:r>
              <a:rPr lang="en-US" altLang="zh-CN"/>
              <a:t>e&gt;12, </a:t>
            </a:r>
            <a:r>
              <a:rPr lang="zh-CN" altLang="en-US"/>
              <a:t>一定进入右侧</a:t>
            </a:r>
          </a:p>
        </p:txBody>
      </p:sp>
    </p:spTree>
    <p:extLst>
      <p:ext uri="{BB962C8B-B14F-4D97-AF65-F5344CB8AC3E}">
        <p14:creationId xmlns:p14="http://schemas.microsoft.com/office/powerpoint/2010/main" val="1979029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90DD-26AA-F232-A92A-35696F78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30DD34FE-0E6C-D526-BF26-D067B75E4253}"/>
              </a:ext>
            </a:extLst>
          </p:cNvPr>
          <p:cNvSpPr/>
          <p:nvPr/>
        </p:nvSpPr>
        <p:spPr>
          <a:xfrm>
            <a:off x="3304755" y="201263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78A0688-C32F-AB8E-2FEB-80A9526B8484}"/>
              </a:ext>
            </a:extLst>
          </p:cNvPr>
          <p:cNvSpPr/>
          <p:nvPr/>
        </p:nvSpPr>
        <p:spPr>
          <a:xfrm>
            <a:off x="2383223" y="243575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ADF9FF8-F561-47B1-768F-B45285FA2D6D}"/>
              </a:ext>
            </a:extLst>
          </p:cNvPr>
          <p:cNvSpPr/>
          <p:nvPr/>
        </p:nvSpPr>
        <p:spPr>
          <a:xfrm>
            <a:off x="1930155" y="290571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97EA44C-E460-2578-69A9-35F4AD1F9007}"/>
              </a:ext>
            </a:extLst>
          </p:cNvPr>
          <p:cNvSpPr/>
          <p:nvPr/>
        </p:nvSpPr>
        <p:spPr>
          <a:xfrm>
            <a:off x="2795006" y="289593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872CD6B-6C78-237A-39C9-ABB996A3397A}"/>
              </a:ext>
            </a:extLst>
          </p:cNvPr>
          <p:cNvCxnSpPr>
            <a:stCxn id="2" idx="3"/>
            <a:endCxn id="3" idx="7"/>
          </p:cNvCxnSpPr>
          <p:nvPr/>
        </p:nvCxnSpPr>
        <p:spPr>
          <a:xfrm flipH="1">
            <a:off x="2667736" y="2297148"/>
            <a:ext cx="685834" cy="1874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4C6691D-CC5A-87FF-A20E-3A779CC5BE1C}"/>
              </a:ext>
            </a:extLst>
          </p:cNvPr>
          <p:cNvCxnSpPr>
            <a:cxnSpLocks/>
            <a:stCxn id="3" idx="3"/>
            <a:endCxn id="4" idx="7"/>
          </p:cNvCxnSpPr>
          <p:nvPr/>
        </p:nvCxnSpPr>
        <p:spPr>
          <a:xfrm flipH="1">
            <a:off x="2214668" y="2720266"/>
            <a:ext cx="217370" cy="234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AE0543C-AE03-8536-5693-625329D768A5}"/>
              </a:ext>
            </a:extLst>
          </p:cNvPr>
          <p:cNvCxnSpPr>
            <a:stCxn id="3" idx="5"/>
            <a:endCxn id="5" idx="1"/>
          </p:cNvCxnSpPr>
          <p:nvPr/>
        </p:nvCxnSpPr>
        <p:spPr>
          <a:xfrm>
            <a:off x="2667736" y="2720266"/>
            <a:ext cx="176085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7DED5ECA-47ED-FB6C-61DF-725184FA6D28}"/>
              </a:ext>
            </a:extLst>
          </p:cNvPr>
          <p:cNvSpPr/>
          <p:nvPr/>
        </p:nvSpPr>
        <p:spPr>
          <a:xfrm>
            <a:off x="1678037" y="339516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DD2AC7F-257B-04B6-F49C-77A41FF36DE7}"/>
              </a:ext>
            </a:extLst>
          </p:cNvPr>
          <p:cNvCxnSpPr>
            <a:cxnSpLocks/>
            <a:stCxn id="4" idx="3"/>
            <a:endCxn id="9" idx="0"/>
          </p:cNvCxnSpPr>
          <p:nvPr/>
        </p:nvCxnSpPr>
        <p:spPr>
          <a:xfrm flipH="1">
            <a:off x="1844701" y="3190224"/>
            <a:ext cx="134269" cy="204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4033F296-5999-4B6C-EBF0-81E33B731D43}"/>
              </a:ext>
            </a:extLst>
          </p:cNvPr>
          <p:cNvSpPr/>
          <p:nvPr/>
        </p:nvSpPr>
        <p:spPr>
          <a:xfrm>
            <a:off x="4165120" y="239179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1865658-008B-E3D9-2299-926FEF6810D0}"/>
              </a:ext>
            </a:extLst>
          </p:cNvPr>
          <p:cNvCxnSpPr>
            <a:cxnSpLocks/>
            <a:stCxn id="2" idx="5"/>
            <a:endCxn id="11" idx="1"/>
          </p:cNvCxnSpPr>
          <p:nvPr/>
        </p:nvCxnSpPr>
        <p:spPr>
          <a:xfrm>
            <a:off x="3589268" y="2297148"/>
            <a:ext cx="624667" cy="1434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BB75BC37-964B-33FB-F69F-92CD8B2C9224}"/>
              </a:ext>
            </a:extLst>
          </p:cNvPr>
          <p:cNvSpPr/>
          <p:nvPr/>
        </p:nvSpPr>
        <p:spPr>
          <a:xfrm>
            <a:off x="2151019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AB78783-B4D9-4B30-0C68-CCB5F4FE2A32}"/>
              </a:ext>
            </a:extLst>
          </p:cNvPr>
          <p:cNvSpPr/>
          <p:nvPr/>
        </p:nvSpPr>
        <p:spPr>
          <a:xfrm>
            <a:off x="2589114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2053419-255D-4E34-CFA5-F8C6402737A3}"/>
              </a:ext>
            </a:extLst>
          </p:cNvPr>
          <p:cNvSpPr/>
          <p:nvPr/>
        </p:nvSpPr>
        <p:spPr>
          <a:xfrm>
            <a:off x="3034884" y="340493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8599646-752F-69B4-5E18-58D6E712B4C6}"/>
              </a:ext>
            </a:extLst>
          </p:cNvPr>
          <p:cNvSpPr/>
          <p:nvPr/>
        </p:nvSpPr>
        <p:spPr>
          <a:xfrm>
            <a:off x="3772089" y="290571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7A0E94E-8506-14B0-1609-8832F6BC14D8}"/>
              </a:ext>
            </a:extLst>
          </p:cNvPr>
          <p:cNvSpPr/>
          <p:nvPr/>
        </p:nvSpPr>
        <p:spPr>
          <a:xfrm>
            <a:off x="4710013" y="289159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511AE01-4870-5DE3-8EFE-BDAFBF64ECFF}"/>
              </a:ext>
            </a:extLst>
          </p:cNvPr>
          <p:cNvSpPr/>
          <p:nvPr/>
        </p:nvSpPr>
        <p:spPr>
          <a:xfrm>
            <a:off x="3536151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86A0749-D222-174F-4327-2CF9DE545AED}"/>
              </a:ext>
            </a:extLst>
          </p:cNvPr>
          <p:cNvSpPr/>
          <p:nvPr/>
        </p:nvSpPr>
        <p:spPr>
          <a:xfrm>
            <a:off x="3981921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99D39AB-0473-1A8C-D56C-E0832DD1600E}"/>
              </a:ext>
            </a:extLst>
          </p:cNvPr>
          <p:cNvSpPr/>
          <p:nvPr/>
        </p:nvSpPr>
        <p:spPr>
          <a:xfrm>
            <a:off x="4427691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A9ACB94-2026-AA5C-A53A-0055B6D6B4E4}"/>
              </a:ext>
            </a:extLst>
          </p:cNvPr>
          <p:cNvSpPr/>
          <p:nvPr/>
        </p:nvSpPr>
        <p:spPr>
          <a:xfrm>
            <a:off x="4951428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18727CD-FB53-90A7-9034-EA64D81B5100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2214668" y="3190224"/>
            <a:ext cx="103015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70C8A99-CBBE-BD10-BA7A-6B11473DDD6F}"/>
              </a:ext>
            </a:extLst>
          </p:cNvPr>
          <p:cNvCxnSpPr>
            <a:cxnSpLocks/>
            <a:stCxn id="5" idx="3"/>
            <a:endCxn id="14" idx="0"/>
          </p:cNvCxnSpPr>
          <p:nvPr/>
        </p:nvCxnSpPr>
        <p:spPr>
          <a:xfrm flipH="1">
            <a:off x="2755778" y="3180447"/>
            <a:ext cx="88043" cy="2109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9156FD2-47C6-2DBB-0792-154DBBFA353B}"/>
              </a:ext>
            </a:extLst>
          </p:cNvPr>
          <p:cNvCxnSpPr>
            <a:cxnSpLocks/>
            <a:stCxn id="5" idx="5"/>
            <a:endCxn id="15" idx="0"/>
          </p:cNvCxnSpPr>
          <p:nvPr/>
        </p:nvCxnSpPr>
        <p:spPr>
          <a:xfrm>
            <a:off x="3079519" y="3180447"/>
            <a:ext cx="122029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14005C0-3942-091C-753E-43704A1ED27E}"/>
              </a:ext>
            </a:extLst>
          </p:cNvPr>
          <p:cNvCxnSpPr>
            <a:cxnSpLocks/>
            <a:stCxn id="16" idx="3"/>
            <a:endCxn id="18" idx="0"/>
          </p:cNvCxnSpPr>
          <p:nvPr/>
        </p:nvCxnSpPr>
        <p:spPr>
          <a:xfrm flipH="1">
            <a:off x="3702815" y="3190224"/>
            <a:ext cx="118089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03BD3A4-3572-FB6F-9ADB-238C692F936E}"/>
              </a:ext>
            </a:extLst>
          </p:cNvPr>
          <p:cNvCxnSpPr>
            <a:cxnSpLocks/>
            <a:stCxn id="16" idx="5"/>
            <a:endCxn id="19" idx="0"/>
          </p:cNvCxnSpPr>
          <p:nvPr/>
        </p:nvCxnSpPr>
        <p:spPr>
          <a:xfrm>
            <a:off x="4056602" y="3190224"/>
            <a:ext cx="91983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66D8872-C9C4-109C-BA79-3EDD6BAA9CC3}"/>
              </a:ext>
            </a:extLst>
          </p:cNvPr>
          <p:cNvCxnSpPr>
            <a:cxnSpLocks/>
            <a:stCxn id="11" idx="3"/>
            <a:endCxn id="16" idx="0"/>
          </p:cNvCxnSpPr>
          <p:nvPr/>
        </p:nvCxnSpPr>
        <p:spPr>
          <a:xfrm flipH="1">
            <a:off x="3938753" y="2676309"/>
            <a:ext cx="275182" cy="229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6E15587-299B-09C8-80E2-4A00A368CA99}"/>
              </a:ext>
            </a:extLst>
          </p:cNvPr>
          <p:cNvCxnSpPr>
            <a:cxnSpLocks/>
            <a:stCxn id="11" idx="5"/>
            <a:endCxn id="17" idx="1"/>
          </p:cNvCxnSpPr>
          <p:nvPr/>
        </p:nvCxnSpPr>
        <p:spPr>
          <a:xfrm>
            <a:off x="4449633" y="2676309"/>
            <a:ext cx="309195" cy="264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36B0C01-ED47-04E9-B6A6-69709CC2C9F9}"/>
              </a:ext>
            </a:extLst>
          </p:cNvPr>
          <p:cNvCxnSpPr>
            <a:cxnSpLocks/>
            <a:stCxn id="17" idx="3"/>
            <a:endCxn id="20" idx="0"/>
          </p:cNvCxnSpPr>
          <p:nvPr/>
        </p:nvCxnSpPr>
        <p:spPr>
          <a:xfrm flipH="1">
            <a:off x="4594355" y="3176111"/>
            <a:ext cx="164473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B3C79F0-9E8B-3B43-C407-4D8DC0488B9D}"/>
              </a:ext>
            </a:extLst>
          </p:cNvPr>
          <p:cNvCxnSpPr>
            <a:cxnSpLocks/>
            <a:stCxn id="17" idx="5"/>
            <a:endCxn id="21" idx="0"/>
          </p:cNvCxnSpPr>
          <p:nvPr/>
        </p:nvCxnSpPr>
        <p:spPr>
          <a:xfrm>
            <a:off x="4994526" y="3176111"/>
            <a:ext cx="123566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2C4E6B6-B353-FAB4-F536-07FBE030F701}"/>
              </a:ext>
            </a:extLst>
          </p:cNvPr>
          <p:cNvSpPr txBox="1"/>
          <p:nvPr/>
        </p:nvSpPr>
        <p:spPr>
          <a:xfrm>
            <a:off x="3271685" y="201185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12</a:t>
            </a:r>
            <a:endParaRPr lang="zh-CN" altLang="en-US" sz="16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96D266C-DEAD-EF90-C741-5A4F17792B00}"/>
              </a:ext>
            </a:extLst>
          </p:cNvPr>
          <p:cNvSpPr txBox="1"/>
          <p:nvPr/>
        </p:nvSpPr>
        <p:spPr>
          <a:xfrm>
            <a:off x="2997123" y="339139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11</a:t>
            </a:r>
            <a:endParaRPr lang="zh-CN" altLang="en-US" sz="16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0F0277F-8EF1-25F8-C13D-294808A0C016}"/>
              </a:ext>
            </a:extLst>
          </p:cNvPr>
          <p:cNvSpPr txBox="1"/>
          <p:nvPr/>
        </p:nvSpPr>
        <p:spPr>
          <a:xfrm>
            <a:off x="4115515" y="237897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19</a:t>
            </a:r>
            <a:endParaRPr lang="zh-CN" altLang="en-US" sz="16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BF27EA4-9443-209B-60AE-9D666F21C4C5}"/>
              </a:ext>
            </a:extLst>
          </p:cNvPr>
          <p:cNvSpPr txBox="1"/>
          <p:nvPr/>
        </p:nvSpPr>
        <p:spPr>
          <a:xfrm>
            <a:off x="3726678" y="289593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15</a:t>
            </a:r>
            <a:endParaRPr lang="zh-CN" altLang="en-US" sz="160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9580440-A9A4-1220-DF9E-CF7DD4AFF129}"/>
              </a:ext>
            </a:extLst>
          </p:cNvPr>
          <p:cNvSpPr txBox="1"/>
          <p:nvPr/>
        </p:nvSpPr>
        <p:spPr>
          <a:xfrm>
            <a:off x="3945961" y="339516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17</a:t>
            </a:r>
            <a:endParaRPr lang="zh-CN" altLang="en-US" sz="16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540513C-C57F-88B5-2E88-89908297079E}"/>
              </a:ext>
            </a:extLst>
          </p:cNvPr>
          <p:cNvSpPr txBox="1"/>
          <p:nvPr/>
        </p:nvSpPr>
        <p:spPr>
          <a:xfrm>
            <a:off x="3508732" y="339516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789C790-5BC6-43AC-06C3-F291D041FBD6}"/>
              </a:ext>
            </a:extLst>
          </p:cNvPr>
          <p:cNvSpPr txBox="1"/>
          <p:nvPr/>
        </p:nvSpPr>
        <p:spPr>
          <a:xfrm>
            <a:off x="4682441" y="288375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22</a:t>
            </a:r>
            <a:endParaRPr lang="zh-CN" altLang="en-US" sz="16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5054AE4-E1E5-52FA-7607-C5B6AA49C081}"/>
              </a:ext>
            </a:extLst>
          </p:cNvPr>
          <p:cNvSpPr txBox="1"/>
          <p:nvPr/>
        </p:nvSpPr>
        <p:spPr>
          <a:xfrm>
            <a:off x="4394180" y="338617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E873257-54ED-8FAB-5DE7-63F8BA55F9E5}"/>
              </a:ext>
            </a:extLst>
          </p:cNvPr>
          <p:cNvSpPr txBox="1"/>
          <p:nvPr/>
        </p:nvSpPr>
        <p:spPr>
          <a:xfrm>
            <a:off x="4918358" y="339138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335B5E48-D719-97F3-0DE5-72B5E7FA0CEF}"/>
              </a:ext>
            </a:extLst>
          </p:cNvPr>
          <p:cNvSpPr/>
          <p:nvPr/>
        </p:nvSpPr>
        <p:spPr>
          <a:xfrm>
            <a:off x="8070830" y="19991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CA46C153-90EA-F5D7-9C86-55E2A97AE261}"/>
              </a:ext>
            </a:extLst>
          </p:cNvPr>
          <p:cNvSpPr/>
          <p:nvPr/>
        </p:nvSpPr>
        <p:spPr>
          <a:xfrm>
            <a:off x="7149298" y="242222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93BB81BF-0A92-B4A0-F684-F18E30555BB8}"/>
              </a:ext>
            </a:extLst>
          </p:cNvPr>
          <p:cNvSpPr/>
          <p:nvPr/>
        </p:nvSpPr>
        <p:spPr>
          <a:xfrm>
            <a:off x="6696230" y="289218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189D57BF-D749-DC45-3A81-A1880B6027D6}"/>
              </a:ext>
            </a:extLst>
          </p:cNvPr>
          <p:cNvSpPr/>
          <p:nvPr/>
        </p:nvSpPr>
        <p:spPr>
          <a:xfrm>
            <a:off x="7561081" y="288240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71642243-5397-D789-BBD7-FD2CF9091783}"/>
              </a:ext>
            </a:extLst>
          </p:cNvPr>
          <p:cNvCxnSpPr>
            <a:stCxn id="40" idx="3"/>
            <a:endCxn id="41" idx="7"/>
          </p:cNvCxnSpPr>
          <p:nvPr/>
        </p:nvCxnSpPr>
        <p:spPr>
          <a:xfrm flipH="1">
            <a:off x="7433811" y="2283617"/>
            <a:ext cx="685834" cy="1874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59B6EC9-5AAF-5B63-AFBA-9CE4443BDF9D}"/>
              </a:ext>
            </a:extLst>
          </p:cNvPr>
          <p:cNvCxnSpPr>
            <a:cxnSpLocks/>
            <a:stCxn id="41" idx="3"/>
            <a:endCxn id="42" idx="7"/>
          </p:cNvCxnSpPr>
          <p:nvPr/>
        </p:nvCxnSpPr>
        <p:spPr>
          <a:xfrm flipH="1">
            <a:off x="6980743" y="2706735"/>
            <a:ext cx="217370" cy="234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E0F332D5-BFE2-6A03-543B-50796AD9F345}"/>
              </a:ext>
            </a:extLst>
          </p:cNvPr>
          <p:cNvCxnSpPr>
            <a:stCxn id="41" idx="5"/>
            <a:endCxn id="43" idx="1"/>
          </p:cNvCxnSpPr>
          <p:nvPr/>
        </p:nvCxnSpPr>
        <p:spPr>
          <a:xfrm>
            <a:off x="7433811" y="2706735"/>
            <a:ext cx="176085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A2ED45B0-89A8-2327-0E36-50D5D07750A3}"/>
              </a:ext>
            </a:extLst>
          </p:cNvPr>
          <p:cNvSpPr/>
          <p:nvPr/>
        </p:nvSpPr>
        <p:spPr>
          <a:xfrm>
            <a:off x="6444112" y="338163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164D7F5-2B72-A87C-9810-3E04859B34B3}"/>
              </a:ext>
            </a:extLst>
          </p:cNvPr>
          <p:cNvCxnSpPr>
            <a:cxnSpLocks/>
            <a:stCxn id="42" idx="3"/>
            <a:endCxn id="47" idx="0"/>
          </p:cNvCxnSpPr>
          <p:nvPr/>
        </p:nvCxnSpPr>
        <p:spPr>
          <a:xfrm flipH="1">
            <a:off x="6610776" y="3176693"/>
            <a:ext cx="134269" cy="204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2CDF173A-6F39-10A8-24B4-E1557FE0578B}"/>
              </a:ext>
            </a:extLst>
          </p:cNvPr>
          <p:cNvSpPr/>
          <p:nvPr/>
        </p:nvSpPr>
        <p:spPr>
          <a:xfrm>
            <a:off x="8931195" y="237826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0B4B6C58-BB7C-9ED5-3203-EA7210DF6457}"/>
              </a:ext>
            </a:extLst>
          </p:cNvPr>
          <p:cNvCxnSpPr>
            <a:cxnSpLocks/>
            <a:stCxn id="40" idx="5"/>
            <a:endCxn id="49" idx="1"/>
          </p:cNvCxnSpPr>
          <p:nvPr/>
        </p:nvCxnSpPr>
        <p:spPr>
          <a:xfrm>
            <a:off x="8355343" y="2283617"/>
            <a:ext cx="624667" cy="1434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06627B97-D9E1-C13E-1677-2846FA14A2A6}"/>
              </a:ext>
            </a:extLst>
          </p:cNvPr>
          <p:cNvSpPr/>
          <p:nvPr/>
        </p:nvSpPr>
        <p:spPr>
          <a:xfrm>
            <a:off x="6917094" y="33778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E359F136-619A-A4DB-A8CC-344044DDAC7B}"/>
              </a:ext>
            </a:extLst>
          </p:cNvPr>
          <p:cNvSpPr/>
          <p:nvPr/>
        </p:nvSpPr>
        <p:spPr>
          <a:xfrm>
            <a:off x="7355189" y="33778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348949D0-A443-556B-6485-B36378C18AF8}"/>
              </a:ext>
            </a:extLst>
          </p:cNvPr>
          <p:cNvSpPr/>
          <p:nvPr/>
        </p:nvSpPr>
        <p:spPr>
          <a:xfrm>
            <a:off x="7800959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472E4FBD-70F8-83E1-3122-583A9DF1C7F5}"/>
              </a:ext>
            </a:extLst>
          </p:cNvPr>
          <p:cNvSpPr/>
          <p:nvPr/>
        </p:nvSpPr>
        <p:spPr>
          <a:xfrm>
            <a:off x="8538164" y="289218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358C7E2E-DF7C-2942-F8BB-16BDDE439D1A}"/>
              </a:ext>
            </a:extLst>
          </p:cNvPr>
          <p:cNvSpPr/>
          <p:nvPr/>
        </p:nvSpPr>
        <p:spPr>
          <a:xfrm>
            <a:off x="9476088" y="287806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B95269E4-6E37-F7B4-C103-8D562182DDEF}"/>
              </a:ext>
            </a:extLst>
          </p:cNvPr>
          <p:cNvSpPr/>
          <p:nvPr/>
        </p:nvSpPr>
        <p:spPr>
          <a:xfrm>
            <a:off x="8302226" y="33778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9A09F058-C0BB-28B4-7CBD-32E08222CDC9}"/>
              </a:ext>
            </a:extLst>
          </p:cNvPr>
          <p:cNvSpPr/>
          <p:nvPr/>
        </p:nvSpPr>
        <p:spPr>
          <a:xfrm>
            <a:off x="8747996" y="33778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90DEEA5E-A3F1-9A67-5941-8207657C113E}"/>
              </a:ext>
            </a:extLst>
          </p:cNvPr>
          <p:cNvSpPr/>
          <p:nvPr/>
        </p:nvSpPr>
        <p:spPr>
          <a:xfrm>
            <a:off x="9193766" y="33778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72E75CAB-2D61-9DF6-091E-5BF99499C67C}"/>
              </a:ext>
            </a:extLst>
          </p:cNvPr>
          <p:cNvSpPr/>
          <p:nvPr/>
        </p:nvSpPr>
        <p:spPr>
          <a:xfrm>
            <a:off x="9717503" y="33778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BB180435-11E5-BFC0-908B-26D781130ECB}"/>
              </a:ext>
            </a:extLst>
          </p:cNvPr>
          <p:cNvCxnSpPr>
            <a:cxnSpLocks/>
            <a:stCxn id="42" idx="5"/>
            <a:endCxn id="51" idx="0"/>
          </p:cNvCxnSpPr>
          <p:nvPr/>
        </p:nvCxnSpPr>
        <p:spPr>
          <a:xfrm>
            <a:off x="6980743" y="3176693"/>
            <a:ext cx="103015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DD70D821-42BB-45E4-119B-2362E96E780E}"/>
              </a:ext>
            </a:extLst>
          </p:cNvPr>
          <p:cNvCxnSpPr>
            <a:cxnSpLocks/>
            <a:stCxn id="43" idx="3"/>
            <a:endCxn id="52" idx="0"/>
          </p:cNvCxnSpPr>
          <p:nvPr/>
        </p:nvCxnSpPr>
        <p:spPr>
          <a:xfrm flipH="1">
            <a:off x="7521853" y="3166916"/>
            <a:ext cx="88043" cy="2109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75D25FEC-294F-2E82-600F-6A7E83C0DC38}"/>
              </a:ext>
            </a:extLst>
          </p:cNvPr>
          <p:cNvCxnSpPr>
            <a:cxnSpLocks/>
            <a:stCxn id="43" idx="5"/>
            <a:endCxn id="53" idx="0"/>
          </p:cNvCxnSpPr>
          <p:nvPr/>
        </p:nvCxnSpPr>
        <p:spPr>
          <a:xfrm>
            <a:off x="7845594" y="3166916"/>
            <a:ext cx="122029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8D72DCB1-1436-6590-37AE-1F39164F7858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8468890" y="3176693"/>
            <a:ext cx="118089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CD85A695-A41A-1AAA-C153-262D55B85EE7}"/>
              </a:ext>
            </a:extLst>
          </p:cNvPr>
          <p:cNvCxnSpPr>
            <a:cxnSpLocks/>
            <a:stCxn id="54" idx="5"/>
            <a:endCxn id="57" idx="0"/>
          </p:cNvCxnSpPr>
          <p:nvPr/>
        </p:nvCxnSpPr>
        <p:spPr>
          <a:xfrm>
            <a:off x="8822677" y="3176693"/>
            <a:ext cx="91983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6EBA10D4-AFF4-4DD7-4E44-058944FF9E9F}"/>
              </a:ext>
            </a:extLst>
          </p:cNvPr>
          <p:cNvCxnSpPr>
            <a:cxnSpLocks/>
            <a:stCxn id="49" idx="3"/>
            <a:endCxn id="54" idx="0"/>
          </p:cNvCxnSpPr>
          <p:nvPr/>
        </p:nvCxnSpPr>
        <p:spPr>
          <a:xfrm flipH="1">
            <a:off x="8704828" y="2662778"/>
            <a:ext cx="275182" cy="229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8EA22189-603A-4C06-5230-9ADF57667732}"/>
              </a:ext>
            </a:extLst>
          </p:cNvPr>
          <p:cNvCxnSpPr>
            <a:cxnSpLocks/>
            <a:stCxn id="49" idx="5"/>
            <a:endCxn id="55" idx="1"/>
          </p:cNvCxnSpPr>
          <p:nvPr/>
        </p:nvCxnSpPr>
        <p:spPr>
          <a:xfrm>
            <a:off x="9215708" y="2662778"/>
            <a:ext cx="309195" cy="264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CFCD8E2E-40BC-4C9C-3715-80F1DFAB61E6}"/>
              </a:ext>
            </a:extLst>
          </p:cNvPr>
          <p:cNvCxnSpPr>
            <a:cxnSpLocks/>
            <a:stCxn id="55" idx="3"/>
            <a:endCxn id="58" idx="0"/>
          </p:cNvCxnSpPr>
          <p:nvPr/>
        </p:nvCxnSpPr>
        <p:spPr>
          <a:xfrm flipH="1">
            <a:off x="9360430" y="3162580"/>
            <a:ext cx="164473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9C389B79-E5B6-FB50-84B7-0A3236E88C8B}"/>
              </a:ext>
            </a:extLst>
          </p:cNvPr>
          <p:cNvCxnSpPr>
            <a:cxnSpLocks/>
            <a:stCxn id="55" idx="5"/>
            <a:endCxn id="59" idx="0"/>
          </p:cNvCxnSpPr>
          <p:nvPr/>
        </p:nvCxnSpPr>
        <p:spPr>
          <a:xfrm>
            <a:off x="9760601" y="3162580"/>
            <a:ext cx="123566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E8700B5-8FFF-405D-BD75-33C3B38CE2B6}"/>
              </a:ext>
            </a:extLst>
          </p:cNvPr>
          <p:cNvSpPr txBox="1"/>
          <p:nvPr/>
        </p:nvSpPr>
        <p:spPr>
          <a:xfrm>
            <a:off x="8037760" y="199832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12</a:t>
            </a:r>
            <a:endParaRPr lang="zh-CN" altLang="en-US" sz="160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94488CF-696C-8C93-0424-65CF34D52B54}"/>
              </a:ext>
            </a:extLst>
          </p:cNvPr>
          <p:cNvSpPr txBox="1"/>
          <p:nvPr/>
        </p:nvSpPr>
        <p:spPr>
          <a:xfrm>
            <a:off x="7763198" y="337786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11</a:t>
            </a:r>
            <a:endParaRPr lang="zh-CN" altLang="en-US" sz="160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4A9FA78-5BD8-83C8-2C0A-5B43DAC985C9}"/>
              </a:ext>
            </a:extLst>
          </p:cNvPr>
          <p:cNvSpPr txBox="1"/>
          <p:nvPr/>
        </p:nvSpPr>
        <p:spPr>
          <a:xfrm>
            <a:off x="8881590" y="236544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19</a:t>
            </a:r>
            <a:endParaRPr lang="zh-CN" altLang="en-US" sz="160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1014783-6809-A0B5-EBE3-14489848B38B}"/>
              </a:ext>
            </a:extLst>
          </p:cNvPr>
          <p:cNvSpPr txBox="1"/>
          <p:nvPr/>
        </p:nvSpPr>
        <p:spPr>
          <a:xfrm>
            <a:off x="8492753" y="288240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15</a:t>
            </a:r>
            <a:endParaRPr lang="zh-CN" altLang="en-US" sz="160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2260722-501E-7BF3-CDA5-7E85FA8BA7CA}"/>
              </a:ext>
            </a:extLst>
          </p:cNvPr>
          <p:cNvSpPr txBox="1"/>
          <p:nvPr/>
        </p:nvSpPr>
        <p:spPr>
          <a:xfrm>
            <a:off x="8712036" y="338163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17</a:t>
            </a:r>
            <a:endParaRPr lang="zh-CN" altLang="en-US" sz="160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41421FB-9792-94C7-A408-ACFF314CFA4D}"/>
              </a:ext>
            </a:extLst>
          </p:cNvPr>
          <p:cNvSpPr txBox="1"/>
          <p:nvPr/>
        </p:nvSpPr>
        <p:spPr>
          <a:xfrm>
            <a:off x="8274807" y="338163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46D4965-DD5A-C3F1-3980-0587D020A95D}"/>
              </a:ext>
            </a:extLst>
          </p:cNvPr>
          <p:cNvSpPr txBox="1"/>
          <p:nvPr/>
        </p:nvSpPr>
        <p:spPr>
          <a:xfrm>
            <a:off x="9448516" y="287022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22</a:t>
            </a:r>
            <a:endParaRPr lang="zh-CN" altLang="en-US" sz="160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E231E9C-F496-C126-E722-B91B7470A7EE}"/>
              </a:ext>
            </a:extLst>
          </p:cNvPr>
          <p:cNvSpPr txBox="1"/>
          <p:nvPr/>
        </p:nvSpPr>
        <p:spPr>
          <a:xfrm>
            <a:off x="9160255" y="337264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B3712C1-13BE-D862-9898-505B4C34265F}"/>
              </a:ext>
            </a:extLst>
          </p:cNvPr>
          <p:cNvSpPr txBox="1"/>
          <p:nvPr/>
        </p:nvSpPr>
        <p:spPr>
          <a:xfrm>
            <a:off x="9684433" y="337785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8D54F88-6DDB-51D5-2544-C48A6C833C82}"/>
              </a:ext>
            </a:extLst>
          </p:cNvPr>
          <p:cNvSpPr txBox="1"/>
          <p:nvPr/>
        </p:nvSpPr>
        <p:spPr>
          <a:xfrm>
            <a:off x="2716551" y="1105021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查找</a:t>
            </a:r>
            <a:r>
              <a:rPr lang="en-US" altLang="zh-CN"/>
              <a:t>8</a:t>
            </a:r>
            <a:r>
              <a:rPr lang="zh-CN" altLang="en-US"/>
              <a:t>的路线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2B924E0C-63A8-3DD6-04AA-B2A2B1A162FF}"/>
              </a:ext>
            </a:extLst>
          </p:cNvPr>
          <p:cNvSpPr txBox="1"/>
          <p:nvPr/>
        </p:nvSpPr>
        <p:spPr>
          <a:xfrm>
            <a:off x="7427549" y="1106610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查找</a:t>
            </a:r>
            <a:r>
              <a:rPr lang="en-US" altLang="zh-CN"/>
              <a:t>21</a:t>
            </a:r>
            <a:r>
              <a:rPr lang="zh-CN" altLang="en-US"/>
              <a:t>的路线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A8F9114F-6FC3-BFED-B064-2C1980A22E2F}"/>
              </a:ext>
            </a:extLst>
          </p:cNvPr>
          <p:cNvSpPr/>
          <p:nvPr/>
        </p:nvSpPr>
        <p:spPr>
          <a:xfrm>
            <a:off x="2517978" y="1767755"/>
            <a:ext cx="617108" cy="579055"/>
          </a:xfrm>
          <a:custGeom>
            <a:avLst/>
            <a:gdLst>
              <a:gd name="csX0" fmla="*/ 617108 w 617108"/>
              <a:gd name="csY0" fmla="*/ 38523 h 579055"/>
              <a:gd name="csX1" fmla="*/ 162160 w 617108"/>
              <a:gd name="csY1" fmla="*/ 56541 h 579055"/>
              <a:gd name="csX2" fmla="*/ 0 w 617108"/>
              <a:gd name="csY2" fmla="*/ 579055 h 579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17108" h="579055">
                <a:moveTo>
                  <a:pt x="617108" y="38523"/>
                </a:moveTo>
                <a:cubicBezTo>
                  <a:pt x="441059" y="2487"/>
                  <a:pt x="265011" y="-33548"/>
                  <a:pt x="162160" y="56541"/>
                </a:cubicBezTo>
                <a:cubicBezTo>
                  <a:pt x="59309" y="146630"/>
                  <a:pt x="29654" y="362842"/>
                  <a:pt x="0" y="579055"/>
                </a:cubicBezTo>
              </a:path>
            </a:pathLst>
          </a:custGeom>
          <a:noFill/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E2DF6A6C-47DC-494A-7198-317518BAF398}"/>
              </a:ext>
            </a:extLst>
          </p:cNvPr>
          <p:cNvSpPr txBox="1"/>
          <p:nvPr/>
        </p:nvSpPr>
        <p:spPr>
          <a:xfrm>
            <a:off x="3149856" y="1614914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8&lt;12</a:t>
            </a:r>
            <a:endParaRPr lang="zh-CN" altLang="en-US" sz="140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63A1D3E4-1ED2-7D84-70CF-166813775BED}"/>
              </a:ext>
            </a:extLst>
          </p:cNvPr>
          <p:cNvSpPr txBox="1"/>
          <p:nvPr/>
        </p:nvSpPr>
        <p:spPr>
          <a:xfrm>
            <a:off x="2851186" y="2343350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8&gt;7</a:t>
            </a:r>
            <a:endParaRPr lang="zh-CN" altLang="en-US" sz="1400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7405B487-6176-5597-4F39-8A1FE8C9EA18}"/>
              </a:ext>
            </a:extLst>
          </p:cNvPr>
          <p:cNvSpPr/>
          <p:nvPr/>
        </p:nvSpPr>
        <p:spPr>
          <a:xfrm>
            <a:off x="3101670" y="2634268"/>
            <a:ext cx="168920" cy="337833"/>
          </a:xfrm>
          <a:custGeom>
            <a:avLst/>
            <a:gdLst>
              <a:gd name="csX0" fmla="*/ 0 w 168920"/>
              <a:gd name="csY0" fmla="*/ 0 h 337833"/>
              <a:gd name="csX1" fmla="*/ 166664 w 168920"/>
              <a:gd name="csY1" fmla="*/ 117115 h 337833"/>
              <a:gd name="csX2" fmla="*/ 81080 w 168920"/>
              <a:gd name="csY2" fmla="*/ 337833 h 3378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8920" h="337833">
                <a:moveTo>
                  <a:pt x="0" y="0"/>
                </a:moveTo>
                <a:cubicBezTo>
                  <a:pt x="76575" y="30405"/>
                  <a:pt x="153151" y="60810"/>
                  <a:pt x="166664" y="117115"/>
                </a:cubicBezTo>
                <a:cubicBezTo>
                  <a:pt x="180177" y="173420"/>
                  <a:pt x="130628" y="255626"/>
                  <a:pt x="81080" y="337833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B0958D22-B3F3-246B-8BCC-54E825D64FA5}"/>
              </a:ext>
            </a:extLst>
          </p:cNvPr>
          <p:cNvSpPr/>
          <p:nvPr/>
        </p:nvSpPr>
        <p:spPr>
          <a:xfrm>
            <a:off x="2608542" y="3008962"/>
            <a:ext cx="107631" cy="351345"/>
          </a:xfrm>
          <a:custGeom>
            <a:avLst/>
            <a:gdLst>
              <a:gd name="csX0" fmla="*/ 107631 w 107631"/>
              <a:gd name="csY0" fmla="*/ 0 h 351345"/>
              <a:gd name="csX1" fmla="*/ 4029 w 107631"/>
              <a:gd name="csY1" fmla="*/ 103602 h 351345"/>
              <a:gd name="csX2" fmla="*/ 31056 w 107631"/>
              <a:gd name="csY2" fmla="*/ 351345 h 3513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7631" h="351345">
                <a:moveTo>
                  <a:pt x="107631" y="0"/>
                </a:moveTo>
                <a:cubicBezTo>
                  <a:pt x="62211" y="22522"/>
                  <a:pt x="16792" y="45044"/>
                  <a:pt x="4029" y="103602"/>
                </a:cubicBezTo>
                <a:cubicBezTo>
                  <a:pt x="-8734" y="162160"/>
                  <a:pt x="11161" y="256752"/>
                  <a:pt x="31056" y="351345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8E6D8C1F-ED0B-3B58-2986-3DC231B11D13}"/>
              </a:ext>
            </a:extLst>
          </p:cNvPr>
          <p:cNvSpPr txBox="1"/>
          <p:nvPr/>
        </p:nvSpPr>
        <p:spPr>
          <a:xfrm>
            <a:off x="2284334" y="3828272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8=8, </a:t>
            </a:r>
            <a:r>
              <a:rPr lang="zh-CN" altLang="en-US" sz="1400"/>
              <a:t>成功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7CF6984-53EC-83CA-63DA-8A1C1C15DA7C}"/>
              </a:ext>
            </a:extLst>
          </p:cNvPr>
          <p:cNvSpPr txBox="1"/>
          <p:nvPr/>
        </p:nvSpPr>
        <p:spPr>
          <a:xfrm>
            <a:off x="7844734" y="1673298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21&gt;12</a:t>
            </a:r>
            <a:endParaRPr lang="zh-CN" altLang="en-US" sz="140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B711C0CD-74D5-94D2-991F-31B88638C095}"/>
              </a:ext>
            </a:extLst>
          </p:cNvPr>
          <p:cNvSpPr txBox="1"/>
          <p:nvPr/>
        </p:nvSpPr>
        <p:spPr>
          <a:xfrm>
            <a:off x="9166103" y="2150159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21&gt;19</a:t>
            </a:r>
            <a:endParaRPr lang="zh-CN" altLang="en-US" sz="140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6016BAFA-F36C-F5AA-0D49-AB225CC9DBDC}"/>
              </a:ext>
            </a:extLst>
          </p:cNvPr>
          <p:cNvSpPr txBox="1"/>
          <p:nvPr/>
        </p:nvSpPr>
        <p:spPr>
          <a:xfrm>
            <a:off x="9767761" y="2683507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21&lt;22</a:t>
            </a:r>
            <a:endParaRPr lang="zh-CN" altLang="en-US" sz="140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DE5148C-1BE2-0980-5426-EA2A0BBCB86E}"/>
              </a:ext>
            </a:extLst>
          </p:cNvPr>
          <p:cNvSpPr txBox="1"/>
          <p:nvPr/>
        </p:nvSpPr>
        <p:spPr>
          <a:xfrm>
            <a:off x="8756259" y="370664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21&gt;20</a:t>
            </a:r>
            <a:endParaRPr lang="zh-CN" altLang="en-US" sz="1400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3FFC893D-1F88-06F6-F296-FEABB26CDB15}"/>
              </a:ext>
            </a:extLst>
          </p:cNvPr>
          <p:cNvSpPr/>
          <p:nvPr/>
        </p:nvSpPr>
        <p:spPr>
          <a:xfrm>
            <a:off x="9550839" y="3990292"/>
            <a:ext cx="333328" cy="33332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42D16946-65AF-CA79-8FC3-0761D5BF6DFF}"/>
              </a:ext>
            </a:extLst>
          </p:cNvPr>
          <p:cNvSpPr txBox="1"/>
          <p:nvPr/>
        </p:nvSpPr>
        <p:spPr>
          <a:xfrm>
            <a:off x="9055119" y="4390229"/>
            <a:ext cx="1410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NULL, </a:t>
            </a:r>
            <a:r>
              <a:rPr lang="zh-CN" altLang="en-US" sz="1400"/>
              <a:t>查找失败</a:t>
            </a:r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23CE5251-A9AA-73C0-B61A-E44A1BAF0910}"/>
              </a:ext>
            </a:extLst>
          </p:cNvPr>
          <p:cNvSpPr/>
          <p:nvPr/>
        </p:nvSpPr>
        <p:spPr>
          <a:xfrm>
            <a:off x="8517884" y="1959115"/>
            <a:ext cx="572063" cy="347155"/>
          </a:xfrm>
          <a:custGeom>
            <a:avLst/>
            <a:gdLst>
              <a:gd name="csX0" fmla="*/ 0 w 572063"/>
              <a:gd name="csY0" fmla="*/ 94907 h 347155"/>
              <a:gd name="csX1" fmla="*/ 373868 w 572063"/>
              <a:gd name="csY1" fmla="*/ 13827 h 347155"/>
              <a:gd name="csX2" fmla="*/ 572063 w 572063"/>
              <a:gd name="csY2" fmla="*/ 347155 h 3471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72063" h="347155">
                <a:moveTo>
                  <a:pt x="0" y="94907"/>
                </a:moveTo>
                <a:cubicBezTo>
                  <a:pt x="139262" y="33346"/>
                  <a:pt x="278524" y="-28214"/>
                  <a:pt x="373868" y="13827"/>
                </a:cubicBezTo>
                <a:cubicBezTo>
                  <a:pt x="469212" y="55868"/>
                  <a:pt x="520637" y="201511"/>
                  <a:pt x="572063" y="347155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1952E313-7FA5-AF0B-74BD-EBDF74D94300}"/>
              </a:ext>
            </a:extLst>
          </p:cNvPr>
          <p:cNvSpPr/>
          <p:nvPr/>
        </p:nvSpPr>
        <p:spPr>
          <a:xfrm>
            <a:off x="9400753" y="2448942"/>
            <a:ext cx="287401" cy="339302"/>
          </a:xfrm>
          <a:custGeom>
            <a:avLst/>
            <a:gdLst>
              <a:gd name="csX0" fmla="*/ 0 w 287401"/>
              <a:gd name="csY0" fmla="*/ 14983 h 339302"/>
              <a:gd name="csX1" fmla="*/ 252248 w 287401"/>
              <a:gd name="csY1" fmla="*/ 37505 h 339302"/>
              <a:gd name="csX2" fmla="*/ 279275 w 287401"/>
              <a:gd name="csY2" fmla="*/ 339302 h 33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7401" h="339302">
                <a:moveTo>
                  <a:pt x="0" y="14983"/>
                </a:moveTo>
                <a:cubicBezTo>
                  <a:pt x="102851" y="-783"/>
                  <a:pt x="205702" y="-16548"/>
                  <a:pt x="252248" y="37505"/>
                </a:cubicBezTo>
                <a:cubicBezTo>
                  <a:pt x="298794" y="91558"/>
                  <a:pt x="289034" y="215430"/>
                  <a:pt x="279275" y="339302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321F2FCA-11B0-2660-7623-A01E21501BAD}"/>
              </a:ext>
            </a:extLst>
          </p:cNvPr>
          <p:cNvSpPr/>
          <p:nvPr/>
        </p:nvSpPr>
        <p:spPr>
          <a:xfrm>
            <a:off x="9171015" y="2978511"/>
            <a:ext cx="238747" cy="354770"/>
          </a:xfrm>
          <a:custGeom>
            <a:avLst/>
            <a:gdLst>
              <a:gd name="csX0" fmla="*/ 238747 w 238747"/>
              <a:gd name="csY0" fmla="*/ 34955 h 354770"/>
              <a:gd name="csX1" fmla="*/ 72083 w 238747"/>
              <a:gd name="csY1" fmla="*/ 3424 h 354770"/>
              <a:gd name="csX2" fmla="*/ 12 w 238747"/>
              <a:gd name="csY2" fmla="*/ 107026 h 354770"/>
              <a:gd name="csX3" fmla="*/ 76587 w 238747"/>
              <a:gd name="csY3" fmla="*/ 354770 h 354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8747" h="354770">
                <a:moveTo>
                  <a:pt x="238747" y="34955"/>
                </a:moveTo>
                <a:cubicBezTo>
                  <a:pt x="175309" y="13183"/>
                  <a:pt x="111872" y="-8588"/>
                  <a:pt x="72083" y="3424"/>
                </a:cubicBezTo>
                <a:cubicBezTo>
                  <a:pt x="32294" y="15436"/>
                  <a:pt x="-739" y="48468"/>
                  <a:pt x="12" y="107026"/>
                </a:cubicBezTo>
                <a:cubicBezTo>
                  <a:pt x="763" y="165584"/>
                  <a:pt x="38675" y="260177"/>
                  <a:pt x="76587" y="35477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A285016-FC5B-A385-50CA-7D47FFA75D97}"/>
              </a:ext>
            </a:extLst>
          </p:cNvPr>
          <p:cNvSpPr/>
          <p:nvPr/>
        </p:nvSpPr>
        <p:spPr>
          <a:xfrm>
            <a:off x="9513364" y="3689131"/>
            <a:ext cx="165563" cy="234231"/>
          </a:xfrm>
          <a:custGeom>
            <a:avLst/>
            <a:gdLst>
              <a:gd name="csX0" fmla="*/ 0 w 165563"/>
              <a:gd name="csY0" fmla="*/ 0 h 234231"/>
              <a:gd name="csX1" fmla="*/ 144141 w 165563"/>
              <a:gd name="csY1" fmla="*/ 58558 h 234231"/>
              <a:gd name="csX2" fmla="*/ 162159 w 165563"/>
              <a:gd name="csY2" fmla="*/ 234231 h 234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5563" h="234231">
                <a:moveTo>
                  <a:pt x="0" y="0"/>
                </a:moveTo>
                <a:cubicBezTo>
                  <a:pt x="58557" y="9759"/>
                  <a:pt x="117114" y="19519"/>
                  <a:pt x="144141" y="58558"/>
                </a:cubicBezTo>
                <a:cubicBezTo>
                  <a:pt x="171168" y="97597"/>
                  <a:pt x="166663" y="165914"/>
                  <a:pt x="162159" y="234231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285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A42C6-2F3D-496F-7135-37985281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8AFC4948-4C4B-B680-8B82-ACEE4FA95ACE}"/>
              </a:ext>
            </a:extLst>
          </p:cNvPr>
          <p:cNvSpPr/>
          <p:nvPr/>
        </p:nvSpPr>
        <p:spPr>
          <a:xfrm>
            <a:off x="3304755" y="201263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C71D9F3-E98A-0A3E-01A7-23121A3A2B02}"/>
              </a:ext>
            </a:extLst>
          </p:cNvPr>
          <p:cNvSpPr/>
          <p:nvPr/>
        </p:nvSpPr>
        <p:spPr>
          <a:xfrm>
            <a:off x="2383223" y="243575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815C03E-F87F-1E36-0606-F44CDE685EE5}"/>
              </a:ext>
            </a:extLst>
          </p:cNvPr>
          <p:cNvSpPr/>
          <p:nvPr/>
        </p:nvSpPr>
        <p:spPr>
          <a:xfrm>
            <a:off x="1930155" y="290571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EE7F8BB-AABF-1098-105C-613FF9FEEC02}"/>
              </a:ext>
            </a:extLst>
          </p:cNvPr>
          <p:cNvSpPr/>
          <p:nvPr/>
        </p:nvSpPr>
        <p:spPr>
          <a:xfrm>
            <a:off x="2795006" y="289593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283CEA8-4B28-2015-588F-B6DAF6290984}"/>
              </a:ext>
            </a:extLst>
          </p:cNvPr>
          <p:cNvCxnSpPr>
            <a:stCxn id="2" idx="3"/>
            <a:endCxn id="3" idx="7"/>
          </p:cNvCxnSpPr>
          <p:nvPr/>
        </p:nvCxnSpPr>
        <p:spPr>
          <a:xfrm flipH="1">
            <a:off x="2667736" y="2297148"/>
            <a:ext cx="685834" cy="1874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529BC20-DD5B-F6AB-A2F0-816043252A0A}"/>
              </a:ext>
            </a:extLst>
          </p:cNvPr>
          <p:cNvCxnSpPr>
            <a:cxnSpLocks/>
            <a:stCxn id="3" idx="3"/>
            <a:endCxn id="4" idx="7"/>
          </p:cNvCxnSpPr>
          <p:nvPr/>
        </p:nvCxnSpPr>
        <p:spPr>
          <a:xfrm flipH="1">
            <a:off x="2214668" y="2720266"/>
            <a:ext cx="217370" cy="234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6B2B4EF-DC05-53A9-9518-008664CF1734}"/>
              </a:ext>
            </a:extLst>
          </p:cNvPr>
          <p:cNvCxnSpPr>
            <a:stCxn id="3" idx="5"/>
            <a:endCxn id="5" idx="1"/>
          </p:cNvCxnSpPr>
          <p:nvPr/>
        </p:nvCxnSpPr>
        <p:spPr>
          <a:xfrm>
            <a:off x="2667736" y="2720266"/>
            <a:ext cx="176085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19E44B7E-EFE3-8D1F-8E45-D4B3FDCE9116}"/>
              </a:ext>
            </a:extLst>
          </p:cNvPr>
          <p:cNvSpPr/>
          <p:nvPr/>
        </p:nvSpPr>
        <p:spPr>
          <a:xfrm>
            <a:off x="1678037" y="339516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B6A05F8-4235-76D0-E64D-46BD970D8513}"/>
              </a:ext>
            </a:extLst>
          </p:cNvPr>
          <p:cNvCxnSpPr>
            <a:cxnSpLocks/>
            <a:stCxn id="4" idx="3"/>
            <a:endCxn id="9" idx="0"/>
          </p:cNvCxnSpPr>
          <p:nvPr/>
        </p:nvCxnSpPr>
        <p:spPr>
          <a:xfrm flipH="1">
            <a:off x="1844701" y="3190224"/>
            <a:ext cx="134269" cy="204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03C0854E-B966-E757-2267-9ADC1504E476}"/>
              </a:ext>
            </a:extLst>
          </p:cNvPr>
          <p:cNvSpPr/>
          <p:nvPr/>
        </p:nvSpPr>
        <p:spPr>
          <a:xfrm>
            <a:off x="4165120" y="239179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3793D5F-9E93-1757-B5A7-600CB975B95D}"/>
              </a:ext>
            </a:extLst>
          </p:cNvPr>
          <p:cNvCxnSpPr>
            <a:cxnSpLocks/>
            <a:stCxn id="2" idx="5"/>
            <a:endCxn id="11" idx="1"/>
          </p:cNvCxnSpPr>
          <p:nvPr/>
        </p:nvCxnSpPr>
        <p:spPr>
          <a:xfrm>
            <a:off x="3589268" y="2297148"/>
            <a:ext cx="624667" cy="1434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4363A519-B75D-7E9D-4ADF-70D00900874C}"/>
              </a:ext>
            </a:extLst>
          </p:cNvPr>
          <p:cNvSpPr/>
          <p:nvPr/>
        </p:nvSpPr>
        <p:spPr>
          <a:xfrm>
            <a:off x="2151019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9F4C46B-F499-9CB3-F146-E79FA7D32B1C}"/>
              </a:ext>
            </a:extLst>
          </p:cNvPr>
          <p:cNvSpPr/>
          <p:nvPr/>
        </p:nvSpPr>
        <p:spPr>
          <a:xfrm>
            <a:off x="2589114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342C9C3-F5D2-8190-D9EA-09D162193763}"/>
              </a:ext>
            </a:extLst>
          </p:cNvPr>
          <p:cNvSpPr/>
          <p:nvPr/>
        </p:nvSpPr>
        <p:spPr>
          <a:xfrm>
            <a:off x="3034884" y="340493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647DB4D-E241-DE52-F988-FB14A6762670}"/>
              </a:ext>
            </a:extLst>
          </p:cNvPr>
          <p:cNvSpPr/>
          <p:nvPr/>
        </p:nvSpPr>
        <p:spPr>
          <a:xfrm>
            <a:off x="3772089" y="290571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91CF18B-A15E-BF7C-6329-96031FBE1163}"/>
              </a:ext>
            </a:extLst>
          </p:cNvPr>
          <p:cNvSpPr/>
          <p:nvPr/>
        </p:nvSpPr>
        <p:spPr>
          <a:xfrm>
            <a:off x="4710013" y="289159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8B6C93A-C492-BCCB-26EE-EF0CAFBE438D}"/>
              </a:ext>
            </a:extLst>
          </p:cNvPr>
          <p:cNvSpPr/>
          <p:nvPr/>
        </p:nvSpPr>
        <p:spPr>
          <a:xfrm>
            <a:off x="3536151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BDE7EBC-5ABC-7B61-03AA-3E9D5859ADE4}"/>
              </a:ext>
            </a:extLst>
          </p:cNvPr>
          <p:cNvSpPr/>
          <p:nvPr/>
        </p:nvSpPr>
        <p:spPr>
          <a:xfrm>
            <a:off x="3981921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939AA3E-B902-3E39-EF2C-2BFCC7E2A389}"/>
              </a:ext>
            </a:extLst>
          </p:cNvPr>
          <p:cNvSpPr/>
          <p:nvPr/>
        </p:nvSpPr>
        <p:spPr>
          <a:xfrm>
            <a:off x="4427691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C29372E-1F8A-08B9-E6E2-5AB9CA1FE4C1}"/>
              </a:ext>
            </a:extLst>
          </p:cNvPr>
          <p:cNvSpPr/>
          <p:nvPr/>
        </p:nvSpPr>
        <p:spPr>
          <a:xfrm>
            <a:off x="4951428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D0CAA94-C13C-02BA-D76F-8CB2AC5BF22D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2214668" y="3190224"/>
            <a:ext cx="103015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0EC1041-9CD9-9D77-CD16-A4D176B29CAB}"/>
              </a:ext>
            </a:extLst>
          </p:cNvPr>
          <p:cNvCxnSpPr>
            <a:cxnSpLocks/>
            <a:stCxn id="5" idx="3"/>
            <a:endCxn id="14" idx="0"/>
          </p:cNvCxnSpPr>
          <p:nvPr/>
        </p:nvCxnSpPr>
        <p:spPr>
          <a:xfrm flipH="1">
            <a:off x="2755778" y="3180447"/>
            <a:ext cx="88043" cy="2109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4793287-1944-9B88-F442-61AA1EAE35CA}"/>
              </a:ext>
            </a:extLst>
          </p:cNvPr>
          <p:cNvCxnSpPr>
            <a:cxnSpLocks/>
            <a:stCxn id="5" idx="5"/>
            <a:endCxn id="15" idx="0"/>
          </p:cNvCxnSpPr>
          <p:nvPr/>
        </p:nvCxnSpPr>
        <p:spPr>
          <a:xfrm>
            <a:off x="3079519" y="3180447"/>
            <a:ext cx="122029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CC1AEFC-3246-0F32-7C38-B767C5099D94}"/>
              </a:ext>
            </a:extLst>
          </p:cNvPr>
          <p:cNvCxnSpPr>
            <a:cxnSpLocks/>
            <a:stCxn id="16" idx="3"/>
            <a:endCxn id="18" idx="0"/>
          </p:cNvCxnSpPr>
          <p:nvPr/>
        </p:nvCxnSpPr>
        <p:spPr>
          <a:xfrm flipH="1">
            <a:off x="3702815" y="3190224"/>
            <a:ext cx="118089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CB707D2-724C-6632-6DCF-E8C08C053CA4}"/>
              </a:ext>
            </a:extLst>
          </p:cNvPr>
          <p:cNvCxnSpPr>
            <a:cxnSpLocks/>
            <a:stCxn id="16" idx="5"/>
            <a:endCxn id="19" idx="0"/>
          </p:cNvCxnSpPr>
          <p:nvPr/>
        </p:nvCxnSpPr>
        <p:spPr>
          <a:xfrm>
            <a:off x="4056602" y="3190224"/>
            <a:ext cx="91983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A0AA77B-D1BB-0262-87AB-576AE9E8244D}"/>
              </a:ext>
            </a:extLst>
          </p:cNvPr>
          <p:cNvCxnSpPr>
            <a:cxnSpLocks/>
            <a:stCxn id="11" idx="3"/>
            <a:endCxn id="16" idx="0"/>
          </p:cNvCxnSpPr>
          <p:nvPr/>
        </p:nvCxnSpPr>
        <p:spPr>
          <a:xfrm flipH="1">
            <a:off x="3938753" y="2676309"/>
            <a:ext cx="275182" cy="229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5E4AC61-CE07-3627-6099-15CE529A286B}"/>
              </a:ext>
            </a:extLst>
          </p:cNvPr>
          <p:cNvCxnSpPr>
            <a:cxnSpLocks/>
            <a:stCxn id="11" idx="5"/>
            <a:endCxn id="17" idx="1"/>
          </p:cNvCxnSpPr>
          <p:nvPr/>
        </p:nvCxnSpPr>
        <p:spPr>
          <a:xfrm>
            <a:off x="4449633" y="2676309"/>
            <a:ext cx="309195" cy="264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31523D2-3BF5-81E7-B73F-916C0E03D544}"/>
              </a:ext>
            </a:extLst>
          </p:cNvPr>
          <p:cNvCxnSpPr>
            <a:cxnSpLocks/>
            <a:stCxn id="17" idx="3"/>
            <a:endCxn id="20" idx="0"/>
          </p:cNvCxnSpPr>
          <p:nvPr/>
        </p:nvCxnSpPr>
        <p:spPr>
          <a:xfrm flipH="1">
            <a:off x="4594355" y="3176111"/>
            <a:ext cx="164473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2DA1BFA-FD35-B8C4-E73D-FB391368790D}"/>
              </a:ext>
            </a:extLst>
          </p:cNvPr>
          <p:cNvCxnSpPr>
            <a:cxnSpLocks/>
            <a:stCxn id="17" idx="5"/>
            <a:endCxn id="21" idx="0"/>
          </p:cNvCxnSpPr>
          <p:nvPr/>
        </p:nvCxnSpPr>
        <p:spPr>
          <a:xfrm>
            <a:off x="4994526" y="3176111"/>
            <a:ext cx="123566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83E04B3B-672F-79BA-4526-3292A0125287}"/>
              </a:ext>
            </a:extLst>
          </p:cNvPr>
          <p:cNvSpPr txBox="1"/>
          <p:nvPr/>
        </p:nvSpPr>
        <p:spPr>
          <a:xfrm>
            <a:off x="3271685" y="201185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12</a:t>
            </a:r>
            <a:endParaRPr lang="zh-CN" altLang="en-US" sz="16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D9DC8AD-8A53-79D7-F3CE-FD8B2FFC388D}"/>
              </a:ext>
            </a:extLst>
          </p:cNvPr>
          <p:cNvSpPr txBox="1"/>
          <p:nvPr/>
        </p:nvSpPr>
        <p:spPr>
          <a:xfrm>
            <a:off x="2997123" y="339139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11</a:t>
            </a:r>
            <a:endParaRPr lang="zh-CN" altLang="en-US" sz="16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C388415-3191-FE32-0A68-F9CEA3C06412}"/>
              </a:ext>
            </a:extLst>
          </p:cNvPr>
          <p:cNvSpPr txBox="1"/>
          <p:nvPr/>
        </p:nvSpPr>
        <p:spPr>
          <a:xfrm>
            <a:off x="4115515" y="237897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19</a:t>
            </a:r>
            <a:endParaRPr lang="zh-CN" altLang="en-US" sz="16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A24D3DE-A740-B9CD-3106-3D6EEDD20A1D}"/>
              </a:ext>
            </a:extLst>
          </p:cNvPr>
          <p:cNvSpPr txBox="1"/>
          <p:nvPr/>
        </p:nvSpPr>
        <p:spPr>
          <a:xfrm>
            <a:off x="3726678" y="289593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15</a:t>
            </a:r>
            <a:endParaRPr lang="zh-CN" altLang="en-US" sz="160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9C8A5BF-17A2-8662-59BA-BA74FD37A1FB}"/>
              </a:ext>
            </a:extLst>
          </p:cNvPr>
          <p:cNvSpPr txBox="1"/>
          <p:nvPr/>
        </p:nvSpPr>
        <p:spPr>
          <a:xfrm>
            <a:off x="3945961" y="339516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17</a:t>
            </a:r>
            <a:endParaRPr lang="zh-CN" altLang="en-US" sz="16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E9681B4-5495-C2CF-4E60-316C5D31DC6F}"/>
              </a:ext>
            </a:extLst>
          </p:cNvPr>
          <p:cNvSpPr txBox="1"/>
          <p:nvPr/>
        </p:nvSpPr>
        <p:spPr>
          <a:xfrm>
            <a:off x="3508732" y="339516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6FE0702-CFDD-F5EC-78F2-3B23D340F59C}"/>
              </a:ext>
            </a:extLst>
          </p:cNvPr>
          <p:cNvSpPr txBox="1"/>
          <p:nvPr/>
        </p:nvSpPr>
        <p:spPr>
          <a:xfrm>
            <a:off x="4682441" y="288375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22</a:t>
            </a:r>
            <a:endParaRPr lang="zh-CN" altLang="en-US" sz="16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D7582AC-8121-6480-EE4C-782417B8FA39}"/>
              </a:ext>
            </a:extLst>
          </p:cNvPr>
          <p:cNvSpPr txBox="1"/>
          <p:nvPr/>
        </p:nvSpPr>
        <p:spPr>
          <a:xfrm>
            <a:off x="4394180" y="338617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A9C4345-FCCA-C377-1408-A3E2CF9D2D4C}"/>
              </a:ext>
            </a:extLst>
          </p:cNvPr>
          <p:cNvSpPr txBox="1"/>
          <p:nvPr/>
        </p:nvSpPr>
        <p:spPr>
          <a:xfrm>
            <a:off x="4918358" y="339138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DDB1E411-21A6-955E-9831-BA9A116D9A70}"/>
              </a:ext>
            </a:extLst>
          </p:cNvPr>
          <p:cNvSpPr/>
          <p:nvPr/>
        </p:nvSpPr>
        <p:spPr>
          <a:xfrm>
            <a:off x="8070830" y="19991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B32FBAAA-01FC-423E-7B13-95BE5A10BD47}"/>
              </a:ext>
            </a:extLst>
          </p:cNvPr>
          <p:cNvSpPr/>
          <p:nvPr/>
        </p:nvSpPr>
        <p:spPr>
          <a:xfrm>
            <a:off x="7149298" y="242222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4C204AFE-83AA-8448-EE63-5D381A927876}"/>
              </a:ext>
            </a:extLst>
          </p:cNvPr>
          <p:cNvSpPr/>
          <p:nvPr/>
        </p:nvSpPr>
        <p:spPr>
          <a:xfrm>
            <a:off x="6696230" y="289218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E7F83A43-5635-9DEB-F77E-11410A18C1A1}"/>
              </a:ext>
            </a:extLst>
          </p:cNvPr>
          <p:cNvSpPr/>
          <p:nvPr/>
        </p:nvSpPr>
        <p:spPr>
          <a:xfrm>
            <a:off x="7561081" y="288240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D1B4A11-19CA-EEA6-E739-7F37A380940E}"/>
              </a:ext>
            </a:extLst>
          </p:cNvPr>
          <p:cNvCxnSpPr>
            <a:stCxn id="40" idx="3"/>
            <a:endCxn id="41" idx="7"/>
          </p:cNvCxnSpPr>
          <p:nvPr/>
        </p:nvCxnSpPr>
        <p:spPr>
          <a:xfrm flipH="1">
            <a:off x="7433811" y="2283617"/>
            <a:ext cx="685834" cy="1874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6F07C11-9377-3452-F333-FEF55674F404}"/>
              </a:ext>
            </a:extLst>
          </p:cNvPr>
          <p:cNvCxnSpPr>
            <a:cxnSpLocks/>
            <a:stCxn id="41" idx="3"/>
            <a:endCxn id="42" idx="7"/>
          </p:cNvCxnSpPr>
          <p:nvPr/>
        </p:nvCxnSpPr>
        <p:spPr>
          <a:xfrm flipH="1">
            <a:off x="6980743" y="2706735"/>
            <a:ext cx="217370" cy="234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AB89E77-B68C-23C8-B6D8-C7EB18BEA2D1}"/>
              </a:ext>
            </a:extLst>
          </p:cNvPr>
          <p:cNvCxnSpPr>
            <a:stCxn id="41" idx="5"/>
            <a:endCxn id="43" idx="1"/>
          </p:cNvCxnSpPr>
          <p:nvPr/>
        </p:nvCxnSpPr>
        <p:spPr>
          <a:xfrm>
            <a:off x="7433811" y="2706735"/>
            <a:ext cx="176085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8E337C1E-0432-FD0F-7760-D6882CBB3711}"/>
              </a:ext>
            </a:extLst>
          </p:cNvPr>
          <p:cNvSpPr/>
          <p:nvPr/>
        </p:nvSpPr>
        <p:spPr>
          <a:xfrm>
            <a:off x="6444112" y="338163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730BB78-62FA-B71B-50B4-AD0DD6CEC40C}"/>
              </a:ext>
            </a:extLst>
          </p:cNvPr>
          <p:cNvCxnSpPr>
            <a:cxnSpLocks/>
            <a:stCxn id="42" idx="3"/>
            <a:endCxn id="47" idx="0"/>
          </p:cNvCxnSpPr>
          <p:nvPr/>
        </p:nvCxnSpPr>
        <p:spPr>
          <a:xfrm flipH="1">
            <a:off x="6610776" y="3176693"/>
            <a:ext cx="134269" cy="204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DB1CD1F2-70E2-4DE1-F86A-B1C20E2BA867}"/>
              </a:ext>
            </a:extLst>
          </p:cNvPr>
          <p:cNvSpPr/>
          <p:nvPr/>
        </p:nvSpPr>
        <p:spPr>
          <a:xfrm>
            <a:off x="8931195" y="237826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32701D8-DAF4-BB51-2C23-1904E09807B9}"/>
              </a:ext>
            </a:extLst>
          </p:cNvPr>
          <p:cNvCxnSpPr>
            <a:cxnSpLocks/>
            <a:stCxn id="40" idx="5"/>
            <a:endCxn id="49" idx="1"/>
          </p:cNvCxnSpPr>
          <p:nvPr/>
        </p:nvCxnSpPr>
        <p:spPr>
          <a:xfrm>
            <a:off x="8355343" y="2283617"/>
            <a:ext cx="624667" cy="1434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AB9466E5-436B-A86B-9E1A-D0E1F5E9DEE5}"/>
              </a:ext>
            </a:extLst>
          </p:cNvPr>
          <p:cNvSpPr/>
          <p:nvPr/>
        </p:nvSpPr>
        <p:spPr>
          <a:xfrm>
            <a:off x="6917094" y="33778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9D947312-6A00-48D5-89BA-BF52222DC424}"/>
              </a:ext>
            </a:extLst>
          </p:cNvPr>
          <p:cNvSpPr/>
          <p:nvPr/>
        </p:nvSpPr>
        <p:spPr>
          <a:xfrm>
            <a:off x="7355189" y="33778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53592D79-852E-D1EE-6A73-9FF7A03DCCD7}"/>
              </a:ext>
            </a:extLst>
          </p:cNvPr>
          <p:cNvSpPr/>
          <p:nvPr/>
        </p:nvSpPr>
        <p:spPr>
          <a:xfrm>
            <a:off x="7800959" y="33913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8E8D21F4-CD15-D211-CE43-F69D0B9C016B}"/>
              </a:ext>
            </a:extLst>
          </p:cNvPr>
          <p:cNvSpPr/>
          <p:nvPr/>
        </p:nvSpPr>
        <p:spPr>
          <a:xfrm>
            <a:off x="8538164" y="289218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3B9945AC-386D-90DA-4BEF-919439D9DA50}"/>
              </a:ext>
            </a:extLst>
          </p:cNvPr>
          <p:cNvSpPr/>
          <p:nvPr/>
        </p:nvSpPr>
        <p:spPr>
          <a:xfrm>
            <a:off x="9476088" y="287806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6A66CF6B-5CAD-95C5-A898-EEA436751CAC}"/>
              </a:ext>
            </a:extLst>
          </p:cNvPr>
          <p:cNvSpPr/>
          <p:nvPr/>
        </p:nvSpPr>
        <p:spPr>
          <a:xfrm>
            <a:off x="8302226" y="33778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38CF72F2-14B9-BDBE-DD1F-F070750588CE}"/>
              </a:ext>
            </a:extLst>
          </p:cNvPr>
          <p:cNvSpPr/>
          <p:nvPr/>
        </p:nvSpPr>
        <p:spPr>
          <a:xfrm>
            <a:off x="8747996" y="33778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BE5A16F9-3715-F064-CF27-C1FE35C80D75}"/>
              </a:ext>
            </a:extLst>
          </p:cNvPr>
          <p:cNvSpPr/>
          <p:nvPr/>
        </p:nvSpPr>
        <p:spPr>
          <a:xfrm>
            <a:off x="9193766" y="33778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109B8169-2ABF-2C73-AE22-B51C6C84CDD9}"/>
              </a:ext>
            </a:extLst>
          </p:cNvPr>
          <p:cNvSpPr/>
          <p:nvPr/>
        </p:nvSpPr>
        <p:spPr>
          <a:xfrm>
            <a:off x="9717503" y="33778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900B0500-D3AD-2D3B-07CF-A5FA5E30CE5E}"/>
              </a:ext>
            </a:extLst>
          </p:cNvPr>
          <p:cNvCxnSpPr>
            <a:cxnSpLocks/>
            <a:stCxn id="42" idx="5"/>
            <a:endCxn id="51" idx="0"/>
          </p:cNvCxnSpPr>
          <p:nvPr/>
        </p:nvCxnSpPr>
        <p:spPr>
          <a:xfrm>
            <a:off x="6980743" y="3176693"/>
            <a:ext cx="103015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56DE83D1-2524-382E-EBC6-6ACABC4F858E}"/>
              </a:ext>
            </a:extLst>
          </p:cNvPr>
          <p:cNvCxnSpPr>
            <a:cxnSpLocks/>
            <a:stCxn id="43" idx="3"/>
            <a:endCxn id="52" idx="0"/>
          </p:cNvCxnSpPr>
          <p:nvPr/>
        </p:nvCxnSpPr>
        <p:spPr>
          <a:xfrm flipH="1">
            <a:off x="7521853" y="3166916"/>
            <a:ext cx="88043" cy="2109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81777E2-EBFD-D486-D9F3-13F00139A216}"/>
              </a:ext>
            </a:extLst>
          </p:cNvPr>
          <p:cNvCxnSpPr>
            <a:cxnSpLocks/>
            <a:stCxn id="43" idx="5"/>
            <a:endCxn id="53" idx="0"/>
          </p:cNvCxnSpPr>
          <p:nvPr/>
        </p:nvCxnSpPr>
        <p:spPr>
          <a:xfrm>
            <a:off x="7845594" y="3166916"/>
            <a:ext cx="122029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9DD40791-27EC-785D-2AEF-28AD81C18047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8468890" y="3176693"/>
            <a:ext cx="118089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13F1A4B-6F5A-E3EC-9461-C3E8991BC902}"/>
              </a:ext>
            </a:extLst>
          </p:cNvPr>
          <p:cNvCxnSpPr>
            <a:cxnSpLocks/>
            <a:stCxn id="54" idx="5"/>
            <a:endCxn id="57" idx="0"/>
          </p:cNvCxnSpPr>
          <p:nvPr/>
        </p:nvCxnSpPr>
        <p:spPr>
          <a:xfrm>
            <a:off x="8822677" y="3176693"/>
            <a:ext cx="91983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22CC2ED8-3441-511B-E4D5-458C5EB81A5C}"/>
              </a:ext>
            </a:extLst>
          </p:cNvPr>
          <p:cNvCxnSpPr>
            <a:cxnSpLocks/>
            <a:stCxn id="49" idx="3"/>
            <a:endCxn id="54" idx="0"/>
          </p:cNvCxnSpPr>
          <p:nvPr/>
        </p:nvCxnSpPr>
        <p:spPr>
          <a:xfrm flipH="1">
            <a:off x="8704828" y="2662778"/>
            <a:ext cx="275182" cy="229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0DFBA6D2-96C7-FB4D-FE57-4BA57F41F201}"/>
              </a:ext>
            </a:extLst>
          </p:cNvPr>
          <p:cNvCxnSpPr>
            <a:cxnSpLocks/>
            <a:stCxn id="49" idx="5"/>
            <a:endCxn id="55" idx="1"/>
          </p:cNvCxnSpPr>
          <p:nvPr/>
        </p:nvCxnSpPr>
        <p:spPr>
          <a:xfrm>
            <a:off x="9215708" y="2662778"/>
            <a:ext cx="309195" cy="264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2C41043-3D07-0D58-C423-D1FCAD7E3FFB}"/>
              </a:ext>
            </a:extLst>
          </p:cNvPr>
          <p:cNvCxnSpPr>
            <a:cxnSpLocks/>
            <a:stCxn id="55" idx="3"/>
            <a:endCxn id="58" idx="0"/>
          </p:cNvCxnSpPr>
          <p:nvPr/>
        </p:nvCxnSpPr>
        <p:spPr>
          <a:xfrm flipH="1">
            <a:off x="9360430" y="3162580"/>
            <a:ext cx="164473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31F9EE3B-04F2-2B0D-5C44-9B753CF74DC8}"/>
              </a:ext>
            </a:extLst>
          </p:cNvPr>
          <p:cNvCxnSpPr>
            <a:cxnSpLocks/>
            <a:stCxn id="55" idx="5"/>
            <a:endCxn id="59" idx="0"/>
          </p:cNvCxnSpPr>
          <p:nvPr/>
        </p:nvCxnSpPr>
        <p:spPr>
          <a:xfrm>
            <a:off x="9760601" y="3162580"/>
            <a:ext cx="123566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B7E47029-EBED-8803-AB04-D431C0FA821B}"/>
              </a:ext>
            </a:extLst>
          </p:cNvPr>
          <p:cNvSpPr txBox="1"/>
          <p:nvPr/>
        </p:nvSpPr>
        <p:spPr>
          <a:xfrm>
            <a:off x="8037760" y="199832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12</a:t>
            </a:r>
            <a:endParaRPr lang="zh-CN" altLang="en-US" sz="160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78D7CFC-0487-37E6-E2E2-290D27B21294}"/>
              </a:ext>
            </a:extLst>
          </p:cNvPr>
          <p:cNvSpPr txBox="1"/>
          <p:nvPr/>
        </p:nvSpPr>
        <p:spPr>
          <a:xfrm>
            <a:off x="7763198" y="337786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11</a:t>
            </a:r>
            <a:endParaRPr lang="zh-CN" altLang="en-US" sz="160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67FD20A-FBCD-7E06-F883-254855986003}"/>
              </a:ext>
            </a:extLst>
          </p:cNvPr>
          <p:cNvSpPr txBox="1"/>
          <p:nvPr/>
        </p:nvSpPr>
        <p:spPr>
          <a:xfrm>
            <a:off x="8881590" y="236544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19</a:t>
            </a:r>
            <a:endParaRPr lang="zh-CN" altLang="en-US" sz="160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0BC8B04-C9E1-3139-998C-FC90A9BF6A7A}"/>
              </a:ext>
            </a:extLst>
          </p:cNvPr>
          <p:cNvSpPr txBox="1"/>
          <p:nvPr/>
        </p:nvSpPr>
        <p:spPr>
          <a:xfrm>
            <a:off x="8492753" y="288240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15</a:t>
            </a:r>
            <a:endParaRPr lang="zh-CN" altLang="en-US" sz="160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1F21E7B-6732-6DD2-1256-0E3EE4047C02}"/>
              </a:ext>
            </a:extLst>
          </p:cNvPr>
          <p:cNvSpPr txBox="1"/>
          <p:nvPr/>
        </p:nvSpPr>
        <p:spPr>
          <a:xfrm>
            <a:off x="8712036" y="338163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17</a:t>
            </a:r>
            <a:endParaRPr lang="zh-CN" altLang="en-US" sz="160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3336BEF-3141-1FF9-B056-4D65819CEF28}"/>
              </a:ext>
            </a:extLst>
          </p:cNvPr>
          <p:cNvSpPr txBox="1"/>
          <p:nvPr/>
        </p:nvSpPr>
        <p:spPr>
          <a:xfrm>
            <a:off x="8274807" y="338163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7DA1458-6B31-D3D2-1E13-552C38A7B5C8}"/>
              </a:ext>
            </a:extLst>
          </p:cNvPr>
          <p:cNvSpPr txBox="1"/>
          <p:nvPr/>
        </p:nvSpPr>
        <p:spPr>
          <a:xfrm>
            <a:off x="9448516" y="287022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22</a:t>
            </a:r>
            <a:endParaRPr lang="zh-CN" altLang="en-US" sz="160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48E5915-B044-95A3-3120-D50452476FC6}"/>
              </a:ext>
            </a:extLst>
          </p:cNvPr>
          <p:cNvSpPr txBox="1"/>
          <p:nvPr/>
        </p:nvSpPr>
        <p:spPr>
          <a:xfrm>
            <a:off x="9160255" y="337264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F1FBF6A-FDF4-1A71-78CE-F1B71A8EBF7F}"/>
              </a:ext>
            </a:extLst>
          </p:cNvPr>
          <p:cNvSpPr txBox="1"/>
          <p:nvPr/>
        </p:nvSpPr>
        <p:spPr>
          <a:xfrm>
            <a:off x="9684433" y="337785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6998620-4BC0-E544-C49F-CCA9B756D0D9}"/>
              </a:ext>
            </a:extLst>
          </p:cNvPr>
          <p:cNvSpPr txBox="1"/>
          <p:nvPr/>
        </p:nvSpPr>
        <p:spPr>
          <a:xfrm>
            <a:off x="2716551" y="1105021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插入</a:t>
            </a:r>
            <a:r>
              <a:rPr lang="en-US" altLang="zh-CN"/>
              <a:t>8</a:t>
            </a:r>
            <a:r>
              <a:rPr lang="zh-CN" altLang="en-US"/>
              <a:t>的路线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E3702C34-FFBA-64D7-8DB6-91208E0744E6}"/>
              </a:ext>
            </a:extLst>
          </p:cNvPr>
          <p:cNvSpPr txBox="1"/>
          <p:nvPr/>
        </p:nvSpPr>
        <p:spPr>
          <a:xfrm>
            <a:off x="7427549" y="1106610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插入</a:t>
            </a:r>
            <a:r>
              <a:rPr lang="en-US" altLang="zh-CN"/>
              <a:t>21</a:t>
            </a:r>
            <a:r>
              <a:rPr lang="zh-CN" altLang="en-US"/>
              <a:t>的路线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7C262BF9-BED4-CA7D-48A5-75BACA63AD0B}"/>
              </a:ext>
            </a:extLst>
          </p:cNvPr>
          <p:cNvSpPr/>
          <p:nvPr/>
        </p:nvSpPr>
        <p:spPr>
          <a:xfrm>
            <a:off x="2517978" y="1767755"/>
            <a:ext cx="617108" cy="579055"/>
          </a:xfrm>
          <a:custGeom>
            <a:avLst/>
            <a:gdLst>
              <a:gd name="csX0" fmla="*/ 617108 w 617108"/>
              <a:gd name="csY0" fmla="*/ 38523 h 579055"/>
              <a:gd name="csX1" fmla="*/ 162160 w 617108"/>
              <a:gd name="csY1" fmla="*/ 56541 h 579055"/>
              <a:gd name="csX2" fmla="*/ 0 w 617108"/>
              <a:gd name="csY2" fmla="*/ 579055 h 579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17108" h="579055">
                <a:moveTo>
                  <a:pt x="617108" y="38523"/>
                </a:moveTo>
                <a:cubicBezTo>
                  <a:pt x="441059" y="2487"/>
                  <a:pt x="265011" y="-33548"/>
                  <a:pt x="162160" y="56541"/>
                </a:cubicBezTo>
                <a:cubicBezTo>
                  <a:pt x="59309" y="146630"/>
                  <a:pt x="29654" y="362842"/>
                  <a:pt x="0" y="579055"/>
                </a:cubicBezTo>
              </a:path>
            </a:pathLst>
          </a:custGeom>
          <a:noFill/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8535380-4E6A-B10E-775E-33B2BB09F790}"/>
              </a:ext>
            </a:extLst>
          </p:cNvPr>
          <p:cNvSpPr txBox="1"/>
          <p:nvPr/>
        </p:nvSpPr>
        <p:spPr>
          <a:xfrm>
            <a:off x="3149856" y="1614914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8&lt;12</a:t>
            </a:r>
            <a:endParaRPr lang="zh-CN" altLang="en-US" sz="140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4BA53E1-7D7C-7770-52DD-39977B99AECD}"/>
              </a:ext>
            </a:extLst>
          </p:cNvPr>
          <p:cNvSpPr txBox="1"/>
          <p:nvPr/>
        </p:nvSpPr>
        <p:spPr>
          <a:xfrm>
            <a:off x="2851186" y="2343350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8&gt;7</a:t>
            </a:r>
            <a:endParaRPr lang="zh-CN" altLang="en-US" sz="1400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E1F2FDED-05FD-6139-7DF5-EF480D08D4B1}"/>
              </a:ext>
            </a:extLst>
          </p:cNvPr>
          <p:cNvSpPr/>
          <p:nvPr/>
        </p:nvSpPr>
        <p:spPr>
          <a:xfrm>
            <a:off x="3101670" y="2634268"/>
            <a:ext cx="168920" cy="337833"/>
          </a:xfrm>
          <a:custGeom>
            <a:avLst/>
            <a:gdLst>
              <a:gd name="csX0" fmla="*/ 0 w 168920"/>
              <a:gd name="csY0" fmla="*/ 0 h 337833"/>
              <a:gd name="csX1" fmla="*/ 166664 w 168920"/>
              <a:gd name="csY1" fmla="*/ 117115 h 337833"/>
              <a:gd name="csX2" fmla="*/ 81080 w 168920"/>
              <a:gd name="csY2" fmla="*/ 337833 h 3378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8920" h="337833">
                <a:moveTo>
                  <a:pt x="0" y="0"/>
                </a:moveTo>
                <a:cubicBezTo>
                  <a:pt x="76575" y="30405"/>
                  <a:pt x="153151" y="60810"/>
                  <a:pt x="166664" y="117115"/>
                </a:cubicBezTo>
                <a:cubicBezTo>
                  <a:pt x="180177" y="173420"/>
                  <a:pt x="130628" y="255626"/>
                  <a:pt x="81080" y="337833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992E3BFB-A1B9-4F99-B2D9-BB6334FAF5AD}"/>
              </a:ext>
            </a:extLst>
          </p:cNvPr>
          <p:cNvSpPr/>
          <p:nvPr/>
        </p:nvSpPr>
        <p:spPr>
          <a:xfrm>
            <a:off x="2608542" y="3008962"/>
            <a:ext cx="107631" cy="351345"/>
          </a:xfrm>
          <a:custGeom>
            <a:avLst/>
            <a:gdLst>
              <a:gd name="csX0" fmla="*/ 107631 w 107631"/>
              <a:gd name="csY0" fmla="*/ 0 h 351345"/>
              <a:gd name="csX1" fmla="*/ 4029 w 107631"/>
              <a:gd name="csY1" fmla="*/ 103602 h 351345"/>
              <a:gd name="csX2" fmla="*/ 31056 w 107631"/>
              <a:gd name="csY2" fmla="*/ 351345 h 3513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7631" h="351345">
                <a:moveTo>
                  <a:pt x="107631" y="0"/>
                </a:moveTo>
                <a:cubicBezTo>
                  <a:pt x="62211" y="22522"/>
                  <a:pt x="16792" y="45044"/>
                  <a:pt x="4029" y="103602"/>
                </a:cubicBezTo>
                <a:cubicBezTo>
                  <a:pt x="-8734" y="162160"/>
                  <a:pt x="11161" y="256752"/>
                  <a:pt x="31056" y="351345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6356450-D15B-9571-4B2F-E94DA219E559}"/>
              </a:ext>
            </a:extLst>
          </p:cNvPr>
          <p:cNvSpPr txBox="1"/>
          <p:nvPr/>
        </p:nvSpPr>
        <p:spPr>
          <a:xfrm>
            <a:off x="1513963" y="4477669"/>
            <a:ext cx="1680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NULL</a:t>
            </a:r>
            <a:r>
              <a:rPr lang="zh-CN" altLang="en-US" sz="1400"/>
              <a:t>，即插入位置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1682C46A-BE73-6F7D-77F1-0C3CD657CD94}"/>
              </a:ext>
            </a:extLst>
          </p:cNvPr>
          <p:cNvSpPr txBox="1"/>
          <p:nvPr/>
        </p:nvSpPr>
        <p:spPr>
          <a:xfrm>
            <a:off x="7844734" y="1673298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21&gt;12</a:t>
            </a:r>
            <a:endParaRPr lang="zh-CN" altLang="en-US" sz="140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5BCC855C-D080-2A72-11BD-88A8F7928DB4}"/>
              </a:ext>
            </a:extLst>
          </p:cNvPr>
          <p:cNvSpPr txBox="1"/>
          <p:nvPr/>
        </p:nvSpPr>
        <p:spPr>
          <a:xfrm>
            <a:off x="9166103" y="2150159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21&gt;19</a:t>
            </a:r>
            <a:endParaRPr lang="zh-CN" altLang="en-US" sz="140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5C90C48-2E48-8480-49E1-61134069BE25}"/>
              </a:ext>
            </a:extLst>
          </p:cNvPr>
          <p:cNvSpPr txBox="1"/>
          <p:nvPr/>
        </p:nvSpPr>
        <p:spPr>
          <a:xfrm>
            <a:off x="9767761" y="2683507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21&lt;22</a:t>
            </a:r>
            <a:endParaRPr lang="zh-CN" altLang="en-US" sz="140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046DBDF-830C-AEBE-73FD-F5F9EF3A821A}"/>
              </a:ext>
            </a:extLst>
          </p:cNvPr>
          <p:cNvSpPr txBox="1"/>
          <p:nvPr/>
        </p:nvSpPr>
        <p:spPr>
          <a:xfrm>
            <a:off x="8756259" y="3706645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21&gt;20</a:t>
            </a:r>
            <a:endParaRPr lang="zh-CN" altLang="en-US" sz="1400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EC3D7CBA-EB11-940A-A97E-01384CE3948D}"/>
              </a:ext>
            </a:extLst>
          </p:cNvPr>
          <p:cNvSpPr/>
          <p:nvPr/>
        </p:nvSpPr>
        <p:spPr>
          <a:xfrm>
            <a:off x="9550839" y="3990292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F1EEA877-416A-7F50-6D3E-CC932F49E0EF}"/>
              </a:ext>
            </a:extLst>
          </p:cNvPr>
          <p:cNvSpPr txBox="1"/>
          <p:nvPr/>
        </p:nvSpPr>
        <p:spPr>
          <a:xfrm>
            <a:off x="8892221" y="4390229"/>
            <a:ext cx="1590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NULL, </a:t>
            </a:r>
            <a:r>
              <a:rPr lang="zh-CN" altLang="en-US" sz="1400"/>
              <a:t>即插入位置</a:t>
            </a:r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96074337-0CC8-4C04-F465-86E6E3537C83}"/>
              </a:ext>
            </a:extLst>
          </p:cNvPr>
          <p:cNvSpPr/>
          <p:nvPr/>
        </p:nvSpPr>
        <p:spPr>
          <a:xfrm>
            <a:off x="8517884" y="1959115"/>
            <a:ext cx="572063" cy="347155"/>
          </a:xfrm>
          <a:custGeom>
            <a:avLst/>
            <a:gdLst>
              <a:gd name="csX0" fmla="*/ 0 w 572063"/>
              <a:gd name="csY0" fmla="*/ 94907 h 347155"/>
              <a:gd name="csX1" fmla="*/ 373868 w 572063"/>
              <a:gd name="csY1" fmla="*/ 13827 h 347155"/>
              <a:gd name="csX2" fmla="*/ 572063 w 572063"/>
              <a:gd name="csY2" fmla="*/ 347155 h 3471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72063" h="347155">
                <a:moveTo>
                  <a:pt x="0" y="94907"/>
                </a:moveTo>
                <a:cubicBezTo>
                  <a:pt x="139262" y="33346"/>
                  <a:pt x="278524" y="-28214"/>
                  <a:pt x="373868" y="13827"/>
                </a:cubicBezTo>
                <a:cubicBezTo>
                  <a:pt x="469212" y="55868"/>
                  <a:pt x="520637" y="201511"/>
                  <a:pt x="572063" y="347155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35DD5567-516C-4F36-1027-D1E31F8C7DC2}"/>
              </a:ext>
            </a:extLst>
          </p:cNvPr>
          <p:cNvSpPr/>
          <p:nvPr/>
        </p:nvSpPr>
        <p:spPr>
          <a:xfrm>
            <a:off x="9400753" y="2448942"/>
            <a:ext cx="287401" cy="339302"/>
          </a:xfrm>
          <a:custGeom>
            <a:avLst/>
            <a:gdLst>
              <a:gd name="csX0" fmla="*/ 0 w 287401"/>
              <a:gd name="csY0" fmla="*/ 14983 h 339302"/>
              <a:gd name="csX1" fmla="*/ 252248 w 287401"/>
              <a:gd name="csY1" fmla="*/ 37505 h 339302"/>
              <a:gd name="csX2" fmla="*/ 279275 w 287401"/>
              <a:gd name="csY2" fmla="*/ 339302 h 339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7401" h="339302">
                <a:moveTo>
                  <a:pt x="0" y="14983"/>
                </a:moveTo>
                <a:cubicBezTo>
                  <a:pt x="102851" y="-783"/>
                  <a:pt x="205702" y="-16548"/>
                  <a:pt x="252248" y="37505"/>
                </a:cubicBezTo>
                <a:cubicBezTo>
                  <a:pt x="298794" y="91558"/>
                  <a:pt x="289034" y="215430"/>
                  <a:pt x="279275" y="339302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30E2C076-6DF4-17B4-6998-B5C3051DB4BA}"/>
              </a:ext>
            </a:extLst>
          </p:cNvPr>
          <p:cNvSpPr/>
          <p:nvPr/>
        </p:nvSpPr>
        <p:spPr>
          <a:xfrm>
            <a:off x="9171015" y="2978511"/>
            <a:ext cx="238747" cy="354770"/>
          </a:xfrm>
          <a:custGeom>
            <a:avLst/>
            <a:gdLst>
              <a:gd name="csX0" fmla="*/ 238747 w 238747"/>
              <a:gd name="csY0" fmla="*/ 34955 h 354770"/>
              <a:gd name="csX1" fmla="*/ 72083 w 238747"/>
              <a:gd name="csY1" fmla="*/ 3424 h 354770"/>
              <a:gd name="csX2" fmla="*/ 12 w 238747"/>
              <a:gd name="csY2" fmla="*/ 107026 h 354770"/>
              <a:gd name="csX3" fmla="*/ 76587 w 238747"/>
              <a:gd name="csY3" fmla="*/ 354770 h 354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8747" h="354770">
                <a:moveTo>
                  <a:pt x="238747" y="34955"/>
                </a:moveTo>
                <a:cubicBezTo>
                  <a:pt x="175309" y="13183"/>
                  <a:pt x="111872" y="-8588"/>
                  <a:pt x="72083" y="3424"/>
                </a:cubicBezTo>
                <a:cubicBezTo>
                  <a:pt x="32294" y="15436"/>
                  <a:pt x="-739" y="48468"/>
                  <a:pt x="12" y="107026"/>
                </a:cubicBezTo>
                <a:cubicBezTo>
                  <a:pt x="763" y="165584"/>
                  <a:pt x="38675" y="260177"/>
                  <a:pt x="76587" y="35477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EA202ECE-B025-5084-15A7-F4977996F51B}"/>
              </a:ext>
            </a:extLst>
          </p:cNvPr>
          <p:cNvSpPr/>
          <p:nvPr/>
        </p:nvSpPr>
        <p:spPr>
          <a:xfrm>
            <a:off x="9513364" y="3689131"/>
            <a:ext cx="165563" cy="234231"/>
          </a:xfrm>
          <a:custGeom>
            <a:avLst/>
            <a:gdLst>
              <a:gd name="csX0" fmla="*/ 0 w 165563"/>
              <a:gd name="csY0" fmla="*/ 0 h 234231"/>
              <a:gd name="csX1" fmla="*/ 144141 w 165563"/>
              <a:gd name="csY1" fmla="*/ 58558 h 234231"/>
              <a:gd name="csX2" fmla="*/ 162159 w 165563"/>
              <a:gd name="csY2" fmla="*/ 234231 h 234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5563" h="234231">
                <a:moveTo>
                  <a:pt x="0" y="0"/>
                </a:moveTo>
                <a:cubicBezTo>
                  <a:pt x="58557" y="9759"/>
                  <a:pt x="117114" y="19519"/>
                  <a:pt x="144141" y="58558"/>
                </a:cubicBezTo>
                <a:cubicBezTo>
                  <a:pt x="171168" y="97597"/>
                  <a:pt x="166663" y="165914"/>
                  <a:pt x="162159" y="234231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556134D0-75CC-CDDA-AF73-9818870ABB00}"/>
              </a:ext>
            </a:extLst>
          </p:cNvPr>
          <p:cNvSpPr/>
          <p:nvPr/>
        </p:nvSpPr>
        <p:spPr>
          <a:xfrm>
            <a:off x="2255786" y="3994936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13C488A9-E07C-3EFA-ADAC-73D3BD6CA411}"/>
              </a:ext>
            </a:extLst>
          </p:cNvPr>
          <p:cNvSpPr/>
          <p:nvPr/>
        </p:nvSpPr>
        <p:spPr>
          <a:xfrm>
            <a:off x="2432038" y="3738258"/>
            <a:ext cx="216569" cy="222074"/>
          </a:xfrm>
          <a:custGeom>
            <a:avLst/>
            <a:gdLst>
              <a:gd name="csX0" fmla="*/ 217305 w 217305"/>
              <a:gd name="csY0" fmla="*/ 1357 h 136490"/>
              <a:gd name="csX1" fmla="*/ 32623 w 217305"/>
              <a:gd name="csY1" fmla="*/ 19375 h 136490"/>
              <a:gd name="csX2" fmla="*/ 1092 w 217305"/>
              <a:gd name="csY2" fmla="*/ 136490 h 136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17305" h="136490">
                <a:moveTo>
                  <a:pt x="217305" y="1357"/>
                </a:moveTo>
                <a:cubicBezTo>
                  <a:pt x="142981" y="-895"/>
                  <a:pt x="68658" y="-3147"/>
                  <a:pt x="32623" y="19375"/>
                </a:cubicBezTo>
                <a:cubicBezTo>
                  <a:pt x="-3412" y="41897"/>
                  <a:pt x="-1160" y="89193"/>
                  <a:pt x="1092" y="13649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681DBC7-CD1A-BC87-DCE1-7A81FF8D2792}"/>
              </a:ext>
            </a:extLst>
          </p:cNvPr>
          <p:cNvSpPr txBox="1"/>
          <p:nvPr/>
        </p:nvSpPr>
        <p:spPr>
          <a:xfrm>
            <a:off x="9530847" y="398767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21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0782509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18936-1D20-2BA0-BFE0-C127E8C8E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椭圆 81">
            <a:extLst>
              <a:ext uri="{FF2B5EF4-FFF2-40B4-BE49-F238E27FC236}">
                <a16:creationId xmlns:a16="http://schemas.microsoft.com/office/drawing/2014/main" id="{C02012CA-D6BC-150D-074A-CC9D9A1CC99A}"/>
              </a:ext>
            </a:extLst>
          </p:cNvPr>
          <p:cNvSpPr/>
          <p:nvPr/>
        </p:nvSpPr>
        <p:spPr>
          <a:xfrm>
            <a:off x="3304755" y="82796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2AE4929E-EC22-ADB2-38D1-34D0C1102D51}"/>
              </a:ext>
            </a:extLst>
          </p:cNvPr>
          <p:cNvSpPr/>
          <p:nvPr/>
        </p:nvSpPr>
        <p:spPr>
          <a:xfrm>
            <a:off x="2383223" y="125108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24890480-91AA-AECF-EF67-9782E3AE8453}"/>
              </a:ext>
            </a:extLst>
          </p:cNvPr>
          <p:cNvSpPr/>
          <p:nvPr/>
        </p:nvSpPr>
        <p:spPr>
          <a:xfrm>
            <a:off x="1930155" y="172104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17EF676E-97E8-3B78-78B3-B79EA6C24BE4}"/>
              </a:ext>
            </a:extLst>
          </p:cNvPr>
          <p:cNvSpPr/>
          <p:nvPr/>
        </p:nvSpPr>
        <p:spPr>
          <a:xfrm>
            <a:off x="2795006" y="17112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876B10E7-AEB8-6A09-5E52-5BDE1E681AD6}"/>
              </a:ext>
            </a:extLst>
          </p:cNvPr>
          <p:cNvCxnSpPr>
            <a:stCxn id="82" idx="3"/>
            <a:endCxn id="88" idx="7"/>
          </p:cNvCxnSpPr>
          <p:nvPr/>
        </p:nvCxnSpPr>
        <p:spPr>
          <a:xfrm flipH="1">
            <a:off x="2667736" y="1112482"/>
            <a:ext cx="685834" cy="1874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8256761D-ED24-0743-62FC-53AA1222CBFC}"/>
              </a:ext>
            </a:extLst>
          </p:cNvPr>
          <p:cNvCxnSpPr>
            <a:cxnSpLocks/>
            <a:stCxn id="88" idx="3"/>
            <a:endCxn id="90" idx="7"/>
          </p:cNvCxnSpPr>
          <p:nvPr/>
        </p:nvCxnSpPr>
        <p:spPr>
          <a:xfrm flipH="1">
            <a:off x="2214668" y="1535600"/>
            <a:ext cx="217370" cy="234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D4D9F581-B9E1-6C2F-53F1-D6DDCB00A9B0}"/>
              </a:ext>
            </a:extLst>
          </p:cNvPr>
          <p:cNvCxnSpPr>
            <a:stCxn id="88" idx="5"/>
            <a:endCxn id="92" idx="1"/>
          </p:cNvCxnSpPr>
          <p:nvPr/>
        </p:nvCxnSpPr>
        <p:spPr>
          <a:xfrm>
            <a:off x="2667736" y="1535600"/>
            <a:ext cx="176085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椭圆 102">
            <a:extLst>
              <a:ext uri="{FF2B5EF4-FFF2-40B4-BE49-F238E27FC236}">
                <a16:creationId xmlns:a16="http://schemas.microsoft.com/office/drawing/2014/main" id="{14543249-4724-1D5B-E94A-84CA1269C9C9}"/>
              </a:ext>
            </a:extLst>
          </p:cNvPr>
          <p:cNvSpPr/>
          <p:nvPr/>
        </p:nvSpPr>
        <p:spPr>
          <a:xfrm>
            <a:off x="1678037" y="22104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A47DDE7C-743A-BFA5-CB3B-89D84DA41C79}"/>
              </a:ext>
            </a:extLst>
          </p:cNvPr>
          <p:cNvCxnSpPr>
            <a:cxnSpLocks/>
            <a:stCxn id="90" idx="3"/>
            <a:endCxn id="103" idx="0"/>
          </p:cNvCxnSpPr>
          <p:nvPr/>
        </p:nvCxnSpPr>
        <p:spPr>
          <a:xfrm flipH="1">
            <a:off x="1844701" y="2005558"/>
            <a:ext cx="134269" cy="204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椭圆 104">
            <a:extLst>
              <a:ext uri="{FF2B5EF4-FFF2-40B4-BE49-F238E27FC236}">
                <a16:creationId xmlns:a16="http://schemas.microsoft.com/office/drawing/2014/main" id="{3D50C1F5-29D4-F008-4BC2-C8C319E24FE4}"/>
              </a:ext>
            </a:extLst>
          </p:cNvPr>
          <p:cNvSpPr/>
          <p:nvPr/>
        </p:nvSpPr>
        <p:spPr>
          <a:xfrm>
            <a:off x="4165120" y="120713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59861AC1-ABC7-6674-CAE4-DCF239FDBE2E}"/>
              </a:ext>
            </a:extLst>
          </p:cNvPr>
          <p:cNvCxnSpPr>
            <a:cxnSpLocks/>
            <a:stCxn id="82" idx="5"/>
            <a:endCxn id="105" idx="1"/>
          </p:cNvCxnSpPr>
          <p:nvPr/>
        </p:nvCxnSpPr>
        <p:spPr>
          <a:xfrm>
            <a:off x="3589268" y="1112482"/>
            <a:ext cx="624667" cy="1434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椭圆 106">
            <a:extLst>
              <a:ext uri="{FF2B5EF4-FFF2-40B4-BE49-F238E27FC236}">
                <a16:creationId xmlns:a16="http://schemas.microsoft.com/office/drawing/2014/main" id="{5807380C-CF34-BD23-C525-C2657B97826B}"/>
              </a:ext>
            </a:extLst>
          </p:cNvPr>
          <p:cNvSpPr/>
          <p:nvPr/>
        </p:nvSpPr>
        <p:spPr>
          <a:xfrm>
            <a:off x="2151019" y="220673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B409061E-0F5D-5186-9275-05B674526BB2}"/>
              </a:ext>
            </a:extLst>
          </p:cNvPr>
          <p:cNvSpPr/>
          <p:nvPr/>
        </p:nvSpPr>
        <p:spPr>
          <a:xfrm>
            <a:off x="2589114" y="220673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F8282FE5-5C74-EBF6-4A0A-213806EEA6B0}"/>
              </a:ext>
            </a:extLst>
          </p:cNvPr>
          <p:cNvSpPr/>
          <p:nvPr/>
        </p:nvSpPr>
        <p:spPr>
          <a:xfrm>
            <a:off x="3034884" y="222026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1C64D6AD-8888-F9AB-0F1F-1B40C699316B}"/>
              </a:ext>
            </a:extLst>
          </p:cNvPr>
          <p:cNvSpPr/>
          <p:nvPr/>
        </p:nvSpPr>
        <p:spPr>
          <a:xfrm>
            <a:off x="3772089" y="172104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4C716D74-FAEC-1DA0-A158-4BD316EEB07C}"/>
              </a:ext>
            </a:extLst>
          </p:cNvPr>
          <p:cNvSpPr/>
          <p:nvPr/>
        </p:nvSpPr>
        <p:spPr>
          <a:xfrm>
            <a:off x="4710013" y="170693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63BCD967-8BB1-7013-D403-78E0946B890D}"/>
              </a:ext>
            </a:extLst>
          </p:cNvPr>
          <p:cNvSpPr/>
          <p:nvPr/>
        </p:nvSpPr>
        <p:spPr>
          <a:xfrm>
            <a:off x="3536151" y="220673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88CBE174-EFC9-C95A-5CB1-A5EC8632D5AE}"/>
              </a:ext>
            </a:extLst>
          </p:cNvPr>
          <p:cNvSpPr/>
          <p:nvPr/>
        </p:nvSpPr>
        <p:spPr>
          <a:xfrm>
            <a:off x="3981921" y="220673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AD34E696-EFDF-F03A-7000-DC70474A314E}"/>
              </a:ext>
            </a:extLst>
          </p:cNvPr>
          <p:cNvSpPr/>
          <p:nvPr/>
        </p:nvSpPr>
        <p:spPr>
          <a:xfrm>
            <a:off x="4427691" y="220673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79DF37C4-FA3C-B742-B7DC-759E47A0E59C}"/>
              </a:ext>
            </a:extLst>
          </p:cNvPr>
          <p:cNvSpPr/>
          <p:nvPr/>
        </p:nvSpPr>
        <p:spPr>
          <a:xfrm>
            <a:off x="4951428" y="220673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D1D64CBB-BAC9-DB6F-18E0-FDC04DB372BA}"/>
              </a:ext>
            </a:extLst>
          </p:cNvPr>
          <p:cNvCxnSpPr>
            <a:cxnSpLocks/>
            <a:stCxn id="90" idx="5"/>
            <a:endCxn id="107" idx="0"/>
          </p:cNvCxnSpPr>
          <p:nvPr/>
        </p:nvCxnSpPr>
        <p:spPr>
          <a:xfrm>
            <a:off x="2214668" y="2005558"/>
            <a:ext cx="103015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D2D02947-DA88-A1AE-7B25-EE29FE6140AA}"/>
              </a:ext>
            </a:extLst>
          </p:cNvPr>
          <p:cNvCxnSpPr>
            <a:cxnSpLocks/>
            <a:stCxn id="92" idx="3"/>
            <a:endCxn id="108" idx="0"/>
          </p:cNvCxnSpPr>
          <p:nvPr/>
        </p:nvCxnSpPr>
        <p:spPr>
          <a:xfrm flipH="1">
            <a:off x="2755778" y="1995781"/>
            <a:ext cx="88043" cy="2109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957E7BA3-6741-38E3-D55C-7F25E303A557}"/>
              </a:ext>
            </a:extLst>
          </p:cNvPr>
          <p:cNvCxnSpPr>
            <a:cxnSpLocks/>
            <a:stCxn id="92" idx="5"/>
            <a:endCxn id="109" idx="0"/>
          </p:cNvCxnSpPr>
          <p:nvPr/>
        </p:nvCxnSpPr>
        <p:spPr>
          <a:xfrm>
            <a:off x="3079519" y="1995781"/>
            <a:ext cx="122029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5A8BC12A-3B38-6F88-6D52-46675AE1CE70}"/>
              </a:ext>
            </a:extLst>
          </p:cNvPr>
          <p:cNvCxnSpPr>
            <a:cxnSpLocks/>
            <a:stCxn id="110" idx="3"/>
            <a:endCxn id="112" idx="0"/>
          </p:cNvCxnSpPr>
          <p:nvPr/>
        </p:nvCxnSpPr>
        <p:spPr>
          <a:xfrm flipH="1">
            <a:off x="3702815" y="2005558"/>
            <a:ext cx="118089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AEA65585-2853-12B5-F654-64E965EF2123}"/>
              </a:ext>
            </a:extLst>
          </p:cNvPr>
          <p:cNvCxnSpPr>
            <a:cxnSpLocks/>
            <a:stCxn id="110" idx="5"/>
            <a:endCxn id="113" idx="0"/>
          </p:cNvCxnSpPr>
          <p:nvPr/>
        </p:nvCxnSpPr>
        <p:spPr>
          <a:xfrm>
            <a:off x="4056602" y="2005558"/>
            <a:ext cx="91983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4F28F6DD-DB49-2D59-08C4-C51EFD55CC93}"/>
              </a:ext>
            </a:extLst>
          </p:cNvPr>
          <p:cNvCxnSpPr>
            <a:cxnSpLocks/>
            <a:stCxn id="105" idx="3"/>
            <a:endCxn id="110" idx="0"/>
          </p:cNvCxnSpPr>
          <p:nvPr/>
        </p:nvCxnSpPr>
        <p:spPr>
          <a:xfrm flipH="1">
            <a:off x="3938753" y="1491643"/>
            <a:ext cx="275182" cy="229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6179C5C7-C7DA-7E9A-0509-4B7FB577BC54}"/>
              </a:ext>
            </a:extLst>
          </p:cNvPr>
          <p:cNvCxnSpPr>
            <a:cxnSpLocks/>
            <a:stCxn id="105" idx="5"/>
            <a:endCxn id="111" idx="1"/>
          </p:cNvCxnSpPr>
          <p:nvPr/>
        </p:nvCxnSpPr>
        <p:spPr>
          <a:xfrm>
            <a:off x="4449633" y="1491643"/>
            <a:ext cx="309195" cy="264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C289B613-12E0-DB91-D9B4-96DA5CE274CD}"/>
              </a:ext>
            </a:extLst>
          </p:cNvPr>
          <p:cNvCxnSpPr>
            <a:cxnSpLocks/>
            <a:stCxn id="111" idx="3"/>
            <a:endCxn id="114" idx="0"/>
          </p:cNvCxnSpPr>
          <p:nvPr/>
        </p:nvCxnSpPr>
        <p:spPr>
          <a:xfrm flipH="1">
            <a:off x="4594355" y="1991445"/>
            <a:ext cx="164473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5022884C-4B88-A510-53D0-FB1B63EA1323}"/>
              </a:ext>
            </a:extLst>
          </p:cNvPr>
          <p:cNvCxnSpPr>
            <a:cxnSpLocks/>
            <a:stCxn id="111" idx="5"/>
            <a:endCxn id="115" idx="0"/>
          </p:cNvCxnSpPr>
          <p:nvPr/>
        </p:nvCxnSpPr>
        <p:spPr>
          <a:xfrm>
            <a:off x="4994526" y="1991445"/>
            <a:ext cx="123566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8297D2B-9792-5E20-94E1-9CB8C8E944DE}"/>
              </a:ext>
            </a:extLst>
          </p:cNvPr>
          <p:cNvSpPr txBox="1"/>
          <p:nvPr/>
        </p:nvSpPr>
        <p:spPr>
          <a:xfrm>
            <a:off x="3271685" y="82718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12</a:t>
            </a:r>
            <a:endParaRPr lang="zh-CN" altLang="en-US" sz="160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1FFE3F0-E364-D1A6-4279-0F08018EA2AB}"/>
              </a:ext>
            </a:extLst>
          </p:cNvPr>
          <p:cNvSpPr txBox="1"/>
          <p:nvPr/>
        </p:nvSpPr>
        <p:spPr>
          <a:xfrm>
            <a:off x="2997123" y="220673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11</a:t>
            </a:r>
            <a:endParaRPr lang="zh-CN" altLang="en-US" sz="160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DDAEF80B-8EA9-918C-1D2A-B22891440CAC}"/>
              </a:ext>
            </a:extLst>
          </p:cNvPr>
          <p:cNvSpPr txBox="1"/>
          <p:nvPr/>
        </p:nvSpPr>
        <p:spPr>
          <a:xfrm>
            <a:off x="4115515" y="119431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19</a:t>
            </a:r>
            <a:endParaRPr lang="zh-CN" altLang="en-US" sz="160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6BC6AFC-922D-B315-E727-914D4783353D}"/>
              </a:ext>
            </a:extLst>
          </p:cNvPr>
          <p:cNvSpPr txBox="1"/>
          <p:nvPr/>
        </p:nvSpPr>
        <p:spPr>
          <a:xfrm>
            <a:off x="3726678" y="171126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15</a:t>
            </a:r>
            <a:endParaRPr lang="zh-CN" altLang="en-US" sz="1600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28049E6-E741-B90F-6ACB-7BFBDB298EE7}"/>
              </a:ext>
            </a:extLst>
          </p:cNvPr>
          <p:cNvSpPr txBox="1"/>
          <p:nvPr/>
        </p:nvSpPr>
        <p:spPr>
          <a:xfrm>
            <a:off x="3945961" y="221049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17</a:t>
            </a:r>
            <a:endParaRPr lang="zh-CN" altLang="en-US" sz="160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4830069A-4247-E3A1-DDDA-F43F25D05264}"/>
              </a:ext>
            </a:extLst>
          </p:cNvPr>
          <p:cNvSpPr txBox="1"/>
          <p:nvPr/>
        </p:nvSpPr>
        <p:spPr>
          <a:xfrm>
            <a:off x="3508732" y="221049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36DB8D14-888E-AED1-01FE-B1E3A84D13F6}"/>
              </a:ext>
            </a:extLst>
          </p:cNvPr>
          <p:cNvSpPr txBox="1"/>
          <p:nvPr/>
        </p:nvSpPr>
        <p:spPr>
          <a:xfrm>
            <a:off x="4682441" y="169909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22</a:t>
            </a:r>
            <a:endParaRPr lang="zh-CN" altLang="en-US" sz="160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8777E479-34E4-C9EE-B360-FBB8052F320E}"/>
              </a:ext>
            </a:extLst>
          </p:cNvPr>
          <p:cNvSpPr txBox="1"/>
          <p:nvPr/>
        </p:nvSpPr>
        <p:spPr>
          <a:xfrm>
            <a:off x="4394180" y="220150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D0433E9-96CA-1DE9-B798-A3C7CE4C277B}"/>
              </a:ext>
            </a:extLst>
          </p:cNvPr>
          <p:cNvSpPr txBox="1"/>
          <p:nvPr/>
        </p:nvSpPr>
        <p:spPr>
          <a:xfrm>
            <a:off x="4918358" y="220671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7135C272-1FC1-1EA8-6724-5EB0ED0D0234}"/>
              </a:ext>
            </a:extLst>
          </p:cNvPr>
          <p:cNvSpPr/>
          <p:nvPr/>
        </p:nvSpPr>
        <p:spPr>
          <a:xfrm>
            <a:off x="2545005" y="703938"/>
            <a:ext cx="747736" cy="467215"/>
          </a:xfrm>
          <a:custGeom>
            <a:avLst/>
            <a:gdLst>
              <a:gd name="csX0" fmla="*/ 747736 w 747736"/>
              <a:gd name="csY0" fmla="*/ 34789 h 467215"/>
              <a:gd name="csX1" fmla="*/ 202699 w 747736"/>
              <a:gd name="csY1" fmla="*/ 43798 h 467215"/>
              <a:gd name="csX2" fmla="*/ 0 w 747736"/>
              <a:gd name="csY2" fmla="*/ 467215 h 467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7736" h="467215">
                <a:moveTo>
                  <a:pt x="747736" y="34789"/>
                </a:moveTo>
                <a:cubicBezTo>
                  <a:pt x="537529" y="3258"/>
                  <a:pt x="327322" y="-28273"/>
                  <a:pt x="202699" y="43798"/>
                </a:cubicBezTo>
                <a:cubicBezTo>
                  <a:pt x="78076" y="115869"/>
                  <a:pt x="20270" y="390640"/>
                  <a:pt x="0" y="467215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2438F8EA-5FDB-D147-5FBE-42CA09BA706A}"/>
              </a:ext>
            </a:extLst>
          </p:cNvPr>
          <p:cNvSpPr/>
          <p:nvPr/>
        </p:nvSpPr>
        <p:spPr>
          <a:xfrm flipH="1">
            <a:off x="2795004" y="1346821"/>
            <a:ext cx="260891" cy="333328"/>
          </a:xfrm>
          <a:custGeom>
            <a:avLst/>
            <a:gdLst>
              <a:gd name="csX0" fmla="*/ 426781 w 426781"/>
              <a:gd name="csY0" fmla="*/ 0 h 418913"/>
              <a:gd name="csX1" fmla="*/ 61922 w 426781"/>
              <a:gd name="csY1" fmla="*/ 85585 h 418913"/>
              <a:gd name="csX2" fmla="*/ 3364 w 426781"/>
              <a:gd name="csY2" fmla="*/ 418913 h 418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26781" h="418913">
                <a:moveTo>
                  <a:pt x="426781" y="0"/>
                </a:moveTo>
                <a:cubicBezTo>
                  <a:pt x="279636" y="7883"/>
                  <a:pt x="132492" y="15766"/>
                  <a:pt x="61922" y="85585"/>
                </a:cubicBezTo>
                <a:cubicBezTo>
                  <a:pt x="-8648" y="155404"/>
                  <a:pt x="-2642" y="287158"/>
                  <a:pt x="3364" y="418913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8B244152-0D6B-C0BD-AF02-470DDA7CCA65}"/>
              </a:ext>
            </a:extLst>
          </p:cNvPr>
          <p:cNvSpPr/>
          <p:nvPr/>
        </p:nvSpPr>
        <p:spPr>
          <a:xfrm>
            <a:off x="3193643" y="1795594"/>
            <a:ext cx="214054" cy="411578"/>
          </a:xfrm>
          <a:custGeom>
            <a:avLst/>
            <a:gdLst>
              <a:gd name="csX0" fmla="*/ 0 w 214054"/>
              <a:gd name="csY0" fmla="*/ 6179 h 411578"/>
              <a:gd name="csX1" fmla="*/ 211709 w 214054"/>
              <a:gd name="csY1" fmla="*/ 55728 h 411578"/>
              <a:gd name="csX2" fmla="*/ 94593 w 214054"/>
              <a:gd name="csY2" fmla="*/ 411578 h 411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14054" h="411578">
                <a:moveTo>
                  <a:pt x="0" y="6179"/>
                </a:moveTo>
                <a:cubicBezTo>
                  <a:pt x="97972" y="-2830"/>
                  <a:pt x="195944" y="-11838"/>
                  <a:pt x="211709" y="55728"/>
                </a:cubicBezTo>
                <a:cubicBezTo>
                  <a:pt x="227474" y="123294"/>
                  <a:pt x="161033" y="267436"/>
                  <a:pt x="94593" y="411578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689A4AD-CC41-CFA1-590C-DA8762B389D9}"/>
              </a:ext>
            </a:extLst>
          </p:cNvPr>
          <p:cNvSpPr txBox="1"/>
          <p:nvPr/>
        </p:nvSpPr>
        <p:spPr>
          <a:xfrm>
            <a:off x="2600025" y="184252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找</a:t>
            </a:r>
            <a:r>
              <a:rPr lang="en-US" altLang="zh-CN"/>
              <a:t>12</a:t>
            </a:r>
            <a:r>
              <a:rPr lang="zh-CN" altLang="en-US"/>
              <a:t>的中序前驱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F0F69658-2076-E41E-8BBC-F080D9FCA17B}"/>
              </a:ext>
            </a:extLst>
          </p:cNvPr>
          <p:cNvSpPr txBox="1"/>
          <p:nvPr/>
        </p:nvSpPr>
        <p:spPr>
          <a:xfrm>
            <a:off x="8028637" y="184252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找</a:t>
            </a:r>
            <a:r>
              <a:rPr lang="en-US" altLang="zh-CN"/>
              <a:t>12</a:t>
            </a:r>
            <a:r>
              <a:rPr lang="zh-CN" altLang="en-US"/>
              <a:t>的中序后继</a:t>
            </a:r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E66AE68A-6380-E6E1-FEF3-EBB96D834C2E}"/>
              </a:ext>
            </a:extLst>
          </p:cNvPr>
          <p:cNvSpPr/>
          <p:nvPr/>
        </p:nvSpPr>
        <p:spPr>
          <a:xfrm>
            <a:off x="8736811" y="81443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62DD975C-4952-85EB-5135-5FDD830ACDF6}"/>
              </a:ext>
            </a:extLst>
          </p:cNvPr>
          <p:cNvSpPr/>
          <p:nvPr/>
        </p:nvSpPr>
        <p:spPr>
          <a:xfrm>
            <a:off x="7815279" y="123755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EF4ABF89-66CA-2A8C-DFB9-A6764FE152D2}"/>
              </a:ext>
            </a:extLst>
          </p:cNvPr>
          <p:cNvSpPr/>
          <p:nvPr/>
        </p:nvSpPr>
        <p:spPr>
          <a:xfrm>
            <a:off x="7362211" y="170751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FAF1B6D7-18EC-D7F8-9B3E-3F22FF55DC4B}"/>
              </a:ext>
            </a:extLst>
          </p:cNvPr>
          <p:cNvSpPr/>
          <p:nvPr/>
        </p:nvSpPr>
        <p:spPr>
          <a:xfrm>
            <a:off x="8227062" y="169773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126738A7-6D46-0B32-C979-1540C90CB6EE}"/>
              </a:ext>
            </a:extLst>
          </p:cNvPr>
          <p:cNvCxnSpPr>
            <a:stCxn id="142" idx="3"/>
            <a:endCxn id="143" idx="7"/>
          </p:cNvCxnSpPr>
          <p:nvPr/>
        </p:nvCxnSpPr>
        <p:spPr>
          <a:xfrm flipH="1">
            <a:off x="8099792" y="1098951"/>
            <a:ext cx="685834" cy="1874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E9446EE-32A4-F866-B032-7102382DAB1E}"/>
              </a:ext>
            </a:extLst>
          </p:cNvPr>
          <p:cNvCxnSpPr>
            <a:cxnSpLocks/>
            <a:stCxn id="143" idx="3"/>
            <a:endCxn id="144" idx="7"/>
          </p:cNvCxnSpPr>
          <p:nvPr/>
        </p:nvCxnSpPr>
        <p:spPr>
          <a:xfrm flipH="1">
            <a:off x="7646724" y="1522069"/>
            <a:ext cx="217370" cy="234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790C9F8D-12C2-1F2B-6D39-6F67A5E97D10}"/>
              </a:ext>
            </a:extLst>
          </p:cNvPr>
          <p:cNvCxnSpPr>
            <a:stCxn id="143" idx="5"/>
            <a:endCxn id="145" idx="1"/>
          </p:cNvCxnSpPr>
          <p:nvPr/>
        </p:nvCxnSpPr>
        <p:spPr>
          <a:xfrm>
            <a:off x="8099792" y="1522069"/>
            <a:ext cx="176085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9" name="椭圆 148">
            <a:extLst>
              <a:ext uri="{FF2B5EF4-FFF2-40B4-BE49-F238E27FC236}">
                <a16:creationId xmlns:a16="http://schemas.microsoft.com/office/drawing/2014/main" id="{4E0407E1-291C-6FC2-0182-FDDED7B4CBA3}"/>
              </a:ext>
            </a:extLst>
          </p:cNvPr>
          <p:cNvSpPr/>
          <p:nvPr/>
        </p:nvSpPr>
        <p:spPr>
          <a:xfrm>
            <a:off x="7110093" y="21969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8F6D2669-486D-4E80-2787-3A21A9D9C664}"/>
              </a:ext>
            </a:extLst>
          </p:cNvPr>
          <p:cNvCxnSpPr>
            <a:cxnSpLocks/>
            <a:stCxn id="144" idx="3"/>
            <a:endCxn id="149" idx="0"/>
          </p:cNvCxnSpPr>
          <p:nvPr/>
        </p:nvCxnSpPr>
        <p:spPr>
          <a:xfrm flipH="1">
            <a:off x="7276757" y="1992027"/>
            <a:ext cx="134269" cy="204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椭圆 150">
            <a:extLst>
              <a:ext uri="{FF2B5EF4-FFF2-40B4-BE49-F238E27FC236}">
                <a16:creationId xmlns:a16="http://schemas.microsoft.com/office/drawing/2014/main" id="{B8042954-A7FF-DDE8-B993-2E75010DE0DE}"/>
              </a:ext>
            </a:extLst>
          </p:cNvPr>
          <p:cNvSpPr/>
          <p:nvPr/>
        </p:nvSpPr>
        <p:spPr>
          <a:xfrm>
            <a:off x="9597176" y="11935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524159D6-3EC1-5202-F0BE-C4CD0DE9DCE6}"/>
              </a:ext>
            </a:extLst>
          </p:cNvPr>
          <p:cNvCxnSpPr>
            <a:cxnSpLocks/>
            <a:stCxn id="142" idx="5"/>
            <a:endCxn id="151" idx="1"/>
          </p:cNvCxnSpPr>
          <p:nvPr/>
        </p:nvCxnSpPr>
        <p:spPr>
          <a:xfrm>
            <a:off x="9021324" y="1098951"/>
            <a:ext cx="624667" cy="1434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" name="椭圆 152">
            <a:extLst>
              <a:ext uri="{FF2B5EF4-FFF2-40B4-BE49-F238E27FC236}">
                <a16:creationId xmlns:a16="http://schemas.microsoft.com/office/drawing/2014/main" id="{8B16E6D6-93C0-1CA8-27F8-7CB1B4CDAEB1}"/>
              </a:ext>
            </a:extLst>
          </p:cNvPr>
          <p:cNvSpPr/>
          <p:nvPr/>
        </p:nvSpPr>
        <p:spPr>
          <a:xfrm>
            <a:off x="7583075" y="21932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0D492C2E-2A44-15D6-CEAF-592F5FC7603A}"/>
              </a:ext>
            </a:extLst>
          </p:cNvPr>
          <p:cNvSpPr/>
          <p:nvPr/>
        </p:nvSpPr>
        <p:spPr>
          <a:xfrm>
            <a:off x="8021170" y="21932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05098CDF-4DFF-ECCB-ED2E-3C7A86035B79}"/>
              </a:ext>
            </a:extLst>
          </p:cNvPr>
          <p:cNvSpPr/>
          <p:nvPr/>
        </p:nvSpPr>
        <p:spPr>
          <a:xfrm>
            <a:off x="8466940" y="220673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1BC45C61-B49D-E94A-583F-8CC76117966F}"/>
              </a:ext>
            </a:extLst>
          </p:cNvPr>
          <p:cNvSpPr/>
          <p:nvPr/>
        </p:nvSpPr>
        <p:spPr>
          <a:xfrm>
            <a:off x="9204145" y="170751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9460114A-9F5C-5803-55E8-5E148D4E86C3}"/>
              </a:ext>
            </a:extLst>
          </p:cNvPr>
          <p:cNvSpPr/>
          <p:nvPr/>
        </p:nvSpPr>
        <p:spPr>
          <a:xfrm>
            <a:off x="10142069" y="169340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5C4423DA-569A-F39C-4F3B-02FE0A6670DC}"/>
              </a:ext>
            </a:extLst>
          </p:cNvPr>
          <p:cNvSpPr/>
          <p:nvPr/>
        </p:nvSpPr>
        <p:spPr>
          <a:xfrm>
            <a:off x="8968207" y="21932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D72F1E2A-AC59-A35A-E251-27B1F2011367}"/>
              </a:ext>
            </a:extLst>
          </p:cNvPr>
          <p:cNvSpPr/>
          <p:nvPr/>
        </p:nvSpPr>
        <p:spPr>
          <a:xfrm>
            <a:off x="9413977" y="21932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E97B2D8B-526E-4D06-8263-60B44AC362BC}"/>
              </a:ext>
            </a:extLst>
          </p:cNvPr>
          <p:cNvSpPr/>
          <p:nvPr/>
        </p:nvSpPr>
        <p:spPr>
          <a:xfrm>
            <a:off x="9859747" y="21932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882831A6-1E2B-EB3F-196C-4F84FF757A99}"/>
              </a:ext>
            </a:extLst>
          </p:cNvPr>
          <p:cNvSpPr/>
          <p:nvPr/>
        </p:nvSpPr>
        <p:spPr>
          <a:xfrm>
            <a:off x="10383484" y="21932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EF1755EA-05C0-D256-590E-E74A58591EFD}"/>
              </a:ext>
            </a:extLst>
          </p:cNvPr>
          <p:cNvCxnSpPr>
            <a:cxnSpLocks/>
            <a:stCxn id="144" idx="5"/>
            <a:endCxn id="153" idx="0"/>
          </p:cNvCxnSpPr>
          <p:nvPr/>
        </p:nvCxnSpPr>
        <p:spPr>
          <a:xfrm>
            <a:off x="7646724" y="1992027"/>
            <a:ext cx="103015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1D031DE1-2633-F300-48AA-F16CF4CE82CE}"/>
              </a:ext>
            </a:extLst>
          </p:cNvPr>
          <p:cNvCxnSpPr>
            <a:cxnSpLocks/>
            <a:stCxn id="145" idx="3"/>
            <a:endCxn id="154" idx="0"/>
          </p:cNvCxnSpPr>
          <p:nvPr/>
        </p:nvCxnSpPr>
        <p:spPr>
          <a:xfrm flipH="1">
            <a:off x="8187834" y="1982250"/>
            <a:ext cx="88043" cy="2109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E796AC6D-0C72-57B6-1957-5D9B5AAC2A52}"/>
              </a:ext>
            </a:extLst>
          </p:cNvPr>
          <p:cNvCxnSpPr>
            <a:cxnSpLocks/>
            <a:stCxn id="145" idx="5"/>
            <a:endCxn id="155" idx="0"/>
          </p:cNvCxnSpPr>
          <p:nvPr/>
        </p:nvCxnSpPr>
        <p:spPr>
          <a:xfrm>
            <a:off x="8511575" y="1982250"/>
            <a:ext cx="122029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14CA55BF-C0A6-BAC5-069D-03D5BA453308}"/>
              </a:ext>
            </a:extLst>
          </p:cNvPr>
          <p:cNvCxnSpPr>
            <a:cxnSpLocks/>
            <a:stCxn id="156" idx="3"/>
            <a:endCxn id="158" idx="0"/>
          </p:cNvCxnSpPr>
          <p:nvPr/>
        </p:nvCxnSpPr>
        <p:spPr>
          <a:xfrm flipH="1">
            <a:off x="9134871" y="1992027"/>
            <a:ext cx="118089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F6AA1B17-BC50-2F45-3A4C-C238F4F845C4}"/>
              </a:ext>
            </a:extLst>
          </p:cNvPr>
          <p:cNvCxnSpPr>
            <a:cxnSpLocks/>
            <a:stCxn id="156" idx="5"/>
            <a:endCxn id="159" idx="0"/>
          </p:cNvCxnSpPr>
          <p:nvPr/>
        </p:nvCxnSpPr>
        <p:spPr>
          <a:xfrm>
            <a:off x="9488658" y="1992027"/>
            <a:ext cx="91983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94F4AAF0-086E-05ED-D90B-F3E255409417}"/>
              </a:ext>
            </a:extLst>
          </p:cNvPr>
          <p:cNvCxnSpPr>
            <a:cxnSpLocks/>
            <a:stCxn id="151" idx="3"/>
            <a:endCxn id="156" idx="0"/>
          </p:cNvCxnSpPr>
          <p:nvPr/>
        </p:nvCxnSpPr>
        <p:spPr>
          <a:xfrm flipH="1">
            <a:off x="9370809" y="1478112"/>
            <a:ext cx="275182" cy="229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65B38868-FC4C-2028-531D-AC5E0D1A808C}"/>
              </a:ext>
            </a:extLst>
          </p:cNvPr>
          <p:cNvCxnSpPr>
            <a:cxnSpLocks/>
            <a:stCxn id="151" idx="5"/>
            <a:endCxn id="157" idx="1"/>
          </p:cNvCxnSpPr>
          <p:nvPr/>
        </p:nvCxnSpPr>
        <p:spPr>
          <a:xfrm>
            <a:off x="9881689" y="1478112"/>
            <a:ext cx="309195" cy="264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8F64DE3A-844A-A81D-2D82-0A5C4FB4A10B}"/>
              </a:ext>
            </a:extLst>
          </p:cNvPr>
          <p:cNvCxnSpPr>
            <a:cxnSpLocks/>
            <a:stCxn id="157" idx="3"/>
            <a:endCxn id="160" idx="0"/>
          </p:cNvCxnSpPr>
          <p:nvPr/>
        </p:nvCxnSpPr>
        <p:spPr>
          <a:xfrm flipH="1">
            <a:off x="10026411" y="1977914"/>
            <a:ext cx="164473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C341AB92-5B41-F707-CE8D-1DEB814E4A15}"/>
              </a:ext>
            </a:extLst>
          </p:cNvPr>
          <p:cNvCxnSpPr>
            <a:cxnSpLocks/>
            <a:stCxn id="157" idx="5"/>
            <a:endCxn id="161" idx="0"/>
          </p:cNvCxnSpPr>
          <p:nvPr/>
        </p:nvCxnSpPr>
        <p:spPr>
          <a:xfrm>
            <a:off x="10426582" y="1977914"/>
            <a:ext cx="123566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7C82867F-B3D3-A8C3-AD2C-98AA6DDFD6A5}"/>
              </a:ext>
            </a:extLst>
          </p:cNvPr>
          <p:cNvSpPr txBox="1"/>
          <p:nvPr/>
        </p:nvSpPr>
        <p:spPr>
          <a:xfrm>
            <a:off x="8703741" y="81365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12</a:t>
            </a:r>
            <a:endParaRPr lang="zh-CN" altLang="en-US" sz="1600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C5E3A5B9-C374-B2B3-A923-F2B4A633D9DE}"/>
              </a:ext>
            </a:extLst>
          </p:cNvPr>
          <p:cNvSpPr txBox="1"/>
          <p:nvPr/>
        </p:nvSpPr>
        <p:spPr>
          <a:xfrm>
            <a:off x="8429179" y="219320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11</a:t>
            </a:r>
            <a:endParaRPr lang="zh-CN" altLang="en-US" sz="1600"/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E193D80B-FA36-FF42-609F-1735FDA8B9B5}"/>
              </a:ext>
            </a:extLst>
          </p:cNvPr>
          <p:cNvSpPr txBox="1"/>
          <p:nvPr/>
        </p:nvSpPr>
        <p:spPr>
          <a:xfrm>
            <a:off x="9547571" y="118078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19</a:t>
            </a:r>
            <a:endParaRPr lang="zh-CN" altLang="en-US" sz="160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DA16A20D-AD93-2231-35E7-FA99805C4BAB}"/>
              </a:ext>
            </a:extLst>
          </p:cNvPr>
          <p:cNvSpPr txBox="1"/>
          <p:nvPr/>
        </p:nvSpPr>
        <p:spPr>
          <a:xfrm>
            <a:off x="9158734" y="169773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15</a:t>
            </a:r>
            <a:endParaRPr lang="zh-CN" altLang="en-US" sz="160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8457DB22-4E3A-6C7F-1922-140099BF295F}"/>
              </a:ext>
            </a:extLst>
          </p:cNvPr>
          <p:cNvSpPr txBox="1"/>
          <p:nvPr/>
        </p:nvSpPr>
        <p:spPr>
          <a:xfrm>
            <a:off x="9378017" y="219696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17</a:t>
            </a:r>
            <a:endParaRPr lang="zh-CN" altLang="en-US" sz="1600"/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6D3C51DC-D569-9A7D-A39D-0314180384A6}"/>
              </a:ext>
            </a:extLst>
          </p:cNvPr>
          <p:cNvSpPr txBox="1"/>
          <p:nvPr/>
        </p:nvSpPr>
        <p:spPr>
          <a:xfrm>
            <a:off x="8940788" y="219696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48D5639A-4495-D604-1E1D-B7F139EEDFAF}"/>
              </a:ext>
            </a:extLst>
          </p:cNvPr>
          <p:cNvSpPr txBox="1"/>
          <p:nvPr/>
        </p:nvSpPr>
        <p:spPr>
          <a:xfrm>
            <a:off x="10114497" y="168556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22</a:t>
            </a:r>
            <a:endParaRPr lang="zh-CN" altLang="en-US" sz="1600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0BF12821-331C-FE18-C90F-E5D2D17A4544}"/>
              </a:ext>
            </a:extLst>
          </p:cNvPr>
          <p:cNvSpPr txBox="1"/>
          <p:nvPr/>
        </p:nvSpPr>
        <p:spPr>
          <a:xfrm>
            <a:off x="9826236" y="218797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043565ED-CDAB-7365-550A-51F7FF5D80D9}"/>
              </a:ext>
            </a:extLst>
          </p:cNvPr>
          <p:cNvSpPr txBox="1"/>
          <p:nvPr/>
        </p:nvSpPr>
        <p:spPr>
          <a:xfrm>
            <a:off x="10350414" y="219318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B56CC5DC-5DC9-952F-72BB-B8A4BEFE657E}"/>
              </a:ext>
            </a:extLst>
          </p:cNvPr>
          <p:cNvSpPr/>
          <p:nvPr/>
        </p:nvSpPr>
        <p:spPr>
          <a:xfrm>
            <a:off x="9085442" y="628232"/>
            <a:ext cx="824922" cy="484363"/>
          </a:xfrm>
          <a:custGeom>
            <a:avLst/>
            <a:gdLst>
              <a:gd name="csX0" fmla="*/ 0 w 824922"/>
              <a:gd name="csY0" fmla="*/ 164548 h 484363"/>
              <a:gd name="csX1" fmla="*/ 441435 w 824922"/>
              <a:gd name="csY1" fmla="*/ 24911 h 484363"/>
              <a:gd name="csX2" fmla="*/ 806294 w 824922"/>
              <a:gd name="csY2" fmla="*/ 47433 h 484363"/>
              <a:gd name="csX3" fmla="*/ 738727 w 824922"/>
              <a:gd name="csY3" fmla="*/ 484363 h 484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24922" h="484363">
                <a:moveTo>
                  <a:pt x="0" y="164548"/>
                </a:moveTo>
                <a:cubicBezTo>
                  <a:pt x="153526" y="104489"/>
                  <a:pt x="307053" y="44430"/>
                  <a:pt x="441435" y="24911"/>
                </a:cubicBezTo>
                <a:cubicBezTo>
                  <a:pt x="575817" y="5392"/>
                  <a:pt x="756745" y="-29142"/>
                  <a:pt x="806294" y="47433"/>
                </a:cubicBezTo>
                <a:cubicBezTo>
                  <a:pt x="855843" y="124008"/>
                  <a:pt x="797285" y="304185"/>
                  <a:pt x="738727" y="484363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C7DE537D-8046-09D0-6659-ED85F9B5C81D}"/>
              </a:ext>
            </a:extLst>
          </p:cNvPr>
          <p:cNvSpPr/>
          <p:nvPr/>
        </p:nvSpPr>
        <p:spPr>
          <a:xfrm>
            <a:off x="9036244" y="1279717"/>
            <a:ext cx="486128" cy="440977"/>
          </a:xfrm>
          <a:custGeom>
            <a:avLst/>
            <a:gdLst>
              <a:gd name="csX0" fmla="*/ 486128 w 486128"/>
              <a:gd name="csY0" fmla="*/ 76117 h 440977"/>
              <a:gd name="csX1" fmla="*/ 22172 w 486128"/>
              <a:gd name="csY1" fmla="*/ 26569 h 440977"/>
              <a:gd name="csX2" fmla="*/ 116765 w 486128"/>
              <a:gd name="csY2" fmla="*/ 440977 h 440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6128" h="440977">
                <a:moveTo>
                  <a:pt x="486128" y="76117"/>
                </a:moveTo>
                <a:cubicBezTo>
                  <a:pt x="284930" y="20938"/>
                  <a:pt x="83733" y="-34241"/>
                  <a:pt x="22172" y="26569"/>
                </a:cubicBezTo>
                <a:cubicBezTo>
                  <a:pt x="-39389" y="87379"/>
                  <a:pt x="38688" y="264178"/>
                  <a:pt x="116765" y="440977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3D507933-A4B3-5648-E0B4-E8FA32477B60}"/>
              </a:ext>
            </a:extLst>
          </p:cNvPr>
          <p:cNvSpPr/>
          <p:nvPr/>
        </p:nvSpPr>
        <p:spPr>
          <a:xfrm>
            <a:off x="8929363" y="1842313"/>
            <a:ext cx="187610" cy="337833"/>
          </a:xfrm>
          <a:custGeom>
            <a:avLst/>
            <a:gdLst>
              <a:gd name="csX0" fmla="*/ 187610 w 187610"/>
              <a:gd name="csY0" fmla="*/ 0 h 337833"/>
              <a:gd name="csX1" fmla="*/ 11937 w 187610"/>
              <a:gd name="csY1" fmla="*/ 162160 h 337833"/>
              <a:gd name="csX2" fmla="*/ 29955 w 187610"/>
              <a:gd name="csY2" fmla="*/ 337833 h 3378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7610" h="337833">
                <a:moveTo>
                  <a:pt x="187610" y="0"/>
                </a:moveTo>
                <a:cubicBezTo>
                  <a:pt x="112911" y="52927"/>
                  <a:pt x="38213" y="105854"/>
                  <a:pt x="11937" y="162160"/>
                </a:cubicBezTo>
                <a:cubicBezTo>
                  <a:pt x="-14339" y="218466"/>
                  <a:pt x="7808" y="278149"/>
                  <a:pt x="29955" y="337833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280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1A3CE-CE4C-C8D7-2A38-FEB85914F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4CD9E70E-0E81-7CC4-B4E3-AE8172493E4F}"/>
              </a:ext>
            </a:extLst>
          </p:cNvPr>
          <p:cNvSpPr/>
          <p:nvPr/>
        </p:nvSpPr>
        <p:spPr>
          <a:xfrm>
            <a:off x="3039168" y="52742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B14D70A-4C38-EC13-DEDC-25760816BC26}"/>
              </a:ext>
            </a:extLst>
          </p:cNvPr>
          <p:cNvSpPr/>
          <p:nvPr/>
        </p:nvSpPr>
        <p:spPr>
          <a:xfrm>
            <a:off x="3511382" y="11662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3FA19FB-609C-843F-E1AF-AF65204895D6}"/>
              </a:ext>
            </a:extLst>
          </p:cNvPr>
          <p:cNvSpPr/>
          <p:nvPr/>
        </p:nvSpPr>
        <p:spPr>
          <a:xfrm>
            <a:off x="1329140" y="52742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49EE591-BBB4-6948-074B-5C2B96B29CB6}"/>
              </a:ext>
            </a:extLst>
          </p:cNvPr>
          <p:cNvSpPr/>
          <p:nvPr/>
        </p:nvSpPr>
        <p:spPr>
          <a:xfrm>
            <a:off x="5221410" y="52742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18595BB-6788-6566-045D-C9648CDC83F0}"/>
              </a:ext>
            </a:extLst>
          </p:cNvPr>
          <p:cNvSpPr/>
          <p:nvPr/>
        </p:nvSpPr>
        <p:spPr>
          <a:xfrm>
            <a:off x="5788217" y="11662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A1DC7DF-9D9F-B2E2-A5C6-5979425E3CDC}"/>
              </a:ext>
            </a:extLst>
          </p:cNvPr>
          <p:cNvSpPr/>
          <p:nvPr/>
        </p:nvSpPr>
        <p:spPr>
          <a:xfrm>
            <a:off x="6355775" y="174211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2BC84BE-F7B6-A935-5775-1D8FA77EC8A7}"/>
              </a:ext>
            </a:extLst>
          </p:cNvPr>
          <p:cNvSpPr/>
          <p:nvPr/>
        </p:nvSpPr>
        <p:spPr>
          <a:xfrm>
            <a:off x="7970413" y="110323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D670A115-02A6-845B-0B44-941F26C26691}"/>
              </a:ext>
            </a:extLst>
          </p:cNvPr>
          <p:cNvSpPr/>
          <p:nvPr/>
        </p:nvSpPr>
        <p:spPr>
          <a:xfrm>
            <a:off x="8492175" y="52742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703F26FB-5BBC-0B9E-11EC-46525B56D40C}"/>
              </a:ext>
            </a:extLst>
          </p:cNvPr>
          <p:cNvSpPr/>
          <p:nvPr/>
        </p:nvSpPr>
        <p:spPr>
          <a:xfrm>
            <a:off x="9059733" y="110323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6FBB078-A4C8-FDEA-BB8D-2906091D5EB2}"/>
              </a:ext>
            </a:extLst>
          </p:cNvPr>
          <p:cNvSpPr/>
          <p:nvPr/>
        </p:nvSpPr>
        <p:spPr>
          <a:xfrm>
            <a:off x="1355255" y="34642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96E166DA-C32C-2EC0-6A97-B8CA6024908C}"/>
              </a:ext>
            </a:extLst>
          </p:cNvPr>
          <p:cNvSpPr/>
          <p:nvPr/>
        </p:nvSpPr>
        <p:spPr>
          <a:xfrm>
            <a:off x="1877017" y="28884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B414793-A988-C1EF-48FD-6EE35F7D4297}"/>
              </a:ext>
            </a:extLst>
          </p:cNvPr>
          <p:cNvSpPr/>
          <p:nvPr/>
        </p:nvSpPr>
        <p:spPr>
          <a:xfrm>
            <a:off x="2444575" y="34642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E821039-D667-3116-071C-37845C8F3D2D}"/>
              </a:ext>
            </a:extLst>
          </p:cNvPr>
          <p:cNvSpPr/>
          <p:nvPr/>
        </p:nvSpPr>
        <p:spPr>
          <a:xfrm>
            <a:off x="3043667" y="41031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948B61D-0C63-D2E0-AB0C-C998A7D1EF8A}"/>
              </a:ext>
            </a:extLst>
          </p:cNvPr>
          <p:cNvSpPr/>
          <p:nvPr/>
        </p:nvSpPr>
        <p:spPr>
          <a:xfrm>
            <a:off x="4864827" y="34642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E180824B-E503-5035-BC30-958CF09EBB89}"/>
              </a:ext>
            </a:extLst>
          </p:cNvPr>
          <p:cNvSpPr/>
          <p:nvPr/>
        </p:nvSpPr>
        <p:spPr>
          <a:xfrm>
            <a:off x="5386589" y="28884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66D5BAAB-06A4-1C27-9254-A716D99504AF}"/>
              </a:ext>
            </a:extLst>
          </p:cNvPr>
          <p:cNvSpPr/>
          <p:nvPr/>
        </p:nvSpPr>
        <p:spPr>
          <a:xfrm>
            <a:off x="5954147" y="34642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FD5D0E95-9203-AC50-575D-158AC8ED27EC}"/>
              </a:ext>
            </a:extLst>
          </p:cNvPr>
          <p:cNvSpPr/>
          <p:nvPr/>
        </p:nvSpPr>
        <p:spPr>
          <a:xfrm>
            <a:off x="6553239" y="41031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C4BC8081-E3DA-02E6-9193-33D4622504DF}"/>
              </a:ext>
            </a:extLst>
          </p:cNvPr>
          <p:cNvSpPr/>
          <p:nvPr/>
        </p:nvSpPr>
        <p:spPr>
          <a:xfrm>
            <a:off x="7070499" y="471952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D090FC3B-117D-1DEE-E5D9-7A1BD0EE9F71}"/>
              </a:ext>
            </a:extLst>
          </p:cNvPr>
          <p:cNvSpPr/>
          <p:nvPr/>
        </p:nvSpPr>
        <p:spPr>
          <a:xfrm>
            <a:off x="8972684" y="34642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E4B80EED-2074-2DAC-A350-7ACA66A26B63}"/>
              </a:ext>
            </a:extLst>
          </p:cNvPr>
          <p:cNvSpPr/>
          <p:nvPr/>
        </p:nvSpPr>
        <p:spPr>
          <a:xfrm>
            <a:off x="9494446" y="288846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FB964C9D-9F2B-FA4F-AB75-CDE579F40832}"/>
              </a:ext>
            </a:extLst>
          </p:cNvPr>
          <p:cNvSpPr/>
          <p:nvPr/>
        </p:nvSpPr>
        <p:spPr>
          <a:xfrm>
            <a:off x="9612295" y="411579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51DEB1F2-C397-C3A1-B011-404AEA211538}"/>
              </a:ext>
            </a:extLst>
          </p:cNvPr>
          <p:cNvSpPr/>
          <p:nvPr/>
        </p:nvSpPr>
        <p:spPr>
          <a:xfrm>
            <a:off x="10043255" y="34642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4F3D00E3-FC0D-0C1C-E6EB-06759D080653}"/>
              </a:ext>
            </a:extLst>
          </p:cNvPr>
          <p:cNvSpPr/>
          <p:nvPr/>
        </p:nvSpPr>
        <p:spPr>
          <a:xfrm>
            <a:off x="10461569" y="409582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E6A44E14-E5FC-30FB-E877-B62D3AEB9BE5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3323681" y="811934"/>
            <a:ext cx="236516" cy="4031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E342B42B-008B-2736-9E52-E35B421666BC}"/>
              </a:ext>
            </a:extLst>
          </p:cNvPr>
          <p:cNvCxnSpPr>
            <a:cxnSpLocks/>
            <a:stCxn id="11" idx="5"/>
            <a:endCxn id="15" idx="1"/>
          </p:cNvCxnSpPr>
          <p:nvPr/>
        </p:nvCxnSpPr>
        <p:spPr>
          <a:xfrm>
            <a:off x="5505923" y="811934"/>
            <a:ext cx="331109" cy="4031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C3957E3-E474-114E-4891-5956A8168FC3}"/>
              </a:ext>
            </a:extLst>
          </p:cNvPr>
          <p:cNvCxnSpPr>
            <a:cxnSpLocks/>
            <a:stCxn id="15" idx="5"/>
            <a:endCxn id="17" idx="1"/>
          </p:cNvCxnSpPr>
          <p:nvPr/>
        </p:nvCxnSpPr>
        <p:spPr>
          <a:xfrm>
            <a:off x="6072730" y="1450812"/>
            <a:ext cx="331860" cy="340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09E131B-0B58-ACCA-0B97-B3F4DA517E0B}"/>
              </a:ext>
            </a:extLst>
          </p:cNvPr>
          <p:cNvCxnSpPr>
            <a:cxnSpLocks/>
            <a:stCxn id="21" idx="3"/>
            <a:endCxn id="19" idx="7"/>
          </p:cNvCxnSpPr>
          <p:nvPr/>
        </p:nvCxnSpPr>
        <p:spPr>
          <a:xfrm flipH="1">
            <a:off x="8254926" y="811934"/>
            <a:ext cx="286064" cy="340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8A1F2093-27B7-A042-C66B-752ADCA1B176}"/>
              </a:ext>
            </a:extLst>
          </p:cNvPr>
          <p:cNvCxnSpPr>
            <a:cxnSpLocks/>
            <a:stCxn id="21" idx="5"/>
            <a:endCxn id="23" idx="1"/>
          </p:cNvCxnSpPr>
          <p:nvPr/>
        </p:nvCxnSpPr>
        <p:spPr>
          <a:xfrm>
            <a:off x="8776688" y="811934"/>
            <a:ext cx="331860" cy="340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BD84F0FC-2957-85C2-9CBB-49F883456849}"/>
              </a:ext>
            </a:extLst>
          </p:cNvPr>
          <p:cNvCxnSpPr>
            <a:cxnSpLocks/>
            <a:stCxn id="27" idx="3"/>
            <a:endCxn id="25" idx="7"/>
          </p:cNvCxnSpPr>
          <p:nvPr/>
        </p:nvCxnSpPr>
        <p:spPr>
          <a:xfrm flipH="1">
            <a:off x="1639768" y="3172981"/>
            <a:ext cx="286064" cy="340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DF411BE2-9720-A5CE-D6EC-AA6E4ABD33B0}"/>
              </a:ext>
            </a:extLst>
          </p:cNvPr>
          <p:cNvCxnSpPr>
            <a:cxnSpLocks/>
            <a:stCxn id="27" idx="5"/>
            <a:endCxn id="29" idx="1"/>
          </p:cNvCxnSpPr>
          <p:nvPr/>
        </p:nvCxnSpPr>
        <p:spPr>
          <a:xfrm>
            <a:off x="2161530" y="3172981"/>
            <a:ext cx="331860" cy="340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5F143652-3DAC-88FD-4634-C42B90D6DBFD}"/>
              </a:ext>
            </a:extLst>
          </p:cNvPr>
          <p:cNvCxnSpPr>
            <a:cxnSpLocks/>
            <a:stCxn id="29" idx="5"/>
            <a:endCxn id="31" idx="1"/>
          </p:cNvCxnSpPr>
          <p:nvPr/>
        </p:nvCxnSpPr>
        <p:spPr>
          <a:xfrm>
            <a:off x="2729088" y="3748798"/>
            <a:ext cx="363394" cy="4031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000B94CF-BE7D-18D9-F65E-173B3E0336B5}"/>
              </a:ext>
            </a:extLst>
          </p:cNvPr>
          <p:cNvCxnSpPr>
            <a:cxnSpLocks/>
            <a:stCxn id="35" idx="3"/>
            <a:endCxn id="33" idx="7"/>
          </p:cNvCxnSpPr>
          <p:nvPr/>
        </p:nvCxnSpPr>
        <p:spPr>
          <a:xfrm flipH="1">
            <a:off x="5149340" y="3172981"/>
            <a:ext cx="286064" cy="340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E24CA3A8-1055-1157-38C1-3E36C5666D6B}"/>
              </a:ext>
            </a:extLst>
          </p:cNvPr>
          <p:cNvCxnSpPr>
            <a:cxnSpLocks/>
            <a:stCxn id="35" idx="5"/>
            <a:endCxn id="37" idx="1"/>
          </p:cNvCxnSpPr>
          <p:nvPr/>
        </p:nvCxnSpPr>
        <p:spPr>
          <a:xfrm>
            <a:off x="5671102" y="3172981"/>
            <a:ext cx="331860" cy="340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7D9A0A3A-E491-F595-B7D8-2641E8DDEE56}"/>
              </a:ext>
            </a:extLst>
          </p:cNvPr>
          <p:cNvCxnSpPr>
            <a:cxnSpLocks/>
            <a:stCxn id="37" idx="5"/>
            <a:endCxn id="39" idx="1"/>
          </p:cNvCxnSpPr>
          <p:nvPr/>
        </p:nvCxnSpPr>
        <p:spPr>
          <a:xfrm>
            <a:off x="6238660" y="3748798"/>
            <a:ext cx="363394" cy="4031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1B954C50-0DA2-7367-8E92-79ECD6C20EE2}"/>
              </a:ext>
            </a:extLst>
          </p:cNvPr>
          <p:cNvCxnSpPr>
            <a:cxnSpLocks/>
            <a:stCxn id="39" idx="5"/>
            <a:endCxn id="41" idx="1"/>
          </p:cNvCxnSpPr>
          <p:nvPr/>
        </p:nvCxnSpPr>
        <p:spPr>
          <a:xfrm>
            <a:off x="6837752" y="4387676"/>
            <a:ext cx="281562" cy="3806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AE9B870C-5510-9B85-1130-4CF2E39FAFA4}"/>
              </a:ext>
            </a:extLst>
          </p:cNvPr>
          <p:cNvCxnSpPr>
            <a:cxnSpLocks/>
            <a:stCxn id="45" idx="3"/>
            <a:endCxn id="43" idx="7"/>
          </p:cNvCxnSpPr>
          <p:nvPr/>
        </p:nvCxnSpPr>
        <p:spPr>
          <a:xfrm flipH="1">
            <a:off x="9257197" y="3172981"/>
            <a:ext cx="286064" cy="340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F1586773-2917-83DB-E0B2-F494A49F6285}"/>
              </a:ext>
            </a:extLst>
          </p:cNvPr>
          <p:cNvCxnSpPr>
            <a:cxnSpLocks/>
            <a:stCxn id="45" idx="5"/>
            <a:endCxn id="49" idx="1"/>
          </p:cNvCxnSpPr>
          <p:nvPr/>
        </p:nvCxnSpPr>
        <p:spPr>
          <a:xfrm>
            <a:off x="9778959" y="3172981"/>
            <a:ext cx="313111" cy="3401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D88B911F-461E-62DF-3933-019A1BD34BFD}"/>
              </a:ext>
            </a:extLst>
          </p:cNvPr>
          <p:cNvCxnSpPr>
            <a:cxnSpLocks/>
            <a:stCxn id="49" idx="3"/>
            <a:endCxn id="47" idx="0"/>
          </p:cNvCxnSpPr>
          <p:nvPr/>
        </p:nvCxnSpPr>
        <p:spPr>
          <a:xfrm flipH="1">
            <a:off x="9778959" y="3748798"/>
            <a:ext cx="313111" cy="3669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B749ECE6-CBA6-5E25-1D08-9F10876B3271}"/>
              </a:ext>
            </a:extLst>
          </p:cNvPr>
          <p:cNvCxnSpPr>
            <a:cxnSpLocks/>
            <a:stCxn id="49" idx="5"/>
            <a:endCxn id="51" idx="0"/>
          </p:cNvCxnSpPr>
          <p:nvPr/>
        </p:nvCxnSpPr>
        <p:spPr>
          <a:xfrm>
            <a:off x="10327768" y="3748798"/>
            <a:ext cx="300465" cy="3470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48778EB8-A201-D69B-D603-4BDFD5C16094}"/>
              </a:ext>
            </a:extLst>
          </p:cNvPr>
          <p:cNvSpPr txBox="1"/>
          <p:nvPr/>
        </p:nvSpPr>
        <p:spPr>
          <a:xfrm>
            <a:off x="964715" y="225079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r>
              <a:rPr lang="zh-CN" altLang="en-US"/>
              <a:t>）插入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112A1F7-006C-F314-2642-70DF57A9C846}"/>
              </a:ext>
            </a:extLst>
          </p:cNvPr>
          <p:cNvSpPr txBox="1"/>
          <p:nvPr/>
        </p:nvSpPr>
        <p:spPr>
          <a:xfrm>
            <a:off x="3278689" y="2297290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r>
              <a:rPr lang="zh-CN" altLang="en-US"/>
              <a:t>）插入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7B0EBED-8062-176F-F2E6-CC8D401D1027}"/>
              </a:ext>
            </a:extLst>
          </p:cNvPr>
          <p:cNvSpPr txBox="1"/>
          <p:nvPr/>
        </p:nvSpPr>
        <p:spPr>
          <a:xfrm>
            <a:off x="6355775" y="2250792"/>
            <a:ext cx="2257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</a:t>
            </a:r>
            <a:r>
              <a:rPr lang="zh-CN" altLang="en-US"/>
              <a:t>）插入</a:t>
            </a:r>
            <a:r>
              <a:rPr lang="en-US" altLang="zh-CN"/>
              <a:t>3</a:t>
            </a:r>
            <a:r>
              <a:rPr lang="zh-CN" altLang="en-US"/>
              <a:t>（需调整）</a:t>
            </a: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BE9A910E-A1DE-E655-F9FB-FDC31AC4DBBA}"/>
              </a:ext>
            </a:extLst>
          </p:cNvPr>
          <p:cNvCxnSpPr>
            <a:cxnSpLocks/>
          </p:cNvCxnSpPr>
          <p:nvPr/>
        </p:nvCxnSpPr>
        <p:spPr>
          <a:xfrm>
            <a:off x="6741676" y="1039480"/>
            <a:ext cx="8971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1449ABC3-70CC-8B88-3BBD-DA27804F6446}"/>
              </a:ext>
            </a:extLst>
          </p:cNvPr>
          <p:cNvSpPr txBox="1"/>
          <p:nvPr/>
        </p:nvSpPr>
        <p:spPr>
          <a:xfrm>
            <a:off x="6738633" y="68917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调整为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53602A18-FF84-1D9D-8F67-F92F6664C564}"/>
              </a:ext>
            </a:extLst>
          </p:cNvPr>
          <p:cNvSpPr txBox="1"/>
          <p:nvPr/>
        </p:nvSpPr>
        <p:spPr>
          <a:xfrm>
            <a:off x="1301781" y="5144063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</a:t>
            </a:r>
            <a:r>
              <a:rPr lang="zh-CN" altLang="en-US"/>
              <a:t>）插入</a:t>
            </a:r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94821026-E7EE-6238-8548-CB1D9EA1B55F}"/>
              </a:ext>
            </a:extLst>
          </p:cNvPr>
          <p:cNvSpPr txBox="1"/>
          <p:nvPr/>
        </p:nvSpPr>
        <p:spPr>
          <a:xfrm>
            <a:off x="6644981" y="5144063"/>
            <a:ext cx="2271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e</a:t>
            </a:r>
            <a:r>
              <a:rPr lang="zh-CN" altLang="en-US"/>
              <a:t>）插入</a:t>
            </a:r>
            <a:r>
              <a:rPr lang="en-US" altLang="zh-CN"/>
              <a:t>5</a:t>
            </a:r>
            <a:r>
              <a:rPr lang="zh-CN" altLang="en-US"/>
              <a:t>（需调整）</a:t>
            </a: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CD58E06C-6FD4-25FA-686A-787DFFF7FC6B}"/>
              </a:ext>
            </a:extLst>
          </p:cNvPr>
          <p:cNvCxnSpPr>
            <a:cxnSpLocks/>
          </p:cNvCxnSpPr>
          <p:nvPr/>
        </p:nvCxnSpPr>
        <p:spPr>
          <a:xfrm>
            <a:off x="7440389" y="3748085"/>
            <a:ext cx="8971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2FBF3E9-61CE-CCF4-EA76-572D6617ABB9}"/>
              </a:ext>
            </a:extLst>
          </p:cNvPr>
          <p:cNvSpPr txBox="1"/>
          <p:nvPr/>
        </p:nvSpPr>
        <p:spPr>
          <a:xfrm>
            <a:off x="7437346" y="339778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调整为</a:t>
            </a:r>
          </a:p>
        </p:txBody>
      </p:sp>
    </p:spTree>
    <p:extLst>
      <p:ext uri="{BB962C8B-B14F-4D97-AF65-F5344CB8AC3E}">
        <p14:creationId xmlns:p14="http://schemas.microsoft.com/office/powerpoint/2010/main" val="343725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D780-E278-C38D-9BFA-08B30858E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B4E69D0B-358A-8F46-3947-859A34ACD326}"/>
              </a:ext>
            </a:extLst>
          </p:cNvPr>
          <p:cNvSpPr/>
          <p:nvPr/>
        </p:nvSpPr>
        <p:spPr>
          <a:xfrm>
            <a:off x="1784087" y="68057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8793B06-FD6E-D866-5A94-CED9757C1969}"/>
              </a:ext>
            </a:extLst>
          </p:cNvPr>
          <p:cNvSpPr/>
          <p:nvPr/>
        </p:nvSpPr>
        <p:spPr>
          <a:xfrm>
            <a:off x="2319363" y="131044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15E8840-6949-3C66-E637-3CE8095D0868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1382861" y="965085"/>
            <a:ext cx="450041" cy="345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D7B4D1C-F3DF-1491-63CC-B6D65C13AB79}"/>
              </a:ext>
            </a:extLst>
          </p:cNvPr>
          <p:cNvCxnSpPr>
            <a:stCxn id="3" idx="5"/>
            <a:endCxn id="5" idx="0"/>
          </p:cNvCxnSpPr>
          <p:nvPr/>
        </p:nvCxnSpPr>
        <p:spPr>
          <a:xfrm>
            <a:off x="2068600" y="965085"/>
            <a:ext cx="417427" cy="345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05FB918-0762-5BEF-956F-5824AE399FC4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2068600" y="1594955"/>
            <a:ext cx="299578" cy="3817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A050783-A342-9212-5060-53E48E671BFD}"/>
              </a:ext>
            </a:extLst>
          </p:cNvPr>
          <p:cNvCxnSpPr>
            <a:cxnSpLocks/>
            <a:stCxn id="5" idx="5"/>
            <a:endCxn id="29" idx="3"/>
          </p:cNvCxnSpPr>
          <p:nvPr/>
        </p:nvCxnSpPr>
        <p:spPr>
          <a:xfrm>
            <a:off x="2603876" y="1594955"/>
            <a:ext cx="265028" cy="4012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DF1B1DD0-5277-6FEE-5EFB-2204FC26364B}"/>
              </a:ext>
            </a:extLst>
          </p:cNvPr>
          <p:cNvGrpSpPr/>
          <p:nvPr/>
        </p:nvGrpSpPr>
        <p:grpSpPr>
          <a:xfrm>
            <a:off x="1174148" y="1310442"/>
            <a:ext cx="340158" cy="333328"/>
            <a:chOff x="1174148" y="1310442"/>
            <a:chExt cx="340158" cy="333328"/>
          </a:xfrm>
        </p:grpSpPr>
        <p:sp>
          <p:nvSpPr>
            <p:cNvPr id="8" name="云形 7">
              <a:extLst>
                <a:ext uri="{FF2B5EF4-FFF2-40B4-BE49-F238E27FC236}">
                  <a16:creationId xmlns:a16="http://schemas.microsoft.com/office/drawing/2014/main" id="{2438C5BD-E4E9-995F-B154-D6FF9C2A7DA1}"/>
                </a:ext>
              </a:extLst>
            </p:cNvPr>
            <p:cNvSpPr/>
            <p:nvPr/>
          </p:nvSpPr>
          <p:spPr>
            <a:xfrm>
              <a:off x="1174148" y="1310442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B22C8F3-BE9B-4702-C222-E7C878CE48B8}"/>
                </a:ext>
              </a:extLst>
            </p:cNvPr>
            <p:cNvSpPr txBox="1"/>
            <p:nvPr/>
          </p:nvSpPr>
          <p:spPr>
            <a:xfrm>
              <a:off x="1174148" y="131044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1</a:t>
              </a:r>
              <a:endParaRPr lang="zh-CN" altLang="en-US" sz="1400" baseline="-25000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C6487D0-9220-64A9-695A-3F0085E82C2B}"/>
              </a:ext>
            </a:extLst>
          </p:cNvPr>
          <p:cNvGrpSpPr/>
          <p:nvPr/>
        </p:nvGrpSpPr>
        <p:grpSpPr>
          <a:xfrm>
            <a:off x="1885061" y="1965863"/>
            <a:ext cx="340158" cy="344563"/>
            <a:chOff x="1885061" y="1965863"/>
            <a:chExt cx="340158" cy="344563"/>
          </a:xfrm>
        </p:grpSpPr>
        <p:sp>
          <p:nvSpPr>
            <p:cNvPr id="27" name="云形 26">
              <a:extLst>
                <a:ext uri="{FF2B5EF4-FFF2-40B4-BE49-F238E27FC236}">
                  <a16:creationId xmlns:a16="http://schemas.microsoft.com/office/drawing/2014/main" id="{2D944BDE-1F39-56BB-1597-99CC0B9645F4}"/>
                </a:ext>
              </a:extLst>
            </p:cNvPr>
            <p:cNvSpPr/>
            <p:nvPr/>
          </p:nvSpPr>
          <p:spPr>
            <a:xfrm>
              <a:off x="1885061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F50403B-6B55-BE0A-7041-AC9BEB3D5632}"/>
                </a:ext>
              </a:extLst>
            </p:cNvPr>
            <p:cNvSpPr txBox="1"/>
            <p:nvPr/>
          </p:nvSpPr>
          <p:spPr>
            <a:xfrm>
              <a:off x="1885061" y="1965863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2</a:t>
              </a:r>
              <a:endParaRPr lang="zh-CN" altLang="en-US" sz="1400" baseline="-25000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384FEFB-1821-3772-4B41-4CB151773314}"/>
              </a:ext>
            </a:extLst>
          </p:cNvPr>
          <p:cNvGrpSpPr/>
          <p:nvPr/>
        </p:nvGrpSpPr>
        <p:grpSpPr>
          <a:xfrm>
            <a:off x="2702240" y="1965862"/>
            <a:ext cx="340158" cy="344564"/>
            <a:chOff x="2702240" y="1965862"/>
            <a:chExt cx="340158" cy="344564"/>
          </a:xfrm>
        </p:grpSpPr>
        <p:sp>
          <p:nvSpPr>
            <p:cNvPr id="29" name="云形 28">
              <a:extLst>
                <a:ext uri="{FF2B5EF4-FFF2-40B4-BE49-F238E27FC236}">
                  <a16:creationId xmlns:a16="http://schemas.microsoft.com/office/drawing/2014/main" id="{61E2980F-AB3F-40D2-5E71-AABB6C6ADD2A}"/>
                </a:ext>
              </a:extLst>
            </p:cNvPr>
            <p:cNvSpPr/>
            <p:nvPr/>
          </p:nvSpPr>
          <p:spPr>
            <a:xfrm>
              <a:off x="2702240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2FDE04C-9D8E-FE42-0F63-2C63BE4212EE}"/>
                </a:ext>
              </a:extLst>
            </p:cNvPr>
            <p:cNvSpPr txBox="1"/>
            <p:nvPr/>
          </p:nvSpPr>
          <p:spPr>
            <a:xfrm>
              <a:off x="2702240" y="196586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3</a:t>
              </a:r>
              <a:endParaRPr lang="zh-CN" altLang="en-US" sz="1400" baseline="-25000"/>
            </a:p>
          </p:txBody>
        </p:sp>
      </p:grpSp>
      <p:sp>
        <p:nvSpPr>
          <p:cNvPr id="36" name="椭圆 35">
            <a:extLst>
              <a:ext uri="{FF2B5EF4-FFF2-40B4-BE49-F238E27FC236}">
                <a16:creationId xmlns:a16="http://schemas.microsoft.com/office/drawing/2014/main" id="{150FD2BC-A1DF-41F5-DE78-A7EC80606567}"/>
              </a:ext>
            </a:extLst>
          </p:cNvPr>
          <p:cNvSpPr/>
          <p:nvPr/>
        </p:nvSpPr>
        <p:spPr>
          <a:xfrm>
            <a:off x="4310324" y="68472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E95D84B-BFED-2B73-D689-F9326A908FA3}"/>
              </a:ext>
            </a:extLst>
          </p:cNvPr>
          <p:cNvSpPr/>
          <p:nvPr/>
        </p:nvSpPr>
        <p:spPr>
          <a:xfrm>
            <a:off x="4845600" y="131459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38" name="云形 37">
            <a:extLst>
              <a:ext uri="{FF2B5EF4-FFF2-40B4-BE49-F238E27FC236}">
                <a16:creationId xmlns:a16="http://schemas.microsoft.com/office/drawing/2014/main" id="{0D9E9485-42EC-95CF-7111-AF95F54C64D0}"/>
              </a:ext>
            </a:extLst>
          </p:cNvPr>
          <p:cNvSpPr/>
          <p:nvPr/>
        </p:nvSpPr>
        <p:spPr>
          <a:xfrm>
            <a:off x="3700385" y="1314598"/>
            <a:ext cx="333328" cy="333328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39659B4-8FCB-0296-FB7E-43EF310DD642}"/>
              </a:ext>
            </a:extLst>
          </p:cNvPr>
          <p:cNvCxnSpPr>
            <a:cxnSpLocks/>
            <a:stCxn id="36" idx="3"/>
          </p:cNvCxnSpPr>
          <p:nvPr/>
        </p:nvCxnSpPr>
        <p:spPr>
          <a:xfrm flipH="1">
            <a:off x="3909098" y="969241"/>
            <a:ext cx="450041" cy="345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66BA122-1E0F-832F-0C68-BF546141DA87}"/>
              </a:ext>
            </a:extLst>
          </p:cNvPr>
          <p:cNvCxnSpPr>
            <a:cxnSpLocks/>
            <a:stCxn id="36" idx="5"/>
            <a:endCxn id="46" idx="0"/>
          </p:cNvCxnSpPr>
          <p:nvPr/>
        </p:nvCxnSpPr>
        <p:spPr>
          <a:xfrm flipH="1">
            <a:off x="4581377" y="969241"/>
            <a:ext cx="13460" cy="10007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17C7C513-90B3-E5C9-6536-43A6955885D8}"/>
              </a:ext>
            </a:extLst>
          </p:cNvPr>
          <p:cNvCxnSpPr>
            <a:cxnSpLocks/>
            <a:stCxn id="37" idx="3"/>
          </p:cNvCxnSpPr>
          <p:nvPr/>
        </p:nvCxnSpPr>
        <p:spPr>
          <a:xfrm flipH="1">
            <a:off x="4594837" y="1599111"/>
            <a:ext cx="299578" cy="3817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A17E2AB-A616-7EAC-F8AD-C4FEB82D8040}"/>
              </a:ext>
            </a:extLst>
          </p:cNvPr>
          <p:cNvCxnSpPr>
            <a:cxnSpLocks/>
            <a:stCxn id="37" idx="5"/>
            <a:endCxn id="44" idx="3"/>
          </p:cNvCxnSpPr>
          <p:nvPr/>
        </p:nvCxnSpPr>
        <p:spPr>
          <a:xfrm>
            <a:off x="5130113" y="1599111"/>
            <a:ext cx="265028" cy="4012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云形 42">
            <a:extLst>
              <a:ext uri="{FF2B5EF4-FFF2-40B4-BE49-F238E27FC236}">
                <a16:creationId xmlns:a16="http://schemas.microsoft.com/office/drawing/2014/main" id="{F460CAA5-94B7-9907-D505-363942026F7D}"/>
              </a:ext>
            </a:extLst>
          </p:cNvPr>
          <p:cNvSpPr/>
          <p:nvPr/>
        </p:nvSpPr>
        <p:spPr>
          <a:xfrm>
            <a:off x="4411298" y="1981254"/>
            <a:ext cx="333328" cy="333328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云形 43">
            <a:extLst>
              <a:ext uri="{FF2B5EF4-FFF2-40B4-BE49-F238E27FC236}">
                <a16:creationId xmlns:a16="http://schemas.microsoft.com/office/drawing/2014/main" id="{65997CC6-C2B4-085B-FE49-B3A40A16F82E}"/>
              </a:ext>
            </a:extLst>
          </p:cNvPr>
          <p:cNvSpPr/>
          <p:nvPr/>
        </p:nvSpPr>
        <p:spPr>
          <a:xfrm>
            <a:off x="5228477" y="1981254"/>
            <a:ext cx="333328" cy="333328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75BAC4F-30F5-C764-28BA-F0D80D2898AB}"/>
              </a:ext>
            </a:extLst>
          </p:cNvPr>
          <p:cNvSpPr txBox="1"/>
          <p:nvPr/>
        </p:nvSpPr>
        <p:spPr>
          <a:xfrm>
            <a:off x="3700385" y="1314598"/>
            <a:ext cx="340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T</a:t>
            </a:r>
            <a:r>
              <a:rPr lang="en-US" altLang="zh-CN" sz="1400" baseline="-25000"/>
              <a:t>1</a:t>
            </a:r>
            <a:endParaRPr lang="zh-CN" altLang="en-US" sz="1400" baseline="-250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CC0DAA6-6998-B9B1-22DC-C99F994D36DB}"/>
              </a:ext>
            </a:extLst>
          </p:cNvPr>
          <p:cNvSpPr txBox="1"/>
          <p:nvPr/>
        </p:nvSpPr>
        <p:spPr>
          <a:xfrm>
            <a:off x="4411298" y="1970019"/>
            <a:ext cx="340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T</a:t>
            </a:r>
            <a:r>
              <a:rPr lang="en-US" altLang="zh-CN" sz="1400" baseline="-25000"/>
              <a:t>2</a:t>
            </a:r>
            <a:endParaRPr lang="zh-CN" altLang="en-US" sz="1400" baseline="-250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91DD617-BA42-7450-A5E4-762080D6E7FE}"/>
              </a:ext>
            </a:extLst>
          </p:cNvPr>
          <p:cNvSpPr txBox="1"/>
          <p:nvPr/>
        </p:nvSpPr>
        <p:spPr>
          <a:xfrm>
            <a:off x="5228477" y="1970018"/>
            <a:ext cx="340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T</a:t>
            </a:r>
            <a:r>
              <a:rPr lang="en-US" altLang="zh-CN" sz="1400" baseline="-25000"/>
              <a:t>3</a:t>
            </a:r>
            <a:endParaRPr lang="zh-CN" altLang="en-US" sz="1400" baseline="-25000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65362260-9FA5-C83C-F9ED-62295CBA3CF8}"/>
              </a:ext>
            </a:extLst>
          </p:cNvPr>
          <p:cNvSpPr/>
          <p:nvPr/>
        </p:nvSpPr>
        <p:spPr>
          <a:xfrm>
            <a:off x="6653590" y="131044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BD2F5715-4ABF-23A8-6621-827A0AD48208}"/>
              </a:ext>
            </a:extLst>
          </p:cNvPr>
          <p:cNvSpPr/>
          <p:nvPr/>
        </p:nvSpPr>
        <p:spPr>
          <a:xfrm>
            <a:off x="7120570" y="6531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947F6934-AED6-0B97-7B25-2E5D45B7CAAF}"/>
              </a:ext>
            </a:extLst>
          </p:cNvPr>
          <p:cNvCxnSpPr>
            <a:cxnSpLocks/>
            <a:stCxn id="77" idx="3"/>
            <a:endCxn id="85" idx="0"/>
          </p:cNvCxnSpPr>
          <p:nvPr/>
        </p:nvCxnSpPr>
        <p:spPr>
          <a:xfrm flipH="1">
            <a:off x="6406204" y="1594955"/>
            <a:ext cx="296201" cy="3963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D5FC9528-636B-91BB-CA98-4F5629AD31E5}"/>
              </a:ext>
            </a:extLst>
          </p:cNvPr>
          <p:cNvCxnSpPr>
            <a:cxnSpLocks/>
            <a:stCxn id="77" idx="5"/>
            <a:endCxn id="88" idx="0"/>
          </p:cNvCxnSpPr>
          <p:nvPr/>
        </p:nvCxnSpPr>
        <p:spPr>
          <a:xfrm>
            <a:off x="6938103" y="1594955"/>
            <a:ext cx="345716" cy="3709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42C03D7C-889A-4429-17C2-4CC5CC2D8056}"/>
              </a:ext>
            </a:extLst>
          </p:cNvPr>
          <p:cNvCxnSpPr>
            <a:cxnSpLocks/>
            <a:stCxn id="78" idx="3"/>
            <a:endCxn id="77" idx="0"/>
          </p:cNvCxnSpPr>
          <p:nvPr/>
        </p:nvCxnSpPr>
        <p:spPr>
          <a:xfrm flipH="1">
            <a:off x="6820254" y="937710"/>
            <a:ext cx="349131" cy="37273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F45EFC36-1BAB-D0EC-43E2-17D3F4F4A03C}"/>
              </a:ext>
            </a:extLst>
          </p:cNvPr>
          <p:cNvCxnSpPr>
            <a:cxnSpLocks/>
            <a:stCxn id="78" idx="5"/>
            <a:endCxn id="90" idx="3"/>
          </p:cNvCxnSpPr>
          <p:nvPr/>
        </p:nvCxnSpPr>
        <p:spPr>
          <a:xfrm>
            <a:off x="7405083" y="937710"/>
            <a:ext cx="692500" cy="10584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AC8B81CF-D1B9-C67C-E1F7-B13B20F20E0D}"/>
              </a:ext>
            </a:extLst>
          </p:cNvPr>
          <p:cNvGrpSpPr/>
          <p:nvPr/>
        </p:nvGrpSpPr>
        <p:grpSpPr>
          <a:xfrm>
            <a:off x="6236125" y="1991303"/>
            <a:ext cx="340158" cy="333328"/>
            <a:chOff x="1174148" y="1310442"/>
            <a:chExt cx="340158" cy="333328"/>
          </a:xfrm>
        </p:grpSpPr>
        <p:sp>
          <p:nvSpPr>
            <p:cNvPr id="84" name="云形 83">
              <a:extLst>
                <a:ext uri="{FF2B5EF4-FFF2-40B4-BE49-F238E27FC236}">
                  <a16:creationId xmlns:a16="http://schemas.microsoft.com/office/drawing/2014/main" id="{5CFBF0A3-6A46-25DB-C90E-98D899815691}"/>
                </a:ext>
              </a:extLst>
            </p:cNvPr>
            <p:cNvSpPr/>
            <p:nvPr/>
          </p:nvSpPr>
          <p:spPr>
            <a:xfrm>
              <a:off x="1174148" y="1310442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F6F280B1-A252-3722-7266-64140CEF7678}"/>
                </a:ext>
              </a:extLst>
            </p:cNvPr>
            <p:cNvSpPr txBox="1"/>
            <p:nvPr/>
          </p:nvSpPr>
          <p:spPr>
            <a:xfrm>
              <a:off x="1174148" y="131044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1</a:t>
              </a:r>
              <a:endParaRPr lang="zh-CN" altLang="en-US" sz="1400" baseline="-2500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1C363960-E0D8-E88E-488B-C281CF7A1C8B}"/>
              </a:ext>
            </a:extLst>
          </p:cNvPr>
          <p:cNvGrpSpPr/>
          <p:nvPr/>
        </p:nvGrpSpPr>
        <p:grpSpPr>
          <a:xfrm>
            <a:off x="7113740" y="1965863"/>
            <a:ext cx="340158" cy="344563"/>
            <a:chOff x="1885061" y="1965863"/>
            <a:chExt cx="340158" cy="344563"/>
          </a:xfrm>
        </p:grpSpPr>
        <p:sp>
          <p:nvSpPr>
            <p:cNvPr id="87" name="云形 86">
              <a:extLst>
                <a:ext uri="{FF2B5EF4-FFF2-40B4-BE49-F238E27FC236}">
                  <a16:creationId xmlns:a16="http://schemas.microsoft.com/office/drawing/2014/main" id="{5E8BC709-39FD-764E-7A3A-7C723B31DCFD}"/>
                </a:ext>
              </a:extLst>
            </p:cNvPr>
            <p:cNvSpPr/>
            <p:nvPr/>
          </p:nvSpPr>
          <p:spPr>
            <a:xfrm>
              <a:off x="1885061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E69854F0-529C-32A5-401C-E4BC0B45E7AD}"/>
                </a:ext>
              </a:extLst>
            </p:cNvPr>
            <p:cNvSpPr txBox="1"/>
            <p:nvPr/>
          </p:nvSpPr>
          <p:spPr>
            <a:xfrm>
              <a:off x="1885061" y="1965863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2</a:t>
              </a:r>
              <a:endParaRPr lang="zh-CN" altLang="en-US" sz="1400" baseline="-25000"/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233D1BBD-D529-E7AE-84CF-A4128EDFF615}"/>
              </a:ext>
            </a:extLst>
          </p:cNvPr>
          <p:cNvGrpSpPr/>
          <p:nvPr/>
        </p:nvGrpSpPr>
        <p:grpSpPr>
          <a:xfrm>
            <a:off x="7930919" y="1965862"/>
            <a:ext cx="340158" cy="344564"/>
            <a:chOff x="2702240" y="1965862"/>
            <a:chExt cx="340158" cy="344564"/>
          </a:xfrm>
        </p:grpSpPr>
        <p:sp>
          <p:nvSpPr>
            <p:cNvPr id="90" name="云形 89">
              <a:extLst>
                <a:ext uri="{FF2B5EF4-FFF2-40B4-BE49-F238E27FC236}">
                  <a16:creationId xmlns:a16="http://schemas.microsoft.com/office/drawing/2014/main" id="{1741FB18-2F54-4E6A-10C3-45ADC1B55C31}"/>
                </a:ext>
              </a:extLst>
            </p:cNvPr>
            <p:cNvSpPr/>
            <p:nvPr/>
          </p:nvSpPr>
          <p:spPr>
            <a:xfrm>
              <a:off x="2702240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F0BC3E7D-4A49-7AB2-B078-E3D28067364D}"/>
                </a:ext>
              </a:extLst>
            </p:cNvPr>
            <p:cNvSpPr txBox="1"/>
            <p:nvPr/>
          </p:nvSpPr>
          <p:spPr>
            <a:xfrm>
              <a:off x="2702240" y="196586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3</a:t>
              </a:r>
              <a:endParaRPr lang="zh-CN" altLang="en-US" sz="1400" baseline="-25000"/>
            </a:p>
          </p:txBody>
        </p:sp>
      </p:grpSp>
      <p:sp>
        <p:nvSpPr>
          <p:cNvPr id="101" name="椭圆 100">
            <a:extLst>
              <a:ext uri="{FF2B5EF4-FFF2-40B4-BE49-F238E27FC236}">
                <a16:creationId xmlns:a16="http://schemas.microsoft.com/office/drawing/2014/main" id="{5EFB8A96-2D42-B20E-94E9-66CFEDDF658A}"/>
              </a:ext>
            </a:extLst>
          </p:cNvPr>
          <p:cNvSpPr/>
          <p:nvPr/>
        </p:nvSpPr>
        <p:spPr>
          <a:xfrm>
            <a:off x="9356842" y="131044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74DBB2B1-A0A9-7E81-D8C1-D463EA839068}"/>
              </a:ext>
            </a:extLst>
          </p:cNvPr>
          <p:cNvSpPr/>
          <p:nvPr/>
        </p:nvSpPr>
        <p:spPr>
          <a:xfrm>
            <a:off x="9823822" y="65319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267F165E-E23E-71AE-4851-E4C6521A63A0}"/>
              </a:ext>
            </a:extLst>
          </p:cNvPr>
          <p:cNvCxnSpPr>
            <a:cxnSpLocks/>
            <a:stCxn id="101" idx="3"/>
            <a:endCxn id="109" idx="0"/>
          </p:cNvCxnSpPr>
          <p:nvPr/>
        </p:nvCxnSpPr>
        <p:spPr>
          <a:xfrm flipH="1">
            <a:off x="9109456" y="1594955"/>
            <a:ext cx="296201" cy="3963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F2EF0F2A-9603-B384-DDBD-D69DFD5DC9A8}"/>
              </a:ext>
            </a:extLst>
          </p:cNvPr>
          <p:cNvCxnSpPr>
            <a:cxnSpLocks/>
            <a:stCxn id="101" idx="5"/>
            <a:endCxn id="112" idx="0"/>
          </p:cNvCxnSpPr>
          <p:nvPr/>
        </p:nvCxnSpPr>
        <p:spPr>
          <a:xfrm>
            <a:off x="9641355" y="1594955"/>
            <a:ext cx="345716" cy="3709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4A8C59D9-8CEF-035A-DE7B-8237F41241FB}"/>
              </a:ext>
            </a:extLst>
          </p:cNvPr>
          <p:cNvCxnSpPr>
            <a:cxnSpLocks/>
            <a:stCxn id="102" idx="3"/>
            <a:endCxn id="101" idx="0"/>
          </p:cNvCxnSpPr>
          <p:nvPr/>
        </p:nvCxnSpPr>
        <p:spPr>
          <a:xfrm flipH="1">
            <a:off x="9523506" y="937710"/>
            <a:ext cx="349131" cy="37273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3A7A84C7-7DA6-43A0-7199-3226465E9710}"/>
              </a:ext>
            </a:extLst>
          </p:cNvPr>
          <p:cNvCxnSpPr>
            <a:cxnSpLocks/>
            <a:stCxn id="102" idx="5"/>
            <a:endCxn id="114" idx="3"/>
          </p:cNvCxnSpPr>
          <p:nvPr/>
        </p:nvCxnSpPr>
        <p:spPr>
          <a:xfrm>
            <a:off x="10108335" y="937710"/>
            <a:ext cx="497584" cy="4030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28516E79-ACDB-9552-855F-014D2C295E59}"/>
              </a:ext>
            </a:extLst>
          </p:cNvPr>
          <p:cNvGrpSpPr/>
          <p:nvPr/>
        </p:nvGrpSpPr>
        <p:grpSpPr>
          <a:xfrm>
            <a:off x="8939377" y="1991303"/>
            <a:ext cx="340158" cy="333328"/>
            <a:chOff x="1174148" y="1310442"/>
            <a:chExt cx="340158" cy="333328"/>
          </a:xfrm>
        </p:grpSpPr>
        <p:sp>
          <p:nvSpPr>
            <p:cNvPr id="108" name="云形 107">
              <a:extLst>
                <a:ext uri="{FF2B5EF4-FFF2-40B4-BE49-F238E27FC236}">
                  <a16:creationId xmlns:a16="http://schemas.microsoft.com/office/drawing/2014/main" id="{ACAE24D4-60D6-714D-33F1-FE12E879A276}"/>
                </a:ext>
              </a:extLst>
            </p:cNvPr>
            <p:cNvSpPr/>
            <p:nvPr/>
          </p:nvSpPr>
          <p:spPr>
            <a:xfrm>
              <a:off x="1174148" y="1310442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AB46D933-EB07-9C72-44AF-4378674CE0C5}"/>
                </a:ext>
              </a:extLst>
            </p:cNvPr>
            <p:cNvSpPr txBox="1"/>
            <p:nvPr/>
          </p:nvSpPr>
          <p:spPr>
            <a:xfrm>
              <a:off x="1174148" y="131044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1</a:t>
              </a:r>
              <a:endParaRPr lang="zh-CN" altLang="en-US" sz="1400" baseline="-25000"/>
            </a:p>
          </p:txBody>
        </p: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70EC953A-BB9E-9183-D489-4033EE63A0AC}"/>
              </a:ext>
            </a:extLst>
          </p:cNvPr>
          <p:cNvGrpSpPr/>
          <p:nvPr/>
        </p:nvGrpSpPr>
        <p:grpSpPr>
          <a:xfrm>
            <a:off x="9816992" y="1965863"/>
            <a:ext cx="340158" cy="344563"/>
            <a:chOff x="1885061" y="1965863"/>
            <a:chExt cx="340158" cy="344563"/>
          </a:xfrm>
        </p:grpSpPr>
        <p:sp>
          <p:nvSpPr>
            <p:cNvPr id="111" name="云形 110">
              <a:extLst>
                <a:ext uri="{FF2B5EF4-FFF2-40B4-BE49-F238E27FC236}">
                  <a16:creationId xmlns:a16="http://schemas.microsoft.com/office/drawing/2014/main" id="{A6F2AFB5-5EF2-9DFE-9D9E-626BC08B6956}"/>
                </a:ext>
              </a:extLst>
            </p:cNvPr>
            <p:cNvSpPr/>
            <p:nvPr/>
          </p:nvSpPr>
          <p:spPr>
            <a:xfrm>
              <a:off x="1885061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FD79D783-A583-9645-F6F5-B0B65B6E028A}"/>
                </a:ext>
              </a:extLst>
            </p:cNvPr>
            <p:cNvSpPr txBox="1"/>
            <p:nvPr/>
          </p:nvSpPr>
          <p:spPr>
            <a:xfrm>
              <a:off x="1885061" y="1965863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2</a:t>
              </a:r>
              <a:endParaRPr lang="zh-CN" altLang="en-US" sz="1400" baseline="-2500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66859C21-7848-996A-ECA0-AA138338B2AE}"/>
              </a:ext>
            </a:extLst>
          </p:cNvPr>
          <p:cNvGrpSpPr/>
          <p:nvPr/>
        </p:nvGrpSpPr>
        <p:grpSpPr>
          <a:xfrm>
            <a:off x="10439255" y="1310442"/>
            <a:ext cx="340158" cy="344564"/>
            <a:chOff x="2702240" y="1965862"/>
            <a:chExt cx="340158" cy="344564"/>
          </a:xfrm>
        </p:grpSpPr>
        <p:sp>
          <p:nvSpPr>
            <p:cNvPr id="114" name="云形 113">
              <a:extLst>
                <a:ext uri="{FF2B5EF4-FFF2-40B4-BE49-F238E27FC236}">
                  <a16:creationId xmlns:a16="http://schemas.microsoft.com/office/drawing/2014/main" id="{5D4F5A3A-1CDA-BC76-5F83-94322710AB50}"/>
                </a:ext>
              </a:extLst>
            </p:cNvPr>
            <p:cNvSpPr/>
            <p:nvPr/>
          </p:nvSpPr>
          <p:spPr>
            <a:xfrm>
              <a:off x="2702240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BEB00CD2-FA78-5FE4-93DB-EC4A550B43E8}"/>
                </a:ext>
              </a:extLst>
            </p:cNvPr>
            <p:cNvSpPr txBox="1"/>
            <p:nvPr/>
          </p:nvSpPr>
          <p:spPr>
            <a:xfrm>
              <a:off x="2702240" y="196586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3</a:t>
              </a:r>
              <a:endParaRPr lang="zh-CN" altLang="en-US" sz="1400" baseline="-25000"/>
            </a:p>
          </p:txBody>
        </p:sp>
      </p:grpSp>
      <p:sp>
        <p:nvSpPr>
          <p:cNvPr id="116" name="文本框 115">
            <a:extLst>
              <a:ext uri="{FF2B5EF4-FFF2-40B4-BE49-F238E27FC236}">
                <a16:creationId xmlns:a16="http://schemas.microsoft.com/office/drawing/2014/main" id="{6D4A9132-B651-0B44-37FB-96044E6BEE84}"/>
              </a:ext>
            </a:extLst>
          </p:cNvPr>
          <p:cNvSpPr txBox="1"/>
          <p:nvPr/>
        </p:nvSpPr>
        <p:spPr>
          <a:xfrm>
            <a:off x="1157939" y="263217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r>
              <a:rPr lang="zh-CN" altLang="en-US"/>
              <a:t>）初始状态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E77CF4C8-65E3-0BDE-AF6F-5BFB78D3AE3E}"/>
              </a:ext>
            </a:extLst>
          </p:cNvPr>
          <p:cNvSpPr txBox="1"/>
          <p:nvPr/>
        </p:nvSpPr>
        <p:spPr>
          <a:xfrm>
            <a:off x="3867049" y="263217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r>
              <a:rPr lang="zh-CN" altLang="en-US"/>
              <a:t>）步骤一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59750287-EFE8-BCF5-6B8E-932EC0444295}"/>
              </a:ext>
            </a:extLst>
          </p:cNvPr>
          <p:cNvSpPr txBox="1"/>
          <p:nvPr/>
        </p:nvSpPr>
        <p:spPr>
          <a:xfrm>
            <a:off x="6576283" y="264454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</a:t>
            </a:r>
            <a:r>
              <a:rPr lang="zh-CN" altLang="en-US"/>
              <a:t>）步骤二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51E2A030-B898-34A8-EF75-C105E1D3155B}"/>
              </a:ext>
            </a:extLst>
          </p:cNvPr>
          <p:cNvSpPr txBox="1"/>
          <p:nvPr/>
        </p:nvSpPr>
        <p:spPr>
          <a:xfrm>
            <a:off x="9279535" y="264454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</a:t>
            </a:r>
            <a:r>
              <a:rPr lang="zh-CN" altLang="en-US"/>
              <a:t>）步骤三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943D06C2-522F-99BA-0596-14ED8B7CABCA}"/>
              </a:ext>
            </a:extLst>
          </p:cNvPr>
          <p:cNvSpPr txBox="1"/>
          <p:nvPr/>
        </p:nvSpPr>
        <p:spPr>
          <a:xfrm>
            <a:off x="1885061" y="369039"/>
            <a:ext cx="553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root</a:t>
            </a:r>
            <a:endParaRPr lang="zh-CN" altLang="en-US" sz="160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AC7E9AB-E08C-2306-2E45-7FD55CE7D6C3}"/>
              </a:ext>
            </a:extLst>
          </p:cNvPr>
          <p:cNvSpPr txBox="1"/>
          <p:nvPr/>
        </p:nvSpPr>
        <p:spPr>
          <a:xfrm>
            <a:off x="2494097" y="1023630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tmp</a:t>
            </a:r>
            <a:endParaRPr lang="zh-CN" altLang="en-US" sz="160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8FC572D7-E8CD-E345-1B45-E7977C1C18C0}"/>
              </a:ext>
            </a:extLst>
          </p:cNvPr>
          <p:cNvSpPr txBox="1"/>
          <p:nvPr/>
        </p:nvSpPr>
        <p:spPr>
          <a:xfrm>
            <a:off x="5037532" y="1023630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tmp</a:t>
            </a:r>
            <a:endParaRPr lang="zh-CN" altLang="en-US" sz="160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6C868575-15EA-6A44-2067-E15B870B5763}"/>
              </a:ext>
            </a:extLst>
          </p:cNvPr>
          <p:cNvSpPr txBox="1"/>
          <p:nvPr/>
        </p:nvSpPr>
        <p:spPr>
          <a:xfrm>
            <a:off x="7110961" y="314643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tmp</a:t>
            </a:r>
            <a:endParaRPr lang="zh-CN" altLang="en-US" sz="160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A583EF95-00B6-C7D5-A1B0-C2287E7CC6C7}"/>
              </a:ext>
            </a:extLst>
          </p:cNvPr>
          <p:cNvSpPr txBox="1"/>
          <p:nvPr/>
        </p:nvSpPr>
        <p:spPr>
          <a:xfrm>
            <a:off x="3999973" y="369039"/>
            <a:ext cx="553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root</a:t>
            </a:r>
            <a:endParaRPr lang="zh-CN" altLang="en-US" sz="1600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C3799ED0-6088-4895-9F21-E6789F6F1FC2}"/>
              </a:ext>
            </a:extLst>
          </p:cNvPr>
          <p:cNvSpPr txBox="1"/>
          <p:nvPr/>
        </p:nvSpPr>
        <p:spPr>
          <a:xfrm>
            <a:off x="6149048" y="1058227"/>
            <a:ext cx="553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root</a:t>
            </a:r>
            <a:endParaRPr lang="zh-CN" altLang="en-US" sz="1600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24A5F2BA-A59C-199F-14F4-0352D6516EBB}"/>
              </a:ext>
            </a:extLst>
          </p:cNvPr>
          <p:cNvSpPr txBox="1"/>
          <p:nvPr/>
        </p:nvSpPr>
        <p:spPr>
          <a:xfrm>
            <a:off x="9710868" y="333397"/>
            <a:ext cx="553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root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8885227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5212D-F278-5450-B9E9-E2BEAC59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椭圆 100">
            <a:extLst>
              <a:ext uri="{FF2B5EF4-FFF2-40B4-BE49-F238E27FC236}">
                <a16:creationId xmlns:a16="http://schemas.microsoft.com/office/drawing/2014/main" id="{F6894F27-973B-7FAF-31D4-C075416D89F6}"/>
              </a:ext>
            </a:extLst>
          </p:cNvPr>
          <p:cNvSpPr/>
          <p:nvPr/>
        </p:nvSpPr>
        <p:spPr>
          <a:xfrm>
            <a:off x="1476307" y="138701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637A333C-1F95-58B0-3BB6-8A6D907F766B}"/>
              </a:ext>
            </a:extLst>
          </p:cNvPr>
          <p:cNvSpPr/>
          <p:nvPr/>
        </p:nvSpPr>
        <p:spPr>
          <a:xfrm>
            <a:off x="1943287" y="72977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193BE02B-84D8-1C61-3E46-A586000A968B}"/>
              </a:ext>
            </a:extLst>
          </p:cNvPr>
          <p:cNvCxnSpPr>
            <a:cxnSpLocks/>
            <a:stCxn id="101" idx="3"/>
            <a:endCxn id="109" idx="0"/>
          </p:cNvCxnSpPr>
          <p:nvPr/>
        </p:nvCxnSpPr>
        <p:spPr>
          <a:xfrm flipH="1">
            <a:off x="1228921" y="1671531"/>
            <a:ext cx="296201" cy="3963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A6EDBE92-E569-CFAA-4AC3-01E6DF3B0021}"/>
              </a:ext>
            </a:extLst>
          </p:cNvPr>
          <p:cNvCxnSpPr>
            <a:cxnSpLocks/>
            <a:stCxn id="101" idx="5"/>
            <a:endCxn id="112" idx="0"/>
          </p:cNvCxnSpPr>
          <p:nvPr/>
        </p:nvCxnSpPr>
        <p:spPr>
          <a:xfrm>
            <a:off x="1760820" y="1671531"/>
            <a:ext cx="212764" cy="3709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D0CE672B-A19A-6F12-11F9-85CC177E30E0}"/>
              </a:ext>
            </a:extLst>
          </p:cNvPr>
          <p:cNvCxnSpPr>
            <a:cxnSpLocks/>
            <a:stCxn id="102" idx="3"/>
            <a:endCxn id="101" idx="0"/>
          </p:cNvCxnSpPr>
          <p:nvPr/>
        </p:nvCxnSpPr>
        <p:spPr>
          <a:xfrm flipH="1">
            <a:off x="1642971" y="1014286"/>
            <a:ext cx="349131" cy="37273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4D3B29CC-E6FC-E1AA-1AD6-09F1245613CD}"/>
              </a:ext>
            </a:extLst>
          </p:cNvPr>
          <p:cNvCxnSpPr>
            <a:cxnSpLocks/>
            <a:stCxn id="102" idx="5"/>
            <a:endCxn id="114" idx="3"/>
          </p:cNvCxnSpPr>
          <p:nvPr/>
        </p:nvCxnSpPr>
        <p:spPr>
          <a:xfrm>
            <a:off x="2227800" y="1014286"/>
            <a:ext cx="497584" cy="4030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8B92341E-7186-0423-B24E-7FB5086026EE}"/>
              </a:ext>
            </a:extLst>
          </p:cNvPr>
          <p:cNvGrpSpPr/>
          <p:nvPr/>
        </p:nvGrpSpPr>
        <p:grpSpPr>
          <a:xfrm>
            <a:off x="1058842" y="2067879"/>
            <a:ext cx="340158" cy="333328"/>
            <a:chOff x="1174148" y="1310442"/>
            <a:chExt cx="340158" cy="333328"/>
          </a:xfrm>
        </p:grpSpPr>
        <p:sp>
          <p:nvSpPr>
            <p:cNvPr id="108" name="云形 107">
              <a:extLst>
                <a:ext uri="{FF2B5EF4-FFF2-40B4-BE49-F238E27FC236}">
                  <a16:creationId xmlns:a16="http://schemas.microsoft.com/office/drawing/2014/main" id="{ECEB57FF-47D4-0EB7-DA81-A968B0D1D480}"/>
                </a:ext>
              </a:extLst>
            </p:cNvPr>
            <p:cNvSpPr/>
            <p:nvPr/>
          </p:nvSpPr>
          <p:spPr>
            <a:xfrm>
              <a:off x="1174148" y="1310442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C362CE49-BE0D-48F9-6E43-89EA9C29AD59}"/>
                </a:ext>
              </a:extLst>
            </p:cNvPr>
            <p:cNvSpPr txBox="1"/>
            <p:nvPr/>
          </p:nvSpPr>
          <p:spPr>
            <a:xfrm>
              <a:off x="1174148" y="131044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1</a:t>
              </a:r>
              <a:endParaRPr lang="zh-CN" altLang="en-US" sz="1400" baseline="-25000"/>
            </a:p>
          </p:txBody>
        </p: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607F7606-5D11-0547-EFA5-1ECAE1F71AD6}"/>
              </a:ext>
            </a:extLst>
          </p:cNvPr>
          <p:cNvGrpSpPr/>
          <p:nvPr/>
        </p:nvGrpSpPr>
        <p:grpSpPr>
          <a:xfrm>
            <a:off x="1803505" y="2042439"/>
            <a:ext cx="340158" cy="344563"/>
            <a:chOff x="1885061" y="1965863"/>
            <a:chExt cx="340158" cy="344563"/>
          </a:xfrm>
        </p:grpSpPr>
        <p:sp>
          <p:nvSpPr>
            <p:cNvPr id="111" name="云形 110">
              <a:extLst>
                <a:ext uri="{FF2B5EF4-FFF2-40B4-BE49-F238E27FC236}">
                  <a16:creationId xmlns:a16="http://schemas.microsoft.com/office/drawing/2014/main" id="{519F1D36-717C-9749-F2CE-BFA347822466}"/>
                </a:ext>
              </a:extLst>
            </p:cNvPr>
            <p:cNvSpPr/>
            <p:nvPr/>
          </p:nvSpPr>
          <p:spPr>
            <a:xfrm>
              <a:off x="1885061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721C70B8-5C84-9BDF-43EC-C90A6475A3C6}"/>
                </a:ext>
              </a:extLst>
            </p:cNvPr>
            <p:cNvSpPr txBox="1"/>
            <p:nvPr/>
          </p:nvSpPr>
          <p:spPr>
            <a:xfrm>
              <a:off x="1885061" y="1965863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2</a:t>
              </a:r>
              <a:endParaRPr lang="zh-CN" altLang="en-US" sz="1400" baseline="-2500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F91EA578-3C15-413E-1C2E-CE422776BC2F}"/>
              </a:ext>
            </a:extLst>
          </p:cNvPr>
          <p:cNvGrpSpPr/>
          <p:nvPr/>
        </p:nvGrpSpPr>
        <p:grpSpPr>
          <a:xfrm>
            <a:off x="2558720" y="1387018"/>
            <a:ext cx="340158" cy="344564"/>
            <a:chOff x="2702240" y="1965862"/>
            <a:chExt cx="340158" cy="344564"/>
          </a:xfrm>
        </p:grpSpPr>
        <p:sp>
          <p:nvSpPr>
            <p:cNvPr id="114" name="云形 113">
              <a:extLst>
                <a:ext uri="{FF2B5EF4-FFF2-40B4-BE49-F238E27FC236}">
                  <a16:creationId xmlns:a16="http://schemas.microsoft.com/office/drawing/2014/main" id="{E37403A0-1085-275C-A53B-21158CB5659A}"/>
                </a:ext>
              </a:extLst>
            </p:cNvPr>
            <p:cNvSpPr/>
            <p:nvPr/>
          </p:nvSpPr>
          <p:spPr>
            <a:xfrm>
              <a:off x="2702240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56856EB5-51D1-F798-37DB-F06777813178}"/>
                </a:ext>
              </a:extLst>
            </p:cNvPr>
            <p:cNvSpPr txBox="1"/>
            <p:nvPr/>
          </p:nvSpPr>
          <p:spPr>
            <a:xfrm>
              <a:off x="2702240" y="196586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3</a:t>
              </a:r>
              <a:endParaRPr lang="zh-CN" altLang="en-US" sz="1400" baseline="-25000"/>
            </a:p>
          </p:txBody>
        </p:sp>
      </p:grpSp>
      <p:sp>
        <p:nvSpPr>
          <p:cNvPr id="116" name="文本框 115">
            <a:extLst>
              <a:ext uri="{FF2B5EF4-FFF2-40B4-BE49-F238E27FC236}">
                <a16:creationId xmlns:a16="http://schemas.microsoft.com/office/drawing/2014/main" id="{01C35298-DBDD-07F6-9DB4-AA3F02F1B2D4}"/>
              </a:ext>
            </a:extLst>
          </p:cNvPr>
          <p:cNvSpPr txBox="1"/>
          <p:nvPr/>
        </p:nvSpPr>
        <p:spPr>
          <a:xfrm>
            <a:off x="1157939" y="263217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r>
              <a:rPr lang="zh-CN" altLang="en-US"/>
              <a:t>）初始状态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A41856C0-5CDA-A30D-776B-E9F38458D836}"/>
              </a:ext>
            </a:extLst>
          </p:cNvPr>
          <p:cNvSpPr txBox="1"/>
          <p:nvPr/>
        </p:nvSpPr>
        <p:spPr>
          <a:xfrm>
            <a:off x="3867049" y="263217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r>
              <a:rPr lang="zh-CN" altLang="en-US"/>
              <a:t>）步骤一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36054D32-4F38-DFF9-7DE5-CFB525A00B6A}"/>
              </a:ext>
            </a:extLst>
          </p:cNvPr>
          <p:cNvSpPr txBox="1"/>
          <p:nvPr/>
        </p:nvSpPr>
        <p:spPr>
          <a:xfrm>
            <a:off x="6576283" y="264454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</a:t>
            </a:r>
            <a:r>
              <a:rPr lang="zh-CN" altLang="en-US"/>
              <a:t>）步骤二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004DBAF0-2995-8B8F-16C1-51094D0C57E1}"/>
              </a:ext>
            </a:extLst>
          </p:cNvPr>
          <p:cNvSpPr txBox="1"/>
          <p:nvPr/>
        </p:nvSpPr>
        <p:spPr>
          <a:xfrm>
            <a:off x="9279535" y="264454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</a:t>
            </a:r>
            <a:r>
              <a:rPr lang="zh-CN" altLang="en-US"/>
              <a:t>）步骤三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5AE4CE33-11CD-1010-B5EE-126049E2E35E}"/>
              </a:ext>
            </a:extLst>
          </p:cNvPr>
          <p:cNvSpPr txBox="1"/>
          <p:nvPr/>
        </p:nvSpPr>
        <p:spPr>
          <a:xfrm>
            <a:off x="1830333" y="409973"/>
            <a:ext cx="553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root</a:t>
            </a:r>
            <a:endParaRPr lang="zh-CN" altLang="en-US" sz="1600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EA83F02-966C-A186-ACD1-4C79D984FB37}"/>
              </a:ext>
            </a:extLst>
          </p:cNvPr>
          <p:cNvSpPr/>
          <p:nvPr/>
        </p:nvSpPr>
        <p:spPr>
          <a:xfrm>
            <a:off x="3876419" y="138701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2F0DB7C-25D1-AC90-377B-ACFC60C7354B}"/>
              </a:ext>
            </a:extLst>
          </p:cNvPr>
          <p:cNvSpPr/>
          <p:nvPr/>
        </p:nvSpPr>
        <p:spPr>
          <a:xfrm>
            <a:off x="4405475" y="72977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0B9B2B-82D4-F985-DD08-92323EEEF7AE}"/>
              </a:ext>
            </a:extLst>
          </p:cNvPr>
          <p:cNvCxnSpPr>
            <a:cxnSpLocks/>
            <a:stCxn id="2" idx="3"/>
            <a:endCxn id="17" idx="0"/>
          </p:cNvCxnSpPr>
          <p:nvPr/>
        </p:nvCxnSpPr>
        <p:spPr>
          <a:xfrm flipH="1">
            <a:off x="3629033" y="1671531"/>
            <a:ext cx="296201" cy="3963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44852A6-9FE3-18C9-3481-0461A342AF0E}"/>
              </a:ext>
            </a:extLst>
          </p:cNvPr>
          <p:cNvCxnSpPr>
            <a:cxnSpLocks/>
            <a:stCxn id="2" idx="5"/>
            <a:endCxn id="20" idx="0"/>
          </p:cNvCxnSpPr>
          <p:nvPr/>
        </p:nvCxnSpPr>
        <p:spPr>
          <a:xfrm>
            <a:off x="4160932" y="1671531"/>
            <a:ext cx="219594" cy="3757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FEA00D4-9F71-855A-539B-1EFBC6961E80}"/>
              </a:ext>
            </a:extLst>
          </p:cNvPr>
          <p:cNvCxnSpPr>
            <a:cxnSpLocks/>
            <a:stCxn id="4" idx="3"/>
            <a:endCxn id="20" idx="0"/>
          </p:cNvCxnSpPr>
          <p:nvPr/>
        </p:nvCxnSpPr>
        <p:spPr>
          <a:xfrm flipH="1">
            <a:off x="4380526" y="1014286"/>
            <a:ext cx="73764" cy="10330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8C922-C6D3-768F-199C-3B7B07FCCDD8}"/>
              </a:ext>
            </a:extLst>
          </p:cNvPr>
          <p:cNvCxnSpPr>
            <a:cxnSpLocks/>
            <a:stCxn id="4" idx="5"/>
            <a:endCxn id="22" idx="3"/>
          </p:cNvCxnSpPr>
          <p:nvPr/>
        </p:nvCxnSpPr>
        <p:spPr>
          <a:xfrm>
            <a:off x="4689988" y="1014286"/>
            <a:ext cx="435508" cy="4030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9D3DD17-5B0B-93B4-6597-4C86BD13202B}"/>
              </a:ext>
            </a:extLst>
          </p:cNvPr>
          <p:cNvGrpSpPr/>
          <p:nvPr/>
        </p:nvGrpSpPr>
        <p:grpSpPr>
          <a:xfrm>
            <a:off x="3458954" y="2067879"/>
            <a:ext cx="340158" cy="333328"/>
            <a:chOff x="1174148" y="1310442"/>
            <a:chExt cx="340158" cy="333328"/>
          </a:xfrm>
        </p:grpSpPr>
        <p:sp>
          <p:nvSpPr>
            <p:cNvPr id="15" name="云形 14">
              <a:extLst>
                <a:ext uri="{FF2B5EF4-FFF2-40B4-BE49-F238E27FC236}">
                  <a16:creationId xmlns:a16="http://schemas.microsoft.com/office/drawing/2014/main" id="{2A27AA6C-A23F-DC15-983F-989A507C12DC}"/>
                </a:ext>
              </a:extLst>
            </p:cNvPr>
            <p:cNvSpPr/>
            <p:nvPr/>
          </p:nvSpPr>
          <p:spPr>
            <a:xfrm>
              <a:off x="1174148" y="1310442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15BBB55-9CBD-B8F7-5581-036F505EC5AD}"/>
                </a:ext>
              </a:extLst>
            </p:cNvPr>
            <p:cNvSpPr txBox="1"/>
            <p:nvPr/>
          </p:nvSpPr>
          <p:spPr>
            <a:xfrm>
              <a:off x="1174148" y="131044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1</a:t>
              </a:r>
              <a:endParaRPr lang="zh-CN" altLang="en-US" sz="1400" baseline="-2500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BC4147B-7EAA-C25C-166A-78DA8C1A3675}"/>
              </a:ext>
            </a:extLst>
          </p:cNvPr>
          <p:cNvGrpSpPr/>
          <p:nvPr/>
        </p:nvGrpSpPr>
        <p:grpSpPr>
          <a:xfrm>
            <a:off x="4210447" y="2047287"/>
            <a:ext cx="340158" cy="344563"/>
            <a:chOff x="1885061" y="1965863"/>
            <a:chExt cx="340158" cy="344563"/>
          </a:xfrm>
        </p:grpSpPr>
        <p:sp>
          <p:nvSpPr>
            <p:cNvPr id="19" name="云形 18">
              <a:extLst>
                <a:ext uri="{FF2B5EF4-FFF2-40B4-BE49-F238E27FC236}">
                  <a16:creationId xmlns:a16="http://schemas.microsoft.com/office/drawing/2014/main" id="{25950767-8FAB-DFD8-45BD-CC4D4FF9EA89}"/>
                </a:ext>
              </a:extLst>
            </p:cNvPr>
            <p:cNvSpPr/>
            <p:nvPr/>
          </p:nvSpPr>
          <p:spPr>
            <a:xfrm>
              <a:off x="1885061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C040AAF-0E8F-AFDA-CA45-0098C4F5E4E8}"/>
                </a:ext>
              </a:extLst>
            </p:cNvPr>
            <p:cNvSpPr txBox="1"/>
            <p:nvPr/>
          </p:nvSpPr>
          <p:spPr>
            <a:xfrm>
              <a:off x="1885061" y="1965863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2</a:t>
              </a:r>
              <a:endParaRPr lang="zh-CN" altLang="en-US" sz="1400" baseline="-250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B5E2CAE-4B2E-DC97-3B8D-B71390DB437C}"/>
              </a:ext>
            </a:extLst>
          </p:cNvPr>
          <p:cNvGrpSpPr/>
          <p:nvPr/>
        </p:nvGrpSpPr>
        <p:grpSpPr>
          <a:xfrm>
            <a:off x="4958832" y="1387018"/>
            <a:ext cx="340158" cy="344564"/>
            <a:chOff x="2702240" y="1965862"/>
            <a:chExt cx="340158" cy="344564"/>
          </a:xfrm>
        </p:grpSpPr>
        <p:sp>
          <p:nvSpPr>
            <p:cNvPr id="22" name="云形 21">
              <a:extLst>
                <a:ext uri="{FF2B5EF4-FFF2-40B4-BE49-F238E27FC236}">
                  <a16:creationId xmlns:a16="http://schemas.microsoft.com/office/drawing/2014/main" id="{593EF2F4-63C2-259D-13AA-177F90294D0A}"/>
                </a:ext>
              </a:extLst>
            </p:cNvPr>
            <p:cNvSpPr/>
            <p:nvPr/>
          </p:nvSpPr>
          <p:spPr>
            <a:xfrm>
              <a:off x="2702240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A7FA55E-931E-8517-835E-0D0316131448}"/>
                </a:ext>
              </a:extLst>
            </p:cNvPr>
            <p:cNvSpPr txBox="1"/>
            <p:nvPr/>
          </p:nvSpPr>
          <p:spPr>
            <a:xfrm>
              <a:off x="2702240" y="196586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3</a:t>
              </a:r>
              <a:endParaRPr lang="zh-CN" altLang="en-US" sz="1400" baseline="-25000"/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F0A16CD9-C568-2D0B-2543-07DD9386FFBD}"/>
              </a:ext>
            </a:extLst>
          </p:cNvPr>
          <p:cNvSpPr txBox="1"/>
          <p:nvPr/>
        </p:nvSpPr>
        <p:spPr>
          <a:xfrm>
            <a:off x="4295460" y="398249"/>
            <a:ext cx="553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root</a:t>
            </a:r>
            <a:endParaRPr lang="zh-CN" altLang="en-US" sz="160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1F9BE66-5234-7746-F3F3-0BA682E38B02}"/>
              </a:ext>
            </a:extLst>
          </p:cNvPr>
          <p:cNvSpPr/>
          <p:nvPr/>
        </p:nvSpPr>
        <p:spPr>
          <a:xfrm>
            <a:off x="6867663" y="5818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23FFC3EA-AF85-7DEC-0F2D-138417B6B5C8}"/>
              </a:ext>
            </a:extLst>
          </p:cNvPr>
          <p:cNvSpPr/>
          <p:nvPr/>
        </p:nvSpPr>
        <p:spPr>
          <a:xfrm>
            <a:off x="7421780" y="14102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69ADDF5-08D8-BE3A-78CE-E2E46F6CEA91}"/>
              </a:ext>
            </a:extLst>
          </p:cNvPr>
          <p:cNvCxnSpPr>
            <a:cxnSpLocks/>
            <a:stCxn id="30" idx="3"/>
            <a:endCxn id="53" idx="0"/>
          </p:cNvCxnSpPr>
          <p:nvPr/>
        </p:nvCxnSpPr>
        <p:spPr>
          <a:xfrm flipH="1">
            <a:off x="6297324" y="866376"/>
            <a:ext cx="619154" cy="1195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E7EDEF9-B7AE-2B2A-CA23-72ABA00024CC}"/>
              </a:ext>
            </a:extLst>
          </p:cNvPr>
          <p:cNvCxnSpPr>
            <a:cxnSpLocks/>
            <a:stCxn id="30" idx="5"/>
            <a:endCxn id="32" idx="0"/>
          </p:cNvCxnSpPr>
          <p:nvPr/>
        </p:nvCxnSpPr>
        <p:spPr>
          <a:xfrm>
            <a:off x="7152176" y="866376"/>
            <a:ext cx="436268" cy="54390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6F42B35-D52C-76B1-DF84-9F47EE630D3C}"/>
              </a:ext>
            </a:extLst>
          </p:cNvPr>
          <p:cNvCxnSpPr>
            <a:cxnSpLocks/>
            <a:stCxn id="32" idx="3"/>
            <a:endCxn id="56" idx="0"/>
          </p:cNvCxnSpPr>
          <p:nvPr/>
        </p:nvCxnSpPr>
        <p:spPr>
          <a:xfrm flipH="1">
            <a:off x="7048817" y="1694795"/>
            <a:ext cx="421778" cy="34688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171ACD0-96DE-CC4D-E4D8-E84C8C3131E7}"/>
              </a:ext>
            </a:extLst>
          </p:cNvPr>
          <p:cNvCxnSpPr>
            <a:cxnSpLocks/>
            <a:stCxn id="32" idx="5"/>
            <a:endCxn id="58" idx="3"/>
          </p:cNvCxnSpPr>
          <p:nvPr/>
        </p:nvCxnSpPr>
        <p:spPr>
          <a:xfrm>
            <a:off x="7706293" y="1694795"/>
            <a:ext cx="435508" cy="4030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A04670C-83DE-DFE7-C718-18631A6D0D4F}"/>
              </a:ext>
            </a:extLst>
          </p:cNvPr>
          <p:cNvGrpSpPr/>
          <p:nvPr/>
        </p:nvGrpSpPr>
        <p:grpSpPr>
          <a:xfrm>
            <a:off x="6127245" y="2062276"/>
            <a:ext cx="340158" cy="333328"/>
            <a:chOff x="1174148" y="1310442"/>
            <a:chExt cx="340158" cy="333328"/>
          </a:xfrm>
        </p:grpSpPr>
        <p:sp>
          <p:nvSpPr>
            <p:cNvPr id="52" name="云形 51">
              <a:extLst>
                <a:ext uri="{FF2B5EF4-FFF2-40B4-BE49-F238E27FC236}">
                  <a16:creationId xmlns:a16="http://schemas.microsoft.com/office/drawing/2014/main" id="{F52FD090-7351-0A4A-9AAF-EB9CB687D03C}"/>
                </a:ext>
              </a:extLst>
            </p:cNvPr>
            <p:cNvSpPr/>
            <p:nvPr/>
          </p:nvSpPr>
          <p:spPr>
            <a:xfrm>
              <a:off x="1174148" y="1310442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25C44657-24A2-3919-F73C-15247A8BED9A}"/>
                </a:ext>
              </a:extLst>
            </p:cNvPr>
            <p:cNvSpPr txBox="1"/>
            <p:nvPr/>
          </p:nvSpPr>
          <p:spPr>
            <a:xfrm>
              <a:off x="1174148" y="131044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1</a:t>
              </a:r>
              <a:endParaRPr lang="zh-CN" altLang="en-US" sz="1400" baseline="-25000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292A46A-399E-0D1F-E107-54225B2FE0C2}"/>
              </a:ext>
            </a:extLst>
          </p:cNvPr>
          <p:cNvGrpSpPr/>
          <p:nvPr/>
        </p:nvGrpSpPr>
        <p:grpSpPr>
          <a:xfrm>
            <a:off x="6878738" y="2041684"/>
            <a:ext cx="340158" cy="344563"/>
            <a:chOff x="1885061" y="1965863"/>
            <a:chExt cx="340158" cy="344563"/>
          </a:xfrm>
        </p:grpSpPr>
        <p:sp>
          <p:nvSpPr>
            <p:cNvPr id="55" name="云形 54">
              <a:extLst>
                <a:ext uri="{FF2B5EF4-FFF2-40B4-BE49-F238E27FC236}">
                  <a16:creationId xmlns:a16="http://schemas.microsoft.com/office/drawing/2014/main" id="{2BF190FC-F5C0-9E87-8E09-7F559448DF42}"/>
                </a:ext>
              </a:extLst>
            </p:cNvPr>
            <p:cNvSpPr/>
            <p:nvPr/>
          </p:nvSpPr>
          <p:spPr>
            <a:xfrm>
              <a:off x="1885061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9F837DC6-0D17-3B7E-145D-B2FBA231E3B7}"/>
                </a:ext>
              </a:extLst>
            </p:cNvPr>
            <p:cNvSpPr txBox="1"/>
            <p:nvPr/>
          </p:nvSpPr>
          <p:spPr>
            <a:xfrm>
              <a:off x="1885061" y="1965863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2</a:t>
              </a:r>
              <a:endParaRPr lang="zh-CN" altLang="en-US" sz="1400" baseline="-25000"/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F6A7970A-7A20-BDB1-2258-437FDA1AF7B4}"/>
              </a:ext>
            </a:extLst>
          </p:cNvPr>
          <p:cNvGrpSpPr/>
          <p:nvPr/>
        </p:nvGrpSpPr>
        <p:grpSpPr>
          <a:xfrm>
            <a:off x="7975137" y="2067527"/>
            <a:ext cx="340158" cy="344564"/>
            <a:chOff x="2702240" y="1965862"/>
            <a:chExt cx="340158" cy="344564"/>
          </a:xfrm>
        </p:grpSpPr>
        <p:sp>
          <p:nvSpPr>
            <p:cNvPr id="58" name="云形 57">
              <a:extLst>
                <a:ext uri="{FF2B5EF4-FFF2-40B4-BE49-F238E27FC236}">
                  <a16:creationId xmlns:a16="http://schemas.microsoft.com/office/drawing/2014/main" id="{952083BF-2299-EF3F-5559-B4F59BE5B032}"/>
                </a:ext>
              </a:extLst>
            </p:cNvPr>
            <p:cNvSpPr/>
            <p:nvPr/>
          </p:nvSpPr>
          <p:spPr>
            <a:xfrm>
              <a:off x="2702240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D1DEE88-7274-7F0A-29DA-AF2E182BFCD1}"/>
                </a:ext>
              </a:extLst>
            </p:cNvPr>
            <p:cNvSpPr txBox="1"/>
            <p:nvPr/>
          </p:nvSpPr>
          <p:spPr>
            <a:xfrm>
              <a:off x="2702240" y="196586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3</a:t>
              </a:r>
              <a:endParaRPr lang="zh-CN" altLang="en-US" sz="1400" baseline="-25000"/>
            </a:p>
          </p:txBody>
        </p: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1880EE51-2AA7-B42C-4925-AE9D185A8EA9}"/>
              </a:ext>
            </a:extLst>
          </p:cNvPr>
          <p:cNvSpPr txBox="1"/>
          <p:nvPr/>
        </p:nvSpPr>
        <p:spPr>
          <a:xfrm>
            <a:off x="7574714" y="1082878"/>
            <a:ext cx="553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root</a:t>
            </a:r>
            <a:endParaRPr lang="zh-CN" altLang="en-US" sz="160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B930780-E7C3-0D80-D608-342710CC1EAC}"/>
              </a:ext>
            </a:extLst>
          </p:cNvPr>
          <p:cNvSpPr txBox="1"/>
          <p:nvPr/>
        </p:nvSpPr>
        <p:spPr>
          <a:xfrm>
            <a:off x="946443" y="1190721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tmp</a:t>
            </a:r>
            <a:endParaRPr lang="zh-CN" altLang="en-US" sz="160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CDCB1D5-9A69-D17C-92A1-8D7F7FBD7D6E}"/>
              </a:ext>
            </a:extLst>
          </p:cNvPr>
          <p:cNvSpPr txBox="1"/>
          <p:nvPr/>
        </p:nvSpPr>
        <p:spPr>
          <a:xfrm>
            <a:off x="3439488" y="1121896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tmp</a:t>
            </a:r>
            <a:endParaRPr lang="zh-CN" altLang="en-US" sz="160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8D66903-8586-4865-11D4-53CF58AC8E93}"/>
              </a:ext>
            </a:extLst>
          </p:cNvPr>
          <p:cNvSpPr txBox="1"/>
          <p:nvPr/>
        </p:nvSpPr>
        <p:spPr>
          <a:xfrm>
            <a:off x="6764060" y="264640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tmp</a:t>
            </a:r>
            <a:endParaRPr lang="zh-CN" altLang="en-US" sz="1600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CA5EB677-0423-C531-F4E9-B50F50BF1A89}"/>
              </a:ext>
            </a:extLst>
          </p:cNvPr>
          <p:cNvSpPr/>
          <p:nvPr/>
        </p:nvSpPr>
        <p:spPr>
          <a:xfrm>
            <a:off x="9776498" y="72977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9CF754ED-307F-9781-F54E-6151A8F8AD4D}"/>
              </a:ext>
            </a:extLst>
          </p:cNvPr>
          <p:cNvSpPr/>
          <p:nvPr/>
        </p:nvSpPr>
        <p:spPr>
          <a:xfrm>
            <a:off x="10330615" y="155819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57520B77-9AA5-F406-59AD-E47A4E8EA221}"/>
              </a:ext>
            </a:extLst>
          </p:cNvPr>
          <p:cNvCxnSpPr>
            <a:cxnSpLocks/>
            <a:stCxn id="70" idx="3"/>
            <a:endCxn id="96" idx="0"/>
          </p:cNvCxnSpPr>
          <p:nvPr/>
        </p:nvCxnSpPr>
        <p:spPr>
          <a:xfrm flipH="1">
            <a:off x="9400880" y="1014286"/>
            <a:ext cx="424433" cy="5653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D7DAEA78-DF22-DD4A-F6CD-A03C8B90A40B}"/>
              </a:ext>
            </a:extLst>
          </p:cNvPr>
          <p:cNvCxnSpPr>
            <a:cxnSpLocks/>
            <a:stCxn id="70" idx="5"/>
            <a:endCxn id="71" idx="0"/>
          </p:cNvCxnSpPr>
          <p:nvPr/>
        </p:nvCxnSpPr>
        <p:spPr>
          <a:xfrm>
            <a:off x="10061011" y="1014286"/>
            <a:ext cx="436268" cy="543906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02B3EF64-00B1-7CB7-D1F4-8F3E6E2D8CBC}"/>
              </a:ext>
            </a:extLst>
          </p:cNvPr>
          <p:cNvCxnSpPr>
            <a:cxnSpLocks/>
            <a:stCxn id="71" idx="3"/>
            <a:endCxn id="99" idx="0"/>
          </p:cNvCxnSpPr>
          <p:nvPr/>
        </p:nvCxnSpPr>
        <p:spPr>
          <a:xfrm flipH="1">
            <a:off x="9957652" y="1842705"/>
            <a:ext cx="421778" cy="346889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65AE8C2D-3D05-FF44-4DF1-EF24678D0B44}"/>
              </a:ext>
            </a:extLst>
          </p:cNvPr>
          <p:cNvCxnSpPr>
            <a:cxnSpLocks/>
            <a:stCxn id="71" idx="5"/>
            <a:endCxn id="117" idx="3"/>
          </p:cNvCxnSpPr>
          <p:nvPr/>
        </p:nvCxnSpPr>
        <p:spPr>
          <a:xfrm>
            <a:off x="10615128" y="1842705"/>
            <a:ext cx="435508" cy="4030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B74FC084-6C16-5F18-EAEA-53403ABB178F}"/>
              </a:ext>
            </a:extLst>
          </p:cNvPr>
          <p:cNvGrpSpPr/>
          <p:nvPr/>
        </p:nvGrpSpPr>
        <p:grpSpPr>
          <a:xfrm>
            <a:off x="9230801" y="1579611"/>
            <a:ext cx="340158" cy="333328"/>
            <a:chOff x="1174148" y="1310442"/>
            <a:chExt cx="340158" cy="333328"/>
          </a:xfrm>
        </p:grpSpPr>
        <p:sp>
          <p:nvSpPr>
            <p:cNvPr id="95" name="云形 94">
              <a:extLst>
                <a:ext uri="{FF2B5EF4-FFF2-40B4-BE49-F238E27FC236}">
                  <a16:creationId xmlns:a16="http://schemas.microsoft.com/office/drawing/2014/main" id="{5342B852-971C-7723-9F2B-BDF436E47CC4}"/>
                </a:ext>
              </a:extLst>
            </p:cNvPr>
            <p:cNvSpPr/>
            <p:nvPr/>
          </p:nvSpPr>
          <p:spPr>
            <a:xfrm>
              <a:off x="1174148" y="1310442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CF381EEB-5A0C-AEDD-5991-F7D7F7B5C747}"/>
                </a:ext>
              </a:extLst>
            </p:cNvPr>
            <p:cNvSpPr txBox="1"/>
            <p:nvPr/>
          </p:nvSpPr>
          <p:spPr>
            <a:xfrm>
              <a:off x="1174148" y="131044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1</a:t>
              </a:r>
              <a:endParaRPr lang="zh-CN" altLang="en-US" sz="1400" baseline="-25000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99668967-E9D6-74E4-C54E-33078FAA185F}"/>
              </a:ext>
            </a:extLst>
          </p:cNvPr>
          <p:cNvGrpSpPr/>
          <p:nvPr/>
        </p:nvGrpSpPr>
        <p:grpSpPr>
          <a:xfrm>
            <a:off x="9787573" y="2189594"/>
            <a:ext cx="340158" cy="344563"/>
            <a:chOff x="1885061" y="1965863"/>
            <a:chExt cx="340158" cy="344563"/>
          </a:xfrm>
        </p:grpSpPr>
        <p:sp>
          <p:nvSpPr>
            <p:cNvPr id="98" name="云形 97">
              <a:extLst>
                <a:ext uri="{FF2B5EF4-FFF2-40B4-BE49-F238E27FC236}">
                  <a16:creationId xmlns:a16="http://schemas.microsoft.com/office/drawing/2014/main" id="{F9193A21-3D9F-BAF5-40FF-A74152B3A817}"/>
                </a:ext>
              </a:extLst>
            </p:cNvPr>
            <p:cNvSpPr/>
            <p:nvPr/>
          </p:nvSpPr>
          <p:spPr>
            <a:xfrm>
              <a:off x="1885061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EB51B0FF-60C8-A468-C366-AFE693E6C0C9}"/>
                </a:ext>
              </a:extLst>
            </p:cNvPr>
            <p:cNvSpPr txBox="1"/>
            <p:nvPr/>
          </p:nvSpPr>
          <p:spPr>
            <a:xfrm>
              <a:off x="1885061" y="1965863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2</a:t>
              </a:r>
              <a:endParaRPr lang="zh-CN" altLang="en-US" sz="1400" baseline="-2500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510E5C8-9731-89A1-FFE0-D8796A9CBB0D}"/>
              </a:ext>
            </a:extLst>
          </p:cNvPr>
          <p:cNvGrpSpPr/>
          <p:nvPr/>
        </p:nvGrpSpPr>
        <p:grpSpPr>
          <a:xfrm>
            <a:off x="10883972" y="2215437"/>
            <a:ext cx="340158" cy="344564"/>
            <a:chOff x="2702240" y="1965862"/>
            <a:chExt cx="340158" cy="344564"/>
          </a:xfrm>
        </p:grpSpPr>
        <p:sp>
          <p:nvSpPr>
            <p:cNvPr id="117" name="云形 116">
              <a:extLst>
                <a:ext uri="{FF2B5EF4-FFF2-40B4-BE49-F238E27FC236}">
                  <a16:creationId xmlns:a16="http://schemas.microsoft.com/office/drawing/2014/main" id="{EAC29358-85DA-B903-7B01-95D01CC7E1F5}"/>
                </a:ext>
              </a:extLst>
            </p:cNvPr>
            <p:cNvSpPr/>
            <p:nvPr/>
          </p:nvSpPr>
          <p:spPr>
            <a:xfrm>
              <a:off x="2702240" y="1977098"/>
              <a:ext cx="333328" cy="333328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D1A4D243-6650-0ECB-2E19-E1B279C216DA}"/>
                </a:ext>
              </a:extLst>
            </p:cNvPr>
            <p:cNvSpPr txBox="1"/>
            <p:nvPr/>
          </p:nvSpPr>
          <p:spPr>
            <a:xfrm>
              <a:off x="2702240" y="1965862"/>
              <a:ext cx="3401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T</a:t>
              </a:r>
              <a:r>
                <a:rPr lang="en-US" altLang="zh-CN" sz="1400" baseline="-25000"/>
                <a:t>3</a:t>
              </a:r>
              <a:endParaRPr lang="zh-CN" altLang="en-US" sz="1400" baseline="-25000"/>
            </a:p>
          </p:txBody>
        </p:sp>
      </p:grpSp>
      <p:sp>
        <p:nvSpPr>
          <p:cNvPr id="120" name="文本框 119">
            <a:extLst>
              <a:ext uri="{FF2B5EF4-FFF2-40B4-BE49-F238E27FC236}">
                <a16:creationId xmlns:a16="http://schemas.microsoft.com/office/drawing/2014/main" id="{618AB43D-2335-4D4C-200C-35686A230EF4}"/>
              </a:ext>
            </a:extLst>
          </p:cNvPr>
          <p:cNvSpPr txBox="1"/>
          <p:nvPr/>
        </p:nvSpPr>
        <p:spPr>
          <a:xfrm>
            <a:off x="9623378" y="317631"/>
            <a:ext cx="553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root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6897365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18D13-7453-51C8-3F81-A6AC07635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C8277D5E-7C2F-53FC-CBCB-51E7D351AA41}"/>
              </a:ext>
            </a:extLst>
          </p:cNvPr>
          <p:cNvSpPr/>
          <p:nvPr/>
        </p:nvSpPr>
        <p:spPr>
          <a:xfrm>
            <a:off x="1803649" y="4369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052F609-6326-07DE-304B-E6579E3F5D9D}"/>
              </a:ext>
            </a:extLst>
          </p:cNvPr>
          <p:cNvSpPr/>
          <p:nvPr/>
        </p:nvSpPr>
        <p:spPr>
          <a:xfrm>
            <a:off x="1217322" y="11164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49F817-1DFD-3156-EC91-AD01F39DE689}"/>
              </a:ext>
            </a:extLst>
          </p:cNvPr>
          <p:cNvSpPr/>
          <p:nvPr/>
        </p:nvSpPr>
        <p:spPr>
          <a:xfrm>
            <a:off x="2388475" y="11164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9F5B01D-2F7D-E136-B4A4-73C8536C54F1}"/>
              </a:ext>
            </a:extLst>
          </p:cNvPr>
          <p:cNvSpPr/>
          <p:nvPr/>
        </p:nvSpPr>
        <p:spPr>
          <a:xfrm>
            <a:off x="1970313" y="17875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6F9DE20-F654-CDE0-6627-DB2D1319FFBE}"/>
              </a:ext>
            </a:extLst>
          </p:cNvPr>
          <p:cNvSpPr/>
          <p:nvPr/>
        </p:nvSpPr>
        <p:spPr>
          <a:xfrm>
            <a:off x="2789369" y="17875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8137C92-9096-F788-F342-D6375E8D4DF7}"/>
              </a:ext>
            </a:extLst>
          </p:cNvPr>
          <p:cNvSpPr/>
          <p:nvPr/>
        </p:nvSpPr>
        <p:spPr>
          <a:xfrm>
            <a:off x="2455281" y="2472238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D4D2346-5846-AD58-06AD-D086F7028D7F}"/>
              </a:ext>
            </a:extLst>
          </p:cNvPr>
          <p:cNvSpPr/>
          <p:nvPr/>
        </p:nvSpPr>
        <p:spPr>
          <a:xfrm>
            <a:off x="3122697" y="2472238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96E8859-D171-777C-D125-F20A7C1FFABC}"/>
              </a:ext>
            </a:extLst>
          </p:cNvPr>
          <p:cNvCxnSpPr>
            <a:stCxn id="3" idx="3"/>
            <a:endCxn id="5" idx="0"/>
          </p:cNvCxnSpPr>
          <p:nvPr/>
        </p:nvCxnSpPr>
        <p:spPr>
          <a:xfrm flipH="1">
            <a:off x="1383986" y="721498"/>
            <a:ext cx="468478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01255EF-C093-8DE3-09DF-1D1469C08918}"/>
              </a:ext>
            </a:extLst>
          </p:cNvPr>
          <p:cNvCxnSpPr>
            <a:cxnSpLocks/>
            <a:stCxn id="3" idx="5"/>
            <a:endCxn id="7" idx="0"/>
          </p:cNvCxnSpPr>
          <p:nvPr/>
        </p:nvCxnSpPr>
        <p:spPr>
          <a:xfrm>
            <a:off x="2088162" y="721498"/>
            <a:ext cx="466977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BC577C5-DC70-5542-2D37-A75B3C5EA8C1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 flipH="1">
            <a:off x="2136977" y="1400917"/>
            <a:ext cx="300313" cy="386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5E42744-73FB-D05F-7B38-EE0F69AEC4B0}"/>
              </a:ext>
            </a:extLst>
          </p:cNvPr>
          <p:cNvCxnSpPr>
            <a:cxnSpLocks/>
            <a:stCxn id="7" idx="5"/>
            <a:endCxn id="11" idx="0"/>
          </p:cNvCxnSpPr>
          <p:nvPr/>
        </p:nvCxnSpPr>
        <p:spPr>
          <a:xfrm>
            <a:off x="2672988" y="1400917"/>
            <a:ext cx="283045" cy="386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728AA6C-D679-4C89-65BE-0F6424855ABB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2621945" y="2072076"/>
            <a:ext cx="216239" cy="40016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01C7383-800D-6753-B25B-4DB1CFA9C779}"/>
              </a:ext>
            </a:extLst>
          </p:cNvPr>
          <p:cNvCxnSpPr>
            <a:cxnSpLocks/>
            <a:stCxn id="11" idx="5"/>
            <a:endCxn id="15" idx="0"/>
          </p:cNvCxnSpPr>
          <p:nvPr/>
        </p:nvCxnSpPr>
        <p:spPr>
          <a:xfrm>
            <a:off x="3073882" y="2072076"/>
            <a:ext cx="215479" cy="40016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D34D595E-D1AD-364A-A3E6-1C0386ACDC14}"/>
              </a:ext>
            </a:extLst>
          </p:cNvPr>
          <p:cNvSpPr txBox="1"/>
          <p:nvPr/>
        </p:nvSpPr>
        <p:spPr>
          <a:xfrm>
            <a:off x="1543517" y="3021062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r>
              <a:rPr lang="zh-CN" altLang="en-US"/>
              <a:t>）</a:t>
            </a:r>
            <a:r>
              <a:rPr lang="en-US" altLang="zh-CN"/>
              <a:t>RR</a:t>
            </a:r>
            <a:r>
              <a:rPr lang="zh-CN" altLang="en-US"/>
              <a:t>型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DA34804D-C00A-D783-EA8A-07853AC2E83A}"/>
              </a:ext>
            </a:extLst>
          </p:cNvPr>
          <p:cNvSpPr/>
          <p:nvPr/>
        </p:nvSpPr>
        <p:spPr>
          <a:xfrm>
            <a:off x="4349779" y="4369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2E7E074E-A98E-1A1A-4951-A629BDEAD39E}"/>
              </a:ext>
            </a:extLst>
          </p:cNvPr>
          <p:cNvSpPr/>
          <p:nvPr/>
        </p:nvSpPr>
        <p:spPr>
          <a:xfrm>
            <a:off x="3763452" y="11164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EE1F529C-F571-1834-38BE-DEE902E022FE}"/>
              </a:ext>
            </a:extLst>
          </p:cNvPr>
          <p:cNvSpPr/>
          <p:nvPr/>
        </p:nvSpPr>
        <p:spPr>
          <a:xfrm>
            <a:off x="4934605" y="11164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A267DFC-9A6D-DA46-0804-32C77D130EC5}"/>
              </a:ext>
            </a:extLst>
          </p:cNvPr>
          <p:cNvSpPr/>
          <p:nvPr/>
        </p:nvSpPr>
        <p:spPr>
          <a:xfrm>
            <a:off x="4516443" y="17875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313EBE16-8189-D093-0BD5-BED6B0678B19}"/>
              </a:ext>
            </a:extLst>
          </p:cNvPr>
          <p:cNvSpPr/>
          <p:nvPr/>
        </p:nvSpPr>
        <p:spPr>
          <a:xfrm>
            <a:off x="5335499" y="17875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FE17B10-62C2-F611-CBC7-D9A634B14699}"/>
              </a:ext>
            </a:extLst>
          </p:cNvPr>
          <p:cNvSpPr/>
          <p:nvPr/>
        </p:nvSpPr>
        <p:spPr>
          <a:xfrm>
            <a:off x="4201675" y="2458722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4578842C-2178-8798-9285-DED48CCDB568}"/>
              </a:ext>
            </a:extLst>
          </p:cNvPr>
          <p:cNvSpPr/>
          <p:nvPr/>
        </p:nvSpPr>
        <p:spPr>
          <a:xfrm>
            <a:off x="4816756" y="2458722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32B55951-11BF-79FE-E640-3F6421596993}"/>
              </a:ext>
            </a:extLst>
          </p:cNvPr>
          <p:cNvCxnSpPr>
            <a:stCxn id="39" idx="3"/>
            <a:endCxn id="40" idx="0"/>
          </p:cNvCxnSpPr>
          <p:nvPr/>
        </p:nvCxnSpPr>
        <p:spPr>
          <a:xfrm flipH="1">
            <a:off x="3930116" y="721498"/>
            <a:ext cx="468478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32BDE3E-9BEA-AA7C-09A3-5D12C74B7D21}"/>
              </a:ext>
            </a:extLst>
          </p:cNvPr>
          <p:cNvCxnSpPr>
            <a:cxnSpLocks/>
            <a:stCxn id="39" idx="5"/>
            <a:endCxn id="41" idx="0"/>
          </p:cNvCxnSpPr>
          <p:nvPr/>
        </p:nvCxnSpPr>
        <p:spPr>
          <a:xfrm>
            <a:off x="4634292" y="721498"/>
            <a:ext cx="466977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A7DBD2C-641F-CA73-A3EB-22332AAE07DE}"/>
              </a:ext>
            </a:extLst>
          </p:cNvPr>
          <p:cNvCxnSpPr>
            <a:cxnSpLocks/>
            <a:stCxn id="41" idx="3"/>
            <a:endCxn id="42" idx="0"/>
          </p:cNvCxnSpPr>
          <p:nvPr/>
        </p:nvCxnSpPr>
        <p:spPr>
          <a:xfrm flipH="1">
            <a:off x="4683107" y="1400917"/>
            <a:ext cx="300313" cy="386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070EA5B0-DD45-B678-FAEE-882437B0A3D7}"/>
              </a:ext>
            </a:extLst>
          </p:cNvPr>
          <p:cNvCxnSpPr>
            <a:cxnSpLocks/>
            <a:stCxn id="41" idx="5"/>
            <a:endCxn id="43" idx="0"/>
          </p:cNvCxnSpPr>
          <p:nvPr/>
        </p:nvCxnSpPr>
        <p:spPr>
          <a:xfrm>
            <a:off x="5219118" y="1400917"/>
            <a:ext cx="283045" cy="386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2380EA9-6398-CEB4-8861-C4B1E9041E72}"/>
              </a:ext>
            </a:extLst>
          </p:cNvPr>
          <p:cNvCxnSpPr>
            <a:cxnSpLocks/>
            <a:stCxn id="42" idx="3"/>
            <a:endCxn id="44" idx="0"/>
          </p:cNvCxnSpPr>
          <p:nvPr/>
        </p:nvCxnSpPr>
        <p:spPr>
          <a:xfrm flipH="1">
            <a:off x="4368339" y="2072076"/>
            <a:ext cx="196919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17DBC10-6D76-5B99-10BE-74966E928E87}"/>
              </a:ext>
            </a:extLst>
          </p:cNvPr>
          <p:cNvCxnSpPr>
            <a:cxnSpLocks/>
            <a:stCxn id="42" idx="5"/>
            <a:endCxn id="45" idx="0"/>
          </p:cNvCxnSpPr>
          <p:nvPr/>
        </p:nvCxnSpPr>
        <p:spPr>
          <a:xfrm>
            <a:off x="4800956" y="2072076"/>
            <a:ext cx="182464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4BD672DB-9196-9ED9-DD14-435F90C97AB9}"/>
              </a:ext>
            </a:extLst>
          </p:cNvPr>
          <p:cNvSpPr txBox="1"/>
          <p:nvPr/>
        </p:nvSpPr>
        <p:spPr>
          <a:xfrm>
            <a:off x="4089647" y="3021062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r>
              <a:rPr lang="zh-CN" altLang="en-US"/>
              <a:t>）</a:t>
            </a:r>
            <a:r>
              <a:rPr lang="en-US" altLang="zh-CN"/>
              <a:t>RL</a:t>
            </a:r>
            <a:r>
              <a:rPr lang="zh-CN" altLang="en-US"/>
              <a:t>型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2170E8F3-DDC5-2D6D-E4A7-76B78AB81B3F}"/>
              </a:ext>
            </a:extLst>
          </p:cNvPr>
          <p:cNvSpPr/>
          <p:nvPr/>
        </p:nvSpPr>
        <p:spPr>
          <a:xfrm>
            <a:off x="7343732" y="4369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A45BA457-B367-C4A2-97CC-B86C753583FF}"/>
              </a:ext>
            </a:extLst>
          </p:cNvPr>
          <p:cNvSpPr/>
          <p:nvPr/>
        </p:nvSpPr>
        <p:spPr>
          <a:xfrm>
            <a:off x="6757405" y="11164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70505425-4E2D-22B9-4AEF-30D3960BEC04}"/>
              </a:ext>
            </a:extLst>
          </p:cNvPr>
          <p:cNvSpPr/>
          <p:nvPr/>
        </p:nvSpPr>
        <p:spPr>
          <a:xfrm>
            <a:off x="7928558" y="11164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38F203A0-ACB9-D313-20BF-C468E549385C}"/>
              </a:ext>
            </a:extLst>
          </p:cNvPr>
          <p:cNvSpPr/>
          <p:nvPr/>
        </p:nvSpPr>
        <p:spPr>
          <a:xfrm>
            <a:off x="6339243" y="178309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084E0BF5-31DF-4CC6-9D32-23B499E01DA1}"/>
              </a:ext>
            </a:extLst>
          </p:cNvPr>
          <p:cNvSpPr/>
          <p:nvPr/>
        </p:nvSpPr>
        <p:spPr>
          <a:xfrm>
            <a:off x="7158308" y="178309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83CF9889-DAAE-CA34-8602-AA3EF12B13DA}"/>
              </a:ext>
            </a:extLst>
          </p:cNvPr>
          <p:cNvCxnSpPr>
            <a:stCxn id="57" idx="3"/>
            <a:endCxn id="58" idx="0"/>
          </p:cNvCxnSpPr>
          <p:nvPr/>
        </p:nvCxnSpPr>
        <p:spPr>
          <a:xfrm flipH="1">
            <a:off x="6924069" y="721498"/>
            <a:ext cx="468478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8B42D8BF-9BEB-1B47-6F0D-CD6713C7E45F}"/>
              </a:ext>
            </a:extLst>
          </p:cNvPr>
          <p:cNvCxnSpPr>
            <a:cxnSpLocks/>
            <a:stCxn id="57" idx="5"/>
            <a:endCxn id="59" idx="0"/>
          </p:cNvCxnSpPr>
          <p:nvPr/>
        </p:nvCxnSpPr>
        <p:spPr>
          <a:xfrm>
            <a:off x="7628245" y="721498"/>
            <a:ext cx="466977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528F797C-16A8-B8DB-B3CA-61CBF4F600F5}"/>
              </a:ext>
            </a:extLst>
          </p:cNvPr>
          <p:cNvCxnSpPr>
            <a:cxnSpLocks/>
            <a:stCxn id="58" idx="3"/>
            <a:endCxn id="60" idx="0"/>
          </p:cNvCxnSpPr>
          <p:nvPr/>
        </p:nvCxnSpPr>
        <p:spPr>
          <a:xfrm flipH="1">
            <a:off x="6505907" y="1400917"/>
            <a:ext cx="300313" cy="382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8DA4E96-92DE-262F-9E05-D9C94213C40F}"/>
              </a:ext>
            </a:extLst>
          </p:cNvPr>
          <p:cNvCxnSpPr>
            <a:cxnSpLocks/>
            <a:stCxn id="58" idx="5"/>
            <a:endCxn id="61" idx="0"/>
          </p:cNvCxnSpPr>
          <p:nvPr/>
        </p:nvCxnSpPr>
        <p:spPr>
          <a:xfrm>
            <a:off x="7041918" y="1400917"/>
            <a:ext cx="283054" cy="382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椭圆 69">
            <a:extLst>
              <a:ext uri="{FF2B5EF4-FFF2-40B4-BE49-F238E27FC236}">
                <a16:creationId xmlns:a16="http://schemas.microsoft.com/office/drawing/2014/main" id="{BC340AD0-10F7-8801-4532-B8A8CBC3ACE8}"/>
              </a:ext>
            </a:extLst>
          </p:cNvPr>
          <p:cNvSpPr/>
          <p:nvPr/>
        </p:nvSpPr>
        <p:spPr>
          <a:xfrm>
            <a:off x="6025943" y="2480582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4AF36D50-7C4A-F4BF-550C-3F7A49D2FC76}"/>
              </a:ext>
            </a:extLst>
          </p:cNvPr>
          <p:cNvSpPr/>
          <p:nvPr/>
        </p:nvSpPr>
        <p:spPr>
          <a:xfrm>
            <a:off x="6641024" y="2480582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7205172B-C9F4-AC70-EF89-C503525C3C7D}"/>
              </a:ext>
            </a:extLst>
          </p:cNvPr>
          <p:cNvCxnSpPr>
            <a:cxnSpLocks/>
            <a:endCxn id="70" idx="0"/>
          </p:cNvCxnSpPr>
          <p:nvPr/>
        </p:nvCxnSpPr>
        <p:spPr>
          <a:xfrm flipH="1">
            <a:off x="6192607" y="2093936"/>
            <a:ext cx="196919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FD28E8CA-5061-AE23-E9DF-49CFA5ECE193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6625224" y="2093936"/>
            <a:ext cx="182464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7BC19DD9-B085-A576-1CBF-62B348E9FE0B}"/>
              </a:ext>
            </a:extLst>
          </p:cNvPr>
          <p:cNvSpPr txBox="1"/>
          <p:nvPr/>
        </p:nvSpPr>
        <p:spPr>
          <a:xfrm>
            <a:off x="6806220" y="3015890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</a:t>
            </a:r>
            <a:r>
              <a:rPr lang="zh-CN" altLang="en-US"/>
              <a:t>）</a:t>
            </a:r>
            <a:r>
              <a:rPr lang="en-US" altLang="zh-CN"/>
              <a:t>LL</a:t>
            </a:r>
            <a:r>
              <a:rPr lang="zh-CN" altLang="en-US"/>
              <a:t>型</a:t>
            </a: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EB99F7BF-53A1-E8C3-2678-C8AB9699B579}"/>
              </a:ext>
            </a:extLst>
          </p:cNvPr>
          <p:cNvSpPr/>
          <p:nvPr/>
        </p:nvSpPr>
        <p:spPr>
          <a:xfrm>
            <a:off x="9997789" y="4369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D2714AAA-4DDC-8238-C2EB-AFD046FB7163}"/>
              </a:ext>
            </a:extLst>
          </p:cNvPr>
          <p:cNvSpPr/>
          <p:nvPr/>
        </p:nvSpPr>
        <p:spPr>
          <a:xfrm>
            <a:off x="9411462" y="11164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77D6F084-8B1C-98A5-2377-67AC585FB595}"/>
              </a:ext>
            </a:extLst>
          </p:cNvPr>
          <p:cNvSpPr/>
          <p:nvPr/>
        </p:nvSpPr>
        <p:spPr>
          <a:xfrm>
            <a:off x="10582615" y="11164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4135D0CD-F969-3CE9-2543-B3B71F3E2BD0}"/>
              </a:ext>
            </a:extLst>
          </p:cNvPr>
          <p:cNvSpPr/>
          <p:nvPr/>
        </p:nvSpPr>
        <p:spPr>
          <a:xfrm>
            <a:off x="8993300" y="178309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74C698F0-8AD2-3751-C6CF-82F06D88CC0E}"/>
              </a:ext>
            </a:extLst>
          </p:cNvPr>
          <p:cNvSpPr/>
          <p:nvPr/>
        </p:nvSpPr>
        <p:spPr>
          <a:xfrm>
            <a:off x="9812365" y="178309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6A4AA3D6-BC04-059F-936A-1D69F5727C9B}"/>
              </a:ext>
            </a:extLst>
          </p:cNvPr>
          <p:cNvCxnSpPr>
            <a:stCxn id="75" idx="3"/>
            <a:endCxn id="76" idx="0"/>
          </p:cNvCxnSpPr>
          <p:nvPr/>
        </p:nvCxnSpPr>
        <p:spPr>
          <a:xfrm flipH="1">
            <a:off x="9578126" y="721498"/>
            <a:ext cx="468478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1A8A4C72-59BF-F901-1526-394B718062A2}"/>
              </a:ext>
            </a:extLst>
          </p:cNvPr>
          <p:cNvCxnSpPr>
            <a:cxnSpLocks/>
            <a:stCxn id="75" idx="5"/>
            <a:endCxn id="77" idx="0"/>
          </p:cNvCxnSpPr>
          <p:nvPr/>
        </p:nvCxnSpPr>
        <p:spPr>
          <a:xfrm>
            <a:off x="10282302" y="721498"/>
            <a:ext cx="466977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C385EA74-BCA8-A286-23F0-AE600BD67AF6}"/>
              </a:ext>
            </a:extLst>
          </p:cNvPr>
          <p:cNvCxnSpPr>
            <a:cxnSpLocks/>
            <a:stCxn id="76" idx="3"/>
            <a:endCxn id="78" idx="0"/>
          </p:cNvCxnSpPr>
          <p:nvPr/>
        </p:nvCxnSpPr>
        <p:spPr>
          <a:xfrm flipH="1">
            <a:off x="9159964" y="1400917"/>
            <a:ext cx="300313" cy="382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624E4266-BD86-4450-40FE-3F354799E3FF}"/>
              </a:ext>
            </a:extLst>
          </p:cNvPr>
          <p:cNvCxnSpPr>
            <a:cxnSpLocks/>
            <a:stCxn id="76" idx="5"/>
            <a:endCxn id="79" idx="0"/>
          </p:cNvCxnSpPr>
          <p:nvPr/>
        </p:nvCxnSpPr>
        <p:spPr>
          <a:xfrm>
            <a:off x="9695975" y="1400917"/>
            <a:ext cx="283054" cy="382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椭圆 83">
            <a:extLst>
              <a:ext uri="{FF2B5EF4-FFF2-40B4-BE49-F238E27FC236}">
                <a16:creationId xmlns:a16="http://schemas.microsoft.com/office/drawing/2014/main" id="{B635A94E-1E1E-8D9B-1A41-1BE7C4F7EC6A}"/>
              </a:ext>
            </a:extLst>
          </p:cNvPr>
          <p:cNvSpPr/>
          <p:nvPr/>
        </p:nvSpPr>
        <p:spPr>
          <a:xfrm>
            <a:off x="9516132" y="2480582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8BC538B2-879A-B063-6C05-6A10BAC72351}"/>
              </a:ext>
            </a:extLst>
          </p:cNvPr>
          <p:cNvSpPr/>
          <p:nvPr/>
        </p:nvSpPr>
        <p:spPr>
          <a:xfrm>
            <a:off x="10131213" y="2480582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20A167E6-12D7-B370-8AC8-D64250BF4939}"/>
              </a:ext>
            </a:extLst>
          </p:cNvPr>
          <p:cNvCxnSpPr>
            <a:cxnSpLocks/>
            <a:endCxn id="84" idx="0"/>
          </p:cNvCxnSpPr>
          <p:nvPr/>
        </p:nvCxnSpPr>
        <p:spPr>
          <a:xfrm flipH="1">
            <a:off x="9682796" y="2093936"/>
            <a:ext cx="196919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A382EA09-21AD-4FC1-5F56-C0ECA9BCD82C}"/>
              </a:ext>
            </a:extLst>
          </p:cNvPr>
          <p:cNvCxnSpPr>
            <a:cxnSpLocks/>
            <a:stCxn id="79" idx="5"/>
            <a:endCxn id="85" idx="0"/>
          </p:cNvCxnSpPr>
          <p:nvPr/>
        </p:nvCxnSpPr>
        <p:spPr>
          <a:xfrm>
            <a:off x="10096878" y="2067608"/>
            <a:ext cx="200999" cy="412974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6EBF0623-5F1B-C8A5-0459-F9B411C554AD}"/>
              </a:ext>
            </a:extLst>
          </p:cNvPr>
          <p:cNvSpPr txBox="1"/>
          <p:nvPr/>
        </p:nvSpPr>
        <p:spPr>
          <a:xfrm>
            <a:off x="9460277" y="3015890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</a:t>
            </a:r>
            <a:r>
              <a:rPr lang="zh-CN" altLang="en-US"/>
              <a:t>）</a:t>
            </a:r>
            <a:r>
              <a:rPr lang="en-US" altLang="zh-CN"/>
              <a:t>LR</a:t>
            </a:r>
            <a:r>
              <a:rPr lang="zh-CN" altLang="en-US"/>
              <a:t>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58A429-BC93-237F-2FD0-45B07CAB17ED}"/>
              </a:ext>
            </a:extLst>
          </p:cNvPr>
          <p:cNvSpPr txBox="1"/>
          <p:nvPr/>
        </p:nvSpPr>
        <p:spPr>
          <a:xfrm>
            <a:off x="2295094" y="274403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602801-BD90-36DF-56F4-9807A61D6234}"/>
              </a:ext>
            </a:extLst>
          </p:cNvPr>
          <p:cNvSpPr txBox="1"/>
          <p:nvPr/>
        </p:nvSpPr>
        <p:spPr>
          <a:xfrm>
            <a:off x="3272733" y="274403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DDABA5-DB96-8C76-49B3-E11951AD12C5}"/>
              </a:ext>
            </a:extLst>
          </p:cNvPr>
          <p:cNvSpPr txBox="1"/>
          <p:nvPr/>
        </p:nvSpPr>
        <p:spPr>
          <a:xfrm>
            <a:off x="4194811" y="274403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05173FB-0657-5DA9-3A39-3A1286A723CE}"/>
              </a:ext>
            </a:extLst>
          </p:cNvPr>
          <p:cNvSpPr txBox="1"/>
          <p:nvPr/>
        </p:nvSpPr>
        <p:spPr>
          <a:xfrm>
            <a:off x="4849055" y="274447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3510677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18188-3F00-8EDB-130E-0DE06F7A8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E00C94C2-CC7E-C463-70F9-544D9F5ED4C5}"/>
              </a:ext>
            </a:extLst>
          </p:cNvPr>
          <p:cNvSpPr/>
          <p:nvPr/>
        </p:nvSpPr>
        <p:spPr>
          <a:xfrm>
            <a:off x="1100958" y="4369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FFC2911-AB28-1E86-CC57-A83964CBAE73}"/>
              </a:ext>
            </a:extLst>
          </p:cNvPr>
          <p:cNvSpPr/>
          <p:nvPr/>
        </p:nvSpPr>
        <p:spPr>
          <a:xfrm>
            <a:off x="514631" y="11164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F021CC-D6F8-3BC4-21C2-C0662AC58694}"/>
              </a:ext>
            </a:extLst>
          </p:cNvPr>
          <p:cNvSpPr/>
          <p:nvPr/>
        </p:nvSpPr>
        <p:spPr>
          <a:xfrm>
            <a:off x="1685784" y="11164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D674587-7C17-D034-6D2D-5094D8D63897}"/>
              </a:ext>
            </a:extLst>
          </p:cNvPr>
          <p:cNvSpPr/>
          <p:nvPr/>
        </p:nvSpPr>
        <p:spPr>
          <a:xfrm>
            <a:off x="1267622" y="17875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5B213CE-DF19-1096-AFDF-4CE80FE8E6D3}"/>
              </a:ext>
            </a:extLst>
          </p:cNvPr>
          <p:cNvSpPr/>
          <p:nvPr/>
        </p:nvSpPr>
        <p:spPr>
          <a:xfrm>
            <a:off x="2086678" y="17875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3D41E59-2D2A-C0DE-91E1-EAAF52D8FD75}"/>
              </a:ext>
            </a:extLst>
          </p:cNvPr>
          <p:cNvSpPr/>
          <p:nvPr/>
        </p:nvSpPr>
        <p:spPr>
          <a:xfrm>
            <a:off x="1752590" y="2472238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527E712-EAD1-248C-B05C-AB711839E88D}"/>
              </a:ext>
            </a:extLst>
          </p:cNvPr>
          <p:cNvSpPr/>
          <p:nvPr/>
        </p:nvSpPr>
        <p:spPr>
          <a:xfrm>
            <a:off x="2420006" y="2472238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68CEB44-7B7F-079C-EEF7-CDF9CC82BDC3}"/>
              </a:ext>
            </a:extLst>
          </p:cNvPr>
          <p:cNvCxnSpPr>
            <a:stCxn id="2" idx="3"/>
            <a:endCxn id="3" idx="0"/>
          </p:cNvCxnSpPr>
          <p:nvPr/>
        </p:nvCxnSpPr>
        <p:spPr>
          <a:xfrm flipH="1">
            <a:off x="681295" y="721498"/>
            <a:ext cx="468478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78CBFD9-402B-182C-C2E2-8110C7A20785}"/>
              </a:ext>
            </a:extLst>
          </p:cNvPr>
          <p:cNvCxnSpPr>
            <a:cxnSpLocks/>
            <a:stCxn id="2" idx="5"/>
            <a:endCxn id="4" idx="0"/>
          </p:cNvCxnSpPr>
          <p:nvPr/>
        </p:nvCxnSpPr>
        <p:spPr>
          <a:xfrm>
            <a:off x="1385471" y="721498"/>
            <a:ext cx="466977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B70F8B1-E753-0B1F-B8AF-BD7485BCD590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1434286" y="1400917"/>
            <a:ext cx="300313" cy="386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7FE4899-EECD-581D-2A18-427603BDD15F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1970297" y="1400917"/>
            <a:ext cx="283045" cy="386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852F788-4CE4-0095-0FC2-FCCB29B98DEC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1919254" y="2072076"/>
            <a:ext cx="216239" cy="40016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F6A7D0B-10FA-F696-989C-12EE9F4AF57E}"/>
              </a:ext>
            </a:extLst>
          </p:cNvPr>
          <p:cNvCxnSpPr>
            <a:cxnSpLocks/>
            <a:stCxn id="6" idx="5"/>
            <a:endCxn id="8" idx="0"/>
          </p:cNvCxnSpPr>
          <p:nvPr/>
        </p:nvCxnSpPr>
        <p:spPr>
          <a:xfrm>
            <a:off x="2371191" y="2072076"/>
            <a:ext cx="215479" cy="40016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AFC7B8B5-8C28-3341-D165-00E3F838513F}"/>
              </a:ext>
            </a:extLst>
          </p:cNvPr>
          <p:cNvSpPr/>
          <p:nvPr/>
        </p:nvSpPr>
        <p:spPr>
          <a:xfrm>
            <a:off x="4014574" y="4369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FA8CC37-82F4-8196-35EF-F72E29F9A365}"/>
              </a:ext>
            </a:extLst>
          </p:cNvPr>
          <p:cNvSpPr/>
          <p:nvPr/>
        </p:nvSpPr>
        <p:spPr>
          <a:xfrm>
            <a:off x="3428247" y="11164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D891842-5541-6F6B-90B4-B50C34E0A52E}"/>
              </a:ext>
            </a:extLst>
          </p:cNvPr>
          <p:cNvSpPr/>
          <p:nvPr/>
        </p:nvSpPr>
        <p:spPr>
          <a:xfrm>
            <a:off x="4599400" y="111640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AF8D32A-2A11-3A12-F652-AD18CD4EAF7F}"/>
              </a:ext>
            </a:extLst>
          </p:cNvPr>
          <p:cNvSpPr/>
          <p:nvPr/>
        </p:nvSpPr>
        <p:spPr>
          <a:xfrm>
            <a:off x="4181238" y="17875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47F8846-2AF0-527B-FC66-545B0C383471}"/>
              </a:ext>
            </a:extLst>
          </p:cNvPr>
          <p:cNvSpPr/>
          <p:nvPr/>
        </p:nvSpPr>
        <p:spPr>
          <a:xfrm>
            <a:off x="5000294" y="17875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E375FE2-E073-7B5F-E38F-A355C1D0C61A}"/>
              </a:ext>
            </a:extLst>
          </p:cNvPr>
          <p:cNvSpPr/>
          <p:nvPr/>
        </p:nvSpPr>
        <p:spPr>
          <a:xfrm>
            <a:off x="4666206" y="2472238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0BCB5C2-BF92-7D0C-5554-DFA5AE3E5B51}"/>
              </a:ext>
            </a:extLst>
          </p:cNvPr>
          <p:cNvSpPr/>
          <p:nvPr/>
        </p:nvSpPr>
        <p:spPr>
          <a:xfrm>
            <a:off x="5333622" y="2472238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7B3C0B6-F905-76CD-535A-EB225A087C44}"/>
              </a:ext>
            </a:extLst>
          </p:cNvPr>
          <p:cNvCxnSpPr>
            <a:stCxn id="16" idx="3"/>
            <a:endCxn id="17" idx="0"/>
          </p:cNvCxnSpPr>
          <p:nvPr/>
        </p:nvCxnSpPr>
        <p:spPr>
          <a:xfrm flipH="1">
            <a:off x="3594911" y="721498"/>
            <a:ext cx="468478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BF020A3-3E8F-EFEE-1CE7-95301E9D799B}"/>
              </a:ext>
            </a:extLst>
          </p:cNvPr>
          <p:cNvCxnSpPr>
            <a:cxnSpLocks/>
            <a:stCxn id="16" idx="5"/>
            <a:endCxn id="19" idx="0"/>
          </p:cNvCxnSpPr>
          <p:nvPr/>
        </p:nvCxnSpPr>
        <p:spPr>
          <a:xfrm>
            <a:off x="4299087" y="721498"/>
            <a:ext cx="48815" cy="106606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72CAB8E-8B4E-9F7D-4892-26D7661E976C}"/>
              </a:ext>
            </a:extLst>
          </p:cNvPr>
          <p:cNvCxnSpPr>
            <a:cxnSpLocks/>
            <a:stCxn id="18" idx="3"/>
            <a:endCxn id="19" idx="0"/>
          </p:cNvCxnSpPr>
          <p:nvPr/>
        </p:nvCxnSpPr>
        <p:spPr>
          <a:xfrm flipH="1">
            <a:off x="4347902" y="1400917"/>
            <a:ext cx="300313" cy="386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3EB0AD8-9132-B7D0-105F-A008BF78CA03}"/>
              </a:ext>
            </a:extLst>
          </p:cNvPr>
          <p:cNvCxnSpPr>
            <a:cxnSpLocks/>
            <a:stCxn id="18" idx="5"/>
            <a:endCxn id="20" idx="0"/>
          </p:cNvCxnSpPr>
          <p:nvPr/>
        </p:nvCxnSpPr>
        <p:spPr>
          <a:xfrm>
            <a:off x="4883913" y="1400917"/>
            <a:ext cx="283045" cy="386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D7E147F-3359-C1E8-9574-56DDFD2F4FA3}"/>
              </a:ext>
            </a:extLst>
          </p:cNvPr>
          <p:cNvCxnSpPr>
            <a:cxnSpLocks/>
            <a:stCxn id="20" idx="3"/>
            <a:endCxn id="21" idx="0"/>
          </p:cNvCxnSpPr>
          <p:nvPr/>
        </p:nvCxnSpPr>
        <p:spPr>
          <a:xfrm flipH="1">
            <a:off x="4832870" y="2072076"/>
            <a:ext cx="216239" cy="40016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1549682-F5D3-54F4-346D-CC0C6C39D03D}"/>
              </a:ext>
            </a:extLst>
          </p:cNvPr>
          <p:cNvCxnSpPr>
            <a:cxnSpLocks/>
            <a:stCxn id="20" idx="5"/>
            <a:endCxn id="22" idx="0"/>
          </p:cNvCxnSpPr>
          <p:nvPr/>
        </p:nvCxnSpPr>
        <p:spPr>
          <a:xfrm>
            <a:off x="5284807" y="2072076"/>
            <a:ext cx="215479" cy="40016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64AF2EB7-8C0E-4209-4C0D-AF9897416D6F}"/>
              </a:ext>
            </a:extLst>
          </p:cNvPr>
          <p:cNvSpPr/>
          <p:nvPr/>
        </p:nvSpPr>
        <p:spPr>
          <a:xfrm>
            <a:off x="6716055" y="108786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59A470AA-8BC3-D428-B824-73809CD9E541}"/>
              </a:ext>
            </a:extLst>
          </p:cNvPr>
          <p:cNvSpPr/>
          <p:nvPr/>
        </p:nvSpPr>
        <p:spPr>
          <a:xfrm>
            <a:off x="6237118" y="17875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D0CB209-CEF1-211D-2C0A-6D4FDE68063A}"/>
              </a:ext>
            </a:extLst>
          </p:cNvPr>
          <p:cNvSpPr/>
          <p:nvPr/>
        </p:nvSpPr>
        <p:spPr>
          <a:xfrm>
            <a:off x="7351298" y="43698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73FFB68A-27CF-B8B2-E056-804F704F51F3}"/>
              </a:ext>
            </a:extLst>
          </p:cNvPr>
          <p:cNvSpPr/>
          <p:nvPr/>
        </p:nvSpPr>
        <p:spPr>
          <a:xfrm>
            <a:off x="6979974" y="17875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AF369A78-F76D-8137-A8C1-CF41A0D23800}"/>
              </a:ext>
            </a:extLst>
          </p:cNvPr>
          <p:cNvSpPr/>
          <p:nvPr/>
        </p:nvSpPr>
        <p:spPr>
          <a:xfrm>
            <a:off x="7799030" y="17875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A51B2B10-8CD9-6BE3-345A-707AD3CCE4D1}"/>
              </a:ext>
            </a:extLst>
          </p:cNvPr>
          <p:cNvSpPr/>
          <p:nvPr/>
        </p:nvSpPr>
        <p:spPr>
          <a:xfrm>
            <a:off x="7464942" y="2472238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FBA1762-7655-9FEB-ABFD-F52BB353956E}"/>
              </a:ext>
            </a:extLst>
          </p:cNvPr>
          <p:cNvSpPr/>
          <p:nvPr/>
        </p:nvSpPr>
        <p:spPr>
          <a:xfrm>
            <a:off x="8132358" y="2472238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E17BABD-035E-5659-7D43-5A6111C5036B}"/>
              </a:ext>
            </a:extLst>
          </p:cNvPr>
          <p:cNvCxnSpPr>
            <a:stCxn id="31" idx="3"/>
            <a:endCxn id="32" idx="0"/>
          </p:cNvCxnSpPr>
          <p:nvPr/>
        </p:nvCxnSpPr>
        <p:spPr>
          <a:xfrm flipH="1">
            <a:off x="6403782" y="1372379"/>
            <a:ext cx="361088" cy="4151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D3B3124-C4FF-48EF-9C70-C6E7FFF85277}"/>
              </a:ext>
            </a:extLst>
          </p:cNvPr>
          <p:cNvCxnSpPr>
            <a:cxnSpLocks/>
            <a:stCxn id="31" idx="5"/>
            <a:endCxn id="34" idx="0"/>
          </p:cNvCxnSpPr>
          <p:nvPr/>
        </p:nvCxnSpPr>
        <p:spPr>
          <a:xfrm>
            <a:off x="7000568" y="1372379"/>
            <a:ext cx="146070" cy="415184"/>
          </a:xfrm>
          <a:prstGeom prst="line">
            <a:avLst/>
          </a:prstGeom>
          <a:ln w="12700"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59FB797D-7E11-DAA4-9FC2-2082C799B773}"/>
              </a:ext>
            </a:extLst>
          </p:cNvPr>
          <p:cNvCxnSpPr>
            <a:cxnSpLocks/>
            <a:stCxn id="33" idx="3"/>
            <a:endCxn id="31" idx="7"/>
          </p:cNvCxnSpPr>
          <p:nvPr/>
        </p:nvCxnSpPr>
        <p:spPr>
          <a:xfrm flipH="1">
            <a:off x="7000568" y="721498"/>
            <a:ext cx="399545" cy="415183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5A4F365-E1B9-F167-62F4-107705EF577B}"/>
              </a:ext>
            </a:extLst>
          </p:cNvPr>
          <p:cNvCxnSpPr>
            <a:cxnSpLocks/>
            <a:stCxn id="33" idx="5"/>
            <a:endCxn id="35" idx="0"/>
          </p:cNvCxnSpPr>
          <p:nvPr/>
        </p:nvCxnSpPr>
        <p:spPr>
          <a:xfrm>
            <a:off x="7635811" y="721498"/>
            <a:ext cx="329883" cy="10660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7F76515-931F-360B-D22D-55F9A16D3F10}"/>
              </a:ext>
            </a:extLst>
          </p:cNvPr>
          <p:cNvCxnSpPr>
            <a:cxnSpLocks/>
            <a:stCxn id="35" idx="3"/>
            <a:endCxn id="36" idx="0"/>
          </p:cNvCxnSpPr>
          <p:nvPr/>
        </p:nvCxnSpPr>
        <p:spPr>
          <a:xfrm flipH="1">
            <a:off x="7631606" y="2072076"/>
            <a:ext cx="216239" cy="40016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1E2E7A69-5147-3606-C9CE-0257DED7D480}"/>
              </a:ext>
            </a:extLst>
          </p:cNvPr>
          <p:cNvCxnSpPr>
            <a:cxnSpLocks/>
            <a:stCxn id="35" idx="5"/>
            <a:endCxn id="37" idx="0"/>
          </p:cNvCxnSpPr>
          <p:nvPr/>
        </p:nvCxnSpPr>
        <p:spPr>
          <a:xfrm>
            <a:off x="8083543" y="2072076"/>
            <a:ext cx="215479" cy="40016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椭圆 60">
            <a:extLst>
              <a:ext uri="{FF2B5EF4-FFF2-40B4-BE49-F238E27FC236}">
                <a16:creationId xmlns:a16="http://schemas.microsoft.com/office/drawing/2014/main" id="{6D13CFF0-72C9-00CB-7ED4-11739818A350}"/>
              </a:ext>
            </a:extLst>
          </p:cNvPr>
          <p:cNvSpPr/>
          <p:nvPr/>
        </p:nvSpPr>
        <p:spPr>
          <a:xfrm>
            <a:off x="9568493" y="108786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25EADD8D-48B2-61CE-E28A-1B2D21BCC3B1}"/>
              </a:ext>
            </a:extLst>
          </p:cNvPr>
          <p:cNvSpPr/>
          <p:nvPr/>
        </p:nvSpPr>
        <p:spPr>
          <a:xfrm>
            <a:off x="9283622" y="177634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7036B10E-89CC-E72E-69F6-2CE7495C212F}"/>
              </a:ext>
            </a:extLst>
          </p:cNvPr>
          <p:cNvSpPr/>
          <p:nvPr/>
        </p:nvSpPr>
        <p:spPr>
          <a:xfrm>
            <a:off x="10203736" y="43698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9AECFB5C-1BCC-178C-8CFC-1E3210C1C12F}"/>
              </a:ext>
            </a:extLst>
          </p:cNvPr>
          <p:cNvSpPr/>
          <p:nvPr/>
        </p:nvSpPr>
        <p:spPr>
          <a:xfrm>
            <a:off x="9832412" y="178756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7E46EE41-6657-0725-F98D-F32EAA3C9B41}"/>
              </a:ext>
            </a:extLst>
          </p:cNvPr>
          <p:cNvSpPr/>
          <p:nvPr/>
        </p:nvSpPr>
        <p:spPr>
          <a:xfrm>
            <a:off x="10714530" y="108786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EF9AD8E4-5BE4-B81C-6E0E-B89789AD2B3D}"/>
              </a:ext>
            </a:extLst>
          </p:cNvPr>
          <p:cNvSpPr/>
          <p:nvPr/>
        </p:nvSpPr>
        <p:spPr>
          <a:xfrm>
            <a:off x="10450253" y="1780051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EB777862-C26D-CC92-96D4-46FDCB7ACB96}"/>
              </a:ext>
            </a:extLst>
          </p:cNvPr>
          <p:cNvSpPr/>
          <p:nvPr/>
        </p:nvSpPr>
        <p:spPr>
          <a:xfrm>
            <a:off x="11068931" y="1787562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1F76C541-4FF8-D144-25BB-9FCB73C98B38}"/>
              </a:ext>
            </a:extLst>
          </p:cNvPr>
          <p:cNvCxnSpPr>
            <a:stCxn id="61" idx="3"/>
            <a:endCxn id="62" idx="0"/>
          </p:cNvCxnSpPr>
          <p:nvPr/>
        </p:nvCxnSpPr>
        <p:spPr>
          <a:xfrm flipH="1">
            <a:off x="9450286" y="1372378"/>
            <a:ext cx="167022" cy="4039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ABD0D77-CA22-CE79-B920-52B00F6F1EC2}"/>
              </a:ext>
            </a:extLst>
          </p:cNvPr>
          <p:cNvCxnSpPr>
            <a:cxnSpLocks/>
            <a:stCxn id="61" idx="5"/>
            <a:endCxn id="64" idx="0"/>
          </p:cNvCxnSpPr>
          <p:nvPr/>
        </p:nvCxnSpPr>
        <p:spPr>
          <a:xfrm>
            <a:off x="9853006" y="1372378"/>
            <a:ext cx="146070" cy="415184"/>
          </a:xfrm>
          <a:prstGeom prst="line">
            <a:avLst/>
          </a:prstGeom>
          <a:ln w="12700"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1ED499A1-61EF-B429-D78A-D8477BDD4DF0}"/>
              </a:ext>
            </a:extLst>
          </p:cNvPr>
          <p:cNvCxnSpPr>
            <a:cxnSpLocks/>
            <a:stCxn id="63" idx="3"/>
            <a:endCxn id="61" idx="7"/>
          </p:cNvCxnSpPr>
          <p:nvPr/>
        </p:nvCxnSpPr>
        <p:spPr>
          <a:xfrm flipH="1">
            <a:off x="9853006" y="721497"/>
            <a:ext cx="399545" cy="415183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293A2D05-B4A1-7BA6-3844-202A0ADEAA81}"/>
              </a:ext>
            </a:extLst>
          </p:cNvPr>
          <p:cNvCxnSpPr>
            <a:cxnSpLocks/>
            <a:stCxn id="63" idx="5"/>
            <a:endCxn id="65" idx="0"/>
          </p:cNvCxnSpPr>
          <p:nvPr/>
        </p:nvCxnSpPr>
        <p:spPr>
          <a:xfrm>
            <a:off x="10488249" y="721497"/>
            <a:ext cx="392945" cy="3663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7F1F30E0-BDC6-D11F-33A8-AFAC3209A95D}"/>
              </a:ext>
            </a:extLst>
          </p:cNvPr>
          <p:cNvCxnSpPr>
            <a:cxnSpLocks/>
            <a:stCxn id="65" idx="3"/>
            <a:endCxn id="66" idx="0"/>
          </p:cNvCxnSpPr>
          <p:nvPr/>
        </p:nvCxnSpPr>
        <p:spPr>
          <a:xfrm flipH="1">
            <a:off x="10616917" y="1372378"/>
            <a:ext cx="146428" cy="407673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0971E73A-C637-259F-3E5C-17E887286307}"/>
              </a:ext>
            </a:extLst>
          </p:cNvPr>
          <p:cNvCxnSpPr>
            <a:cxnSpLocks/>
            <a:stCxn id="65" idx="5"/>
            <a:endCxn id="67" idx="0"/>
          </p:cNvCxnSpPr>
          <p:nvPr/>
        </p:nvCxnSpPr>
        <p:spPr>
          <a:xfrm>
            <a:off x="10999043" y="1372378"/>
            <a:ext cx="236552" cy="415184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9382A890-AF06-0B9B-FA66-63798FB2DCAE}"/>
              </a:ext>
            </a:extLst>
          </p:cNvPr>
          <p:cNvSpPr txBox="1"/>
          <p:nvPr/>
        </p:nvSpPr>
        <p:spPr>
          <a:xfrm>
            <a:off x="4751959" y="5238656"/>
            <a:ext cx="229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RR</a:t>
            </a:r>
            <a:r>
              <a:rPr lang="zh-CN" altLang="en-US"/>
              <a:t>型，对根节点左旋</a:t>
            </a:r>
            <a:endParaRPr lang="en-US" altLang="zh-CN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31AF8771-91BB-F6A8-7CAD-3D7B752868E4}"/>
              </a:ext>
            </a:extLst>
          </p:cNvPr>
          <p:cNvCxnSpPr/>
          <p:nvPr/>
        </p:nvCxnSpPr>
        <p:spPr>
          <a:xfrm>
            <a:off x="2571693" y="1614730"/>
            <a:ext cx="5810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E5EEBB8F-88B4-A0F9-FB09-4C5987EB5C5A}"/>
              </a:ext>
            </a:extLst>
          </p:cNvPr>
          <p:cNvSpPr txBox="1"/>
          <p:nvPr/>
        </p:nvSpPr>
        <p:spPr>
          <a:xfrm>
            <a:off x="2473857" y="1218489"/>
            <a:ext cx="837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对</a:t>
            </a:r>
            <a:r>
              <a:rPr lang="en-US" altLang="zh-CN" sz="1400"/>
              <a:t>A</a:t>
            </a:r>
            <a:r>
              <a:rPr lang="zh-CN" altLang="en-US" sz="1400"/>
              <a:t>左旋</a:t>
            </a:r>
          </a:p>
        </p:txBody>
      </p:sp>
    </p:spTree>
    <p:extLst>
      <p:ext uri="{BB962C8B-B14F-4D97-AF65-F5344CB8AC3E}">
        <p14:creationId xmlns:p14="http://schemas.microsoft.com/office/powerpoint/2010/main" val="1026743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4E6D3-DA7C-4D71-E91F-2B4FD559E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3489645-2B34-7861-F17D-191E6F6DAEA4}"/>
              </a:ext>
            </a:extLst>
          </p:cNvPr>
          <p:cNvSpPr/>
          <p:nvPr/>
        </p:nvSpPr>
        <p:spPr>
          <a:xfrm>
            <a:off x="1530004" y="38743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15AF44C-3764-19E7-8030-D663E4EA074C}"/>
              </a:ext>
            </a:extLst>
          </p:cNvPr>
          <p:cNvSpPr/>
          <p:nvPr/>
        </p:nvSpPr>
        <p:spPr>
          <a:xfrm>
            <a:off x="943677" y="106685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64687B5-4254-D82E-2282-BF322AE75488}"/>
              </a:ext>
            </a:extLst>
          </p:cNvPr>
          <p:cNvSpPr/>
          <p:nvPr/>
        </p:nvSpPr>
        <p:spPr>
          <a:xfrm>
            <a:off x="2114830" y="106685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27F98CF-28B1-D9BC-2747-6D3506DEDEB9}"/>
              </a:ext>
            </a:extLst>
          </p:cNvPr>
          <p:cNvSpPr/>
          <p:nvPr/>
        </p:nvSpPr>
        <p:spPr>
          <a:xfrm>
            <a:off x="1696668" y="173801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0B2ADCD-B735-3BDC-A6A9-36FB1F8B53D7}"/>
              </a:ext>
            </a:extLst>
          </p:cNvPr>
          <p:cNvSpPr/>
          <p:nvPr/>
        </p:nvSpPr>
        <p:spPr>
          <a:xfrm>
            <a:off x="2515724" y="173801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89C4098-66D5-78EA-AACE-502AF55F0182}"/>
              </a:ext>
            </a:extLst>
          </p:cNvPr>
          <p:cNvSpPr/>
          <p:nvPr/>
        </p:nvSpPr>
        <p:spPr>
          <a:xfrm>
            <a:off x="1381900" y="2409173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E837577-E93B-15D7-3167-D7773E646F50}"/>
              </a:ext>
            </a:extLst>
          </p:cNvPr>
          <p:cNvSpPr/>
          <p:nvPr/>
        </p:nvSpPr>
        <p:spPr>
          <a:xfrm>
            <a:off x="1996981" y="2409173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B022718-8050-A67D-D4E0-4941C082C2AA}"/>
              </a:ext>
            </a:extLst>
          </p:cNvPr>
          <p:cNvCxnSpPr>
            <a:stCxn id="2" idx="3"/>
            <a:endCxn id="3" idx="0"/>
          </p:cNvCxnSpPr>
          <p:nvPr/>
        </p:nvCxnSpPr>
        <p:spPr>
          <a:xfrm flipH="1">
            <a:off x="1110341" y="671949"/>
            <a:ext cx="468478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9F0B354-DD63-C4A8-19A9-F1DFA8A0B285}"/>
              </a:ext>
            </a:extLst>
          </p:cNvPr>
          <p:cNvCxnSpPr>
            <a:cxnSpLocks/>
            <a:stCxn id="2" idx="5"/>
            <a:endCxn id="4" idx="0"/>
          </p:cNvCxnSpPr>
          <p:nvPr/>
        </p:nvCxnSpPr>
        <p:spPr>
          <a:xfrm>
            <a:off x="1814517" y="671949"/>
            <a:ext cx="466977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5A0D65F-E7EB-9475-AE7C-4AB9D284D0A1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1863332" y="1351368"/>
            <a:ext cx="300313" cy="386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C5BC65F-21C4-1308-7AE5-2792634A13E4}"/>
              </a:ext>
            </a:extLst>
          </p:cNvPr>
          <p:cNvCxnSpPr>
            <a:cxnSpLocks/>
            <a:stCxn id="4" idx="5"/>
            <a:endCxn id="6" idx="0"/>
          </p:cNvCxnSpPr>
          <p:nvPr/>
        </p:nvCxnSpPr>
        <p:spPr>
          <a:xfrm>
            <a:off x="2399343" y="1351368"/>
            <a:ext cx="283045" cy="386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E94CDB1-AD87-8373-26DF-6219C3379EC0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H="1">
            <a:off x="1548564" y="2022527"/>
            <a:ext cx="196919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4731BE1-6481-5D55-A0C7-94FE1FC4CEED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1981181" y="2022527"/>
            <a:ext cx="182464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8E6FE9A6-F66F-1493-F6BA-07CA7AEFF510}"/>
              </a:ext>
            </a:extLst>
          </p:cNvPr>
          <p:cNvSpPr txBox="1"/>
          <p:nvPr/>
        </p:nvSpPr>
        <p:spPr>
          <a:xfrm>
            <a:off x="3000247" y="5338963"/>
            <a:ext cx="5272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RL</a:t>
            </a:r>
            <a:r>
              <a:rPr lang="zh-CN" altLang="en-US"/>
              <a:t>型，先对根节点的右子树右旋，再对根节点左旋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F54F029-2FDF-65D2-624E-C4D00A54A95D}"/>
              </a:ext>
            </a:extLst>
          </p:cNvPr>
          <p:cNvSpPr/>
          <p:nvPr/>
        </p:nvSpPr>
        <p:spPr>
          <a:xfrm>
            <a:off x="4317498" y="38743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0DDA1E4-1522-EF86-CE10-6C2B9DD17207}"/>
              </a:ext>
            </a:extLst>
          </p:cNvPr>
          <p:cNvSpPr/>
          <p:nvPr/>
        </p:nvSpPr>
        <p:spPr>
          <a:xfrm>
            <a:off x="3731171" y="106685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807D290-0E77-E892-72D2-41A1DCB9E088}"/>
              </a:ext>
            </a:extLst>
          </p:cNvPr>
          <p:cNvSpPr/>
          <p:nvPr/>
        </p:nvSpPr>
        <p:spPr>
          <a:xfrm>
            <a:off x="4902324" y="106685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3DB22B4-9B66-77C8-E32C-E76D39D9E1CB}"/>
              </a:ext>
            </a:extLst>
          </p:cNvPr>
          <p:cNvSpPr/>
          <p:nvPr/>
        </p:nvSpPr>
        <p:spPr>
          <a:xfrm>
            <a:off x="4484162" y="173801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82FAD83-3F22-9AA8-053D-4AFCCFB47A3E}"/>
              </a:ext>
            </a:extLst>
          </p:cNvPr>
          <p:cNvSpPr/>
          <p:nvPr/>
        </p:nvSpPr>
        <p:spPr>
          <a:xfrm>
            <a:off x="5303218" y="173801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3C86E8A6-810C-6B69-16F7-CAD7B5995FEB}"/>
              </a:ext>
            </a:extLst>
          </p:cNvPr>
          <p:cNvSpPr/>
          <p:nvPr/>
        </p:nvSpPr>
        <p:spPr>
          <a:xfrm>
            <a:off x="4169394" y="2409173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63D879C-2754-B18F-F0DD-011D9175CFEC}"/>
              </a:ext>
            </a:extLst>
          </p:cNvPr>
          <p:cNvSpPr/>
          <p:nvPr/>
        </p:nvSpPr>
        <p:spPr>
          <a:xfrm>
            <a:off x="4784475" y="2409173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A753621-4429-5942-ACF5-F482EB8CF2B6}"/>
              </a:ext>
            </a:extLst>
          </p:cNvPr>
          <p:cNvCxnSpPr>
            <a:stCxn id="17" idx="3"/>
            <a:endCxn id="18" idx="0"/>
          </p:cNvCxnSpPr>
          <p:nvPr/>
        </p:nvCxnSpPr>
        <p:spPr>
          <a:xfrm flipH="1">
            <a:off x="3897835" y="671949"/>
            <a:ext cx="468478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B351042-7178-CD56-BA05-4E39619080D6}"/>
              </a:ext>
            </a:extLst>
          </p:cNvPr>
          <p:cNvCxnSpPr>
            <a:cxnSpLocks/>
            <a:stCxn id="17" idx="5"/>
            <a:endCxn id="19" idx="0"/>
          </p:cNvCxnSpPr>
          <p:nvPr/>
        </p:nvCxnSpPr>
        <p:spPr>
          <a:xfrm>
            <a:off x="4602011" y="671949"/>
            <a:ext cx="466977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DF5415C-DA5A-B71A-E714-EEF085CCD605}"/>
              </a:ext>
            </a:extLst>
          </p:cNvPr>
          <p:cNvCxnSpPr>
            <a:cxnSpLocks/>
            <a:stCxn id="19" idx="3"/>
            <a:endCxn id="23" idx="0"/>
          </p:cNvCxnSpPr>
          <p:nvPr/>
        </p:nvCxnSpPr>
        <p:spPr>
          <a:xfrm>
            <a:off x="4951139" y="1351368"/>
            <a:ext cx="0" cy="105780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D50C461-CBE6-D889-7EE1-284806DDC877}"/>
              </a:ext>
            </a:extLst>
          </p:cNvPr>
          <p:cNvCxnSpPr>
            <a:cxnSpLocks/>
            <a:stCxn id="19" idx="5"/>
            <a:endCxn id="21" idx="0"/>
          </p:cNvCxnSpPr>
          <p:nvPr/>
        </p:nvCxnSpPr>
        <p:spPr>
          <a:xfrm>
            <a:off x="5186837" y="1351368"/>
            <a:ext cx="283045" cy="386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F9D150D-E1E6-A200-F893-EE259F0C2B2C}"/>
              </a:ext>
            </a:extLst>
          </p:cNvPr>
          <p:cNvCxnSpPr>
            <a:cxnSpLocks/>
            <a:stCxn id="20" idx="3"/>
            <a:endCxn id="22" idx="0"/>
          </p:cNvCxnSpPr>
          <p:nvPr/>
        </p:nvCxnSpPr>
        <p:spPr>
          <a:xfrm flipH="1">
            <a:off x="4336058" y="2022527"/>
            <a:ext cx="196919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669990D-9DA3-BA24-B8B4-51BCBB553A06}"/>
              </a:ext>
            </a:extLst>
          </p:cNvPr>
          <p:cNvCxnSpPr>
            <a:cxnSpLocks/>
            <a:stCxn id="20" idx="5"/>
            <a:endCxn id="23" idx="0"/>
          </p:cNvCxnSpPr>
          <p:nvPr/>
        </p:nvCxnSpPr>
        <p:spPr>
          <a:xfrm>
            <a:off x="4768675" y="2022527"/>
            <a:ext cx="182464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77C450AB-1B07-639B-8728-62CE0D1E58E6}"/>
              </a:ext>
            </a:extLst>
          </p:cNvPr>
          <p:cNvSpPr/>
          <p:nvPr/>
        </p:nvSpPr>
        <p:spPr>
          <a:xfrm>
            <a:off x="6938328" y="38743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0EF3F652-B9B0-705A-1691-C2BCD4C3E9D2}"/>
              </a:ext>
            </a:extLst>
          </p:cNvPr>
          <p:cNvSpPr/>
          <p:nvPr/>
        </p:nvSpPr>
        <p:spPr>
          <a:xfrm>
            <a:off x="6416705" y="106685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2901B0A8-0459-9757-3FE4-481663C739E2}"/>
              </a:ext>
            </a:extLst>
          </p:cNvPr>
          <p:cNvSpPr/>
          <p:nvPr/>
        </p:nvSpPr>
        <p:spPr>
          <a:xfrm>
            <a:off x="7839216" y="172453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2EC69BD0-313F-5BE3-99C2-467463164F4D}"/>
              </a:ext>
            </a:extLst>
          </p:cNvPr>
          <p:cNvSpPr/>
          <p:nvPr/>
        </p:nvSpPr>
        <p:spPr>
          <a:xfrm>
            <a:off x="7420319" y="106685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B83BDAF-BB0C-09A7-2703-58DA69F6688F}"/>
              </a:ext>
            </a:extLst>
          </p:cNvPr>
          <p:cNvSpPr/>
          <p:nvPr/>
        </p:nvSpPr>
        <p:spPr>
          <a:xfrm>
            <a:off x="8174045" y="234256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88398FE3-E4E1-3CF6-06B6-F68443E07D08}"/>
              </a:ext>
            </a:extLst>
          </p:cNvPr>
          <p:cNvSpPr/>
          <p:nvPr/>
        </p:nvSpPr>
        <p:spPr>
          <a:xfrm>
            <a:off x="7041569" y="1713606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6875C06-55C7-DC29-98DB-86AAA4D456CB}"/>
              </a:ext>
            </a:extLst>
          </p:cNvPr>
          <p:cNvSpPr/>
          <p:nvPr/>
        </p:nvSpPr>
        <p:spPr>
          <a:xfrm>
            <a:off x="7479910" y="2342560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157122D-C45E-7E99-003C-5D72B1784D19}"/>
              </a:ext>
            </a:extLst>
          </p:cNvPr>
          <p:cNvCxnSpPr>
            <a:stCxn id="32" idx="3"/>
            <a:endCxn id="33" idx="0"/>
          </p:cNvCxnSpPr>
          <p:nvPr/>
        </p:nvCxnSpPr>
        <p:spPr>
          <a:xfrm flipH="1">
            <a:off x="6583369" y="671949"/>
            <a:ext cx="403774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83FCEB9-C31E-9DD4-4114-4DE899ADDE90}"/>
              </a:ext>
            </a:extLst>
          </p:cNvPr>
          <p:cNvCxnSpPr>
            <a:cxnSpLocks/>
            <a:stCxn id="32" idx="5"/>
            <a:endCxn id="35" idx="0"/>
          </p:cNvCxnSpPr>
          <p:nvPr/>
        </p:nvCxnSpPr>
        <p:spPr>
          <a:xfrm>
            <a:off x="7222841" y="671949"/>
            <a:ext cx="364142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11C991C-0DE2-1DAD-AF8E-0B63ACFE2210}"/>
              </a:ext>
            </a:extLst>
          </p:cNvPr>
          <p:cNvCxnSpPr>
            <a:cxnSpLocks/>
            <a:stCxn id="34" idx="3"/>
            <a:endCxn id="38" idx="0"/>
          </p:cNvCxnSpPr>
          <p:nvPr/>
        </p:nvCxnSpPr>
        <p:spPr>
          <a:xfrm flipH="1">
            <a:off x="7646574" y="2009049"/>
            <a:ext cx="241457" cy="333511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2B24A55-C911-1086-DE0B-F1987A119D7A}"/>
              </a:ext>
            </a:extLst>
          </p:cNvPr>
          <p:cNvCxnSpPr>
            <a:cxnSpLocks/>
            <a:stCxn id="34" idx="5"/>
            <a:endCxn id="36" idx="0"/>
          </p:cNvCxnSpPr>
          <p:nvPr/>
        </p:nvCxnSpPr>
        <p:spPr>
          <a:xfrm>
            <a:off x="8123729" y="2009049"/>
            <a:ext cx="216980" cy="3335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A7AB0B2-7C7B-4795-2034-D81D92CD1B1A}"/>
              </a:ext>
            </a:extLst>
          </p:cNvPr>
          <p:cNvCxnSpPr>
            <a:cxnSpLocks/>
            <a:stCxn id="35" idx="3"/>
            <a:endCxn id="37" idx="0"/>
          </p:cNvCxnSpPr>
          <p:nvPr/>
        </p:nvCxnSpPr>
        <p:spPr>
          <a:xfrm flipH="1">
            <a:off x="7208233" y="1351368"/>
            <a:ext cx="260901" cy="362238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4AAD793C-9404-F12E-1279-74E98EEF3A88}"/>
              </a:ext>
            </a:extLst>
          </p:cNvPr>
          <p:cNvCxnSpPr>
            <a:cxnSpLocks/>
            <a:stCxn id="35" idx="5"/>
            <a:endCxn id="34" idx="0"/>
          </p:cNvCxnSpPr>
          <p:nvPr/>
        </p:nvCxnSpPr>
        <p:spPr>
          <a:xfrm>
            <a:off x="7704832" y="1351368"/>
            <a:ext cx="301048" cy="37316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13033753-FC11-0D6B-A30A-668889AB0414}"/>
              </a:ext>
            </a:extLst>
          </p:cNvPr>
          <p:cNvSpPr txBox="1"/>
          <p:nvPr/>
        </p:nvSpPr>
        <p:spPr>
          <a:xfrm>
            <a:off x="6345072" y="2989311"/>
            <a:ext cx="21504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此时已将失衡类型化归为</a:t>
            </a:r>
            <a:r>
              <a:rPr lang="en-US" altLang="zh-CN" sz="1400"/>
              <a:t>RR</a:t>
            </a:r>
            <a:r>
              <a:rPr lang="zh-CN" altLang="en-US" sz="1400"/>
              <a:t>型。无论新插入节点在</a:t>
            </a:r>
            <a:r>
              <a:rPr lang="en-US" altLang="zh-CN" sz="1400"/>
              <a:t>1</a:t>
            </a:r>
            <a:r>
              <a:rPr lang="zh-CN" altLang="en-US" sz="1400"/>
              <a:t>位置还是</a:t>
            </a:r>
            <a:r>
              <a:rPr lang="en-US" altLang="zh-CN" sz="1400"/>
              <a:t>2</a:t>
            </a:r>
            <a:r>
              <a:rPr lang="zh-CN" altLang="en-US" sz="1400"/>
              <a:t>位置。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A57141E-9703-0B5C-AE02-6AFE2EB72E5F}"/>
              </a:ext>
            </a:extLst>
          </p:cNvPr>
          <p:cNvSpPr txBox="1"/>
          <p:nvPr/>
        </p:nvSpPr>
        <p:spPr>
          <a:xfrm>
            <a:off x="6812609" y="195522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A061B13-86E7-93BF-2D6F-C697C5B4E8A7}"/>
              </a:ext>
            </a:extLst>
          </p:cNvPr>
          <p:cNvSpPr txBox="1"/>
          <p:nvPr/>
        </p:nvSpPr>
        <p:spPr>
          <a:xfrm>
            <a:off x="7251665" y="257583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03095C39-7C02-8AD3-8C54-0AE4884FCC06}"/>
              </a:ext>
            </a:extLst>
          </p:cNvPr>
          <p:cNvSpPr/>
          <p:nvPr/>
        </p:nvSpPr>
        <p:spPr>
          <a:xfrm>
            <a:off x="9586602" y="103686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7A4E23DB-FABA-AD8B-58B5-61C8625A0086}"/>
              </a:ext>
            </a:extLst>
          </p:cNvPr>
          <p:cNvSpPr/>
          <p:nvPr/>
        </p:nvSpPr>
        <p:spPr>
          <a:xfrm>
            <a:off x="9319799" y="16877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BBBDE48-086F-72DD-1856-603D2928B204}"/>
              </a:ext>
            </a:extLst>
          </p:cNvPr>
          <p:cNvSpPr/>
          <p:nvPr/>
        </p:nvSpPr>
        <p:spPr>
          <a:xfrm>
            <a:off x="10571507" y="103609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9AD5A183-DA0F-06E1-A8EE-567BD551622C}"/>
              </a:ext>
            </a:extLst>
          </p:cNvPr>
          <p:cNvSpPr/>
          <p:nvPr/>
        </p:nvSpPr>
        <p:spPr>
          <a:xfrm>
            <a:off x="10110860" y="30560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81EBE540-BC3F-0A70-D4DF-B75C937B438D}"/>
              </a:ext>
            </a:extLst>
          </p:cNvPr>
          <p:cNvSpPr/>
          <p:nvPr/>
        </p:nvSpPr>
        <p:spPr>
          <a:xfrm>
            <a:off x="10863575" y="170201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0F5DF2B4-E493-ABAB-82BB-7DBB23733C31}"/>
              </a:ext>
            </a:extLst>
          </p:cNvPr>
          <p:cNvSpPr/>
          <p:nvPr/>
        </p:nvSpPr>
        <p:spPr>
          <a:xfrm>
            <a:off x="9863403" y="1697580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C7203ACA-ADE5-D589-4492-247919EFB386}"/>
              </a:ext>
            </a:extLst>
          </p:cNvPr>
          <p:cNvSpPr/>
          <p:nvPr/>
        </p:nvSpPr>
        <p:spPr>
          <a:xfrm>
            <a:off x="10366475" y="1687782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37066621-6777-701B-82E9-BEE403954BD7}"/>
              </a:ext>
            </a:extLst>
          </p:cNvPr>
          <p:cNvCxnSpPr>
            <a:stCxn id="64" idx="3"/>
            <a:endCxn id="65" idx="0"/>
          </p:cNvCxnSpPr>
          <p:nvPr/>
        </p:nvCxnSpPr>
        <p:spPr>
          <a:xfrm flipH="1">
            <a:off x="9486463" y="1321374"/>
            <a:ext cx="148954" cy="3664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7735ECF6-2FE4-B875-B507-27D5614A6450}"/>
              </a:ext>
            </a:extLst>
          </p:cNvPr>
          <p:cNvCxnSpPr>
            <a:cxnSpLocks/>
            <a:stCxn id="64" idx="5"/>
            <a:endCxn id="69" idx="0"/>
          </p:cNvCxnSpPr>
          <p:nvPr/>
        </p:nvCxnSpPr>
        <p:spPr>
          <a:xfrm>
            <a:off x="9871115" y="1321374"/>
            <a:ext cx="158952" cy="37620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2788D03F-9AEB-F401-2883-106D2DAB0416}"/>
              </a:ext>
            </a:extLst>
          </p:cNvPr>
          <p:cNvCxnSpPr>
            <a:cxnSpLocks/>
            <a:stCxn id="66" idx="3"/>
            <a:endCxn id="70" idx="0"/>
          </p:cNvCxnSpPr>
          <p:nvPr/>
        </p:nvCxnSpPr>
        <p:spPr>
          <a:xfrm flipH="1">
            <a:off x="10533139" y="1320609"/>
            <a:ext cx="87183" cy="367173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8E31CE1E-E648-72C2-77CE-C0AF7BF86E84}"/>
              </a:ext>
            </a:extLst>
          </p:cNvPr>
          <p:cNvCxnSpPr>
            <a:cxnSpLocks/>
            <a:stCxn id="66" idx="5"/>
            <a:endCxn id="68" idx="0"/>
          </p:cNvCxnSpPr>
          <p:nvPr/>
        </p:nvCxnSpPr>
        <p:spPr>
          <a:xfrm>
            <a:off x="10856020" y="1320609"/>
            <a:ext cx="174219" cy="3814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BD4D3CDA-1CA5-71F4-1794-0D5AA3CCA318}"/>
              </a:ext>
            </a:extLst>
          </p:cNvPr>
          <p:cNvCxnSpPr>
            <a:cxnSpLocks/>
            <a:stCxn id="67" idx="3"/>
            <a:endCxn id="64" idx="0"/>
          </p:cNvCxnSpPr>
          <p:nvPr/>
        </p:nvCxnSpPr>
        <p:spPr>
          <a:xfrm flipH="1">
            <a:off x="9753266" y="590119"/>
            <a:ext cx="406409" cy="446742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44A118F2-1EC5-927C-DF99-8503E192EB68}"/>
              </a:ext>
            </a:extLst>
          </p:cNvPr>
          <p:cNvCxnSpPr>
            <a:cxnSpLocks/>
            <a:stCxn id="67" idx="5"/>
            <a:endCxn id="66" idx="0"/>
          </p:cNvCxnSpPr>
          <p:nvPr/>
        </p:nvCxnSpPr>
        <p:spPr>
          <a:xfrm>
            <a:off x="10395373" y="590119"/>
            <a:ext cx="342798" cy="445977"/>
          </a:xfrm>
          <a:prstGeom prst="line">
            <a:avLst/>
          </a:prstGeom>
          <a:ln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102D44CE-A7F7-FF39-AE3D-D6F078250347}"/>
              </a:ext>
            </a:extLst>
          </p:cNvPr>
          <p:cNvSpPr txBox="1"/>
          <p:nvPr/>
        </p:nvSpPr>
        <p:spPr>
          <a:xfrm>
            <a:off x="9737999" y="195522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D0D8D2C-A34A-03A6-8300-4159355F93DC}"/>
              </a:ext>
            </a:extLst>
          </p:cNvPr>
          <p:cNvSpPr txBox="1"/>
          <p:nvPr/>
        </p:nvSpPr>
        <p:spPr>
          <a:xfrm>
            <a:off x="10571507" y="2015287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63F7335-8084-0752-8EE2-A96C13D2F2B3}"/>
              </a:ext>
            </a:extLst>
          </p:cNvPr>
          <p:cNvSpPr txBox="1"/>
          <p:nvPr/>
        </p:nvSpPr>
        <p:spPr>
          <a:xfrm>
            <a:off x="3933011" y="272851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40C5521-7C01-F119-1F58-87B04B5ABBCF}"/>
              </a:ext>
            </a:extLst>
          </p:cNvPr>
          <p:cNvSpPr txBox="1"/>
          <p:nvPr/>
        </p:nvSpPr>
        <p:spPr>
          <a:xfrm>
            <a:off x="4835499" y="274177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5305E6E-1312-1592-8FB3-B82AD2A1B0D1}"/>
              </a:ext>
            </a:extLst>
          </p:cNvPr>
          <p:cNvSpPr txBox="1"/>
          <p:nvPr/>
        </p:nvSpPr>
        <p:spPr>
          <a:xfrm>
            <a:off x="2189157" y="272430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</a:t>
            </a:r>
            <a:endParaRPr lang="zh-CN" altLang="en-US" sz="160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9163AE2-CF67-BC99-D2B0-F9DE4CACE859}"/>
              </a:ext>
            </a:extLst>
          </p:cNvPr>
          <p:cNvSpPr txBox="1"/>
          <p:nvPr/>
        </p:nvSpPr>
        <p:spPr>
          <a:xfrm>
            <a:off x="1317230" y="272430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</a:t>
            </a:r>
            <a:endParaRPr lang="zh-CN" altLang="en-US" sz="1600"/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8E04EC54-38F3-36F3-E85E-F467467CFA96}"/>
              </a:ext>
            </a:extLst>
          </p:cNvPr>
          <p:cNvCxnSpPr/>
          <p:nvPr/>
        </p:nvCxnSpPr>
        <p:spPr>
          <a:xfrm>
            <a:off x="8373742" y="1544691"/>
            <a:ext cx="5810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D75A2D90-C4CA-FA6F-A218-29AFB8202D0E}"/>
              </a:ext>
            </a:extLst>
          </p:cNvPr>
          <p:cNvSpPr txBox="1"/>
          <p:nvPr/>
        </p:nvSpPr>
        <p:spPr>
          <a:xfrm>
            <a:off x="8275906" y="1148450"/>
            <a:ext cx="837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对</a:t>
            </a:r>
            <a:r>
              <a:rPr lang="en-US" altLang="zh-CN" sz="1400"/>
              <a:t>A</a:t>
            </a:r>
            <a:r>
              <a:rPr lang="zh-CN" altLang="en-US" sz="1400"/>
              <a:t>左旋</a:t>
            </a: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3954D757-4D44-5EB1-DBA2-06F5BF99A0CA}"/>
              </a:ext>
            </a:extLst>
          </p:cNvPr>
          <p:cNvCxnSpPr/>
          <p:nvPr/>
        </p:nvCxnSpPr>
        <p:spPr>
          <a:xfrm>
            <a:off x="2965192" y="1724390"/>
            <a:ext cx="5810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F038972-1119-E81A-66E5-90BE08CA12E2}"/>
              </a:ext>
            </a:extLst>
          </p:cNvPr>
          <p:cNvSpPr txBox="1"/>
          <p:nvPr/>
        </p:nvSpPr>
        <p:spPr>
          <a:xfrm>
            <a:off x="2867356" y="1328149"/>
            <a:ext cx="833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对</a:t>
            </a:r>
            <a:r>
              <a:rPr lang="en-US" altLang="zh-CN" sz="1400"/>
              <a:t>C</a:t>
            </a:r>
            <a:r>
              <a:rPr lang="zh-CN" altLang="en-US" sz="1400"/>
              <a:t>右旋</a:t>
            </a:r>
          </a:p>
        </p:txBody>
      </p:sp>
    </p:spTree>
    <p:extLst>
      <p:ext uri="{BB962C8B-B14F-4D97-AF65-F5344CB8AC3E}">
        <p14:creationId xmlns:p14="http://schemas.microsoft.com/office/powerpoint/2010/main" val="13493239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ADB2D-3CD3-3F63-75D8-E53EE76C1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89A1CF8-1DC4-4198-3EA7-295C4C7B4867}"/>
              </a:ext>
            </a:extLst>
          </p:cNvPr>
          <p:cNvSpPr/>
          <p:nvPr/>
        </p:nvSpPr>
        <p:spPr>
          <a:xfrm>
            <a:off x="3560008" y="4807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F0AEE0C-FFC6-B410-264D-505B5F8D9A3E}"/>
              </a:ext>
            </a:extLst>
          </p:cNvPr>
          <p:cNvSpPr/>
          <p:nvPr/>
        </p:nvSpPr>
        <p:spPr>
          <a:xfrm>
            <a:off x="2973681" y="11601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5DBEBF3-30DA-B26D-4027-D63EFC573973}"/>
              </a:ext>
            </a:extLst>
          </p:cNvPr>
          <p:cNvSpPr/>
          <p:nvPr/>
        </p:nvSpPr>
        <p:spPr>
          <a:xfrm>
            <a:off x="4144834" y="11601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F4FC3C7-AF37-B795-4B13-8ADEE0EA44BF}"/>
              </a:ext>
            </a:extLst>
          </p:cNvPr>
          <p:cNvSpPr/>
          <p:nvPr/>
        </p:nvSpPr>
        <p:spPr>
          <a:xfrm>
            <a:off x="2555519" y="182687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AB38086-EB9D-B831-BBDF-AAC4C1AC57CD}"/>
              </a:ext>
            </a:extLst>
          </p:cNvPr>
          <p:cNvSpPr/>
          <p:nvPr/>
        </p:nvSpPr>
        <p:spPr>
          <a:xfrm>
            <a:off x="3374584" y="182687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656F65F-9A36-AE23-7334-426EEFB921AE}"/>
              </a:ext>
            </a:extLst>
          </p:cNvPr>
          <p:cNvCxnSpPr>
            <a:stCxn id="2" idx="3"/>
            <a:endCxn id="3" idx="0"/>
          </p:cNvCxnSpPr>
          <p:nvPr/>
        </p:nvCxnSpPr>
        <p:spPr>
          <a:xfrm flipH="1">
            <a:off x="3140345" y="765276"/>
            <a:ext cx="468478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3158D40-B722-B0F5-B5BC-7DB40A9587BD}"/>
              </a:ext>
            </a:extLst>
          </p:cNvPr>
          <p:cNvCxnSpPr>
            <a:cxnSpLocks/>
            <a:stCxn id="2" idx="5"/>
            <a:endCxn id="4" idx="0"/>
          </p:cNvCxnSpPr>
          <p:nvPr/>
        </p:nvCxnSpPr>
        <p:spPr>
          <a:xfrm>
            <a:off x="3844521" y="765276"/>
            <a:ext cx="466977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FDCB084-F38D-F168-EFB5-41532CC4AAD7}"/>
              </a:ext>
            </a:extLst>
          </p:cNvPr>
          <p:cNvCxnSpPr>
            <a:cxnSpLocks/>
            <a:stCxn id="3" idx="3"/>
            <a:endCxn id="5" idx="0"/>
          </p:cNvCxnSpPr>
          <p:nvPr/>
        </p:nvCxnSpPr>
        <p:spPr>
          <a:xfrm flipH="1">
            <a:off x="2722183" y="1444695"/>
            <a:ext cx="300313" cy="382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8645BD4-7847-227B-48EE-6AEA2F6D14DD}"/>
              </a:ext>
            </a:extLst>
          </p:cNvPr>
          <p:cNvCxnSpPr>
            <a:cxnSpLocks/>
            <a:stCxn id="3" idx="5"/>
            <a:endCxn id="6" idx="0"/>
          </p:cNvCxnSpPr>
          <p:nvPr/>
        </p:nvCxnSpPr>
        <p:spPr>
          <a:xfrm>
            <a:off x="3258194" y="1444695"/>
            <a:ext cx="283054" cy="382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49A1D426-40A9-24C8-8140-C19F03BB0EA2}"/>
              </a:ext>
            </a:extLst>
          </p:cNvPr>
          <p:cNvSpPr/>
          <p:nvPr/>
        </p:nvSpPr>
        <p:spPr>
          <a:xfrm>
            <a:off x="2242219" y="2524360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66887F0-3D8E-E1EE-2E1B-B7CB7A671C13}"/>
              </a:ext>
            </a:extLst>
          </p:cNvPr>
          <p:cNvSpPr/>
          <p:nvPr/>
        </p:nvSpPr>
        <p:spPr>
          <a:xfrm>
            <a:off x="2857300" y="2524360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583FADC-06FE-7E4D-931E-6457DF77BFE5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2408883" y="2137714"/>
            <a:ext cx="196919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4A36323-8955-5CF6-FA87-4DEF84718781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841500" y="2137714"/>
            <a:ext cx="182464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F995BCC-3248-7D5C-E11D-2570FBC10D9C}"/>
              </a:ext>
            </a:extLst>
          </p:cNvPr>
          <p:cNvCxnSpPr/>
          <p:nvPr/>
        </p:nvCxnSpPr>
        <p:spPr>
          <a:xfrm>
            <a:off x="4932355" y="1826873"/>
            <a:ext cx="5810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E16D34D0-D862-C3CE-58FE-8CEBA27C9D6F}"/>
              </a:ext>
            </a:extLst>
          </p:cNvPr>
          <p:cNvSpPr txBox="1"/>
          <p:nvPr/>
        </p:nvSpPr>
        <p:spPr>
          <a:xfrm>
            <a:off x="4834519" y="1430632"/>
            <a:ext cx="837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对</a:t>
            </a:r>
            <a:r>
              <a:rPr lang="en-US" altLang="zh-CN" sz="1400"/>
              <a:t>A</a:t>
            </a:r>
            <a:r>
              <a:rPr lang="zh-CN" altLang="en-US" sz="1400"/>
              <a:t>右旋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3246063-61E1-3518-9B02-525F189950D2}"/>
              </a:ext>
            </a:extLst>
          </p:cNvPr>
          <p:cNvSpPr/>
          <p:nvPr/>
        </p:nvSpPr>
        <p:spPr>
          <a:xfrm>
            <a:off x="8021683" y="112496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99F7A37-13A8-6214-7C9B-F9F96F25E8B9}"/>
              </a:ext>
            </a:extLst>
          </p:cNvPr>
          <p:cNvSpPr/>
          <p:nvPr/>
        </p:nvSpPr>
        <p:spPr>
          <a:xfrm>
            <a:off x="7337735" y="4807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918ACFC-6C22-0982-7C1A-119290D80DCA}"/>
              </a:ext>
            </a:extLst>
          </p:cNvPr>
          <p:cNvSpPr/>
          <p:nvPr/>
        </p:nvSpPr>
        <p:spPr>
          <a:xfrm>
            <a:off x="8360228" y="187578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39F96A0A-CB9C-44F9-0C38-92FA57129974}"/>
              </a:ext>
            </a:extLst>
          </p:cNvPr>
          <p:cNvSpPr/>
          <p:nvPr/>
        </p:nvSpPr>
        <p:spPr>
          <a:xfrm>
            <a:off x="6661822" y="11737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C976F13-075E-5389-D4C5-F369799DDA56}"/>
              </a:ext>
            </a:extLst>
          </p:cNvPr>
          <p:cNvSpPr/>
          <p:nvPr/>
        </p:nvSpPr>
        <p:spPr>
          <a:xfrm>
            <a:off x="7736457" y="187578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55AD786-E857-5708-2802-DC9428D33819}"/>
              </a:ext>
            </a:extLst>
          </p:cNvPr>
          <p:cNvCxnSpPr>
            <a:cxnSpLocks/>
            <a:stCxn id="18" idx="3"/>
            <a:endCxn id="22" idx="0"/>
          </p:cNvCxnSpPr>
          <p:nvPr/>
        </p:nvCxnSpPr>
        <p:spPr>
          <a:xfrm flipH="1">
            <a:off x="7903121" y="1409480"/>
            <a:ext cx="167377" cy="4663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22EE0B1-25B2-A505-D9BE-CB0B63201E85}"/>
              </a:ext>
            </a:extLst>
          </p:cNvPr>
          <p:cNvCxnSpPr>
            <a:cxnSpLocks/>
            <a:stCxn id="18" idx="5"/>
            <a:endCxn id="20" idx="0"/>
          </p:cNvCxnSpPr>
          <p:nvPr/>
        </p:nvCxnSpPr>
        <p:spPr>
          <a:xfrm>
            <a:off x="8306196" y="1409480"/>
            <a:ext cx="220696" cy="4663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986F67A-FBE2-64B3-AFDC-938054027A0C}"/>
              </a:ext>
            </a:extLst>
          </p:cNvPr>
          <p:cNvCxnSpPr>
            <a:cxnSpLocks/>
            <a:stCxn id="19" idx="3"/>
            <a:endCxn id="21" idx="0"/>
          </p:cNvCxnSpPr>
          <p:nvPr/>
        </p:nvCxnSpPr>
        <p:spPr>
          <a:xfrm flipH="1">
            <a:off x="6828486" y="765276"/>
            <a:ext cx="558064" cy="4085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AED3387-10C1-489E-36A8-4F3423D31AED}"/>
              </a:ext>
            </a:extLst>
          </p:cNvPr>
          <p:cNvCxnSpPr>
            <a:cxnSpLocks/>
            <a:stCxn id="19" idx="5"/>
            <a:endCxn id="18" idx="1"/>
          </p:cNvCxnSpPr>
          <p:nvPr/>
        </p:nvCxnSpPr>
        <p:spPr>
          <a:xfrm>
            <a:off x="7622248" y="765276"/>
            <a:ext cx="448250" cy="4085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40731D2A-2681-1695-D01A-408851DB9753}"/>
              </a:ext>
            </a:extLst>
          </p:cNvPr>
          <p:cNvSpPr/>
          <p:nvPr/>
        </p:nvSpPr>
        <p:spPr>
          <a:xfrm>
            <a:off x="6349107" y="1857669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1356B1B-31FE-E825-9B37-A8BE8C484964}"/>
              </a:ext>
            </a:extLst>
          </p:cNvPr>
          <p:cNvSpPr/>
          <p:nvPr/>
        </p:nvSpPr>
        <p:spPr>
          <a:xfrm>
            <a:off x="6946022" y="1857669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2F16E8D-6F99-9D8B-D035-653B658CC9E4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6515771" y="1471023"/>
            <a:ext cx="196919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B7A3FB0-88DF-45D1-7811-951C85842668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6930222" y="1471023"/>
            <a:ext cx="182464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1012AAC1-6B12-0853-4765-D15F938A955D}"/>
              </a:ext>
            </a:extLst>
          </p:cNvPr>
          <p:cNvSpPr txBox="1"/>
          <p:nvPr/>
        </p:nvSpPr>
        <p:spPr>
          <a:xfrm>
            <a:off x="4725151" y="4934926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LL</a:t>
            </a:r>
            <a:r>
              <a:rPr lang="zh-CN" altLang="en-US"/>
              <a:t>型，对</a:t>
            </a:r>
            <a:r>
              <a:rPr lang="en-US" altLang="zh-CN"/>
              <a:t>A</a:t>
            </a:r>
            <a:r>
              <a:rPr lang="zh-CN" altLang="en-US"/>
              <a:t>右旋</a:t>
            </a:r>
          </a:p>
        </p:txBody>
      </p:sp>
    </p:spTree>
    <p:extLst>
      <p:ext uri="{BB962C8B-B14F-4D97-AF65-F5344CB8AC3E}">
        <p14:creationId xmlns:p14="http://schemas.microsoft.com/office/powerpoint/2010/main" val="10742147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FFFBC-8CCB-18B2-585D-6F3358B06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BBB6F66-CB88-73B2-A5A8-DCE1B6676842}"/>
              </a:ext>
            </a:extLst>
          </p:cNvPr>
          <p:cNvSpPr/>
          <p:nvPr/>
        </p:nvSpPr>
        <p:spPr>
          <a:xfrm>
            <a:off x="2286199" y="4807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C327E31-22B3-DB63-03B0-E2BCAEBDA6C0}"/>
              </a:ext>
            </a:extLst>
          </p:cNvPr>
          <p:cNvSpPr/>
          <p:nvPr/>
        </p:nvSpPr>
        <p:spPr>
          <a:xfrm>
            <a:off x="1699872" y="11601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EB04FA0-A85F-4F5D-3EBD-0A5F6EB4865E}"/>
              </a:ext>
            </a:extLst>
          </p:cNvPr>
          <p:cNvSpPr/>
          <p:nvPr/>
        </p:nvSpPr>
        <p:spPr>
          <a:xfrm>
            <a:off x="2871025" y="11601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B27473C-EDB1-210F-FA04-3CB841FBB735}"/>
              </a:ext>
            </a:extLst>
          </p:cNvPr>
          <p:cNvSpPr/>
          <p:nvPr/>
        </p:nvSpPr>
        <p:spPr>
          <a:xfrm>
            <a:off x="1281710" y="182687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05C1AFF-8F63-9506-FFA5-CCDDB20CCA8D}"/>
              </a:ext>
            </a:extLst>
          </p:cNvPr>
          <p:cNvSpPr/>
          <p:nvPr/>
        </p:nvSpPr>
        <p:spPr>
          <a:xfrm>
            <a:off x="2100775" y="182687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F9FED09-912E-E60D-AD16-A6B1BF349D0A}"/>
              </a:ext>
            </a:extLst>
          </p:cNvPr>
          <p:cNvCxnSpPr>
            <a:stCxn id="2" idx="3"/>
            <a:endCxn id="3" idx="0"/>
          </p:cNvCxnSpPr>
          <p:nvPr/>
        </p:nvCxnSpPr>
        <p:spPr>
          <a:xfrm flipH="1">
            <a:off x="1866536" y="765276"/>
            <a:ext cx="468478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66447F7-0678-98E1-5442-081C622E5429}"/>
              </a:ext>
            </a:extLst>
          </p:cNvPr>
          <p:cNvCxnSpPr>
            <a:cxnSpLocks/>
            <a:stCxn id="2" idx="5"/>
            <a:endCxn id="4" idx="0"/>
          </p:cNvCxnSpPr>
          <p:nvPr/>
        </p:nvCxnSpPr>
        <p:spPr>
          <a:xfrm>
            <a:off x="2570712" y="765276"/>
            <a:ext cx="466977" cy="394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7817DD4-C540-4799-9015-F33C4DEB7145}"/>
              </a:ext>
            </a:extLst>
          </p:cNvPr>
          <p:cNvCxnSpPr>
            <a:cxnSpLocks/>
            <a:stCxn id="3" idx="3"/>
            <a:endCxn id="5" idx="0"/>
          </p:cNvCxnSpPr>
          <p:nvPr/>
        </p:nvCxnSpPr>
        <p:spPr>
          <a:xfrm flipH="1">
            <a:off x="1448374" y="1444695"/>
            <a:ext cx="300313" cy="382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A56AC8C-57DB-84E2-C8FD-87E7DC23A47F}"/>
              </a:ext>
            </a:extLst>
          </p:cNvPr>
          <p:cNvCxnSpPr>
            <a:cxnSpLocks/>
            <a:stCxn id="3" idx="5"/>
            <a:endCxn id="6" idx="0"/>
          </p:cNvCxnSpPr>
          <p:nvPr/>
        </p:nvCxnSpPr>
        <p:spPr>
          <a:xfrm>
            <a:off x="1984385" y="1444695"/>
            <a:ext cx="283054" cy="382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71155F55-58B8-715D-0412-C8D9148859A7}"/>
              </a:ext>
            </a:extLst>
          </p:cNvPr>
          <p:cNvSpPr/>
          <p:nvPr/>
        </p:nvSpPr>
        <p:spPr>
          <a:xfrm>
            <a:off x="1804542" y="2524360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D398FFB-ECDF-4301-E372-1990D42EA3FD}"/>
              </a:ext>
            </a:extLst>
          </p:cNvPr>
          <p:cNvSpPr/>
          <p:nvPr/>
        </p:nvSpPr>
        <p:spPr>
          <a:xfrm>
            <a:off x="2419623" y="2524360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738CCA3-4711-F0EC-1B83-20240C84B823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1971206" y="2137714"/>
            <a:ext cx="196919" cy="38664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F0C288C-9956-8FF6-5686-8B82507D2529}"/>
              </a:ext>
            </a:extLst>
          </p:cNvPr>
          <p:cNvCxnSpPr>
            <a:cxnSpLocks/>
            <a:stCxn id="6" idx="5"/>
            <a:endCxn id="12" idx="0"/>
          </p:cNvCxnSpPr>
          <p:nvPr/>
        </p:nvCxnSpPr>
        <p:spPr>
          <a:xfrm>
            <a:off x="2385288" y="2111386"/>
            <a:ext cx="200999" cy="412974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E081FEEB-9E39-9F6E-C0C9-5B1EF1ADB88F}"/>
              </a:ext>
            </a:extLst>
          </p:cNvPr>
          <p:cNvSpPr txBox="1"/>
          <p:nvPr/>
        </p:nvSpPr>
        <p:spPr>
          <a:xfrm>
            <a:off x="1594565" y="285768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9BB6B49-E769-DD5B-1A1E-CF2032A86B63}"/>
              </a:ext>
            </a:extLst>
          </p:cNvPr>
          <p:cNvCxnSpPr/>
          <p:nvPr/>
        </p:nvCxnSpPr>
        <p:spPr>
          <a:xfrm>
            <a:off x="3493642" y="1889751"/>
            <a:ext cx="5810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F383FC6-D14A-0514-5EDF-3ED32200D395}"/>
              </a:ext>
            </a:extLst>
          </p:cNvPr>
          <p:cNvSpPr txBox="1"/>
          <p:nvPr/>
        </p:nvSpPr>
        <p:spPr>
          <a:xfrm>
            <a:off x="3395806" y="1493510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对</a:t>
            </a:r>
            <a:r>
              <a:rPr lang="en-US" altLang="zh-CN" sz="1400"/>
              <a:t>B</a:t>
            </a:r>
            <a:r>
              <a:rPr lang="zh-CN" altLang="en-US" sz="1400"/>
              <a:t>左旋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6D45034-8BFD-404E-80AD-1AE70799D035}"/>
              </a:ext>
            </a:extLst>
          </p:cNvPr>
          <p:cNvSpPr/>
          <p:nvPr/>
        </p:nvSpPr>
        <p:spPr>
          <a:xfrm>
            <a:off x="5553916" y="48076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9B93B6F-EDA7-BB12-772E-1AAB90F06680}"/>
              </a:ext>
            </a:extLst>
          </p:cNvPr>
          <p:cNvSpPr/>
          <p:nvPr/>
        </p:nvSpPr>
        <p:spPr>
          <a:xfrm>
            <a:off x="4724377" y="18043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C90E577-6C45-BDEF-214D-C2AD7E83F9D8}"/>
              </a:ext>
            </a:extLst>
          </p:cNvPr>
          <p:cNvSpPr/>
          <p:nvPr/>
        </p:nvSpPr>
        <p:spPr>
          <a:xfrm>
            <a:off x="6003869" y="111841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59CFB70-7C10-46DD-181D-788D697D0D30}"/>
              </a:ext>
            </a:extLst>
          </p:cNvPr>
          <p:cNvSpPr/>
          <p:nvPr/>
        </p:nvSpPr>
        <p:spPr>
          <a:xfrm>
            <a:off x="4306215" y="247107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BEE28C8-561F-3F44-802B-E5AA5CAADB2F}"/>
              </a:ext>
            </a:extLst>
          </p:cNvPr>
          <p:cNvSpPr/>
          <p:nvPr/>
        </p:nvSpPr>
        <p:spPr>
          <a:xfrm>
            <a:off x="5135754" y="111841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5238338-F571-603A-1839-30D754AE348C}"/>
              </a:ext>
            </a:extLst>
          </p:cNvPr>
          <p:cNvCxnSpPr>
            <a:cxnSpLocks/>
            <a:stCxn id="18" idx="3"/>
            <a:endCxn id="22" idx="0"/>
          </p:cNvCxnSpPr>
          <p:nvPr/>
        </p:nvCxnSpPr>
        <p:spPr>
          <a:xfrm flipH="1">
            <a:off x="5302418" y="765276"/>
            <a:ext cx="300313" cy="3531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D11E5F9-976F-EE09-1F30-E7931C36D1D7}"/>
              </a:ext>
            </a:extLst>
          </p:cNvPr>
          <p:cNvCxnSpPr>
            <a:cxnSpLocks/>
            <a:stCxn id="18" idx="5"/>
            <a:endCxn id="20" idx="0"/>
          </p:cNvCxnSpPr>
          <p:nvPr/>
        </p:nvCxnSpPr>
        <p:spPr>
          <a:xfrm>
            <a:off x="5838429" y="765276"/>
            <a:ext cx="332104" cy="3531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813B3BE-E889-D71F-7DC1-1C6887692299}"/>
              </a:ext>
            </a:extLst>
          </p:cNvPr>
          <p:cNvCxnSpPr>
            <a:cxnSpLocks/>
            <a:stCxn id="19" idx="3"/>
            <a:endCxn id="21" idx="0"/>
          </p:cNvCxnSpPr>
          <p:nvPr/>
        </p:nvCxnSpPr>
        <p:spPr>
          <a:xfrm flipH="1">
            <a:off x="4472879" y="2088899"/>
            <a:ext cx="300313" cy="382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E353B11-B3C2-C6E0-E5D1-C7FF0C0F5797}"/>
              </a:ext>
            </a:extLst>
          </p:cNvPr>
          <p:cNvCxnSpPr>
            <a:cxnSpLocks/>
            <a:stCxn id="19" idx="5"/>
            <a:endCxn id="27" idx="0"/>
          </p:cNvCxnSpPr>
          <p:nvPr/>
        </p:nvCxnSpPr>
        <p:spPr>
          <a:xfrm>
            <a:off x="5008890" y="2088899"/>
            <a:ext cx="230033" cy="435461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C0D05E60-3BF9-1594-2D40-4EBAD22C4CCC}"/>
              </a:ext>
            </a:extLst>
          </p:cNvPr>
          <p:cNvSpPr/>
          <p:nvPr/>
        </p:nvSpPr>
        <p:spPr>
          <a:xfrm>
            <a:off x="5072259" y="2524360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F987FAA-942D-5203-7E13-0B9A2AF29D4A}"/>
              </a:ext>
            </a:extLst>
          </p:cNvPr>
          <p:cNvSpPr/>
          <p:nvPr/>
        </p:nvSpPr>
        <p:spPr>
          <a:xfrm>
            <a:off x="5456829" y="1804386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F9755A1-0A48-97BD-98B5-0DEA17C80F3B}"/>
              </a:ext>
            </a:extLst>
          </p:cNvPr>
          <p:cNvCxnSpPr>
            <a:cxnSpLocks/>
            <a:stCxn id="22" idx="3"/>
            <a:endCxn id="19" idx="0"/>
          </p:cNvCxnSpPr>
          <p:nvPr/>
        </p:nvCxnSpPr>
        <p:spPr>
          <a:xfrm flipH="1">
            <a:off x="4891041" y="1402927"/>
            <a:ext cx="293528" cy="401459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84D2602-57F6-D23B-AC87-CBF9368E3A18}"/>
              </a:ext>
            </a:extLst>
          </p:cNvPr>
          <p:cNvCxnSpPr>
            <a:cxnSpLocks/>
            <a:stCxn id="22" idx="5"/>
            <a:endCxn id="28" idx="0"/>
          </p:cNvCxnSpPr>
          <p:nvPr/>
        </p:nvCxnSpPr>
        <p:spPr>
          <a:xfrm>
            <a:off x="5420267" y="1402927"/>
            <a:ext cx="203226" cy="401459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6C6E1E6B-ECB2-F060-27A8-79D15AE5FD77}"/>
              </a:ext>
            </a:extLst>
          </p:cNvPr>
          <p:cNvSpPr txBox="1"/>
          <p:nvPr/>
        </p:nvSpPr>
        <p:spPr>
          <a:xfrm>
            <a:off x="2419623" y="285768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DDAEDAA-3524-315C-D569-FE206B7B419A}"/>
              </a:ext>
            </a:extLst>
          </p:cNvPr>
          <p:cNvSpPr txBox="1"/>
          <p:nvPr/>
        </p:nvSpPr>
        <p:spPr>
          <a:xfrm>
            <a:off x="4941344" y="285145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529CBE9-87DD-EFB1-7F02-250C23A27B00}"/>
              </a:ext>
            </a:extLst>
          </p:cNvPr>
          <p:cNvSpPr txBox="1"/>
          <p:nvPr/>
        </p:nvSpPr>
        <p:spPr>
          <a:xfrm>
            <a:off x="5681097" y="218258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FA4A3C87-E9BB-DF84-61B4-E1C7B5674C16}"/>
              </a:ext>
            </a:extLst>
          </p:cNvPr>
          <p:cNvCxnSpPr/>
          <p:nvPr/>
        </p:nvCxnSpPr>
        <p:spPr>
          <a:xfrm>
            <a:off x="6841646" y="1889751"/>
            <a:ext cx="5810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670307CA-B704-6BD4-8133-C193366EBC3A}"/>
              </a:ext>
            </a:extLst>
          </p:cNvPr>
          <p:cNvSpPr txBox="1"/>
          <p:nvPr/>
        </p:nvSpPr>
        <p:spPr>
          <a:xfrm>
            <a:off x="6743810" y="1493510"/>
            <a:ext cx="837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对</a:t>
            </a:r>
            <a:r>
              <a:rPr lang="en-US" altLang="zh-CN" sz="1400"/>
              <a:t>A</a:t>
            </a:r>
            <a:r>
              <a:rPr lang="zh-CN" altLang="en-US" sz="1400"/>
              <a:t>右旋</a:t>
            </a: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60762BA6-E05F-AF03-4CC9-D0C291C40296}"/>
              </a:ext>
            </a:extLst>
          </p:cNvPr>
          <p:cNvSpPr/>
          <p:nvPr/>
        </p:nvSpPr>
        <p:spPr>
          <a:xfrm>
            <a:off x="9496883" y="111841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6617CA20-5502-A7EB-AEE3-4C769FF2C0BA}"/>
              </a:ext>
            </a:extLst>
          </p:cNvPr>
          <p:cNvSpPr/>
          <p:nvPr/>
        </p:nvSpPr>
        <p:spPr>
          <a:xfrm>
            <a:off x="8225435" y="111841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57BCE47-719B-EBC8-355D-9828DA76A547}"/>
              </a:ext>
            </a:extLst>
          </p:cNvPr>
          <p:cNvSpPr/>
          <p:nvPr/>
        </p:nvSpPr>
        <p:spPr>
          <a:xfrm>
            <a:off x="9902360" y="179697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0431E530-ABF4-C056-CD1A-E493A967B9C6}"/>
              </a:ext>
            </a:extLst>
          </p:cNvPr>
          <p:cNvSpPr/>
          <p:nvPr/>
        </p:nvSpPr>
        <p:spPr>
          <a:xfrm>
            <a:off x="7807273" y="178510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D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8BA72379-5765-88AA-6267-BB009F7E3E2F}"/>
              </a:ext>
            </a:extLst>
          </p:cNvPr>
          <p:cNvSpPr/>
          <p:nvPr/>
        </p:nvSpPr>
        <p:spPr>
          <a:xfrm>
            <a:off x="8743436" y="43194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E</a:t>
            </a: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E1BF636-202A-71C5-1849-114F0E1B813D}"/>
              </a:ext>
            </a:extLst>
          </p:cNvPr>
          <p:cNvCxnSpPr>
            <a:cxnSpLocks/>
            <a:stCxn id="58" idx="3"/>
            <a:endCxn id="68" idx="0"/>
          </p:cNvCxnSpPr>
          <p:nvPr/>
        </p:nvCxnSpPr>
        <p:spPr>
          <a:xfrm flipH="1">
            <a:off x="9339361" y="1402927"/>
            <a:ext cx="206337" cy="39405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7D361602-6199-79B6-02C4-1E48CBDA9DF9}"/>
              </a:ext>
            </a:extLst>
          </p:cNvPr>
          <p:cNvCxnSpPr>
            <a:cxnSpLocks/>
            <a:stCxn id="58" idx="5"/>
            <a:endCxn id="60" idx="0"/>
          </p:cNvCxnSpPr>
          <p:nvPr/>
        </p:nvCxnSpPr>
        <p:spPr>
          <a:xfrm>
            <a:off x="9781396" y="1402927"/>
            <a:ext cx="287628" cy="3940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95AB3DF-764E-B4DA-DBA1-8273F9627D98}"/>
              </a:ext>
            </a:extLst>
          </p:cNvPr>
          <p:cNvCxnSpPr>
            <a:cxnSpLocks/>
            <a:stCxn id="59" idx="3"/>
            <a:endCxn id="61" idx="0"/>
          </p:cNvCxnSpPr>
          <p:nvPr/>
        </p:nvCxnSpPr>
        <p:spPr>
          <a:xfrm flipH="1">
            <a:off x="7973937" y="1402927"/>
            <a:ext cx="300313" cy="382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20827C89-7978-3A47-4CE8-55C017AF5DB6}"/>
              </a:ext>
            </a:extLst>
          </p:cNvPr>
          <p:cNvCxnSpPr>
            <a:cxnSpLocks/>
            <a:stCxn id="59" idx="5"/>
            <a:endCxn id="67" idx="0"/>
          </p:cNvCxnSpPr>
          <p:nvPr/>
        </p:nvCxnSpPr>
        <p:spPr>
          <a:xfrm>
            <a:off x="8509948" y="1402927"/>
            <a:ext cx="206058" cy="383527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椭圆 66">
            <a:extLst>
              <a:ext uri="{FF2B5EF4-FFF2-40B4-BE49-F238E27FC236}">
                <a16:creationId xmlns:a16="http://schemas.microsoft.com/office/drawing/2014/main" id="{2BEBAF94-2000-4248-F2FD-0B86A54C59EE}"/>
              </a:ext>
            </a:extLst>
          </p:cNvPr>
          <p:cNvSpPr/>
          <p:nvPr/>
        </p:nvSpPr>
        <p:spPr>
          <a:xfrm>
            <a:off x="8549342" y="1786454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4217BD31-BCFE-9E84-3889-DA1409D3CAAF}"/>
              </a:ext>
            </a:extLst>
          </p:cNvPr>
          <p:cNvSpPr/>
          <p:nvPr/>
        </p:nvSpPr>
        <p:spPr>
          <a:xfrm>
            <a:off x="9172697" y="1796979"/>
            <a:ext cx="333328" cy="333328"/>
          </a:xfrm>
          <a:prstGeom prst="ellipse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600"/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C4E037C9-0B15-135A-CAE7-53C81C9D9373}"/>
              </a:ext>
            </a:extLst>
          </p:cNvPr>
          <p:cNvCxnSpPr>
            <a:cxnSpLocks/>
            <a:stCxn id="62" idx="3"/>
            <a:endCxn id="59" idx="0"/>
          </p:cNvCxnSpPr>
          <p:nvPr/>
        </p:nvCxnSpPr>
        <p:spPr>
          <a:xfrm flipH="1">
            <a:off x="8392099" y="716461"/>
            <a:ext cx="400152" cy="40195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DCFFDD11-F3DD-7C31-D3A2-17F10DF20A04}"/>
              </a:ext>
            </a:extLst>
          </p:cNvPr>
          <p:cNvCxnSpPr>
            <a:cxnSpLocks/>
            <a:stCxn id="62" idx="5"/>
            <a:endCxn id="58" idx="1"/>
          </p:cNvCxnSpPr>
          <p:nvPr/>
        </p:nvCxnSpPr>
        <p:spPr>
          <a:xfrm>
            <a:off x="9027949" y="716461"/>
            <a:ext cx="517749" cy="45076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B5CC1B10-2B84-4DCD-3D86-C0C239901782}"/>
              </a:ext>
            </a:extLst>
          </p:cNvPr>
          <p:cNvSpPr txBox="1"/>
          <p:nvPr/>
        </p:nvSpPr>
        <p:spPr>
          <a:xfrm>
            <a:off x="8473355" y="219103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AC475A-7598-42C5-8FBF-B3715FA9567E}"/>
              </a:ext>
            </a:extLst>
          </p:cNvPr>
          <p:cNvSpPr txBox="1"/>
          <p:nvPr/>
        </p:nvSpPr>
        <p:spPr>
          <a:xfrm>
            <a:off x="9147201" y="219103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D771C8A5-B7B1-2D33-5AA6-DBD60E6C351F}"/>
              </a:ext>
            </a:extLst>
          </p:cNvPr>
          <p:cNvSpPr txBox="1"/>
          <p:nvPr/>
        </p:nvSpPr>
        <p:spPr>
          <a:xfrm>
            <a:off x="4796625" y="537025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LR</a:t>
            </a:r>
            <a:r>
              <a:rPr lang="zh-CN" altLang="en-US"/>
              <a:t>型</a:t>
            </a:r>
          </a:p>
        </p:txBody>
      </p:sp>
    </p:spTree>
    <p:extLst>
      <p:ext uri="{BB962C8B-B14F-4D97-AF65-F5344CB8AC3E}">
        <p14:creationId xmlns:p14="http://schemas.microsoft.com/office/powerpoint/2010/main" val="5706802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B2AC7-7DB7-D688-FF85-66F848F3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27D59023-CA79-5BCA-9B0E-C4C0C09AA7C1}"/>
              </a:ext>
            </a:extLst>
          </p:cNvPr>
          <p:cNvSpPr/>
          <p:nvPr/>
        </p:nvSpPr>
        <p:spPr>
          <a:xfrm>
            <a:off x="2728187" y="60725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E1BB7F1-DE98-36E2-4D94-7772B60A7439}"/>
              </a:ext>
            </a:extLst>
          </p:cNvPr>
          <p:cNvSpPr/>
          <p:nvPr/>
        </p:nvSpPr>
        <p:spPr>
          <a:xfrm>
            <a:off x="1806655" y="103037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0D5461B-E5D7-40F2-B8F6-2D56E33078C0}"/>
              </a:ext>
            </a:extLst>
          </p:cNvPr>
          <p:cNvSpPr/>
          <p:nvPr/>
        </p:nvSpPr>
        <p:spPr>
          <a:xfrm>
            <a:off x="1353587" y="150032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802328A-BF55-3C79-0A8E-616EAE7FDF6D}"/>
              </a:ext>
            </a:extLst>
          </p:cNvPr>
          <p:cNvSpPr/>
          <p:nvPr/>
        </p:nvSpPr>
        <p:spPr>
          <a:xfrm>
            <a:off x="2218438" y="149055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FB8E9A1-4F6D-2DA2-1336-9EC47313C836}"/>
              </a:ext>
            </a:extLst>
          </p:cNvPr>
          <p:cNvCxnSpPr>
            <a:stCxn id="2" idx="3"/>
            <a:endCxn id="3" idx="7"/>
          </p:cNvCxnSpPr>
          <p:nvPr/>
        </p:nvCxnSpPr>
        <p:spPr>
          <a:xfrm flipH="1">
            <a:off x="2091168" y="891765"/>
            <a:ext cx="685834" cy="1874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855AFD6-4440-C5BC-3C6F-47D7453B0720}"/>
              </a:ext>
            </a:extLst>
          </p:cNvPr>
          <p:cNvCxnSpPr>
            <a:cxnSpLocks/>
            <a:stCxn id="3" idx="3"/>
            <a:endCxn id="4" idx="7"/>
          </p:cNvCxnSpPr>
          <p:nvPr/>
        </p:nvCxnSpPr>
        <p:spPr>
          <a:xfrm flipH="1">
            <a:off x="1638100" y="1314883"/>
            <a:ext cx="217370" cy="234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370EF6-F4C4-F951-1DA6-A6ACB21D8178}"/>
              </a:ext>
            </a:extLst>
          </p:cNvPr>
          <p:cNvCxnSpPr>
            <a:stCxn id="3" idx="5"/>
            <a:endCxn id="5" idx="1"/>
          </p:cNvCxnSpPr>
          <p:nvPr/>
        </p:nvCxnSpPr>
        <p:spPr>
          <a:xfrm>
            <a:off x="2091168" y="1314883"/>
            <a:ext cx="176085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BE0FB52F-2ECC-7C2D-33E6-FEC74827F8E3}"/>
              </a:ext>
            </a:extLst>
          </p:cNvPr>
          <p:cNvSpPr/>
          <p:nvPr/>
        </p:nvSpPr>
        <p:spPr>
          <a:xfrm>
            <a:off x="1101469" y="19897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7453A30-D4BB-421B-35AE-0004370ABBA5}"/>
              </a:ext>
            </a:extLst>
          </p:cNvPr>
          <p:cNvCxnSpPr>
            <a:cxnSpLocks/>
            <a:stCxn id="4" idx="3"/>
            <a:endCxn id="9" idx="0"/>
          </p:cNvCxnSpPr>
          <p:nvPr/>
        </p:nvCxnSpPr>
        <p:spPr>
          <a:xfrm flipH="1">
            <a:off x="1268133" y="1784841"/>
            <a:ext cx="134269" cy="204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BF77D8A6-9974-89F3-F611-992162A40675}"/>
              </a:ext>
            </a:extLst>
          </p:cNvPr>
          <p:cNvSpPr/>
          <p:nvPr/>
        </p:nvSpPr>
        <p:spPr>
          <a:xfrm>
            <a:off x="3588552" y="98641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0690A09-3DE2-E222-A414-8E8F8F89A837}"/>
              </a:ext>
            </a:extLst>
          </p:cNvPr>
          <p:cNvCxnSpPr>
            <a:cxnSpLocks/>
            <a:stCxn id="2" idx="5"/>
            <a:endCxn id="11" idx="1"/>
          </p:cNvCxnSpPr>
          <p:nvPr/>
        </p:nvCxnSpPr>
        <p:spPr>
          <a:xfrm>
            <a:off x="3012700" y="891765"/>
            <a:ext cx="624667" cy="1434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2D90BB50-439A-0A71-9D2C-5B4F86412451}"/>
              </a:ext>
            </a:extLst>
          </p:cNvPr>
          <p:cNvSpPr/>
          <p:nvPr/>
        </p:nvSpPr>
        <p:spPr>
          <a:xfrm>
            <a:off x="1574451" y="198601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55D89AE-EED3-9AFB-7D62-03A09FE0062D}"/>
              </a:ext>
            </a:extLst>
          </p:cNvPr>
          <p:cNvSpPr/>
          <p:nvPr/>
        </p:nvSpPr>
        <p:spPr>
          <a:xfrm>
            <a:off x="2012546" y="198601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1F7C6C4-B449-4B8C-EB4C-B2EF4D6DC066}"/>
              </a:ext>
            </a:extLst>
          </p:cNvPr>
          <p:cNvSpPr/>
          <p:nvPr/>
        </p:nvSpPr>
        <p:spPr>
          <a:xfrm>
            <a:off x="2458316" y="199954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C5FC98D-05DE-1D62-7C33-3359A07CE816}"/>
              </a:ext>
            </a:extLst>
          </p:cNvPr>
          <p:cNvSpPr/>
          <p:nvPr/>
        </p:nvSpPr>
        <p:spPr>
          <a:xfrm>
            <a:off x="3195521" y="150032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250835E-F9E6-39BD-0098-67628DE4DD1C}"/>
              </a:ext>
            </a:extLst>
          </p:cNvPr>
          <p:cNvSpPr/>
          <p:nvPr/>
        </p:nvSpPr>
        <p:spPr>
          <a:xfrm>
            <a:off x="4133445" y="148621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8C31A5F-6B8D-4D94-0703-AEB814F372BA}"/>
              </a:ext>
            </a:extLst>
          </p:cNvPr>
          <p:cNvSpPr/>
          <p:nvPr/>
        </p:nvSpPr>
        <p:spPr>
          <a:xfrm>
            <a:off x="2959583" y="198601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B8AAF2A-420C-DB0F-635A-A0FA31469FCD}"/>
              </a:ext>
            </a:extLst>
          </p:cNvPr>
          <p:cNvSpPr/>
          <p:nvPr/>
        </p:nvSpPr>
        <p:spPr>
          <a:xfrm>
            <a:off x="3405353" y="198601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6BC1E62-9442-45B1-477C-E8789B2EBD95}"/>
              </a:ext>
            </a:extLst>
          </p:cNvPr>
          <p:cNvSpPr/>
          <p:nvPr/>
        </p:nvSpPr>
        <p:spPr>
          <a:xfrm>
            <a:off x="3851123" y="198601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704FC00-4A26-273B-9AC4-47204F3C9E4C}"/>
              </a:ext>
            </a:extLst>
          </p:cNvPr>
          <p:cNvSpPr/>
          <p:nvPr/>
        </p:nvSpPr>
        <p:spPr>
          <a:xfrm>
            <a:off x="4374860" y="198601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8B32B06-6601-AECE-6D7E-88BD05CE82E8}"/>
              </a:ext>
            </a:extLst>
          </p:cNvPr>
          <p:cNvCxnSpPr>
            <a:cxnSpLocks/>
            <a:stCxn id="4" idx="5"/>
            <a:endCxn id="13" idx="0"/>
          </p:cNvCxnSpPr>
          <p:nvPr/>
        </p:nvCxnSpPr>
        <p:spPr>
          <a:xfrm>
            <a:off x="1638100" y="1784841"/>
            <a:ext cx="103015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1643CD9-23D4-61B5-3C7D-3F07D6B83938}"/>
              </a:ext>
            </a:extLst>
          </p:cNvPr>
          <p:cNvCxnSpPr>
            <a:cxnSpLocks/>
            <a:stCxn id="5" idx="3"/>
            <a:endCxn id="14" idx="0"/>
          </p:cNvCxnSpPr>
          <p:nvPr/>
        </p:nvCxnSpPr>
        <p:spPr>
          <a:xfrm flipH="1">
            <a:off x="2179210" y="1775064"/>
            <a:ext cx="88043" cy="2109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C0E3F0D-7F88-7AE6-C136-F285D5EC0B0C}"/>
              </a:ext>
            </a:extLst>
          </p:cNvPr>
          <p:cNvCxnSpPr>
            <a:cxnSpLocks/>
            <a:stCxn id="5" idx="5"/>
            <a:endCxn id="15" idx="0"/>
          </p:cNvCxnSpPr>
          <p:nvPr/>
        </p:nvCxnSpPr>
        <p:spPr>
          <a:xfrm>
            <a:off x="2502951" y="1775064"/>
            <a:ext cx="122029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4C7F9EC-24D0-CCC5-5914-CF0229F919EF}"/>
              </a:ext>
            </a:extLst>
          </p:cNvPr>
          <p:cNvCxnSpPr>
            <a:cxnSpLocks/>
            <a:stCxn id="16" idx="3"/>
            <a:endCxn id="18" idx="0"/>
          </p:cNvCxnSpPr>
          <p:nvPr/>
        </p:nvCxnSpPr>
        <p:spPr>
          <a:xfrm flipH="1">
            <a:off x="3126247" y="1784841"/>
            <a:ext cx="118089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FA9ADDA-ED09-ED2B-785B-E7139F33F37B}"/>
              </a:ext>
            </a:extLst>
          </p:cNvPr>
          <p:cNvCxnSpPr>
            <a:cxnSpLocks/>
            <a:stCxn id="16" idx="5"/>
            <a:endCxn id="19" idx="0"/>
          </p:cNvCxnSpPr>
          <p:nvPr/>
        </p:nvCxnSpPr>
        <p:spPr>
          <a:xfrm>
            <a:off x="3480034" y="1784841"/>
            <a:ext cx="91983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A846FF7-BBA4-74FE-ED62-A6874864B235}"/>
              </a:ext>
            </a:extLst>
          </p:cNvPr>
          <p:cNvCxnSpPr>
            <a:cxnSpLocks/>
            <a:stCxn id="11" idx="3"/>
            <a:endCxn id="16" idx="0"/>
          </p:cNvCxnSpPr>
          <p:nvPr/>
        </p:nvCxnSpPr>
        <p:spPr>
          <a:xfrm flipH="1">
            <a:off x="3362185" y="1270926"/>
            <a:ext cx="275182" cy="229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134102E-2512-56A2-D34A-E18BAF40339A}"/>
              </a:ext>
            </a:extLst>
          </p:cNvPr>
          <p:cNvCxnSpPr>
            <a:cxnSpLocks/>
            <a:stCxn id="11" idx="5"/>
            <a:endCxn id="17" idx="1"/>
          </p:cNvCxnSpPr>
          <p:nvPr/>
        </p:nvCxnSpPr>
        <p:spPr>
          <a:xfrm>
            <a:off x="3873065" y="1270926"/>
            <a:ext cx="309195" cy="264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E220ACE-9E42-B833-5D7B-4614CA2A6D90}"/>
              </a:ext>
            </a:extLst>
          </p:cNvPr>
          <p:cNvCxnSpPr>
            <a:cxnSpLocks/>
            <a:stCxn id="17" idx="3"/>
            <a:endCxn id="20" idx="0"/>
          </p:cNvCxnSpPr>
          <p:nvPr/>
        </p:nvCxnSpPr>
        <p:spPr>
          <a:xfrm flipH="1">
            <a:off x="4017787" y="1770728"/>
            <a:ext cx="164473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DA6AB46-AEE9-1ECA-98A9-9E33E0E6E75F}"/>
              </a:ext>
            </a:extLst>
          </p:cNvPr>
          <p:cNvCxnSpPr>
            <a:cxnSpLocks/>
            <a:stCxn id="17" idx="5"/>
            <a:endCxn id="21" idx="0"/>
          </p:cNvCxnSpPr>
          <p:nvPr/>
        </p:nvCxnSpPr>
        <p:spPr>
          <a:xfrm>
            <a:off x="4417958" y="1770728"/>
            <a:ext cx="123566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57D0023-0ACD-2C11-B7D7-F0926868ABE9}"/>
              </a:ext>
            </a:extLst>
          </p:cNvPr>
          <p:cNvSpPr txBox="1"/>
          <p:nvPr/>
        </p:nvSpPr>
        <p:spPr>
          <a:xfrm>
            <a:off x="2695117" y="60646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12</a:t>
            </a:r>
            <a:endParaRPr lang="zh-CN" altLang="en-US" sz="16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E70BD83-EFD5-E85C-9172-AF48387340EA}"/>
              </a:ext>
            </a:extLst>
          </p:cNvPr>
          <p:cNvSpPr txBox="1"/>
          <p:nvPr/>
        </p:nvSpPr>
        <p:spPr>
          <a:xfrm>
            <a:off x="2420555" y="198601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11</a:t>
            </a:r>
            <a:endParaRPr lang="zh-CN" altLang="en-US" sz="16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B18D45B-BF70-86D3-BF19-8B7390712F42}"/>
              </a:ext>
            </a:extLst>
          </p:cNvPr>
          <p:cNvSpPr txBox="1"/>
          <p:nvPr/>
        </p:nvSpPr>
        <p:spPr>
          <a:xfrm>
            <a:off x="3538947" y="97359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19</a:t>
            </a:r>
            <a:endParaRPr lang="zh-CN" altLang="en-US" sz="16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2D563FF-8B81-4E58-73DD-E041F561D40A}"/>
              </a:ext>
            </a:extLst>
          </p:cNvPr>
          <p:cNvSpPr txBox="1"/>
          <p:nvPr/>
        </p:nvSpPr>
        <p:spPr>
          <a:xfrm>
            <a:off x="3150110" y="149055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15</a:t>
            </a:r>
            <a:endParaRPr lang="zh-CN" altLang="en-US" sz="160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0204D05-935B-257D-1D1D-2A0A1FBF2293}"/>
              </a:ext>
            </a:extLst>
          </p:cNvPr>
          <p:cNvSpPr txBox="1"/>
          <p:nvPr/>
        </p:nvSpPr>
        <p:spPr>
          <a:xfrm>
            <a:off x="3369393" y="198978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17</a:t>
            </a:r>
            <a:endParaRPr lang="zh-CN" altLang="en-US" sz="16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71CFA68-F251-001E-9BD1-6624450C26E9}"/>
              </a:ext>
            </a:extLst>
          </p:cNvPr>
          <p:cNvSpPr txBox="1"/>
          <p:nvPr/>
        </p:nvSpPr>
        <p:spPr>
          <a:xfrm>
            <a:off x="2932164" y="198978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70E263D-7702-3960-6B10-CA86589F62B8}"/>
              </a:ext>
            </a:extLst>
          </p:cNvPr>
          <p:cNvSpPr txBox="1"/>
          <p:nvPr/>
        </p:nvSpPr>
        <p:spPr>
          <a:xfrm>
            <a:off x="4105873" y="147837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22</a:t>
            </a:r>
            <a:endParaRPr lang="zh-CN" altLang="en-US" sz="16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4AEC450-04E1-6AD7-C6E6-93C4425AFD01}"/>
              </a:ext>
            </a:extLst>
          </p:cNvPr>
          <p:cNvSpPr txBox="1"/>
          <p:nvPr/>
        </p:nvSpPr>
        <p:spPr>
          <a:xfrm>
            <a:off x="3817612" y="198079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031A051-44E5-D40C-5862-45288CEBFE30}"/>
              </a:ext>
            </a:extLst>
          </p:cNvPr>
          <p:cNvSpPr txBox="1"/>
          <p:nvPr/>
        </p:nvSpPr>
        <p:spPr>
          <a:xfrm>
            <a:off x="4341790" y="198600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DFB3006C-0458-D92C-0F01-8116FCE3B7D3}"/>
              </a:ext>
            </a:extLst>
          </p:cNvPr>
          <p:cNvSpPr/>
          <p:nvPr/>
        </p:nvSpPr>
        <p:spPr>
          <a:xfrm>
            <a:off x="4084630" y="253982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7AC8B639-15CE-31CF-F76F-F3C0E8E9EA7A}"/>
              </a:ext>
            </a:extLst>
          </p:cNvPr>
          <p:cNvSpPr/>
          <p:nvPr/>
        </p:nvSpPr>
        <p:spPr>
          <a:xfrm>
            <a:off x="4623004" y="253464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4FE685D-C776-7109-EFC2-E79CB30C5108}"/>
              </a:ext>
            </a:extLst>
          </p:cNvPr>
          <p:cNvSpPr txBox="1"/>
          <p:nvPr/>
        </p:nvSpPr>
        <p:spPr>
          <a:xfrm>
            <a:off x="4051560" y="254503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23</a:t>
            </a:r>
            <a:endParaRPr lang="zh-CN" altLang="en-US" sz="160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A13C4BD-C625-4DD8-75BD-84601617E026}"/>
              </a:ext>
            </a:extLst>
          </p:cNvPr>
          <p:cNvSpPr txBox="1"/>
          <p:nvPr/>
        </p:nvSpPr>
        <p:spPr>
          <a:xfrm>
            <a:off x="4593791" y="253460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26</a:t>
            </a:r>
            <a:endParaRPr lang="zh-CN" altLang="en-US" sz="1600"/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87C2871-C532-CFDE-6B70-1D9CB5C4B12B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4251294" y="2270529"/>
            <a:ext cx="166664" cy="2692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1E534F4-1CA2-7B31-D3C3-4E6ADA8B0A7A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4650294" y="2270529"/>
            <a:ext cx="143231" cy="2640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椭圆 58">
            <a:extLst>
              <a:ext uri="{FF2B5EF4-FFF2-40B4-BE49-F238E27FC236}">
                <a16:creationId xmlns:a16="http://schemas.microsoft.com/office/drawing/2014/main" id="{1D009095-8DC9-F88E-DE4C-7457DA34033F}"/>
              </a:ext>
            </a:extLst>
          </p:cNvPr>
          <p:cNvSpPr/>
          <p:nvPr/>
        </p:nvSpPr>
        <p:spPr>
          <a:xfrm>
            <a:off x="4956332" y="3095672"/>
            <a:ext cx="333328" cy="33332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B94A3121-B6E6-7A83-85A7-E3C358996B5A}"/>
              </a:ext>
            </a:extLst>
          </p:cNvPr>
          <p:cNvCxnSpPr>
            <a:endCxn id="59" idx="0"/>
          </p:cNvCxnSpPr>
          <p:nvPr/>
        </p:nvCxnSpPr>
        <p:spPr>
          <a:xfrm>
            <a:off x="4905328" y="2801758"/>
            <a:ext cx="217668" cy="293914"/>
          </a:xfrm>
          <a:prstGeom prst="line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B8598D92-47D2-733B-2F56-1AE6F73021F4}"/>
              </a:ext>
            </a:extLst>
          </p:cNvPr>
          <p:cNvSpPr txBox="1"/>
          <p:nvPr/>
        </p:nvSpPr>
        <p:spPr>
          <a:xfrm>
            <a:off x="4923262" y="309044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27</a:t>
            </a:r>
            <a:endParaRPr lang="zh-CN" altLang="en-US" sz="160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01F3892-9617-CB09-B586-BCB08FE8CB93}"/>
              </a:ext>
            </a:extLst>
          </p:cNvPr>
          <p:cNvSpPr txBox="1"/>
          <p:nvPr/>
        </p:nvSpPr>
        <p:spPr>
          <a:xfrm>
            <a:off x="828816" y="4474582"/>
            <a:ext cx="100629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插入</a:t>
            </a:r>
            <a:r>
              <a:rPr lang="en-US" altLang="zh-CN"/>
              <a:t>27</a:t>
            </a:r>
            <a:r>
              <a:rPr lang="zh-CN" altLang="en-US"/>
              <a:t>，沿</a:t>
            </a:r>
            <a:r>
              <a:rPr lang="en-US" altLang="zh-CN"/>
              <a:t>12</a:t>
            </a:r>
            <a:r>
              <a:rPr lang="zh-CN" altLang="en-US"/>
              <a:t>、</a:t>
            </a:r>
            <a:r>
              <a:rPr lang="en-US" altLang="zh-CN"/>
              <a:t>19</a:t>
            </a:r>
            <a:r>
              <a:rPr lang="zh-CN" altLang="en-US"/>
              <a:t>、</a:t>
            </a:r>
            <a:r>
              <a:rPr lang="en-US" altLang="zh-CN"/>
              <a:t>22</a:t>
            </a:r>
            <a:r>
              <a:rPr lang="zh-CN" altLang="en-US"/>
              <a:t>、</a:t>
            </a:r>
            <a:r>
              <a:rPr lang="en-US" altLang="zh-CN"/>
              <a:t>25</a:t>
            </a:r>
            <a:r>
              <a:rPr lang="zh-CN" altLang="en-US"/>
              <a:t>、</a:t>
            </a:r>
            <a:r>
              <a:rPr lang="en-US" altLang="zh-CN"/>
              <a:t>26</a:t>
            </a:r>
            <a:r>
              <a:rPr lang="zh-CN" altLang="en-US"/>
              <a:t>、</a:t>
            </a:r>
            <a:r>
              <a:rPr lang="en-US" altLang="zh-CN"/>
              <a:t>NULL</a:t>
            </a:r>
            <a:r>
              <a:rPr lang="zh-CN" altLang="en-US"/>
              <a:t>一路递归向下，找到插入位置</a:t>
            </a:r>
            <a:r>
              <a:rPr lang="en-US" altLang="zh-CN"/>
              <a:t>pos</a:t>
            </a:r>
            <a:r>
              <a:rPr lang="zh-CN" altLang="en-US"/>
              <a:t>，插入节点</a:t>
            </a:r>
            <a:r>
              <a:rPr lang="en-US" altLang="zh-CN"/>
              <a:t>27</a:t>
            </a:r>
            <a:r>
              <a:rPr lang="zh-CN" altLang="en-US"/>
              <a:t>。此后递归回溯，回到</a:t>
            </a:r>
            <a:r>
              <a:rPr lang="en-US" altLang="zh-CN"/>
              <a:t>26</a:t>
            </a:r>
            <a:r>
              <a:rPr lang="zh-CN" altLang="en-US"/>
              <a:t>，重新计算节点</a:t>
            </a:r>
            <a:r>
              <a:rPr lang="en-US" altLang="zh-CN"/>
              <a:t>26</a:t>
            </a:r>
            <a:r>
              <a:rPr lang="zh-CN" altLang="en-US"/>
              <a:t>的</a:t>
            </a:r>
            <a:r>
              <a:rPr lang="en-US" altLang="zh-CN"/>
              <a:t>height=max(0, 1)+1=2</a:t>
            </a:r>
            <a:r>
              <a:rPr lang="zh-CN" altLang="en-US"/>
              <a:t>，更新</a:t>
            </a:r>
            <a:r>
              <a:rPr lang="en-US" altLang="zh-CN"/>
              <a:t>26</a:t>
            </a:r>
            <a:r>
              <a:rPr lang="zh-CN" altLang="en-US"/>
              <a:t>的</a:t>
            </a:r>
            <a:r>
              <a:rPr lang="en-US" altLang="zh-CN"/>
              <a:t>height</a:t>
            </a:r>
            <a:r>
              <a:rPr lang="zh-CN" altLang="en-US"/>
              <a:t>为</a:t>
            </a:r>
            <a:r>
              <a:rPr lang="en-US" altLang="zh-CN"/>
              <a:t>2</a:t>
            </a:r>
            <a:r>
              <a:rPr lang="zh-CN" altLang="en-US"/>
              <a:t>。之后判断节点</a:t>
            </a:r>
            <a:r>
              <a:rPr lang="en-US" altLang="zh-CN"/>
              <a:t>26</a:t>
            </a:r>
            <a:r>
              <a:rPr lang="zh-CN" altLang="en-US"/>
              <a:t>的平衡因子，为</a:t>
            </a:r>
            <a:r>
              <a:rPr lang="en-US" altLang="zh-CN"/>
              <a:t>0-1=-1</a:t>
            </a:r>
            <a:r>
              <a:rPr lang="zh-CN" altLang="en-US"/>
              <a:t>，不失衡，递归继续向上返回到</a:t>
            </a:r>
            <a:r>
              <a:rPr lang="en-US" altLang="zh-CN"/>
              <a:t>25</a:t>
            </a:r>
            <a:r>
              <a:rPr lang="zh-CN" altLang="en-US"/>
              <a:t>，更新</a:t>
            </a:r>
            <a:r>
              <a:rPr lang="en-US" altLang="zh-CN"/>
              <a:t>height</a:t>
            </a:r>
            <a:r>
              <a:rPr lang="zh-CN" altLang="en-US"/>
              <a:t>为</a:t>
            </a:r>
            <a:r>
              <a:rPr lang="en-US" altLang="zh-CN"/>
              <a:t>max(1, 2)+1=3</a:t>
            </a:r>
            <a:r>
              <a:rPr lang="zh-CN" altLang="en-US"/>
              <a:t>，平衡因子为</a:t>
            </a:r>
            <a:r>
              <a:rPr lang="en-US" altLang="zh-CN"/>
              <a:t>1-2=-1</a:t>
            </a:r>
            <a:r>
              <a:rPr lang="zh-CN" altLang="en-US"/>
              <a:t>，不失衡，递归继续向上返回，到</a:t>
            </a:r>
            <a:r>
              <a:rPr lang="en-US" altLang="zh-CN"/>
              <a:t>22</a:t>
            </a:r>
            <a:r>
              <a:rPr lang="zh-CN" altLang="en-US"/>
              <a:t>，更新</a:t>
            </a:r>
            <a:r>
              <a:rPr lang="en-US" altLang="zh-CN"/>
              <a:t>height</a:t>
            </a:r>
            <a:r>
              <a:rPr lang="zh-CN" altLang="en-US"/>
              <a:t>为</a:t>
            </a:r>
            <a:r>
              <a:rPr lang="en-US" altLang="zh-CN"/>
              <a:t>4</a:t>
            </a:r>
            <a:r>
              <a:rPr lang="zh-CN" altLang="en-US"/>
              <a:t>，平衡因子为</a:t>
            </a:r>
            <a:r>
              <a:rPr lang="en-US" altLang="zh-CN"/>
              <a:t>1-3=-2</a:t>
            </a:r>
            <a:r>
              <a:rPr lang="zh-CN" altLang="en-US"/>
              <a:t>，为</a:t>
            </a:r>
            <a:r>
              <a:rPr lang="en-US" altLang="zh-CN"/>
              <a:t>RR</a:t>
            </a:r>
            <a:r>
              <a:rPr lang="zh-CN" altLang="en-US"/>
              <a:t>型失衡，因此对</a:t>
            </a:r>
            <a:r>
              <a:rPr lang="en-US" altLang="zh-CN"/>
              <a:t>22</a:t>
            </a:r>
            <a:r>
              <a:rPr lang="zh-CN" altLang="en-US"/>
              <a:t>左旋，得到</a:t>
            </a:r>
            <a:r>
              <a:rPr lang="en-US" altLang="zh-CN"/>
              <a:t>b</a:t>
            </a:r>
            <a:r>
              <a:rPr lang="zh-CN" altLang="en-US"/>
              <a:t>）。继续返回</a:t>
            </a:r>
            <a:r>
              <a:rPr lang="en-US" altLang="zh-CN"/>
              <a:t>19</a:t>
            </a:r>
            <a:r>
              <a:rPr lang="zh-CN" altLang="en-US"/>
              <a:t>、</a:t>
            </a:r>
            <a:r>
              <a:rPr lang="en-US" altLang="zh-CN"/>
              <a:t>12</a:t>
            </a:r>
            <a:r>
              <a:rPr lang="zh-CN" altLang="en-US"/>
              <a:t>，函数结束。</a:t>
            </a:r>
            <a:endParaRPr lang="en-US" altLang="zh-CN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84BAD3F7-A6D4-B6DD-021D-18CAC2637FCB}"/>
              </a:ext>
            </a:extLst>
          </p:cNvPr>
          <p:cNvCxnSpPr/>
          <p:nvPr/>
        </p:nvCxnSpPr>
        <p:spPr>
          <a:xfrm flipV="1">
            <a:off x="4292725" y="3328776"/>
            <a:ext cx="500800" cy="100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488B53E-7300-5615-B42F-A4F9B16714E1}"/>
              </a:ext>
            </a:extLst>
          </p:cNvPr>
          <p:cNvSpPr txBox="1"/>
          <p:nvPr/>
        </p:nvSpPr>
        <p:spPr>
          <a:xfrm>
            <a:off x="3778889" y="3259723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pos</a:t>
            </a:r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A30A400C-0C41-DB1C-82A2-14DB779C4DCB}"/>
              </a:ext>
            </a:extLst>
          </p:cNvPr>
          <p:cNvSpPr/>
          <p:nvPr/>
        </p:nvSpPr>
        <p:spPr>
          <a:xfrm>
            <a:off x="8127356" y="60175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EC7974E-7F8C-F815-37D2-214D4E9EACE2}"/>
              </a:ext>
            </a:extLst>
          </p:cNvPr>
          <p:cNvSpPr/>
          <p:nvPr/>
        </p:nvSpPr>
        <p:spPr>
          <a:xfrm>
            <a:off x="7205824" y="102487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7</a:t>
            </a:r>
            <a:endParaRPr lang="zh-CN" altLang="en-US" sz="1600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73D5BF42-5F36-E5FD-45F5-9E284926F921}"/>
              </a:ext>
            </a:extLst>
          </p:cNvPr>
          <p:cNvSpPr/>
          <p:nvPr/>
        </p:nvSpPr>
        <p:spPr>
          <a:xfrm>
            <a:off x="6752756" y="149482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9984D10A-370D-9B55-BF2B-A6782C501CA8}"/>
              </a:ext>
            </a:extLst>
          </p:cNvPr>
          <p:cNvSpPr/>
          <p:nvPr/>
        </p:nvSpPr>
        <p:spPr>
          <a:xfrm>
            <a:off x="7617607" y="148505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9</a:t>
            </a:r>
            <a:endParaRPr lang="zh-CN" altLang="en-US" sz="1600"/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98476F73-2D2F-81F0-658B-A2FEE135D7F7}"/>
              </a:ext>
            </a:extLst>
          </p:cNvPr>
          <p:cNvCxnSpPr>
            <a:stCxn id="67" idx="3"/>
            <a:endCxn id="68" idx="7"/>
          </p:cNvCxnSpPr>
          <p:nvPr/>
        </p:nvCxnSpPr>
        <p:spPr>
          <a:xfrm flipH="1">
            <a:off x="7490337" y="886265"/>
            <a:ext cx="685834" cy="1874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846706CB-2609-F718-F514-F73518BE1B6A}"/>
              </a:ext>
            </a:extLst>
          </p:cNvPr>
          <p:cNvCxnSpPr>
            <a:cxnSpLocks/>
            <a:stCxn id="68" idx="3"/>
            <a:endCxn id="69" idx="7"/>
          </p:cNvCxnSpPr>
          <p:nvPr/>
        </p:nvCxnSpPr>
        <p:spPr>
          <a:xfrm flipH="1">
            <a:off x="7037269" y="1309383"/>
            <a:ext cx="217370" cy="234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B165267F-8E53-CEFE-A0B7-3EAB7E3FDA96}"/>
              </a:ext>
            </a:extLst>
          </p:cNvPr>
          <p:cNvCxnSpPr>
            <a:stCxn id="68" idx="5"/>
            <a:endCxn id="70" idx="1"/>
          </p:cNvCxnSpPr>
          <p:nvPr/>
        </p:nvCxnSpPr>
        <p:spPr>
          <a:xfrm>
            <a:off x="7490337" y="1309383"/>
            <a:ext cx="176085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椭圆 73">
            <a:extLst>
              <a:ext uri="{FF2B5EF4-FFF2-40B4-BE49-F238E27FC236}">
                <a16:creationId xmlns:a16="http://schemas.microsoft.com/office/drawing/2014/main" id="{320A82B1-AE4E-F2D6-95A0-D34CEC054BEC}"/>
              </a:ext>
            </a:extLst>
          </p:cNvPr>
          <p:cNvSpPr/>
          <p:nvPr/>
        </p:nvSpPr>
        <p:spPr>
          <a:xfrm>
            <a:off x="6500638" y="19842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68210E0E-C4E5-CFD4-4B8E-0163BCCDD277}"/>
              </a:ext>
            </a:extLst>
          </p:cNvPr>
          <p:cNvCxnSpPr>
            <a:cxnSpLocks/>
            <a:stCxn id="69" idx="3"/>
            <a:endCxn id="74" idx="0"/>
          </p:cNvCxnSpPr>
          <p:nvPr/>
        </p:nvCxnSpPr>
        <p:spPr>
          <a:xfrm flipH="1">
            <a:off x="6667302" y="1779341"/>
            <a:ext cx="134269" cy="204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椭圆 75">
            <a:extLst>
              <a:ext uri="{FF2B5EF4-FFF2-40B4-BE49-F238E27FC236}">
                <a16:creationId xmlns:a16="http://schemas.microsoft.com/office/drawing/2014/main" id="{92E3BB4B-DC74-A1EF-CD79-91505D631DCA}"/>
              </a:ext>
            </a:extLst>
          </p:cNvPr>
          <p:cNvSpPr/>
          <p:nvPr/>
        </p:nvSpPr>
        <p:spPr>
          <a:xfrm>
            <a:off x="8987721" y="98091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602A55AE-9774-6A70-3881-B803C199BA86}"/>
              </a:ext>
            </a:extLst>
          </p:cNvPr>
          <p:cNvCxnSpPr>
            <a:cxnSpLocks/>
            <a:stCxn id="67" idx="5"/>
            <a:endCxn id="76" idx="1"/>
          </p:cNvCxnSpPr>
          <p:nvPr/>
        </p:nvCxnSpPr>
        <p:spPr>
          <a:xfrm>
            <a:off x="8411869" y="886265"/>
            <a:ext cx="624667" cy="1434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椭圆 77">
            <a:extLst>
              <a:ext uri="{FF2B5EF4-FFF2-40B4-BE49-F238E27FC236}">
                <a16:creationId xmlns:a16="http://schemas.microsoft.com/office/drawing/2014/main" id="{11F3F07F-68FB-7C3C-10B3-CC6651CBB5C1}"/>
              </a:ext>
            </a:extLst>
          </p:cNvPr>
          <p:cNvSpPr/>
          <p:nvPr/>
        </p:nvSpPr>
        <p:spPr>
          <a:xfrm>
            <a:off x="6973620" y="198051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6</a:t>
            </a:r>
            <a:endParaRPr lang="zh-CN" altLang="en-US" sz="1600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FB9D0BE7-C455-85D8-7063-78E3D207D221}"/>
              </a:ext>
            </a:extLst>
          </p:cNvPr>
          <p:cNvSpPr/>
          <p:nvPr/>
        </p:nvSpPr>
        <p:spPr>
          <a:xfrm>
            <a:off x="7411715" y="198051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8</a:t>
            </a:r>
            <a:endParaRPr lang="zh-CN" altLang="en-US" sz="1600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7B8D1B27-9B5E-2BA6-F58B-E322F95AE27F}"/>
              </a:ext>
            </a:extLst>
          </p:cNvPr>
          <p:cNvSpPr/>
          <p:nvPr/>
        </p:nvSpPr>
        <p:spPr>
          <a:xfrm>
            <a:off x="7857485" y="199404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94FD5936-9B37-BD96-DF13-5B9D905D234F}"/>
              </a:ext>
            </a:extLst>
          </p:cNvPr>
          <p:cNvSpPr/>
          <p:nvPr/>
        </p:nvSpPr>
        <p:spPr>
          <a:xfrm>
            <a:off x="8594690" y="1494828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8D2F294C-74B2-72D4-4527-BFA18757A445}"/>
              </a:ext>
            </a:extLst>
          </p:cNvPr>
          <p:cNvSpPr/>
          <p:nvPr/>
        </p:nvSpPr>
        <p:spPr>
          <a:xfrm>
            <a:off x="9291023" y="197435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6C78E0A5-342C-74A4-4F2B-86E45FC24D77}"/>
              </a:ext>
            </a:extLst>
          </p:cNvPr>
          <p:cNvSpPr/>
          <p:nvPr/>
        </p:nvSpPr>
        <p:spPr>
          <a:xfrm>
            <a:off x="8358752" y="198051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5552777A-C651-85BF-A87E-E23F0ADBF40E}"/>
              </a:ext>
            </a:extLst>
          </p:cNvPr>
          <p:cNvSpPr/>
          <p:nvPr/>
        </p:nvSpPr>
        <p:spPr>
          <a:xfrm>
            <a:off x="8804522" y="198051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C1DCE1D3-516D-64E4-8117-1D4FAF6AD925}"/>
              </a:ext>
            </a:extLst>
          </p:cNvPr>
          <p:cNvSpPr/>
          <p:nvPr/>
        </p:nvSpPr>
        <p:spPr>
          <a:xfrm>
            <a:off x="8957695" y="247415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A0FC0681-6D94-39B0-16CC-6FAE735D7830}"/>
              </a:ext>
            </a:extLst>
          </p:cNvPr>
          <p:cNvSpPr/>
          <p:nvPr/>
        </p:nvSpPr>
        <p:spPr>
          <a:xfrm>
            <a:off x="9574295" y="142152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42827C24-85E0-1C5C-445D-4DF018974AB4}"/>
              </a:ext>
            </a:extLst>
          </p:cNvPr>
          <p:cNvCxnSpPr>
            <a:cxnSpLocks/>
            <a:stCxn id="69" idx="5"/>
            <a:endCxn id="78" idx="0"/>
          </p:cNvCxnSpPr>
          <p:nvPr/>
        </p:nvCxnSpPr>
        <p:spPr>
          <a:xfrm>
            <a:off x="7037269" y="1779341"/>
            <a:ext cx="103015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8B6B0FF2-37D2-F2AC-5847-381011C96A40}"/>
              </a:ext>
            </a:extLst>
          </p:cNvPr>
          <p:cNvCxnSpPr>
            <a:cxnSpLocks/>
            <a:stCxn id="70" idx="3"/>
            <a:endCxn id="79" idx="0"/>
          </p:cNvCxnSpPr>
          <p:nvPr/>
        </p:nvCxnSpPr>
        <p:spPr>
          <a:xfrm flipH="1">
            <a:off x="7578379" y="1769564"/>
            <a:ext cx="88043" cy="2109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841917FB-E5F7-C967-50AE-71A3AC3C47DA}"/>
              </a:ext>
            </a:extLst>
          </p:cNvPr>
          <p:cNvCxnSpPr>
            <a:cxnSpLocks/>
            <a:stCxn id="70" idx="5"/>
            <a:endCxn id="80" idx="0"/>
          </p:cNvCxnSpPr>
          <p:nvPr/>
        </p:nvCxnSpPr>
        <p:spPr>
          <a:xfrm>
            <a:off x="7902120" y="1769564"/>
            <a:ext cx="122029" cy="2244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B3D03D0-284C-D6CF-88B0-AF13D87D3BD7}"/>
              </a:ext>
            </a:extLst>
          </p:cNvPr>
          <p:cNvCxnSpPr>
            <a:cxnSpLocks/>
            <a:stCxn id="81" idx="3"/>
            <a:endCxn id="83" idx="0"/>
          </p:cNvCxnSpPr>
          <p:nvPr/>
        </p:nvCxnSpPr>
        <p:spPr>
          <a:xfrm flipH="1">
            <a:off x="8525416" y="1779341"/>
            <a:ext cx="118089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0EB38702-DB3C-2BFC-020E-132D55698FF2}"/>
              </a:ext>
            </a:extLst>
          </p:cNvPr>
          <p:cNvCxnSpPr>
            <a:cxnSpLocks/>
            <a:stCxn id="81" idx="5"/>
            <a:endCxn id="84" idx="0"/>
          </p:cNvCxnSpPr>
          <p:nvPr/>
        </p:nvCxnSpPr>
        <p:spPr>
          <a:xfrm>
            <a:off x="8879203" y="1779341"/>
            <a:ext cx="91983" cy="2011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28C4EF18-9DFC-020D-41ED-C244694449A1}"/>
              </a:ext>
            </a:extLst>
          </p:cNvPr>
          <p:cNvCxnSpPr>
            <a:cxnSpLocks/>
            <a:stCxn id="76" idx="3"/>
            <a:endCxn id="81" idx="0"/>
          </p:cNvCxnSpPr>
          <p:nvPr/>
        </p:nvCxnSpPr>
        <p:spPr>
          <a:xfrm flipH="1">
            <a:off x="8761354" y="1265426"/>
            <a:ext cx="275182" cy="229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EBE4ABF5-6C81-3286-1FB1-AE751C37D7A5}"/>
              </a:ext>
            </a:extLst>
          </p:cNvPr>
          <p:cNvCxnSpPr>
            <a:cxnSpLocks/>
            <a:stCxn id="76" idx="5"/>
            <a:endCxn id="104" idx="0"/>
          </p:cNvCxnSpPr>
          <p:nvPr/>
        </p:nvCxnSpPr>
        <p:spPr>
          <a:xfrm>
            <a:off x="9272234" y="1265426"/>
            <a:ext cx="468725" cy="1560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783BA6B9-A1E8-AC68-AAEE-C367F3C21EBA}"/>
              </a:ext>
            </a:extLst>
          </p:cNvPr>
          <p:cNvCxnSpPr>
            <a:cxnSpLocks/>
            <a:stCxn id="82" idx="3"/>
          </p:cNvCxnSpPr>
          <p:nvPr/>
        </p:nvCxnSpPr>
        <p:spPr>
          <a:xfrm flipH="1">
            <a:off x="9175365" y="2258865"/>
            <a:ext cx="164473" cy="21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02964CB8-C206-B2C9-ACE1-033993B49740}"/>
              </a:ext>
            </a:extLst>
          </p:cNvPr>
          <p:cNvCxnSpPr>
            <a:cxnSpLocks/>
            <a:stCxn id="82" idx="5"/>
            <a:endCxn id="107" idx="0"/>
          </p:cNvCxnSpPr>
          <p:nvPr/>
        </p:nvCxnSpPr>
        <p:spPr>
          <a:xfrm>
            <a:off x="9575536" y="2258865"/>
            <a:ext cx="147235" cy="2285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5BEFE1A9-300F-883E-643C-11A87F69220A}"/>
              </a:ext>
            </a:extLst>
          </p:cNvPr>
          <p:cNvSpPr txBox="1"/>
          <p:nvPr/>
        </p:nvSpPr>
        <p:spPr>
          <a:xfrm>
            <a:off x="8094286" y="60096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12</a:t>
            </a:r>
            <a:endParaRPr lang="zh-CN" altLang="en-US" sz="160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5FFD82E-5D92-CA98-5409-014614CFBBB1}"/>
              </a:ext>
            </a:extLst>
          </p:cNvPr>
          <p:cNvSpPr txBox="1"/>
          <p:nvPr/>
        </p:nvSpPr>
        <p:spPr>
          <a:xfrm>
            <a:off x="7819724" y="198051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11</a:t>
            </a:r>
            <a:endParaRPr lang="zh-CN" altLang="en-US" sz="160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A763E38-4C20-6E64-8D42-322BC86BA7E0}"/>
              </a:ext>
            </a:extLst>
          </p:cNvPr>
          <p:cNvSpPr txBox="1"/>
          <p:nvPr/>
        </p:nvSpPr>
        <p:spPr>
          <a:xfrm>
            <a:off x="8938116" y="968096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19</a:t>
            </a:r>
            <a:endParaRPr lang="zh-CN" altLang="en-US" sz="160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58BB12CF-35A0-B8F5-9690-EA12595EDE4D}"/>
              </a:ext>
            </a:extLst>
          </p:cNvPr>
          <p:cNvSpPr txBox="1"/>
          <p:nvPr/>
        </p:nvSpPr>
        <p:spPr>
          <a:xfrm>
            <a:off x="8549279" y="1485051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15</a:t>
            </a:r>
            <a:endParaRPr lang="zh-CN" altLang="en-US" sz="160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D33E77B-AAE7-C7FB-72D2-2B27DC56580B}"/>
              </a:ext>
            </a:extLst>
          </p:cNvPr>
          <p:cNvSpPr txBox="1"/>
          <p:nvPr/>
        </p:nvSpPr>
        <p:spPr>
          <a:xfrm>
            <a:off x="8768562" y="198428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17</a:t>
            </a:r>
            <a:endParaRPr lang="zh-CN" altLang="en-US" sz="160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2F535E6D-5FCB-AD36-5F30-3AC23E465125}"/>
              </a:ext>
            </a:extLst>
          </p:cNvPr>
          <p:cNvSpPr txBox="1"/>
          <p:nvPr/>
        </p:nvSpPr>
        <p:spPr>
          <a:xfrm>
            <a:off x="8331333" y="198428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13</a:t>
            </a:r>
            <a:endParaRPr lang="zh-CN" altLang="en-US" sz="160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CFBE522-8843-6D54-A45C-8F89D33441F3}"/>
              </a:ext>
            </a:extLst>
          </p:cNvPr>
          <p:cNvSpPr txBox="1"/>
          <p:nvPr/>
        </p:nvSpPr>
        <p:spPr>
          <a:xfrm>
            <a:off x="9247855" y="194773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22</a:t>
            </a:r>
            <a:endParaRPr lang="zh-CN" altLang="en-US" sz="160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22D763BB-D66D-3520-4D0F-2D18E61CF84A}"/>
              </a:ext>
            </a:extLst>
          </p:cNvPr>
          <p:cNvSpPr txBox="1"/>
          <p:nvPr/>
        </p:nvSpPr>
        <p:spPr>
          <a:xfrm>
            <a:off x="8938116" y="246892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20</a:t>
            </a:r>
            <a:endParaRPr lang="zh-CN" altLang="en-US" sz="160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D5BD3BB5-10D0-EAC9-60FE-F737ACDA3127}"/>
              </a:ext>
            </a:extLst>
          </p:cNvPr>
          <p:cNvSpPr txBox="1"/>
          <p:nvPr/>
        </p:nvSpPr>
        <p:spPr>
          <a:xfrm>
            <a:off x="9541225" y="142150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10865FDE-F0EF-0719-CB5D-F444E970619E}"/>
              </a:ext>
            </a:extLst>
          </p:cNvPr>
          <p:cNvSpPr/>
          <p:nvPr/>
        </p:nvSpPr>
        <p:spPr>
          <a:xfrm>
            <a:off x="9556107" y="248215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289C2B52-3218-884A-7B1D-98F0C147AC9C}"/>
              </a:ext>
            </a:extLst>
          </p:cNvPr>
          <p:cNvSpPr/>
          <p:nvPr/>
        </p:nvSpPr>
        <p:spPr>
          <a:xfrm>
            <a:off x="9854174" y="195929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8B6577D-C7CA-9E1D-9A1B-75664DDFB98F}"/>
              </a:ext>
            </a:extLst>
          </p:cNvPr>
          <p:cNvSpPr txBox="1"/>
          <p:nvPr/>
        </p:nvSpPr>
        <p:spPr>
          <a:xfrm>
            <a:off x="9523037" y="2487367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23</a:t>
            </a:r>
            <a:endParaRPr lang="zh-CN" altLang="en-US" sz="1600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ED2AD3D1-B7FF-F17E-3C7C-89269B82C327}"/>
              </a:ext>
            </a:extLst>
          </p:cNvPr>
          <p:cNvSpPr txBox="1"/>
          <p:nvPr/>
        </p:nvSpPr>
        <p:spPr>
          <a:xfrm>
            <a:off x="9824961" y="1959253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26</a:t>
            </a:r>
            <a:endParaRPr lang="zh-CN" altLang="en-US" sz="1600"/>
          </a:p>
        </p:txBody>
      </p: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1A710300-C6E8-89EB-0217-48EC4128A724}"/>
              </a:ext>
            </a:extLst>
          </p:cNvPr>
          <p:cNvCxnSpPr>
            <a:cxnSpLocks/>
            <a:endCxn id="102" idx="0"/>
          </p:cNvCxnSpPr>
          <p:nvPr/>
        </p:nvCxnSpPr>
        <p:spPr>
          <a:xfrm flipH="1">
            <a:off x="9447589" y="1687261"/>
            <a:ext cx="157961" cy="2604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2220E061-9D4A-50CB-8372-EAC362D8C349}"/>
              </a:ext>
            </a:extLst>
          </p:cNvPr>
          <p:cNvCxnSpPr>
            <a:cxnSpLocks/>
            <a:endCxn id="108" idx="0"/>
          </p:cNvCxnSpPr>
          <p:nvPr/>
        </p:nvCxnSpPr>
        <p:spPr>
          <a:xfrm>
            <a:off x="9881464" y="1695182"/>
            <a:ext cx="143231" cy="2640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椭圆 110">
            <a:extLst>
              <a:ext uri="{FF2B5EF4-FFF2-40B4-BE49-F238E27FC236}">
                <a16:creationId xmlns:a16="http://schemas.microsoft.com/office/drawing/2014/main" id="{0AC4C65F-93A2-C979-C7FB-2C2ED12E9E38}"/>
              </a:ext>
            </a:extLst>
          </p:cNvPr>
          <p:cNvSpPr/>
          <p:nvPr/>
        </p:nvSpPr>
        <p:spPr>
          <a:xfrm>
            <a:off x="10187502" y="2520325"/>
            <a:ext cx="333328" cy="333328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8A8633FA-5CC2-D958-55C9-76FEC56E9B19}"/>
              </a:ext>
            </a:extLst>
          </p:cNvPr>
          <p:cNvCxnSpPr>
            <a:endCxn id="111" idx="0"/>
          </p:cNvCxnSpPr>
          <p:nvPr/>
        </p:nvCxnSpPr>
        <p:spPr>
          <a:xfrm>
            <a:off x="10136498" y="2226411"/>
            <a:ext cx="217668" cy="293914"/>
          </a:xfrm>
          <a:prstGeom prst="line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891D8E1-2323-3BFB-F070-2D5E8AD173B1}"/>
              </a:ext>
            </a:extLst>
          </p:cNvPr>
          <p:cNvSpPr txBox="1"/>
          <p:nvPr/>
        </p:nvSpPr>
        <p:spPr>
          <a:xfrm>
            <a:off x="10154432" y="251509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27</a:t>
            </a:r>
            <a:endParaRPr lang="zh-CN" altLang="en-US" sz="1600"/>
          </a:p>
        </p:txBody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95EC8A91-4263-1A17-61E7-370313C9D067}"/>
              </a:ext>
            </a:extLst>
          </p:cNvPr>
          <p:cNvSpPr/>
          <p:nvPr/>
        </p:nvSpPr>
        <p:spPr>
          <a:xfrm>
            <a:off x="2977431" y="1008993"/>
            <a:ext cx="545036" cy="196106"/>
          </a:xfrm>
          <a:custGeom>
            <a:avLst/>
            <a:gdLst>
              <a:gd name="csX0" fmla="*/ 0 w 545036"/>
              <a:gd name="csY0" fmla="*/ 0 h 196106"/>
              <a:gd name="csX1" fmla="*/ 112610 w 545036"/>
              <a:gd name="csY1" fmla="*/ 180177 h 196106"/>
              <a:gd name="csX2" fmla="*/ 545036 w 545036"/>
              <a:gd name="csY2" fmla="*/ 175673 h 196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036" h="196106">
                <a:moveTo>
                  <a:pt x="0" y="0"/>
                </a:moveTo>
                <a:cubicBezTo>
                  <a:pt x="10885" y="75449"/>
                  <a:pt x="21771" y="150898"/>
                  <a:pt x="112610" y="180177"/>
                </a:cubicBezTo>
                <a:cubicBezTo>
                  <a:pt x="203449" y="209456"/>
                  <a:pt x="374242" y="192564"/>
                  <a:pt x="545036" y="175673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0D258E97-669C-226B-42CF-799B1758CD73}"/>
              </a:ext>
            </a:extLst>
          </p:cNvPr>
          <p:cNvSpPr/>
          <p:nvPr/>
        </p:nvSpPr>
        <p:spPr>
          <a:xfrm>
            <a:off x="3774715" y="1369348"/>
            <a:ext cx="346842" cy="279275"/>
          </a:xfrm>
          <a:custGeom>
            <a:avLst/>
            <a:gdLst>
              <a:gd name="csX0" fmla="*/ 0 w 346842"/>
              <a:gd name="csY0" fmla="*/ 0 h 279275"/>
              <a:gd name="csX1" fmla="*/ 90089 w 346842"/>
              <a:gd name="csY1" fmla="*/ 175673 h 279275"/>
              <a:gd name="csX2" fmla="*/ 346842 w 346842"/>
              <a:gd name="csY2" fmla="*/ 279275 h 279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46842" h="279275">
                <a:moveTo>
                  <a:pt x="0" y="0"/>
                </a:moveTo>
                <a:cubicBezTo>
                  <a:pt x="16141" y="64563"/>
                  <a:pt x="32282" y="129127"/>
                  <a:pt x="90089" y="175673"/>
                </a:cubicBezTo>
                <a:cubicBezTo>
                  <a:pt x="147896" y="222219"/>
                  <a:pt x="247369" y="250747"/>
                  <a:pt x="346842" y="279275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94B3B364-28A7-D39C-773C-3B7857D071A8}"/>
              </a:ext>
            </a:extLst>
          </p:cNvPr>
          <p:cNvSpPr/>
          <p:nvPr/>
        </p:nvSpPr>
        <p:spPr>
          <a:xfrm>
            <a:off x="4259851" y="1887358"/>
            <a:ext cx="77918" cy="198195"/>
          </a:xfrm>
          <a:custGeom>
            <a:avLst/>
            <a:gdLst>
              <a:gd name="csX0" fmla="*/ 1343 w 77918"/>
              <a:gd name="csY0" fmla="*/ 0 h 198195"/>
              <a:gd name="csX1" fmla="*/ 10352 w 77918"/>
              <a:gd name="csY1" fmla="*/ 103602 h 198195"/>
              <a:gd name="csX2" fmla="*/ 77918 w 77918"/>
              <a:gd name="csY2" fmla="*/ 198195 h 198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918" h="198195">
                <a:moveTo>
                  <a:pt x="1343" y="0"/>
                </a:moveTo>
                <a:cubicBezTo>
                  <a:pt x="-534" y="35285"/>
                  <a:pt x="-2410" y="70570"/>
                  <a:pt x="10352" y="103602"/>
                </a:cubicBezTo>
                <a:cubicBezTo>
                  <a:pt x="23114" y="136634"/>
                  <a:pt x="50516" y="167414"/>
                  <a:pt x="77918" y="198195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DC80FC84-C8C2-D9AD-2485-B2493EA5177C}"/>
              </a:ext>
            </a:extLst>
          </p:cNvPr>
          <p:cNvSpPr/>
          <p:nvPr/>
        </p:nvSpPr>
        <p:spPr>
          <a:xfrm>
            <a:off x="4524125" y="2373836"/>
            <a:ext cx="65893" cy="252249"/>
          </a:xfrm>
          <a:custGeom>
            <a:avLst/>
            <a:gdLst>
              <a:gd name="csX0" fmla="*/ 2831 w 65893"/>
              <a:gd name="csY0" fmla="*/ 0 h 252249"/>
              <a:gd name="csX1" fmla="*/ 7335 w 65893"/>
              <a:gd name="csY1" fmla="*/ 130629 h 252249"/>
              <a:gd name="csX2" fmla="*/ 65893 w 65893"/>
              <a:gd name="csY2" fmla="*/ 252249 h 2522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5893" h="252249">
                <a:moveTo>
                  <a:pt x="2831" y="0"/>
                </a:moveTo>
                <a:cubicBezTo>
                  <a:pt x="-172" y="44293"/>
                  <a:pt x="-3175" y="88587"/>
                  <a:pt x="7335" y="130629"/>
                </a:cubicBezTo>
                <a:cubicBezTo>
                  <a:pt x="17845" y="172671"/>
                  <a:pt x="41869" y="212460"/>
                  <a:pt x="65893" y="252249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BA7C97D-EAF1-09E9-8AA6-5A9CE9477BF1}"/>
              </a:ext>
            </a:extLst>
          </p:cNvPr>
          <p:cNvSpPr/>
          <p:nvPr/>
        </p:nvSpPr>
        <p:spPr>
          <a:xfrm>
            <a:off x="4666593" y="2869324"/>
            <a:ext cx="243240" cy="315310"/>
          </a:xfrm>
          <a:custGeom>
            <a:avLst/>
            <a:gdLst>
              <a:gd name="csX0" fmla="*/ 0 w 243240"/>
              <a:gd name="csY0" fmla="*/ 0 h 315310"/>
              <a:gd name="csX1" fmla="*/ 58558 w 243240"/>
              <a:gd name="csY1" fmla="*/ 207204 h 315310"/>
              <a:gd name="csX2" fmla="*/ 243240 w 243240"/>
              <a:gd name="csY2" fmla="*/ 315310 h 3153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43240" h="315310">
                <a:moveTo>
                  <a:pt x="0" y="0"/>
                </a:moveTo>
                <a:cubicBezTo>
                  <a:pt x="9009" y="77326"/>
                  <a:pt x="18018" y="154652"/>
                  <a:pt x="58558" y="207204"/>
                </a:cubicBezTo>
                <a:cubicBezTo>
                  <a:pt x="99098" y="259756"/>
                  <a:pt x="171169" y="287533"/>
                  <a:pt x="243240" y="31531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42F0F81C-50A0-8DB7-565F-26603761C4BD}"/>
              </a:ext>
            </a:extLst>
          </p:cNvPr>
          <p:cNvSpPr/>
          <p:nvPr/>
        </p:nvSpPr>
        <p:spPr>
          <a:xfrm>
            <a:off x="5031452" y="2689147"/>
            <a:ext cx="324319" cy="495487"/>
          </a:xfrm>
          <a:custGeom>
            <a:avLst/>
            <a:gdLst>
              <a:gd name="csX0" fmla="*/ 324319 w 324319"/>
              <a:gd name="csY0" fmla="*/ 495487 h 495487"/>
              <a:gd name="csX1" fmla="*/ 234231 w 324319"/>
              <a:gd name="csY1" fmla="*/ 166664 h 495487"/>
              <a:gd name="csX2" fmla="*/ 0 w 324319"/>
              <a:gd name="csY2" fmla="*/ 0 h 4954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4319" h="495487">
                <a:moveTo>
                  <a:pt x="324319" y="495487"/>
                </a:moveTo>
                <a:cubicBezTo>
                  <a:pt x="306301" y="372366"/>
                  <a:pt x="288284" y="249245"/>
                  <a:pt x="234231" y="166664"/>
                </a:cubicBezTo>
                <a:cubicBezTo>
                  <a:pt x="180178" y="84083"/>
                  <a:pt x="90089" y="42041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1BBCDD24-D92A-B144-C582-02B56563C66F}"/>
              </a:ext>
            </a:extLst>
          </p:cNvPr>
          <p:cNvSpPr/>
          <p:nvPr/>
        </p:nvSpPr>
        <p:spPr>
          <a:xfrm>
            <a:off x="4756682" y="2085553"/>
            <a:ext cx="239531" cy="499992"/>
          </a:xfrm>
          <a:custGeom>
            <a:avLst/>
            <a:gdLst>
              <a:gd name="csX0" fmla="*/ 238735 w 239531"/>
              <a:gd name="csY0" fmla="*/ 499992 h 499992"/>
              <a:gd name="csX1" fmla="*/ 202699 w 239531"/>
              <a:gd name="csY1" fmla="*/ 166664 h 499992"/>
              <a:gd name="csX2" fmla="*/ 0 w 239531"/>
              <a:gd name="csY2" fmla="*/ 0 h 499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9531" h="499992">
                <a:moveTo>
                  <a:pt x="238735" y="499992"/>
                </a:moveTo>
                <a:cubicBezTo>
                  <a:pt x="240611" y="374994"/>
                  <a:pt x="242488" y="249996"/>
                  <a:pt x="202699" y="166664"/>
                </a:cubicBezTo>
                <a:cubicBezTo>
                  <a:pt x="162910" y="83332"/>
                  <a:pt x="81455" y="41666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6072F8A3-BA04-44A0-4AEA-89561F3D5F00}"/>
              </a:ext>
            </a:extLst>
          </p:cNvPr>
          <p:cNvSpPr/>
          <p:nvPr/>
        </p:nvSpPr>
        <p:spPr>
          <a:xfrm>
            <a:off x="4516863" y="1603578"/>
            <a:ext cx="275517" cy="420802"/>
          </a:xfrm>
          <a:custGeom>
            <a:avLst/>
            <a:gdLst>
              <a:gd name="csX0" fmla="*/ 238735 w 239531"/>
              <a:gd name="csY0" fmla="*/ 499992 h 499992"/>
              <a:gd name="csX1" fmla="*/ 202699 w 239531"/>
              <a:gd name="csY1" fmla="*/ 166664 h 499992"/>
              <a:gd name="csX2" fmla="*/ 0 w 239531"/>
              <a:gd name="csY2" fmla="*/ 0 h 499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9531" h="499992">
                <a:moveTo>
                  <a:pt x="238735" y="499992"/>
                </a:moveTo>
                <a:cubicBezTo>
                  <a:pt x="240611" y="374994"/>
                  <a:pt x="242488" y="249996"/>
                  <a:pt x="202699" y="166664"/>
                </a:cubicBezTo>
                <a:cubicBezTo>
                  <a:pt x="162910" y="83332"/>
                  <a:pt x="81455" y="41666"/>
                  <a:pt x="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D2D54564-4A46-0EC2-CEF2-641FED38D9EF}"/>
              </a:ext>
            </a:extLst>
          </p:cNvPr>
          <p:cNvCxnSpPr/>
          <p:nvPr/>
        </p:nvCxnSpPr>
        <p:spPr>
          <a:xfrm>
            <a:off x="5122996" y="1678273"/>
            <a:ext cx="10089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86E3D862-D22E-6FD8-8BA2-9F737109BB45}"/>
              </a:ext>
            </a:extLst>
          </p:cNvPr>
          <p:cNvSpPr txBox="1"/>
          <p:nvPr/>
        </p:nvSpPr>
        <p:spPr>
          <a:xfrm>
            <a:off x="5090861" y="1280766"/>
            <a:ext cx="1176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对</a:t>
            </a:r>
            <a:r>
              <a:rPr lang="en-US" altLang="zh-CN" sz="1600"/>
              <a:t>22</a:t>
            </a:r>
            <a:r>
              <a:rPr lang="zh-CN" altLang="en-US" sz="1600"/>
              <a:t>左旋</a:t>
            </a:r>
          </a:p>
        </p:txBody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498DCDA2-9933-CE7E-0823-72E75980E807}"/>
              </a:ext>
            </a:extLst>
          </p:cNvPr>
          <p:cNvSpPr/>
          <p:nvPr/>
        </p:nvSpPr>
        <p:spPr>
          <a:xfrm>
            <a:off x="9346700" y="988487"/>
            <a:ext cx="549540" cy="416896"/>
          </a:xfrm>
          <a:custGeom>
            <a:avLst/>
            <a:gdLst>
              <a:gd name="csX0" fmla="*/ 549540 w 549540"/>
              <a:gd name="csY0" fmla="*/ 416896 h 416896"/>
              <a:gd name="csX1" fmla="*/ 409903 w 549540"/>
              <a:gd name="csY1" fmla="*/ 34019 h 416896"/>
              <a:gd name="csX2" fmla="*/ 0 w 549540"/>
              <a:gd name="csY2" fmla="*/ 43028 h 4168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9540" h="416896">
                <a:moveTo>
                  <a:pt x="549540" y="416896"/>
                </a:moveTo>
                <a:cubicBezTo>
                  <a:pt x="525516" y="256613"/>
                  <a:pt x="501493" y="96330"/>
                  <a:pt x="409903" y="34019"/>
                </a:cubicBezTo>
                <a:cubicBezTo>
                  <a:pt x="318313" y="-28292"/>
                  <a:pt x="159156" y="7368"/>
                  <a:pt x="0" y="43028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188F9025-E4B7-1E77-0011-492C5D5A66EA}"/>
              </a:ext>
            </a:extLst>
          </p:cNvPr>
          <p:cNvSpPr/>
          <p:nvPr/>
        </p:nvSpPr>
        <p:spPr>
          <a:xfrm>
            <a:off x="8544910" y="667500"/>
            <a:ext cx="666657" cy="246900"/>
          </a:xfrm>
          <a:custGeom>
            <a:avLst/>
            <a:gdLst>
              <a:gd name="csX0" fmla="*/ 666657 w 666657"/>
              <a:gd name="csY0" fmla="*/ 246900 h 246900"/>
              <a:gd name="csX1" fmla="*/ 481975 w 666657"/>
              <a:gd name="csY1" fmla="*/ 26183 h 246900"/>
              <a:gd name="csX2" fmla="*/ 0 w 666657"/>
              <a:gd name="csY2" fmla="*/ 12669 h 246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66657" h="246900">
                <a:moveTo>
                  <a:pt x="666657" y="246900"/>
                </a:moveTo>
                <a:cubicBezTo>
                  <a:pt x="629870" y="156060"/>
                  <a:pt x="593084" y="65221"/>
                  <a:pt x="481975" y="26183"/>
                </a:cubicBezTo>
                <a:cubicBezTo>
                  <a:pt x="370865" y="-12856"/>
                  <a:pt x="185432" y="-94"/>
                  <a:pt x="0" y="12669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8070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912E3-5BFA-36DD-011F-E0AFEEE7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B5EA0EAB-0507-C5C2-4622-0FEB382F8CC3}"/>
              </a:ext>
            </a:extLst>
          </p:cNvPr>
          <p:cNvSpPr/>
          <p:nvPr/>
        </p:nvSpPr>
        <p:spPr>
          <a:xfrm>
            <a:off x="1413062" y="89600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419E1D6-59A1-8398-0307-50AA30A1C65E}"/>
              </a:ext>
            </a:extLst>
          </p:cNvPr>
          <p:cNvSpPr/>
          <p:nvPr/>
        </p:nvSpPr>
        <p:spPr>
          <a:xfrm>
            <a:off x="862771" y="145831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3025111-BF02-F71C-7985-591611A202AB}"/>
              </a:ext>
            </a:extLst>
          </p:cNvPr>
          <p:cNvSpPr/>
          <p:nvPr/>
        </p:nvSpPr>
        <p:spPr>
          <a:xfrm>
            <a:off x="1137541" y="209794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EEB7BEB-F41C-2A2B-E692-6C730E9533B1}"/>
              </a:ext>
            </a:extLst>
          </p:cNvPr>
          <p:cNvCxnSpPr>
            <a:stCxn id="3" idx="3"/>
            <a:endCxn id="5" idx="7"/>
          </p:cNvCxnSpPr>
          <p:nvPr/>
        </p:nvCxnSpPr>
        <p:spPr>
          <a:xfrm flipH="1">
            <a:off x="1147284" y="1180520"/>
            <a:ext cx="314593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AE6BD24-5617-0C72-CDCB-436A8C2D45A4}"/>
              </a:ext>
            </a:extLst>
          </p:cNvPr>
          <p:cNvCxnSpPr>
            <a:cxnSpLocks/>
            <a:stCxn id="7" idx="0"/>
            <a:endCxn id="5" idx="5"/>
          </p:cNvCxnSpPr>
          <p:nvPr/>
        </p:nvCxnSpPr>
        <p:spPr>
          <a:xfrm flipH="1" flipV="1">
            <a:off x="1147284" y="1742823"/>
            <a:ext cx="156921" cy="3551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23864C8E-5C55-2DAE-FA39-CAF048D5859B}"/>
              </a:ext>
            </a:extLst>
          </p:cNvPr>
          <p:cNvSpPr txBox="1"/>
          <p:nvPr/>
        </p:nvSpPr>
        <p:spPr>
          <a:xfrm>
            <a:off x="1137541" y="3037897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A</a:t>
            </a:r>
            <a:endParaRPr lang="zh-CN" altLang="en-US" sz="2000" b="1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A8346F5-8033-F85B-F258-EFA9723811C8}"/>
              </a:ext>
            </a:extLst>
          </p:cNvPr>
          <p:cNvSpPr/>
          <p:nvPr/>
        </p:nvSpPr>
        <p:spPr>
          <a:xfrm>
            <a:off x="3493360" y="89600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048F165-0A48-77AD-3BD3-F48F635803FA}"/>
              </a:ext>
            </a:extLst>
          </p:cNvPr>
          <p:cNvSpPr/>
          <p:nvPr/>
        </p:nvSpPr>
        <p:spPr>
          <a:xfrm>
            <a:off x="2943069" y="145831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6D48547-B4C4-B932-C77B-DBADA285AFAA}"/>
              </a:ext>
            </a:extLst>
          </p:cNvPr>
          <p:cNvCxnSpPr>
            <a:stCxn id="14" idx="3"/>
            <a:endCxn id="15" idx="7"/>
          </p:cNvCxnSpPr>
          <p:nvPr/>
        </p:nvCxnSpPr>
        <p:spPr>
          <a:xfrm flipH="1">
            <a:off x="3227582" y="1180520"/>
            <a:ext cx="314593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F9517BA4-FEA0-60EF-88AA-3F0BA6A9D1E5}"/>
              </a:ext>
            </a:extLst>
          </p:cNvPr>
          <p:cNvSpPr/>
          <p:nvPr/>
        </p:nvSpPr>
        <p:spPr>
          <a:xfrm>
            <a:off x="2469352" y="198009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78FCD4C-6CDC-F651-54C1-640C5898E65C}"/>
              </a:ext>
            </a:extLst>
          </p:cNvPr>
          <p:cNvCxnSpPr>
            <a:cxnSpLocks/>
            <a:stCxn id="15" idx="3"/>
            <a:endCxn id="20" idx="7"/>
          </p:cNvCxnSpPr>
          <p:nvPr/>
        </p:nvCxnSpPr>
        <p:spPr>
          <a:xfrm flipH="1">
            <a:off x="2753865" y="1742823"/>
            <a:ext cx="238019" cy="2860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E7C6474B-FE0E-3493-8BDE-B9D088AB5891}"/>
              </a:ext>
            </a:extLst>
          </p:cNvPr>
          <p:cNvSpPr/>
          <p:nvPr/>
        </p:nvSpPr>
        <p:spPr>
          <a:xfrm>
            <a:off x="4037819" y="145831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F4D7C00-CA4E-5297-4E40-DB077AF1C5BC}"/>
              </a:ext>
            </a:extLst>
          </p:cNvPr>
          <p:cNvCxnSpPr>
            <a:cxnSpLocks/>
            <a:stCxn id="14" idx="5"/>
            <a:endCxn id="26" idx="1"/>
          </p:cNvCxnSpPr>
          <p:nvPr/>
        </p:nvCxnSpPr>
        <p:spPr>
          <a:xfrm>
            <a:off x="3777873" y="1180520"/>
            <a:ext cx="308761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DDA90DF3-0512-00EF-EF38-64EF0D980B43}"/>
              </a:ext>
            </a:extLst>
          </p:cNvPr>
          <p:cNvSpPr/>
          <p:nvPr/>
        </p:nvSpPr>
        <p:spPr>
          <a:xfrm>
            <a:off x="3704491" y="198009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E522F27-A9E1-DEED-33F2-DB671B38BE53}"/>
              </a:ext>
            </a:extLst>
          </p:cNvPr>
          <p:cNvCxnSpPr>
            <a:cxnSpLocks/>
            <a:stCxn id="26" idx="3"/>
            <a:endCxn id="32" idx="0"/>
          </p:cNvCxnSpPr>
          <p:nvPr/>
        </p:nvCxnSpPr>
        <p:spPr>
          <a:xfrm flipH="1">
            <a:off x="3871155" y="1742823"/>
            <a:ext cx="215479" cy="2372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id="{7C1780CC-44EB-02C2-DD86-FA0F00E4D918}"/>
              </a:ext>
            </a:extLst>
          </p:cNvPr>
          <p:cNvSpPr/>
          <p:nvPr/>
        </p:nvSpPr>
        <p:spPr>
          <a:xfrm>
            <a:off x="5682860" y="72558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517F0BFC-A9D7-51A2-7102-4031F5A2F0EB}"/>
              </a:ext>
            </a:extLst>
          </p:cNvPr>
          <p:cNvSpPr/>
          <p:nvPr/>
        </p:nvSpPr>
        <p:spPr>
          <a:xfrm>
            <a:off x="5132569" y="128789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B1B9F59-4EF2-5ECD-E6F4-1F5F74481184}"/>
              </a:ext>
            </a:extLst>
          </p:cNvPr>
          <p:cNvCxnSpPr>
            <a:stCxn id="36" idx="3"/>
            <a:endCxn id="37" idx="7"/>
          </p:cNvCxnSpPr>
          <p:nvPr/>
        </p:nvCxnSpPr>
        <p:spPr>
          <a:xfrm flipH="1">
            <a:off x="5417082" y="1010102"/>
            <a:ext cx="314593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00B0D513-F4BB-257C-930E-EC2D773301B8}"/>
              </a:ext>
            </a:extLst>
          </p:cNvPr>
          <p:cNvSpPr/>
          <p:nvPr/>
        </p:nvSpPr>
        <p:spPr>
          <a:xfrm>
            <a:off x="6227319" y="128789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0345998-88AD-703F-992A-240817CB3D00}"/>
              </a:ext>
            </a:extLst>
          </p:cNvPr>
          <p:cNvCxnSpPr>
            <a:cxnSpLocks/>
            <a:stCxn id="36" idx="5"/>
            <a:endCxn id="39" idx="1"/>
          </p:cNvCxnSpPr>
          <p:nvPr/>
        </p:nvCxnSpPr>
        <p:spPr>
          <a:xfrm>
            <a:off x="5967373" y="1010102"/>
            <a:ext cx="308761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椭圆 41">
            <a:extLst>
              <a:ext uri="{FF2B5EF4-FFF2-40B4-BE49-F238E27FC236}">
                <a16:creationId xmlns:a16="http://schemas.microsoft.com/office/drawing/2014/main" id="{9C938ADB-ED30-88C2-30EA-26CCFC174FCC}"/>
              </a:ext>
            </a:extLst>
          </p:cNvPr>
          <p:cNvSpPr/>
          <p:nvPr/>
        </p:nvSpPr>
        <p:spPr>
          <a:xfrm>
            <a:off x="6677763" y="175973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3073B46-641B-28FA-29F9-F15B503B6E6F}"/>
              </a:ext>
            </a:extLst>
          </p:cNvPr>
          <p:cNvCxnSpPr>
            <a:cxnSpLocks/>
            <a:stCxn id="39" idx="5"/>
            <a:endCxn id="42" idx="1"/>
          </p:cNvCxnSpPr>
          <p:nvPr/>
        </p:nvCxnSpPr>
        <p:spPr>
          <a:xfrm>
            <a:off x="6511832" y="1572405"/>
            <a:ext cx="214746" cy="2361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椭圆 47">
            <a:extLst>
              <a:ext uri="{FF2B5EF4-FFF2-40B4-BE49-F238E27FC236}">
                <a16:creationId xmlns:a16="http://schemas.microsoft.com/office/drawing/2014/main" id="{B3362C96-3203-078D-53E5-AF2066775F9B}"/>
              </a:ext>
            </a:extLst>
          </p:cNvPr>
          <p:cNvSpPr/>
          <p:nvPr/>
        </p:nvSpPr>
        <p:spPr>
          <a:xfrm>
            <a:off x="6178504" y="220983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F47F477A-BD06-769E-3FFC-7DE76EFE76DA}"/>
              </a:ext>
            </a:extLst>
          </p:cNvPr>
          <p:cNvCxnSpPr>
            <a:cxnSpLocks/>
            <a:stCxn id="42" idx="3"/>
            <a:endCxn id="48" idx="7"/>
          </p:cNvCxnSpPr>
          <p:nvPr/>
        </p:nvCxnSpPr>
        <p:spPr>
          <a:xfrm flipH="1">
            <a:off x="6463017" y="2044245"/>
            <a:ext cx="263561" cy="214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椭圆 52">
            <a:extLst>
              <a:ext uri="{FF2B5EF4-FFF2-40B4-BE49-F238E27FC236}">
                <a16:creationId xmlns:a16="http://schemas.microsoft.com/office/drawing/2014/main" id="{8D29FDC6-A180-416E-07CC-0AC3D7D7F8F7}"/>
              </a:ext>
            </a:extLst>
          </p:cNvPr>
          <p:cNvSpPr/>
          <p:nvPr/>
        </p:nvSpPr>
        <p:spPr>
          <a:xfrm>
            <a:off x="8889266" y="46397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5F6A3CFD-16DD-A076-A2D5-7043C4840298}"/>
              </a:ext>
            </a:extLst>
          </p:cNvPr>
          <p:cNvSpPr/>
          <p:nvPr/>
        </p:nvSpPr>
        <p:spPr>
          <a:xfrm>
            <a:off x="8338975" y="102627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E9ECD3F-3180-E757-3BF0-B28EBDEBE32A}"/>
              </a:ext>
            </a:extLst>
          </p:cNvPr>
          <p:cNvCxnSpPr>
            <a:stCxn id="53" idx="3"/>
            <a:endCxn id="54" idx="7"/>
          </p:cNvCxnSpPr>
          <p:nvPr/>
        </p:nvCxnSpPr>
        <p:spPr>
          <a:xfrm flipH="1">
            <a:off x="8623488" y="748486"/>
            <a:ext cx="314593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椭圆 55">
            <a:extLst>
              <a:ext uri="{FF2B5EF4-FFF2-40B4-BE49-F238E27FC236}">
                <a16:creationId xmlns:a16="http://schemas.microsoft.com/office/drawing/2014/main" id="{04EA1B58-8149-7719-0749-9CB3A65AFE87}"/>
              </a:ext>
            </a:extLst>
          </p:cNvPr>
          <p:cNvSpPr/>
          <p:nvPr/>
        </p:nvSpPr>
        <p:spPr>
          <a:xfrm>
            <a:off x="9433725" y="102627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8052B1C-606D-A88E-3E39-586934F29C76}"/>
              </a:ext>
            </a:extLst>
          </p:cNvPr>
          <p:cNvCxnSpPr>
            <a:cxnSpLocks/>
            <a:stCxn id="53" idx="5"/>
            <a:endCxn id="56" idx="1"/>
          </p:cNvCxnSpPr>
          <p:nvPr/>
        </p:nvCxnSpPr>
        <p:spPr>
          <a:xfrm>
            <a:off x="9173779" y="748486"/>
            <a:ext cx="308761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椭圆 58">
            <a:extLst>
              <a:ext uri="{FF2B5EF4-FFF2-40B4-BE49-F238E27FC236}">
                <a16:creationId xmlns:a16="http://schemas.microsoft.com/office/drawing/2014/main" id="{0BC5F909-B9B6-A0CE-F911-A12F45B69206}"/>
              </a:ext>
            </a:extLst>
          </p:cNvPr>
          <p:cNvSpPr/>
          <p:nvPr/>
        </p:nvSpPr>
        <p:spPr>
          <a:xfrm>
            <a:off x="7887859" y="150712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C94C9EB9-AE83-48A1-3051-1E33C8732177}"/>
              </a:ext>
            </a:extLst>
          </p:cNvPr>
          <p:cNvSpPr/>
          <p:nvPr/>
        </p:nvSpPr>
        <p:spPr>
          <a:xfrm>
            <a:off x="8802433" y="150523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F0CFD2A-77CD-8886-6EE1-EA353D56797E}"/>
              </a:ext>
            </a:extLst>
          </p:cNvPr>
          <p:cNvCxnSpPr>
            <a:cxnSpLocks/>
            <a:stCxn id="59" idx="7"/>
            <a:endCxn id="54" idx="3"/>
          </p:cNvCxnSpPr>
          <p:nvPr/>
        </p:nvCxnSpPr>
        <p:spPr>
          <a:xfrm flipV="1">
            <a:off x="8172372" y="1310789"/>
            <a:ext cx="215418" cy="2451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DB7044D1-D1FB-700A-4127-2F067565ADB7}"/>
              </a:ext>
            </a:extLst>
          </p:cNvPr>
          <p:cNvCxnSpPr>
            <a:cxnSpLocks/>
            <a:stCxn id="61" idx="1"/>
            <a:endCxn id="54" idx="5"/>
          </p:cNvCxnSpPr>
          <p:nvPr/>
        </p:nvCxnSpPr>
        <p:spPr>
          <a:xfrm flipH="1" flipV="1">
            <a:off x="8623488" y="1310789"/>
            <a:ext cx="227760" cy="2432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椭圆 68">
            <a:extLst>
              <a:ext uri="{FF2B5EF4-FFF2-40B4-BE49-F238E27FC236}">
                <a16:creationId xmlns:a16="http://schemas.microsoft.com/office/drawing/2014/main" id="{B801EA93-06EA-0538-D3FB-C91CDAB7DF93}"/>
              </a:ext>
            </a:extLst>
          </p:cNvPr>
          <p:cNvSpPr/>
          <p:nvPr/>
        </p:nvSpPr>
        <p:spPr>
          <a:xfrm>
            <a:off x="8338975" y="2013533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A884C5CF-D60D-664B-4F78-5E0B513E4F17}"/>
              </a:ext>
            </a:extLst>
          </p:cNvPr>
          <p:cNvSpPr/>
          <p:nvPr/>
        </p:nvSpPr>
        <p:spPr>
          <a:xfrm>
            <a:off x="8672303" y="261521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C9B1163-EDA3-AF1B-7E3C-1D306AFCC7A8}"/>
              </a:ext>
            </a:extLst>
          </p:cNvPr>
          <p:cNvCxnSpPr>
            <a:cxnSpLocks/>
            <a:stCxn id="69" idx="1"/>
            <a:endCxn id="59" idx="5"/>
          </p:cNvCxnSpPr>
          <p:nvPr/>
        </p:nvCxnSpPr>
        <p:spPr>
          <a:xfrm flipH="1" flipV="1">
            <a:off x="8172372" y="1791638"/>
            <a:ext cx="215418" cy="2707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AC12573F-E3AB-4622-2B91-1CFD81EE7962}"/>
              </a:ext>
            </a:extLst>
          </p:cNvPr>
          <p:cNvCxnSpPr>
            <a:cxnSpLocks/>
            <a:stCxn id="71" idx="0"/>
            <a:endCxn id="69" idx="5"/>
          </p:cNvCxnSpPr>
          <p:nvPr/>
        </p:nvCxnSpPr>
        <p:spPr>
          <a:xfrm flipH="1" flipV="1">
            <a:off x="8623488" y="2298046"/>
            <a:ext cx="215479" cy="3171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F1CA7932-921A-9048-3AB6-305BEB084950}"/>
              </a:ext>
            </a:extLst>
          </p:cNvPr>
          <p:cNvSpPr txBox="1"/>
          <p:nvPr/>
        </p:nvSpPr>
        <p:spPr>
          <a:xfrm>
            <a:off x="3303836" y="3028890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B</a:t>
            </a:r>
            <a:endParaRPr lang="zh-CN" altLang="en-US" sz="2000" b="1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B8A73828-D8CC-F787-DB4B-DD325309466D}"/>
              </a:ext>
            </a:extLst>
          </p:cNvPr>
          <p:cNvSpPr txBox="1"/>
          <p:nvPr/>
        </p:nvSpPr>
        <p:spPr>
          <a:xfrm>
            <a:off x="5838094" y="3037897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C</a:t>
            </a:r>
            <a:endParaRPr lang="zh-CN" altLang="en-US" sz="2000" b="1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FA5D722-82D4-0FEE-EA76-698A428023A2}"/>
              </a:ext>
            </a:extLst>
          </p:cNvPr>
          <p:cNvSpPr txBox="1"/>
          <p:nvPr/>
        </p:nvSpPr>
        <p:spPr>
          <a:xfrm>
            <a:off x="8802433" y="3037897"/>
            <a:ext cx="369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/>
              <a:t>D</a:t>
            </a:r>
            <a:endParaRPr lang="zh-CN" altLang="en-US" sz="2000" b="1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20DE6C1-8885-6972-4D1C-2FB8113D6C0C}"/>
              </a:ext>
            </a:extLst>
          </p:cNvPr>
          <p:cNvSpPr txBox="1"/>
          <p:nvPr/>
        </p:nvSpPr>
        <p:spPr>
          <a:xfrm>
            <a:off x="1106568" y="7297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12EC7AC-7122-E86A-BF15-7E124C6C6112}"/>
              </a:ext>
            </a:extLst>
          </p:cNvPr>
          <p:cNvSpPr txBox="1"/>
          <p:nvPr/>
        </p:nvSpPr>
        <p:spPr>
          <a:xfrm>
            <a:off x="6544776" y="1175722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-2</a:t>
            </a:r>
            <a:endParaRPr lang="zh-CN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AD977AEA-1C91-62C5-3B79-B1288BC72168}"/>
              </a:ext>
            </a:extLst>
          </p:cNvPr>
          <p:cNvSpPr txBox="1"/>
          <p:nvPr/>
        </p:nvSpPr>
        <p:spPr>
          <a:xfrm>
            <a:off x="7510301" y="1345323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-2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7420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1FF4C-9479-0DCC-5033-398D812A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46EE53-EE1C-D634-81A4-45F5F370AF6B}"/>
              </a:ext>
            </a:extLst>
          </p:cNvPr>
          <p:cNvSpPr txBox="1"/>
          <p:nvPr/>
        </p:nvSpPr>
        <p:spPr>
          <a:xfrm>
            <a:off x="1409888" y="72070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95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D0D985-BE21-6B14-9351-13932A7D6E58}"/>
              </a:ext>
            </a:extLst>
          </p:cNvPr>
          <p:cNvSpPr txBox="1"/>
          <p:nvPr/>
        </p:nvSpPr>
        <p:spPr>
          <a:xfrm>
            <a:off x="974609" y="125221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22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907AD7-C64F-FF84-92B1-AF344A42D409}"/>
              </a:ext>
            </a:extLst>
          </p:cNvPr>
          <p:cNvSpPr txBox="1"/>
          <p:nvPr/>
        </p:nvSpPr>
        <p:spPr>
          <a:xfrm>
            <a:off x="1188770" y="181306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/>
              <a:t>91</a:t>
            </a:r>
            <a:endParaRPr lang="zh-CN" altLang="en-US" u="sng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471000-58CD-64DD-2ABD-0E5238F93D8D}"/>
              </a:ext>
            </a:extLst>
          </p:cNvPr>
          <p:cNvSpPr txBox="1"/>
          <p:nvPr/>
        </p:nvSpPr>
        <p:spPr>
          <a:xfrm>
            <a:off x="745734" y="229451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24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623EED-97CE-074C-583F-9FDD1439F1F6}"/>
              </a:ext>
            </a:extLst>
          </p:cNvPr>
          <p:cNvSpPr txBox="1"/>
          <p:nvPr/>
        </p:nvSpPr>
        <p:spPr>
          <a:xfrm>
            <a:off x="955165" y="274324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/>
              <a:t>94</a:t>
            </a:r>
            <a:endParaRPr lang="zh-CN" altLang="en-US" u="sng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10F01C-2558-7714-37E8-320B20C157A3}"/>
              </a:ext>
            </a:extLst>
          </p:cNvPr>
          <p:cNvSpPr txBox="1"/>
          <p:nvPr/>
        </p:nvSpPr>
        <p:spPr>
          <a:xfrm>
            <a:off x="762387" y="324560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71</a:t>
            </a:r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E706AE3-387A-FA23-41D1-86F413AC4F40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1188770" y="1090041"/>
            <a:ext cx="435279" cy="16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C825F40-8539-93F9-4576-33C1571FB809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H="1" flipV="1">
            <a:off x="1188770" y="1621550"/>
            <a:ext cx="214161" cy="1915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CEFC8B2-021B-083E-2DB0-AE6B370FBDA6}"/>
              </a:ext>
            </a:extLst>
          </p:cNvPr>
          <p:cNvCxnSpPr>
            <a:cxnSpLocks/>
          </p:cNvCxnSpPr>
          <p:nvPr/>
        </p:nvCxnSpPr>
        <p:spPr>
          <a:xfrm flipH="1">
            <a:off x="1121604" y="2198257"/>
            <a:ext cx="174246" cy="1171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3D01A7A-48EB-0EB8-E3B0-E84AEE7CC508}"/>
              </a:ext>
            </a:extLst>
          </p:cNvPr>
          <p:cNvCxnSpPr>
            <a:cxnSpLocks/>
          </p:cNvCxnSpPr>
          <p:nvPr/>
        </p:nvCxnSpPr>
        <p:spPr>
          <a:xfrm>
            <a:off x="1064698" y="2610216"/>
            <a:ext cx="124072" cy="1960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966B2E6-AF48-903A-831F-40E5B5CE674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064698" y="3112578"/>
            <a:ext cx="104628" cy="193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63C1A85-9CBA-3FDB-8EA2-0C2741FC0E4A}"/>
              </a:ext>
            </a:extLst>
          </p:cNvPr>
          <p:cNvSpPr txBox="1"/>
          <p:nvPr/>
        </p:nvSpPr>
        <p:spPr>
          <a:xfrm>
            <a:off x="3306254" y="71617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92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04544F-80C7-6763-9750-C4F33A178F50}"/>
              </a:ext>
            </a:extLst>
          </p:cNvPr>
          <p:cNvSpPr txBox="1"/>
          <p:nvPr/>
        </p:nvSpPr>
        <p:spPr>
          <a:xfrm>
            <a:off x="2722730" y="125221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20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6E4005B-BFB0-34DE-C5FF-28AEF10BFEEA}"/>
              </a:ext>
            </a:extLst>
          </p:cNvPr>
          <p:cNvSpPr txBox="1"/>
          <p:nvPr/>
        </p:nvSpPr>
        <p:spPr>
          <a:xfrm>
            <a:off x="3020022" y="182653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91</a:t>
            </a:r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3B2021A-B136-F6EC-DC97-70E72A3F8F69}"/>
              </a:ext>
            </a:extLst>
          </p:cNvPr>
          <p:cNvSpPr txBox="1"/>
          <p:nvPr/>
        </p:nvSpPr>
        <p:spPr>
          <a:xfrm>
            <a:off x="2540500" y="232991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34</a:t>
            </a:r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2DD58A6-0416-6AA6-1467-126E95FFA5CD}"/>
              </a:ext>
            </a:extLst>
          </p:cNvPr>
          <p:cNvSpPr txBox="1"/>
          <p:nvPr/>
        </p:nvSpPr>
        <p:spPr>
          <a:xfrm>
            <a:off x="2991344" y="280626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88</a:t>
            </a:r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A716D92-F645-CE6A-75CC-7D2C58F313D6}"/>
              </a:ext>
            </a:extLst>
          </p:cNvPr>
          <p:cNvSpPr txBox="1"/>
          <p:nvPr/>
        </p:nvSpPr>
        <p:spPr>
          <a:xfrm>
            <a:off x="2563022" y="32837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35</a:t>
            </a:r>
            <a:endParaRPr lang="zh-CN" altLang="en-US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B7FE690-70D8-DD4B-8FAB-F49E980FCF9D}"/>
              </a:ext>
            </a:extLst>
          </p:cNvPr>
          <p:cNvCxnSpPr/>
          <p:nvPr/>
        </p:nvCxnSpPr>
        <p:spPr>
          <a:xfrm flipH="1">
            <a:off x="2968822" y="1085505"/>
            <a:ext cx="435279" cy="16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837BBB8-6DD5-AB24-CE57-EA867A9662E5}"/>
              </a:ext>
            </a:extLst>
          </p:cNvPr>
          <p:cNvCxnSpPr>
            <a:cxnSpLocks/>
          </p:cNvCxnSpPr>
          <p:nvPr/>
        </p:nvCxnSpPr>
        <p:spPr>
          <a:xfrm flipH="1" flipV="1">
            <a:off x="2968822" y="1635015"/>
            <a:ext cx="214161" cy="1915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90AF3AF-EEA2-3A13-6998-67CEC063D663}"/>
              </a:ext>
            </a:extLst>
          </p:cNvPr>
          <p:cNvCxnSpPr>
            <a:cxnSpLocks/>
          </p:cNvCxnSpPr>
          <p:nvPr/>
        </p:nvCxnSpPr>
        <p:spPr>
          <a:xfrm flipH="1">
            <a:off x="2820176" y="2182398"/>
            <a:ext cx="255726" cy="1407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8CD628B-92AE-93A1-AD73-3338B4D6AE6C}"/>
              </a:ext>
            </a:extLst>
          </p:cNvPr>
          <p:cNvCxnSpPr>
            <a:cxnSpLocks/>
          </p:cNvCxnSpPr>
          <p:nvPr/>
        </p:nvCxnSpPr>
        <p:spPr>
          <a:xfrm>
            <a:off x="2906786" y="2645223"/>
            <a:ext cx="169116" cy="1970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BE02BE3-55D6-DEEA-6615-43DEB19350EA}"/>
              </a:ext>
            </a:extLst>
          </p:cNvPr>
          <p:cNvCxnSpPr>
            <a:cxnSpLocks/>
          </p:cNvCxnSpPr>
          <p:nvPr/>
        </p:nvCxnSpPr>
        <p:spPr>
          <a:xfrm flipH="1">
            <a:off x="2896751" y="3132809"/>
            <a:ext cx="179151" cy="1734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75603AA5-3529-85DB-B2EA-15BDAF5395A7}"/>
              </a:ext>
            </a:extLst>
          </p:cNvPr>
          <p:cNvSpPr txBox="1"/>
          <p:nvPr/>
        </p:nvSpPr>
        <p:spPr>
          <a:xfrm>
            <a:off x="876585" y="3827373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A</a:t>
            </a:r>
            <a:endParaRPr lang="zh-CN" altLang="en-US" sz="200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A6C913D-40E7-C4A6-383A-C8818DDD53AA}"/>
              </a:ext>
            </a:extLst>
          </p:cNvPr>
          <p:cNvSpPr txBox="1"/>
          <p:nvPr/>
        </p:nvSpPr>
        <p:spPr>
          <a:xfrm>
            <a:off x="2855538" y="382737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B</a:t>
            </a:r>
            <a:endParaRPr lang="zh-CN" altLang="en-US" sz="200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428C3A6-71E2-6B1F-ADC7-3FE96A93A9E5}"/>
              </a:ext>
            </a:extLst>
          </p:cNvPr>
          <p:cNvSpPr txBox="1"/>
          <p:nvPr/>
        </p:nvSpPr>
        <p:spPr>
          <a:xfrm>
            <a:off x="4706171" y="72963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21</a:t>
            </a:r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2F94390-E87E-6871-0814-553EE2085DEF}"/>
              </a:ext>
            </a:extLst>
          </p:cNvPr>
          <p:cNvSpPr txBox="1"/>
          <p:nvPr/>
        </p:nvSpPr>
        <p:spPr>
          <a:xfrm>
            <a:off x="5379784" y="126114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89</a:t>
            </a:r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5F6160A-6333-A143-DE19-031FDB5B8F36}"/>
              </a:ext>
            </a:extLst>
          </p:cNvPr>
          <p:cNvSpPr txBox="1"/>
          <p:nvPr/>
        </p:nvSpPr>
        <p:spPr>
          <a:xfrm>
            <a:off x="5091500" y="176221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77</a:t>
            </a:r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6531EE9-48D5-A1CB-18F5-213080992C31}"/>
              </a:ext>
            </a:extLst>
          </p:cNvPr>
          <p:cNvSpPr txBox="1"/>
          <p:nvPr/>
        </p:nvSpPr>
        <p:spPr>
          <a:xfrm>
            <a:off x="4877339" y="230796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29</a:t>
            </a:r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5078A9E-4414-7DDB-E31D-4D2ECFA7F81B}"/>
              </a:ext>
            </a:extLst>
          </p:cNvPr>
          <p:cNvSpPr txBox="1"/>
          <p:nvPr/>
        </p:nvSpPr>
        <p:spPr>
          <a:xfrm>
            <a:off x="5226634" y="281972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36</a:t>
            </a:r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826F356-EC36-041C-2C45-ED6AE1A61887}"/>
              </a:ext>
            </a:extLst>
          </p:cNvPr>
          <p:cNvSpPr txBox="1"/>
          <p:nvPr/>
        </p:nvSpPr>
        <p:spPr>
          <a:xfrm>
            <a:off x="5511513" y="329715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38</a:t>
            </a:r>
            <a:endParaRPr lang="zh-CN" altLang="en-US"/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6FF0517-59DB-FAAA-0C57-3C55B2FA988A}"/>
              </a:ext>
            </a:extLst>
          </p:cNvPr>
          <p:cNvCxnSpPr>
            <a:cxnSpLocks/>
          </p:cNvCxnSpPr>
          <p:nvPr/>
        </p:nvCxnSpPr>
        <p:spPr>
          <a:xfrm>
            <a:off x="5046455" y="1029668"/>
            <a:ext cx="394340" cy="2608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3C567F4-1F45-B900-976E-5B89795F7F22}"/>
              </a:ext>
            </a:extLst>
          </p:cNvPr>
          <p:cNvCxnSpPr>
            <a:cxnSpLocks/>
          </p:cNvCxnSpPr>
          <p:nvPr/>
        </p:nvCxnSpPr>
        <p:spPr>
          <a:xfrm flipH="1">
            <a:off x="5305661" y="1630472"/>
            <a:ext cx="255726" cy="1407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4175709D-D638-EFDE-ABB6-EC8643EEEFAF}"/>
              </a:ext>
            </a:extLst>
          </p:cNvPr>
          <p:cNvCxnSpPr>
            <a:cxnSpLocks/>
          </p:cNvCxnSpPr>
          <p:nvPr/>
        </p:nvCxnSpPr>
        <p:spPr>
          <a:xfrm flipH="1">
            <a:off x="5138997" y="2139922"/>
            <a:ext cx="104628" cy="193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DDC6229-5C12-4DBC-6A8C-18891FD6F31E}"/>
              </a:ext>
            </a:extLst>
          </p:cNvPr>
          <p:cNvCxnSpPr>
            <a:cxnSpLocks/>
          </p:cNvCxnSpPr>
          <p:nvPr/>
        </p:nvCxnSpPr>
        <p:spPr>
          <a:xfrm>
            <a:off x="5221103" y="2645197"/>
            <a:ext cx="169116" cy="1970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F7E4E599-564E-BA44-2BED-7A8FF28A9697}"/>
              </a:ext>
            </a:extLst>
          </p:cNvPr>
          <p:cNvCxnSpPr>
            <a:cxnSpLocks/>
          </p:cNvCxnSpPr>
          <p:nvPr/>
        </p:nvCxnSpPr>
        <p:spPr>
          <a:xfrm>
            <a:off x="5519822" y="3144568"/>
            <a:ext cx="169116" cy="1970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3E4CA761-DC23-19AA-3DC1-361BF24E41AA}"/>
              </a:ext>
            </a:extLst>
          </p:cNvPr>
          <p:cNvSpPr txBox="1"/>
          <p:nvPr/>
        </p:nvSpPr>
        <p:spPr>
          <a:xfrm>
            <a:off x="5134493" y="3819080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C</a:t>
            </a:r>
            <a:endParaRPr lang="zh-CN" altLang="en-US" sz="200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85D5929-0184-65CD-BD5A-8D1BCA1109DF}"/>
              </a:ext>
            </a:extLst>
          </p:cNvPr>
          <p:cNvSpPr txBox="1"/>
          <p:nvPr/>
        </p:nvSpPr>
        <p:spPr>
          <a:xfrm>
            <a:off x="7205870" y="71394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12</a:t>
            </a:r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F07A908-9406-5219-5512-CEBC90AD28F5}"/>
              </a:ext>
            </a:extLst>
          </p:cNvPr>
          <p:cNvSpPr txBox="1"/>
          <p:nvPr/>
        </p:nvSpPr>
        <p:spPr>
          <a:xfrm>
            <a:off x="7689897" y="124999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25</a:t>
            </a:r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C2ABC3F-58B4-0EF7-BC73-CCD8DB45007A}"/>
              </a:ext>
            </a:extLst>
          </p:cNvPr>
          <p:cNvSpPr txBox="1"/>
          <p:nvPr/>
        </p:nvSpPr>
        <p:spPr>
          <a:xfrm>
            <a:off x="8066618" y="171622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71</a:t>
            </a:r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581F9B1-049E-092E-A32B-0FE54B182570}"/>
              </a:ext>
            </a:extLst>
          </p:cNvPr>
          <p:cNvSpPr txBox="1"/>
          <p:nvPr/>
        </p:nvSpPr>
        <p:spPr>
          <a:xfrm>
            <a:off x="7689897" y="226152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68</a:t>
            </a:r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159558B-4F10-3101-27FD-47344D80CA87}"/>
              </a:ext>
            </a:extLst>
          </p:cNvPr>
          <p:cNvSpPr txBox="1"/>
          <p:nvPr/>
        </p:nvSpPr>
        <p:spPr>
          <a:xfrm>
            <a:off x="7285028" y="280403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33</a:t>
            </a:r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5F3A4F1-3FEF-3E77-954F-5EB5BD7485E9}"/>
              </a:ext>
            </a:extLst>
          </p:cNvPr>
          <p:cNvSpPr txBox="1"/>
          <p:nvPr/>
        </p:nvSpPr>
        <p:spPr>
          <a:xfrm>
            <a:off x="7689897" y="327026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34</a:t>
            </a:r>
            <a:endParaRPr lang="zh-CN" altLang="en-US"/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004D8696-EA6D-FE41-6AE9-4865F32B4DCF}"/>
              </a:ext>
            </a:extLst>
          </p:cNvPr>
          <p:cNvCxnSpPr>
            <a:cxnSpLocks/>
          </p:cNvCxnSpPr>
          <p:nvPr/>
        </p:nvCxnSpPr>
        <p:spPr>
          <a:xfrm flipH="1" flipV="1">
            <a:off x="7527111" y="1085505"/>
            <a:ext cx="214161" cy="1915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19E5CBA8-8A1D-E580-CDB7-1D1CEC4B5BBB}"/>
              </a:ext>
            </a:extLst>
          </p:cNvPr>
          <p:cNvCxnSpPr>
            <a:cxnSpLocks/>
          </p:cNvCxnSpPr>
          <p:nvPr/>
        </p:nvCxnSpPr>
        <p:spPr>
          <a:xfrm>
            <a:off x="8023625" y="1571950"/>
            <a:ext cx="169116" cy="1970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C4EE86F-A9A6-B4E5-BEEC-087D52352650}"/>
              </a:ext>
            </a:extLst>
          </p:cNvPr>
          <p:cNvCxnSpPr>
            <a:cxnSpLocks/>
          </p:cNvCxnSpPr>
          <p:nvPr/>
        </p:nvCxnSpPr>
        <p:spPr>
          <a:xfrm flipH="1">
            <a:off x="7938755" y="2031203"/>
            <a:ext cx="222457" cy="2690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3EF26A7B-7090-9E80-0084-3E81CA32A6BA}"/>
              </a:ext>
            </a:extLst>
          </p:cNvPr>
          <p:cNvCxnSpPr>
            <a:cxnSpLocks/>
          </p:cNvCxnSpPr>
          <p:nvPr/>
        </p:nvCxnSpPr>
        <p:spPr>
          <a:xfrm flipH="1">
            <a:off x="7578668" y="2579775"/>
            <a:ext cx="222457" cy="2690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19C071C-6F06-C02D-EDA2-54E4DDB9B94F}"/>
              </a:ext>
            </a:extLst>
          </p:cNvPr>
          <p:cNvCxnSpPr>
            <a:cxnSpLocks/>
          </p:cNvCxnSpPr>
          <p:nvPr/>
        </p:nvCxnSpPr>
        <p:spPr>
          <a:xfrm>
            <a:off x="7605338" y="3110350"/>
            <a:ext cx="169116" cy="1970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E136B326-2A48-B4B3-0CB6-15C28E7DE3D3}"/>
              </a:ext>
            </a:extLst>
          </p:cNvPr>
          <p:cNvSpPr txBox="1"/>
          <p:nvPr/>
        </p:nvSpPr>
        <p:spPr>
          <a:xfrm>
            <a:off x="7544567" y="3799514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/>
              <a:t>D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0995391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A881C-DEA7-47C4-B9AA-B8AF8BE05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A77B418D-4639-58F9-D402-6F7E2C7866B6}"/>
              </a:ext>
            </a:extLst>
          </p:cNvPr>
          <p:cNvSpPr/>
          <p:nvPr/>
        </p:nvSpPr>
        <p:spPr>
          <a:xfrm>
            <a:off x="2102240" y="38250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42416A5-57CB-8F81-E2DE-31A42190E499}"/>
              </a:ext>
            </a:extLst>
          </p:cNvPr>
          <p:cNvSpPr/>
          <p:nvPr/>
        </p:nvSpPr>
        <p:spPr>
          <a:xfrm>
            <a:off x="1561708" y="9725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8DD74E6-D9B6-497F-56FB-5F38A21F1EA4}"/>
              </a:ext>
            </a:extLst>
          </p:cNvPr>
          <p:cNvSpPr/>
          <p:nvPr/>
        </p:nvSpPr>
        <p:spPr>
          <a:xfrm>
            <a:off x="2669799" y="9725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DA37DE7-82EE-4AFC-C7D7-7A8691A85B60}"/>
              </a:ext>
            </a:extLst>
          </p:cNvPr>
          <p:cNvSpPr/>
          <p:nvPr/>
        </p:nvSpPr>
        <p:spPr>
          <a:xfrm>
            <a:off x="2336471" y="168878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8A49ACB-269D-9F90-EDE8-B5D1A5FD99B3}"/>
              </a:ext>
            </a:extLst>
          </p:cNvPr>
          <p:cNvSpPr/>
          <p:nvPr/>
        </p:nvSpPr>
        <p:spPr>
          <a:xfrm>
            <a:off x="3003127" y="168878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FA27921-1E1C-3763-BFE6-F9C24A5A391A}"/>
              </a:ext>
            </a:extLst>
          </p:cNvPr>
          <p:cNvCxnSpPr>
            <a:stCxn id="3" idx="3"/>
            <a:endCxn id="5" idx="7"/>
          </p:cNvCxnSpPr>
          <p:nvPr/>
        </p:nvCxnSpPr>
        <p:spPr>
          <a:xfrm flipH="1">
            <a:off x="1846221" y="667014"/>
            <a:ext cx="304834" cy="3543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2831980-F45A-9A63-F308-2E3EE438BF75}"/>
              </a:ext>
            </a:extLst>
          </p:cNvPr>
          <p:cNvCxnSpPr>
            <a:cxnSpLocks/>
            <a:stCxn id="3" idx="5"/>
            <a:endCxn id="7" idx="1"/>
          </p:cNvCxnSpPr>
          <p:nvPr/>
        </p:nvCxnSpPr>
        <p:spPr>
          <a:xfrm>
            <a:off x="2386753" y="667014"/>
            <a:ext cx="331861" cy="3543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3BF600C-6592-0332-54DD-C8905A153F64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 flipH="1">
            <a:off x="2503135" y="1257095"/>
            <a:ext cx="215479" cy="4316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56E5CBF-B2C7-8F53-ACB1-1006ADA30059}"/>
              </a:ext>
            </a:extLst>
          </p:cNvPr>
          <p:cNvCxnSpPr>
            <a:cxnSpLocks/>
            <a:stCxn id="7" idx="5"/>
            <a:endCxn id="11" idx="0"/>
          </p:cNvCxnSpPr>
          <p:nvPr/>
        </p:nvCxnSpPr>
        <p:spPr>
          <a:xfrm>
            <a:off x="2954312" y="1257095"/>
            <a:ext cx="215479" cy="4316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EF05D3CD-5BFF-FED7-178E-97A50645B94C}"/>
              </a:ext>
            </a:extLst>
          </p:cNvPr>
          <p:cNvSpPr txBox="1"/>
          <p:nvPr/>
        </p:nvSpPr>
        <p:spPr>
          <a:xfrm>
            <a:off x="2054743" y="35807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24</a:t>
            </a:r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4843BDF-4CBD-39FA-E3ED-8AC7EE3BBB99}"/>
              </a:ext>
            </a:extLst>
          </p:cNvPr>
          <p:cNvSpPr txBox="1"/>
          <p:nvPr/>
        </p:nvSpPr>
        <p:spPr>
          <a:xfrm>
            <a:off x="1514211" y="95458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13</a:t>
            </a:r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9A05291-96D8-67D3-89D6-F6ADF2081D6F}"/>
              </a:ext>
            </a:extLst>
          </p:cNvPr>
          <p:cNvSpPr txBox="1"/>
          <p:nvPr/>
        </p:nvSpPr>
        <p:spPr>
          <a:xfrm>
            <a:off x="2633729" y="96100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53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7C0C85-0033-8294-08EE-42E1CAFF5380}"/>
              </a:ext>
            </a:extLst>
          </p:cNvPr>
          <p:cNvSpPr txBox="1"/>
          <p:nvPr/>
        </p:nvSpPr>
        <p:spPr>
          <a:xfrm>
            <a:off x="2309806" y="167078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37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F718474-82D4-9CD6-0BBA-0C019EF82C3F}"/>
              </a:ext>
            </a:extLst>
          </p:cNvPr>
          <p:cNvSpPr txBox="1"/>
          <p:nvPr/>
        </p:nvSpPr>
        <p:spPr>
          <a:xfrm>
            <a:off x="2955630" y="167078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90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9221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A4C4B-E0BC-E66A-1DCB-50B8E420F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996B276F-B1A8-BE69-8CD3-C603598FFF6F}"/>
              </a:ext>
            </a:extLst>
          </p:cNvPr>
          <p:cNvSpPr/>
          <p:nvPr/>
        </p:nvSpPr>
        <p:spPr>
          <a:xfrm>
            <a:off x="2102240" y="38250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A40F01E-2665-E0F7-454E-E99AB06F0754}"/>
              </a:ext>
            </a:extLst>
          </p:cNvPr>
          <p:cNvSpPr/>
          <p:nvPr/>
        </p:nvSpPr>
        <p:spPr>
          <a:xfrm>
            <a:off x="1561708" y="9725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EC3254F-A941-42DE-D7DF-78EA8C3D4BFD}"/>
              </a:ext>
            </a:extLst>
          </p:cNvPr>
          <p:cNvSpPr/>
          <p:nvPr/>
        </p:nvSpPr>
        <p:spPr>
          <a:xfrm>
            <a:off x="2669799" y="97258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6EDCF07-552E-8579-ADD4-B0C7135C1963}"/>
              </a:ext>
            </a:extLst>
          </p:cNvPr>
          <p:cNvSpPr/>
          <p:nvPr/>
        </p:nvSpPr>
        <p:spPr>
          <a:xfrm>
            <a:off x="2336471" y="168878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E098F0D-DF0E-2F4F-8BE9-EB1C5CC8759D}"/>
              </a:ext>
            </a:extLst>
          </p:cNvPr>
          <p:cNvSpPr/>
          <p:nvPr/>
        </p:nvSpPr>
        <p:spPr>
          <a:xfrm>
            <a:off x="3003127" y="168878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5774FC4-B3E2-78A3-6414-9222496D02D3}"/>
              </a:ext>
            </a:extLst>
          </p:cNvPr>
          <p:cNvCxnSpPr>
            <a:stCxn id="3" idx="3"/>
            <a:endCxn id="5" idx="7"/>
          </p:cNvCxnSpPr>
          <p:nvPr/>
        </p:nvCxnSpPr>
        <p:spPr>
          <a:xfrm flipH="1">
            <a:off x="1846221" y="667014"/>
            <a:ext cx="304834" cy="3543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4ED3B2F-B0DC-D2DD-9E38-623BE6EBFC42}"/>
              </a:ext>
            </a:extLst>
          </p:cNvPr>
          <p:cNvCxnSpPr>
            <a:cxnSpLocks/>
            <a:stCxn id="3" idx="5"/>
            <a:endCxn id="7" idx="1"/>
          </p:cNvCxnSpPr>
          <p:nvPr/>
        </p:nvCxnSpPr>
        <p:spPr>
          <a:xfrm>
            <a:off x="2386753" y="667014"/>
            <a:ext cx="331861" cy="3543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F7ACC27-359B-7F8B-71D2-7E3223A548D4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 flipH="1">
            <a:off x="2503135" y="1257095"/>
            <a:ext cx="215479" cy="4316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ADD9735-8A0D-022D-46F3-A508C66E847A}"/>
              </a:ext>
            </a:extLst>
          </p:cNvPr>
          <p:cNvCxnSpPr>
            <a:cxnSpLocks/>
            <a:stCxn id="7" idx="5"/>
            <a:endCxn id="11" idx="0"/>
          </p:cNvCxnSpPr>
          <p:nvPr/>
        </p:nvCxnSpPr>
        <p:spPr>
          <a:xfrm>
            <a:off x="2954312" y="1257095"/>
            <a:ext cx="215479" cy="4316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792A6A4A-91E5-8110-3C59-06493C705B83}"/>
              </a:ext>
            </a:extLst>
          </p:cNvPr>
          <p:cNvSpPr txBox="1"/>
          <p:nvPr/>
        </p:nvSpPr>
        <p:spPr>
          <a:xfrm>
            <a:off x="2054743" y="35807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24</a:t>
            </a:r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705A114-909B-584A-57C9-E47AD667DD99}"/>
              </a:ext>
            </a:extLst>
          </p:cNvPr>
          <p:cNvSpPr txBox="1"/>
          <p:nvPr/>
        </p:nvSpPr>
        <p:spPr>
          <a:xfrm>
            <a:off x="1514211" y="95458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13</a:t>
            </a:r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CE66624-2A20-73F3-81A8-0A50A51C95E9}"/>
              </a:ext>
            </a:extLst>
          </p:cNvPr>
          <p:cNvSpPr txBox="1"/>
          <p:nvPr/>
        </p:nvSpPr>
        <p:spPr>
          <a:xfrm>
            <a:off x="2633729" y="96100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53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A16B93-37DC-DB0C-6380-1D3B4D356591}"/>
              </a:ext>
            </a:extLst>
          </p:cNvPr>
          <p:cNvSpPr txBox="1"/>
          <p:nvPr/>
        </p:nvSpPr>
        <p:spPr>
          <a:xfrm>
            <a:off x="2309806" y="167078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37</a:t>
            </a:r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3A70E8A-9709-AD7C-A184-B544F093865A}"/>
              </a:ext>
            </a:extLst>
          </p:cNvPr>
          <p:cNvSpPr txBox="1"/>
          <p:nvPr/>
        </p:nvSpPr>
        <p:spPr>
          <a:xfrm>
            <a:off x="2955630" y="167078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90</a:t>
            </a:r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E4975D5-8C2E-0BD0-BBE2-4336B6736D75}"/>
              </a:ext>
            </a:extLst>
          </p:cNvPr>
          <p:cNvGrpSpPr/>
          <p:nvPr/>
        </p:nvGrpSpPr>
        <p:grpSpPr>
          <a:xfrm>
            <a:off x="2490743" y="2338175"/>
            <a:ext cx="428322" cy="369332"/>
            <a:chOff x="2074813" y="3967295"/>
            <a:chExt cx="428322" cy="36933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02F0F37-52C0-1680-2081-6A9AA1C5647F}"/>
                </a:ext>
              </a:extLst>
            </p:cNvPr>
            <p:cNvSpPr/>
            <p:nvPr/>
          </p:nvSpPr>
          <p:spPr>
            <a:xfrm>
              <a:off x="2122310" y="3985297"/>
              <a:ext cx="333328" cy="33332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1957A99-2ED1-4EC8-98F4-5ECCE6616D09}"/>
                </a:ext>
              </a:extLst>
            </p:cNvPr>
            <p:cNvSpPr txBox="1"/>
            <p:nvPr/>
          </p:nvSpPr>
          <p:spPr>
            <a:xfrm>
              <a:off x="2074813" y="3967295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48</a:t>
              </a:r>
              <a:endParaRPr lang="zh-CN" altLang="en-US"/>
            </a:p>
          </p:txBody>
        </p: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69C2961-4414-EA78-1289-02889494E909}"/>
              </a:ext>
            </a:extLst>
          </p:cNvPr>
          <p:cNvCxnSpPr>
            <a:cxnSpLocks/>
            <a:stCxn id="4" idx="0"/>
            <a:endCxn id="27" idx="2"/>
          </p:cNvCxnSpPr>
          <p:nvPr/>
        </p:nvCxnSpPr>
        <p:spPr>
          <a:xfrm flipH="1" flipV="1">
            <a:off x="2523967" y="2040117"/>
            <a:ext cx="180937" cy="2980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4DA762F-35CA-B904-6D47-465FD5483215}"/>
              </a:ext>
            </a:extLst>
          </p:cNvPr>
          <p:cNvCxnSpPr>
            <a:cxnSpLocks/>
          </p:cNvCxnSpPr>
          <p:nvPr/>
        </p:nvCxnSpPr>
        <p:spPr>
          <a:xfrm>
            <a:off x="3567511" y="1202684"/>
            <a:ext cx="9369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FAD83A6-5AB3-DA0B-25E7-DDE1F548CB43}"/>
              </a:ext>
            </a:extLst>
          </p:cNvPr>
          <p:cNvSpPr txBox="1"/>
          <p:nvPr/>
        </p:nvSpPr>
        <p:spPr>
          <a:xfrm>
            <a:off x="3475562" y="793977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对</a:t>
            </a:r>
            <a:r>
              <a:rPr lang="en-US" altLang="zh-CN"/>
              <a:t>53</a:t>
            </a:r>
            <a:r>
              <a:rPr lang="zh-CN" altLang="en-US"/>
              <a:t>右旋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5B690D7-BDE5-0B86-505A-ECB81F8DD958}"/>
              </a:ext>
            </a:extLst>
          </p:cNvPr>
          <p:cNvSpPr/>
          <p:nvPr/>
        </p:nvSpPr>
        <p:spPr>
          <a:xfrm>
            <a:off x="5389725" y="333686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6CF7C668-77C8-1E60-3C99-413468123192}"/>
              </a:ext>
            </a:extLst>
          </p:cNvPr>
          <p:cNvSpPr/>
          <p:nvPr/>
        </p:nvSpPr>
        <p:spPr>
          <a:xfrm>
            <a:off x="4849193" y="92376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24DD3C7-6CD6-AADF-0814-080FEE0390E3}"/>
              </a:ext>
            </a:extLst>
          </p:cNvPr>
          <p:cNvCxnSpPr>
            <a:stCxn id="31" idx="3"/>
            <a:endCxn id="32" idx="7"/>
          </p:cNvCxnSpPr>
          <p:nvPr/>
        </p:nvCxnSpPr>
        <p:spPr>
          <a:xfrm flipH="1">
            <a:off x="5133706" y="618199"/>
            <a:ext cx="304834" cy="3543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D4990B1-AB5B-A2CD-587B-A8CF0F24A236}"/>
              </a:ext>
            </a:extLst>
          </p:cNvPr>
          <p:cNvCxnSpPr>
            <a:cxnSpLocks/>
            <a:stCxn id="31" idx="5"/>
            <a:endCxn id="43" idx="0"/>
          </p:cNvCxnSpPr>
          <p:nvPr/>
        </p:nvCxnSpPr>
        <p:spPr>
          <a:xfrm>
            <a:off x="5674238" y="618199"/>
            <a:ext cx="319643" cy="3183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EBD8F819-1154-C6AB-1C82-C88CDED71606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6096000" y="1202684"/>
            <a:ext cx="327577" cy="3858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6DA9C7D-631D-3E66-6042-A7D7B65251D5}"/>
              </a:ext>
            </a:extLst>
          </p:cNvPr>
          <p:cNvCxnSpPr>
            <a:cxnSpLocks/>
            <a:stCxn id="33" idx="5"/>
            <a:endCxn id="35" idx="0"/>
          </p:cNvCxnSpPr>
          <p:nvPr/>
        </p:nvCxnSpPr>
        <p:spPr>
          <a:xfrm>
            <a:off x="6529999" y="1884665"/>
            <a:ext cx="400243" cy="4519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15AF1E09-0F16-DB35-9BC6-13EAC94053E8}"/>
              </a:ext>
            </a:extLst>
          </p:cNvPr>
          <p:cNvSpPr txBox="1"/>
          <p:nvPr/>
        </p:nvSpPr>
        <p:spPr>
          <a:xfrm>
            <a:off x="5342228" y="30926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24</a:t>
            </a:r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D44AA21-0E68-D1FA-3AA8-9EFC00E53AA3}"/>
              </a:ext>
            </a:extLst>
          </p:cNvPr>
          <p:cNvSpPr txBox="1"/>
          <p:nvPr/>
        </p:nvSpPr>
        <p:spPr>
          <a:xfrm>
            <a:off x="4801696" y="90576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13</a:t>
            </a:r>
            <a:endParaRPr lang="zh-CN" altLang="en-US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F04B6933-FF3F-A780-CB72-83E569E4FB96}"/>
              </a:ext>
            </a:extLst>
          </p:cNvPr>
          <p:cNvGrpSpPr/>
          <p:nvPr/>
        </p:nvGrpSpPr>
        <p:grpSpPr>
          <a:xfrm>
            <a:off x="6209416" y="1588571"/>
            <a:ext cx="428322" cy="369332"/>
            <a:chOff x="5921214" y="912186"/>
            <a:chExt cx="428322" cy="369332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EB44B66D-CB3C-C7D9-F56C-5FD243E33CDE}"/>
                </a:ext>
              </a:extLst>
            </p:cNvPr>
            <p:cNvSpPr/>
            <p:nvPr/>
          </p:nvSpPr>
          <p:spPr>
            <a:xfrm>
              <a:off x="5957284" y="923767"/>
              <a:ext cx="333328" cy="33332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99EE571D-098A-005F-5DE1-B38E0A3AE26B}"/>
                </a:ext>
              </a:extLst>
            </p:cNvPr>
            <p:cNvSpPr txBox="1"/>
            <p:nvPr/>
          </p:nvSpPr>
          <p:spPr>
            <a:xfrm>
              <a:off x="5921214" y="912186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53</a:t>
              </a:r>
              <a:endParaRPr lang="zh-CN" altLang="en-US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57DFB88-5899-49B3-756F-2C62D0A1ADD1}"/>
              </a:ext>
            </a:extLst>
          </p:cNvPr>
          <p:cNvGrpSpPr/>
          <p:nvPr/>
        </p:nvGrpSpPr>
        <p:grpSpPr>
          <a:xfrm>
            <a:off x="5779720" y="936578"/>
            <a:ext cx="428322" cy="369332"/>
            <a:chOff x="5597291" y="1621970"/>
            <a:chExt cx="428322" cy="369332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B04C1C59-E001-A5F9-23D0-EFE0A0DD7367}"/>
                </a:ext>
              </a:extLst>
            </p:cNvPr>
            <p:cNvSpPr/>
            <p:nvPr/>
          </p:nvSpPr>
          <p:spPr>
            <a:xfrm>
              <a:off x="5623956" y="1639972"/>
              <a:ext cx="333328" cy="33332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743B8D27-8FE1-9B0B-3734-89E76A8B9CBC}"/>
                </a:ext>
              </a:extLst>
            </p:cNvPr>
            <p:cNvSpPr txBox="1"/>
            <p:nvPr/>
          </p:nvSpPr>
          <p:spPr>
            <a:xfrm>
              <a:off x="5597291" y="1621970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37</a:t>
              </a:r>
              <a:endParaRPr lang="zh-CN" altLang="en-US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2A94678A-0A20-C6B3-D9C9-300DF1620B97}"/>
              </a:ext>
            </a:extLst>
          </p:cNvPr>
          <p:cNvGrpSpPr/>
          <p:nvPr/>
        </p:nvGrpSpPr>
        <p:grpSpPr>
          <a:xfrm>
            <a:off x="6716081" y="2318631"/>
            <a:ext cx="428322" cy="369332"/>
            <a:chOff x="6243115" y="1621970"/>
            <a:chExt cx="428322" cy="369332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7EBE46F8-3818-019C-E452-F2F260FA7617}"/>
                </a:ext>
              </a:extLst>
            </p:cNvPr>
            <p:cNvSpPr/>
            <p:nvPr/>
          </p:nvSpPr>
          <p:spPr>
            <a:xfrm>
              <a:off x="6290612" y="1639972"/>
              <a:ext cx="333328" cy="33332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9CFFAEB6-793D-6CEF-573C-CD02BF900B60}"/>
                </a:ext>
              </a:extLst>
            </p:cNvPr>
            <p:cNvSpPr txBox="1"/>
            <p:nvPr/>
          </p:nvSpPr>
          <p:spPr>
            <a:xfrm>
              <a:off x="6243115" y="1621970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90</a:t>
              </a:r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80D7B1F-46CB-202E-D52D-E220C37C9D7C}"/>
              </a:ext>
            </a:extLst>
          </p:cNvPr>
          <p:cNvGrpSpPr/>
          <p:nvPr/>
        </p:nvGrpSpPr>
        <p:grpSpPr>
          <a:xfrm>
            <a:off x="5806385" y="2315205"/>
            <a:ext cx="428322" cy="369332"/>
            <a:chOff x="2074813" y="3967295"/>
            <a:chExt cx="428322" cy="369332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1432D5A0-044E-E710-0EE4-EF906254ECD8}"/>
                </a:ext>
              </a:extLst>
            </p:cNvPr>
            <p:cNvSpPr/>
            <p:nvPr/>
          </p:nvSpPr>
          <p:spPr>
            <a:xfrm>
              <a:off x="2122310" y="3985297"/>
              <a:ext cx="333328" cy="33332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2EE85FB-533D-C508-6F8E-83D28EBBB32A}"/>
                </a:ext>
              </a:extLst>
            </p:cNvPr>
            <p:cNvSpPr txBox="1"/>
            <p:nvPr/>
          </p:nvSpPr>
          <p:spPr>
            <a:xfrm>
              <a:off x="2074813" y="3967295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48</a:t>
              </a:r>
              <a:endParaRPr lang="zh-CN" altLang="en-US"/>
            </a:p>
          </p:txBody>
        </p:sp>
      </p:grp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BBF615A-0EAD-2106-8EA7-4D34A08076E7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6020546" y="1884665"/>
            <a:ext cx="295292" cy="4305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1A0C076B-96AD-5683-CB62-E60544C3E04A}"/>
              </a:ext>
            </a:extLst>
          </p:cNvPr>
          <p:cNvSpPr txBox="1"/>
          <p:nvPr/>
        </p:nvSpPr>
        <p:spPr>
          <a:xfrm>
            <a:off x="5147012" y="2819776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变成了</a:t>
            </a:r>
            <a:r>
              <a:rPr lang="en-US" altLang="zh-CN"/>
              <a:t>RR</a:t>
            </a:r>
            <a:r>
              <a:rPr lang="zh-CN" altLang="en-US"/>
              <a:t>型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76DFA62-D8C4-9441-C108-90528F9BE895}"/>
              </a:ext>
            </a:extLst>
          </p:cNvPr>
          <p:cNvSpPr txBox="1"/>
          <p:nvPr/>
        </p:nvSpPr>
        <p:spPr>
          <a:xfrm>
            <a:off x="1977780" y="2845291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RL</a:t>
            </a:r>
            <a:r>
              <a:rPr lang="zh-CN" altLang="en-US"/>
              <a:t>型</a:t>
            </a: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493019CC-3EB6-F398-32AC-6015DA4439DC}"/>
              </a:ext>
            </a:extLst>
          </p:cNvPr>
          <p:cNvSpPr/>
          <p:nvPr/>
        </p:nvSpPr>
        <p:spPr>
          <a:xfrm>
            <a:off x="8292344" y="99664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483DA834-F723-2C82-8F0C-E8EE10FA9104}"/>
              </a:ext>
            </a:extLst>
          </p:cNvPr>
          <p:cNvSpPr/>
          <p:nvPr/>
        </p:nvSpPr>
        <p:spPr>
          <a:xfrm>
            <a:off x="7883642" y="158854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310C762D-5247-369A-A095-4805DBF474D5}"/>
              </a:ext>
            </a:extLst>
          </p:cNvPr>
          <p:cNvCxnSpPr>
            <a:cxnSpLocks/>
            <a:stCxn id="59" idx="3"/>
          </p:cNvCxnSpPr>
          <p:nvPr/>
        </p:nvCxnSpPr>
        <p:spPr>
          <a:xfrm flipH="1">
            <a:off x="8125680" y="1281158"/>
            <a:ext cx="215479" cy="3179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0B899BD3-EBC2-6314-C2A3-2D39BC77F62D}"/>
              </a:ext>
            </a:extLst>
          </p:cNvPr>
          <p:cNvCxnSpPr>
            <a:cxnSpLocks/>
          </p:cNvCxnSpPr>
          <p:nvPr/>
        </p:nvCxnSpPr>
        <p:spPr>
          <a:xfrm flipV="1">
            <a:off x="8581697" y="727410"/>
            <a:ext cx="236274" cy="3097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474326CA-62C2-AFCD-62ED-9365C0CAFE87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9130170" y="715829"/>
            <a:ext cx="273320" cy="2766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102F135D-F924-1FB1-DC87-08F4D991A941}"/>
              </a:ext>
            </a:extLst>
          </p:cNvPr>
          <p:cNvCxnSpPr>
            <a:cxnSpLocks/>
            <a:stCxn id="68" idx="5"/>
            <a:endCxn id="74" idx="0"/>
          </p:cNvCxnSpPr>
          <p:nvPr/>
        </p:nvCxnSpPr>
        <p:spPr>
          <a:xfrm>
            <a:off x="9509912" y="1288593"/>
            <a:ext cx="258947" cy="3063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71C8D449-C642-C42D-0736-5DED207539B0}"/>
              </a:ext>
            </a:extLst>
          </p:cNvPr>
          <p:cNvSpPr txBox="1"/>
          <p:nvPr/>
        </p:nvSpPr>
        <p:spPr>
          <a:xfrm>
            <a:off x="8245450" y="97864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24</a:t>
            </a:r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0F76168-3915-AC33-D208-66C2B7F80E05}"/>
              </a:ext>
            </a:extLst>
          </p:cNvPr>
          <p:cNvSpPr txBox="1"/>
          <p:nvPr/>
        </p:nvSpPr>
        <p:spPr>
          <a:xfrm>
            <a:off x="7852595" y="155362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13</a:t>
            </a:r>
            <a:endParaRPr lang="zh-CN" altLang="en-US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669AC60A-B989-6B87-C6C6-C7CAB4E738F5}"/>
              </a:ext>
            </a:extLst>
          </p:cNvPr>
          <p:cNvGrpSpPr/>
          <p:nvPr/>
        </p:nvGrpSpPr>
        <p:grpSpPr>
          <a:xfrm>
            <a:off x="9189329" y="992499"/>
            <a:ext cx="428322" cy="369332"/>
            <a:chOff x="5921214" y="912186"/>
            <a:chExt cx="428322" cy="369332"/>
          </a:xfrm>
        </p:grpSpPr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0B263440-813D-6766-DB05-0154E192238A}"/>
                </a:ext>
              </a:extLst>
            </p:cNvPr>
            <p:cNvSpPr/>
            <p:nvPr/>
          </p:nvSpPr>
          <p:spPr>
            <a:xfrm>
              <a:off x="5957284" y="923767"/>
              <a:ext cx="333328" cy="33332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89727300-D031-AD52-D0D8-CCF6833C5007}"/>
                </a:ext>
              </a:extLst>
            </p:cNvPr>
            <p:cNvSpPr txBox="1"/>
            <p:nvPr/>
          </p:nvSpPr>
          <p:spPr>
            <a:xfrm>
              <a:off x="5921214" y="912186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53</a:t>
              </a:r>
              <a:endParaRPr lang="zh-CN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7DFD6075-FA9B-C735-0784-50B54E3E31C8}"/>
              </a:ext>
            </a:extLst>
          </p:cNvPr>
          <p:cNvGrpSpPr/>
          <p:nvPr/>
        </p:nvGrpSpPr>
        <p:grpSpPr>
          <a:xfrm>
            <a:off x="8761007" y="408056"/>
            <a:ext cx="428322" cy="369332"/>
            <a:chOff x="5597291" y="1621970"/>
            <a:chExt cx="428322" cy="369332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2EC7C555-3271-90B6-92A0-8AE932620528}"/>
                </a:ext>
              </a:extLst>
            </p:cNvPr>
            <p:cNvSpPr/>
            <p:nvPr/>
          </p:nvSpPr>
          <p:spPr>
            <a:xfrm>
              <a:off x="5623956" y="1639972"/>
              <a:ext cx="333328" cy="33332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A3563A47-AD00-0A48-A04F-E76DA74FEDF1}"/>
                </a:ext>
              </a:extLst>
            </p:cNvPr>
            <p:cNvSpPr txBox="1"/>
            <p:nvPr/>
          </p:nvSpPr>
          <p:spPr>
            <a:xfrm>
              <a:off x="5597291" y="1621970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37</a:t>
              </a:r>
              <a:endParaRPr lang="zh-CN" altLang="en-US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573CC7A9-1335-5237-76E4-3E1E896B0ED2}"/>
              </a:ext>
            </a:extLst>
          </p:cNvPr>
          <p:cNvGrpSpPr/>
          <p:nvPr/>
        </p:nvGrpSpPr>
        <p:grpSpPr>
          <a:xfrm>
            <a:off x="9554698" y="1576942"/>
            <a:ext cx="428322" cy="369332"/>
            <a:chOff x="6243115" y="1621970"/>
            <a:chExt cx="428322" cy="369332"/>
          </a:xfrm>
        </p:grpSpPr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999BF5B1-D015-6727-0778-31E97B239D86}"/>
                </a:ext>
              </a:extLst>
            </p:cNvPr>
            <p:cNvSpPr/>
            <p:nvPr/>
          </p:nvSpPr>
          <p:spPr>
            <a:xfrm>
              <a:off x="6290612" y="1639972"/>
              <a:ext cx="333328" cy="33332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A50592AC-B525-D5D3-0603-86026E40184A}"/>
                </a:ext>
              </a:extLst>
            </p:cNvPr>
            <p:cNvSpPr txBox="1"/>
            <p:nvPr/>
          </p:nvSpPr>
          <p:spPr>
            <a:xfrm>
              <a:off x="6243115" y="1621970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90</a:t>
              </a:r>
              <a:endParaRPr lang="zh-CN" altLang="en-US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5C98F25-FE2D-06F4-E78D-8BA4FD22B1F6}"/>
              </a:ext>
            </a:extLst>
          </p:cNvPr>
          <p:cNvGrpSpPr/>
          <p:nvPr/>
        </p:nvGrpSpPr>
        <p:grpSpPr>
          <a:xfrm>
            <a:off x="8760551" y="1564146"/>
            <a:ext cx="428322" cy="369332"/>
            <a:chOff x="2074813" y="3967295"/>
            <a:chExt cx="428322" cy="369332"/>
          </a:xfrm>
        </p:grpSpPr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70E2391B-0827-4034-F6EA-F9D13B969129}"/>
                </a:ext>
              </a:extLst>
            </p:cNvPr>
            <p:cNvSpPr/>
            <p:nvPr/>
          </p:nvSpPr>
          <p:spPr>
            <a:xfrm>
              <a:off x="2122310" y="3985297"/>
              <a:ext cx="333328" cy="33332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F6C3620C-E78D-36DE-009E-285B780FF9DB}"/>
                </a:ext>
              </a:extLst>
            </p:cNvPr>
            <p:cNvSpPr txBox="1"/>
            <p:nvPr/>
          </p:nvSpPr>
          <p:spPr>
            <a:xfrm>
              <a:off x="2074813" y="3967295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48</a:t>
              </a:r>
              <a:endParaRPr lang="zh-CN" altLang="en-US"/>
            </a:p>
          </p:txBody>
        </p: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8B22CCC-10C2-1B31-0BB7-5E491AE0FC28}"/>
              </a:ext>
            </a:extLst>
          </p:cNvPr>
          <p:cNvCxnSpPr>
            <a:cxnSpLocks/>
          </p:cNvCxnSpPr>
          <p:nvPr/>
        </p:nvCxnSpPr>
        <p:spPr>
          <a:xfrm flipV="1">
            <a:off x="9091614" y="1300272"/>
            <a:ext cx="204137" cy="2998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6DB21AFA-423B-FCE7-FA1C-6D80A2EEDCB6}"/>
              </a:ext>
            </a:extLst>
          </p:cNvPr>
          <p:cNvCxnSpPr>
            <a:cxnSpLocks/>
          </p:cNvCxnSpPr>
          <p:nvPr/>
        </p:nvCxnSpPr>
        <p:spPr>
          <a:xfrm>
            <a:off x="6731539" y="1209841"/>
            <a:ext cx="9369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0C11C918-501B-419E-0D8B-142FA7FF2A22}"/>
              </a:ext>
            </a:extLst>
          </p:cNvPr>
          <p:cNvSpPr txBox="1"/>
          <p:nvPr/>
        </p:nvSpPr>
        <p:spPr>
          <a:xfrm>
            <a:off x="6639590" y="80113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对</a:t>
            </a:r>
            <a:r>
              <a:rPr lang="en-US" altLang="zh-CN"/>
              <a:t>24</a:t>
            </a:r>
            <a:r>
              <a:rPr lang="zh-CN" altLang="en-US"/>
              <a:t>左旋</a:t>
            </a:r>
          </a:p>
        </p:txBody>
      </p:sp>
    </p:spTree>
    <p:extLst>
      <p:ext uri="{BB962C8B-B14F-4D97-AF65-F5344CB8AC3E}">
        <p14:creationId xmlns:p14="http://schemas.microsoft.com/office/powerpoint/2010/main" val="10147943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29769-49BF-3FA1-9DB0-AC2EDC2A1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BC47290E-32E5-0CEE-51D3-9BA60953F9C0}"/>
              </a:ext>
            </a:extLst>
          </p:cNvPr>
          <p:cNvSpPr/>
          <p:nvPr/>
        </p:nvSpPr>
        <p:spPr>
          <a:xfrm>
            <a:off x="4970409" y="71171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</a:t>
            </a:r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BA065EE-F04A-028E-D6F5-C5AEC976213B}"/>
              </a:ext>
            </a:extLst>
          </p:cNvPr>
          <p:cNvSpPr/>
          <p:nvPr/>
        </p:nvSpPr>
        <p:spPr>
          <a:xfrm>
            <a:off x="4420118" y="127402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</a:t>
            </a:r>
            <a:endParaRPr lang="zh-CN" altLang="en-US" sz="160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BB2B5C7-5F8E-338C-2522-7CC48FC12A4B}"/>
              </a:ext>
            </a:extLst>
          </p:cNvPr>
          <p:cNvCxnSpPr>
            <a:cxnSpLocks/>
            <a:stCxn id="2" idx="3"/>
            <a:endCxn id="3" idx="7"/>
          </p:cNvCxnSpPr>
          <p:nvPr/>
        </p:nvCxnSpPr>
        <p:spPr>
          <a:xfrm flipH="1">
            <a:off x="4704631" y="996230"/>
            <a:ext cx="314593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A66DF8E9-0F61-763A-B897-C9A0A571946E}"/>
              </a:ext>
            </a:extLst>
          </p:cNvPr>
          <p:cNvSpPr/>
          <p:nvPr/>
        </p:nvSpPr>
        <p:spPr>
          <a:xfrm>
            <a:off x="5514868" y="127402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790FC46-2B3E-A8DF-4207-595319E64730}"/>
              </a:ext>
            </a:extLst>
          </p:cNvPr>
          <p:cNvCxnSpPr>
            <a:cxnSpLocks/>
            <a:stCxn id="2" idx="5"/>
            <a:endCxn id="5" idx="1"/>
          </p:cNvCxnSpPr>
          <p:nvPr/>
        </p:nvCxnSpPr>
        <p:spPr>
          <a:xfrm>
            <a:off x="5254922" y="996230"/>
            <a:ext cx="308761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0BEA7EE9-9F14-C420-796C-7794F6D10730}"/>
              </a:ext>
            </a:extLst>
          </p:cNvPr>
          <p:cNvSpPr/>
          <p:nvPr/>
        </p:nvSpPr>
        <p:spPr>
          <a:xfrm>
            <a:off x="3969002" y="175486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FC56B19-128C-4E94-359A-9E40B486B3D9}"/>
              </a:ext>
            </a:extLst>
          </p:cNvPr>
          <p:cNvSpPr/>
          <p:nvPr/>
        </p:nvSpPr>
        <p:spPr>
          <a:xfrm>
            <a:off x="4883576" y="175297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F1DED9A-6327-6AAC-00A8-D853CB198E5C}"/>
              </a:ext>
            </a:extLst>
          </p:cNvPr>
          <p:cNvCxnSpPr>
            <a:cxnSpLocks/>
            <a:stCxn id="7" idx="7"/>
            <a:endCxn id="3" idx="3"/>
          </p:cNvCxnSpPr>
          <p:nvPr/>
        </p:nvCxnSpPr>
        <p:spPr>
          <a:xfrm flipV="1">
            <a:off x="4253515" y="1558533"/>
            <a:ext cx="215418" cy="2451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504765F-C7AA-82CD-4D5C-60377F5D32F3}"/>
              </a:ext>
            </a:extLst>
          </p:cNvPr>
          <p:cNvCxnSpPr>
            <a:cxnSpLocks/>
            <a:stCxn id="8" idx="1"/>
            <a:endCxn id="3" idx="5"/>
          </p:cNvCxnSpPr>
          <p:nvPr/>
        </p:nvCxnSpPr>
        <p:spPr>
          <a:xfrm flipH="1" flipV="1">
            <a:off x="4704631" y="1558533"/>
            <a:ext cx="227760" cy="2432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7245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DB2B6-AB31-AB7D-9D09-4C4F4F90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9FA9BD08-6E7D-58E0-1BB8-F4E856CFC43E}"/>
              </a:ext>
            </a:extLst>
          </p:cNvPr>
          <p:cNvSpPr/>
          <p:nvPr/>
        </p:nvSpPr>
        <p:spPr>
          <a:xfrm>
            <a:off x="8916259" y="69746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FDF7C8F-6B6C-5268-A8B5-E9E3E57F12FB}"/>
              </a:ext>
            </a:extLst>
          </p:cNvPr>
          <p:cNvSpPr/>
          <p:nvPr/>
        </p:nvSpPr>
        <p:spPr>
          <a:xfrm>
            <a:off x="8365968" y="125977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</a:t>
            </a:r>
            <a:endParaRPr lang="zh-CN" altLang="en-US" sz="160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D832864-2783-A3FD-97C3-7B55074417AB}"/>
              </a:ext>
            </a:extLst>
          </p:cNvPr>
          <p:cNvCxnSpPr>
            <a:stCxn id="2" idx="3"/>
            <a:endCxn id="3" idx="7"/>
          </p:cNvCxnSpPr>
          <p:nvPr/>
        </p:nvCxnSpPr>
        <p:spPr>
          <a:xfrm flipH="1">
            <a:off x="8650481" y="981982"/>
            <a:ext cx="314593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449D725A-8CCF-5697-27AA-046408B82D92}"/>
              </a:ext>
            </a:extLst>
          </p:cNvPr>
          <p:cNvSpPr/>
          <p:nvPr/>
        </p:nvSpPr>
        <p:spPr>
          <a:xfrm>
            <a:off x="9460718" y="125977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D6BAADF-AAA1-67B6-19BA-03D525A357EA}"/>
              </a:ext>
            </a:extLst>
          </p:cNvPr>
          <p:cNvCxnSpPr>
            <a:cxnSpLocks/>
            <a:stCxn id="2" idx="5"/>
            <a:endCxn id="5" idx="1"/>
          </p:cNvCxnSpPr>
          <p:nvPr/>
        </p:nvCxnSpPr>
        <p:spPr>
          <a:xfrm>
            <a:off x="9200772" y="981982"/>
            <a:ext cx="308761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3D7E71DD-7BA1-DCCD-3570-AE7707D54A63}"/>
              </a:ext>
            </a:extLst>
          </p:cNvPr>
          <p:cNvSpPr/>
          <p:nvPr/>
        </p:nvSpPr>
        <p:spPr>
          <a:xfrm>
            <a:off x="9188488" y="229917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3</a:t>
            </a:r>
            <a:endParaRPr lang="zh-CN" altLang="en-US" sz="160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B61640B-9461-736D-BA7B-31283FAA9E0F}"/>
              </a:ext>
            </a:extLst>
          </p:cNvPr>
          <p:cNvSpPr/>
          <p:nvPr/>
        </p:nvSpPr>
        <p:spPr>
          <a:xfrm>
            <a:off x="8829426" y="173872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</a:t>
            </a:r>
            <a:endParaRPr lang="zh-CN" altLang="en-US" sz="160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B86D55D-56BB-F1CC-686D-1C7858132F4B}"/>
              </a:ext>
            </a:extLst>
          </p:cNvPr>
          <p:cNvCxnSpPr>
            <a:cxnSpLocks/>
            <a:stCxn id="7" idx="0"/>
            <a:endCxn id="8" idx="5"/>
          </p:cNvCxnSpPr>
          <p:nvPr/>
        </p:nvCxnSpPr>
        <p:spPr>
          <a:xfrm flipH="1" flipV="1">
            <a:off x="9113939" y="2023240"/>
            <a:ext cx="241213" cy="2759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B23DC85-BA64-8784-524E-0F01CEB48045}"/>
              </a:ext>
            </a:extLst>
          </p:cNvPr>
          <p:cNvCxnSpPr>
            <a:cxnSpLocks/>
            <a:stCxn id="8" idx="1"/>
            <a:endCxn id="3" idx="5"/>
          </p:cNvCxnSpPr>
          <p:nvPr/>
        </p:nvCxnSpPr>
        <p:spPr>
          <a:xfrm flipH="1" flipV="1">
            <a:off x="8650481" y="1544285"/>
            <a:ext cx="227760" cy="2432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F6689ED1-D10E-3571-C05B-2D9CE74E88B3}"/>
              </a:ext>
            </a:extLst>
          </p:cNvPr>
          <p:cNvSpPr/>
          <p:nvPr/>
        </p:nvSpPr>
        <p:spPr>
          <a:xfrm>
            <a:off x="1600342" y="71171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1499288-A300-8B6B-403C-8DEB5EB4CA32}"/>
              </a:ext>
            </a:extLst>
          </p:cNvPr>
          <p:cNvSpPr/>
          <p:nvPr/>
        </p:nvSpPr>
        <p:spPr>
          <a:xfrm>
            <a:off x="2880257" y="71171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182C46E-1FB2-AF39-1F0F-AB2834E3D557}"/>
              </a:ext>
            </a:extLst>
          </p:cNvPr>
          <p:cNvSpPr/>
          <p:nvPr/>
        </p:nvSpPr>
        <p:spPr>
          <a:xfrm>
            <a:off x="3424716" y="127402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1F52543-FCAA-186B-8AAF-DAC7F557F560}"/>
              </a:ext>
            </a:extLst>
          </p:cNvPr>
          <p:cNvCxnSpPr>
            <a:cxnSpLocks/>
            <a:stCxn id="17" idx="5"/>
            <a:endCxn id="18" idx="1"/>
          </p:cNvCxnSpPr>
          <p:nvPr/>
        </p:nvCxnSpPr>
        <p:spPr>
          <a:xfrm>
            <a:off x="3164770" y="996230"/>
            <a:ext cx="308761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50F4A04A-6DD5-05C1-EB8D-5132850AAC6E}"/>
              </a:ext>
            </a:extLst>
          </p:cNvPr>
          <p:cNvSpPr/>
          <p:nvPr/>
        </p:nvSpPr>
        <p:spPr>
          <a:xfrm>
            <a:off x="5069757" y="697469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E304E3E-DC45-87D9-894F-245371AE6EA2}"/>
              </a:ext>
            </a:extLst>
          </p:cNvPr>
          <p:cNvSpPr/>
          <p:nvPr/>
        </p:nvSpPr>
        <p:spPr>
          <a:xfrm>
            <a:off x="4519466" y="125977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</a:t>
            </a:r>
            <a:endParaRPr lang="zh-CN" altLang="en-US" sz="160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F047CC3-AA26-66F9-8800-95A191BB0F14}"/>
              </a:ext>
            </a:extLst>
          </p:cNvPr>
          <p:cNvCxnSpPr>
            <a:stCxn id="20" idx="3"/>
            <a:endCxn id="21" idx="7"/>
          </p:cNvCxnSpPr>
          <p:nvPr/>
        </p:nvCxnSpPr>
        <p:spPr>
          <a:xfrm flipH="1">
            <a:off x="4803979" y="981982"/>
            <a:ext cx="314593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3B84D7B9-9271-50C6-41EE-2A51C7CA6556}"/>
              </a:ext>
            </a:extLst>
          </p:cNvPr>
          <p:cNvSpPr/>
          <p:nvPr/>
        </p:nvSpPr>
        <p:spPr>
          <a:xfrm>
            <a:off x="5614216" y="125977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3F7D77F-03E1-9D0F-4A60-59E6CBD6BE63}"/>
              </a:ext>
            </a:extLst>
          </p:cNvPr>
          <p:cNvCxnSpPr>
            <a:cxnSpLocks/>
            <a:stCxn id="20" idx="5"/>
            <a:endCxn id="23" idx="1"/>
          </p:cNvCxnSpPr>
          <p:nvPr/>
        </p:nvCxnSpPr>
        <p:spPr>
          <a:xfrm>
            <a:off x="5354270" y="981982"/>
            <a:ext cx="308761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B6DE2766-9E48-200B-453E-EE922C7679F2}"/>
              </a:ext>
            </a:extLst>
          </p:cNvPr>
          <p:cNvSpPr/>
          <p:nvPr/>
        </p:nvSpPr>
        <p:spPr>
          <a:xfrm>
            <a:off x="6990092" y="711717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4</a:t>
            </a:r>
            <a:endParaRPr lang="zh-CN" altLang="en-US" sz="160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C3E45BA-571E-074D-E429-5DFC5C1EA1C9}"/>
              </a:ext>
            </a:extLst>
          </p:cNvPr>
          <p:cNvSpPr/>
          <p:nvPr/>
        </p:nvSpPr>
        <p:spPr>
          <a:xfrm>
            <a:off x="6439801" y="127402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1</a:t>
            </a:r>
            <a:endParaRPr lang="zh-CN" altLang="en-US" sz="160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E14EC1E-0EDB-A250-870E-557B5579A9C0}"/>
              </a:ext>
            </a:extLst>
          </p:cNvPr>
          <p:cNvCxnSpPr>
            <a:stCxn id="25" idx="3"/>
            <a:endCxn id="26" idx="7"/>
          </p:cNvCxnSpPr>
          <p:nvPr/>
        </p:nvCxnSpPr>
        <p:spPr>
          <a:xfrm flipH="1">
            <a:off x="6724314" y="996230"/>
            <a:ext cx="314593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FAA3F225-E92D-74C3-575A-22A6257D87D2}"/>
              </a:ext>
            </a:extLst>
          </p:cNvPr>
          <p:cNvSpPr/>
          <p:nvPr/>
        </p:nvSpPr>
        <p:spPr>
          <a:xfrm>
            <a:off x="7534551" y="1274020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5</a:t>
            </a:r>
            <a:endParaRPr lang="zh-CN" altLang="en-US" sz="1600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19D8B20-1663-93B6-85DE-EAF6A5DF78F0}"/>
              </a:ext>
            </a:extLst>
          </p:cNvPr>
          <p:cNvCxnSpPr>
            <a:cxnSpLocks/>
            <a:stCxn id="25" idx="5"/>
            <a:endCxn id="28" idx="1"/>
          </p:cNvCxnSpPr>
          <p:nvPr/>
        </p:nvCxnSpPr>
        <p:spPr>
          <a:xfrm>
            <a:off x="7274605" y="996230"/>
            <a:ext cx="308761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69A77013-72FE-5D60-B8D8-957BA7770829}"/>
              </a:ext>
            </a:extLst>
          </p:cNvPr>
          <p:cNvSpPr/>
          <p:nvPr/>
        </p:nvSpPr>
        <p:spPr>
          <a:xfrm>
            <a:off x="6903259" y="175297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2</a:t>
            </a:r>
            <a:endParaRPr lang="zh-CN" altLang="en-US" sz="1600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1B8A505-E253-A626-A2F7-69365CA63A46}"/>
              </a:ext>
            </a:extLst>
          </p:cNvPr>
          <p:cNvCxnSpPr>
            <a:cxnSpLocks/>
            <a:stCxn id="30" idx="1"/>
            <a:endCxn id="26" idx="5"/>
          </p:cNvCxnSpPr>
          <p:nvPr/>
        </p:nvCxnSpPr>
        <p:spPr>
          <a:xfrm flipH="1" flipV="1">
            <a:off x="6724314" y="1558533"/>
            <a:ext cx="227760" cy="2432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2205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568D7-46BC-8E09-6D38-E8CFBD34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>
            <a:extLst>
              <a:ext uri="{FF2B5EF4-FFF2-40B4-BE49-F238E27FC236}">
                <a16:creationId xmlns:a16="http://schemas.microsoft.com/office/drawing/2014/main" id="{EBC552C1-F511-E464-7F59-9D0E8CC4EFA0}"/>
              </a:ext>
            </a:extLst>
          </p:cNvPr>
          <p:cNvSpPr/>
          <p:nvPr/>
        </p:nvSpPr>
        <p:spPr>
          <a:xfrm>
            <a:off x="3510972" y="68469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19E8FDC-ABFB-C071-8135-01DFBA6E68C5}"/>
              </a:ext>
            </a:extLst>
          </p:cNvPr>
          <p:cNvSpPr/>
          <p:nvPr/>
        </p:nvSpPr>
        <p:spPr>
          <a:xfrm>
            <a:off x="2960681" y="12469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7289234-8D3D-D3A8-0015-B972CF70F851}"/>
              </a:ext>
            </a:extLst>
          </p:cNvPr>
          <p:cNvCxnSpPr>
            <a:cxnSpLocks/>
            <a:stCxn id="7" idx="3"/>
            <a:endCxn id="12" idx="7"/>
          </p:cNvCxnSpPr>
          <p:nvPr/>
        </p:nvCxnSpPr>
        <p:spPr>
          <a:xfrm flipH="1">
            <a:off x="3245194" y="969204"/>
            <a:ext cx="314593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6B31866D-0D2F-5001-F978-4AE8A20B9FD1}"/>
              </a:ext>
            </a:extLst>
          </p:cNvPr>
          <p:cNvSpPr/>
          <p:nvPr/>
        </p:nvSpPr>
        <p:spPr>
          <a:xfrm>
            <a:off x="4055431" y="12469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EF72FD3-B262-A1FF-E7BF-23FDD027432E}"/>
              </a:ext>
            </a:extLst>
          </p:cNvPr>
          <p:cNvCxnSpPr>
            <a:cxnSpLocks/>
            <a:stCxn id="7" idx="5"/>
            <a:endCxn id="14" idx="1"/>
          </p:cNvCxnSpPr>
          <p:nvPr/>
        </p:nvCxnSpPr>
        <p:spPr>
          <a:xfrm>
            <a:off x="3795485" y="969204"/>
            <a:ext cx="308761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3AD8D3F3-60C6-E393-1F0B-B65BF4822502}"/>
              </a:ext>
            </a:extLst>
          </p:cNvPr>
          <p:cNvSpPr/>
          <p:nvPr/>
        </p:nvSpPr>
        <p:spPr>
          <a:xfrm>
            <a:off x="3368098" y="187686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0BB1D5B-1581-2F2D-835B-12DFEAE34A4C}"/>
              </a:ext>
            </a:extLst>
          </p:cNvPr>
          <p:cNvSpPr/>
          <p:nvPr/>
        </p:nvSpPr>
        <p:spPr>
          <a:xfrm>
            <a:off x="4486933" y="187686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A676E6A-797F-6E41-3C09-4747F9C07154}"/>
              </a:ext>
            </a:extLst>
          </p:cNvPr>
          <p:cNvSpPr/>
          <p:nvPr/>
        </p:nvSpPr>
        <p:spPr>
          <a:xfrm>
            <a:off x="2960681" y="2588565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001400F-5925-3785-0CD2-4D6C2D125CCE}"/>
              </a:ext>
            </a:extLst>
          </p:cNvPr>
          <p:cNvCxnSpPr>
            <a:cxnSpLocks/>
            <a:stCxn id="19" idx="0"/>
            <a:endCxn id="12" idx="5"/>
          </p:cNvCxnSpPr>
          <p:nvPr/>
        </p:nvCxnSpPr>
        <p:spPr>
          <a:xfrm flipH="1" flipV="1">
            <a:off x="3245194" y="1531507"/>
            <a:ext cx="289568" cy="345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B2D0520-1373-914C-38E2-73394AAF80B9}"/>
              </a:ext>
            </a:extLst>
          </p:cNvPr>
          <p:cNvCxnSpPr>
            <a:cxnSpLocks/>
            <a:stCxn id="14" idx="5"/>
            <a:endCxn id="21" idx="0"/>
          </p:cNvCxnSpPr>
          <p:nvPr/>
        </p:nvCxnSpPr>
        <p:spPr>
          <a:xfrm>
            <a:off x="4339944" y="1531507"/>
            <a:ext cx="313653" cy="345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2D95275-C870-FC6A-3576-F725F57F28AA}"/>
              </a:ext>
            </a:extLst>
          </p:cNvPr>
          <p:cNvCxnSpPr>
            <a:cxnSpLocks/>
            <a:stCxn id="23" idx="0"/>
            <a:endCxn id="19" idx="3"/>
          </p:cNvCxnSpPr>
          <p:nvPr/>
        </p:nvCxnSpPr>
        <p:spPr>
          <a:xfrm flipV="1">
            <a:off x="3127345" y="2161377"/>
            <a:ext cx="289568" cy="4271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椭圆 33">
            <a:extLst>
              <a:ext uri="{FF2B5EF4-FFF2-40B4-BE49-F238E27FC236}">
                <a16:creationId xmlns:a16="http://schemas.microsoft.com/office/drawing/2014/main" id="{9DA001CB-79E8-EC0F-F1E1-43634C3E0245}"/>
              </a:ext>
            </a:extLst>
          </p:cNvPr>
          <p:cNvSpPr/>
          <p:nvPr/>
        </p:nvSpPr>
        <p:spPr>
          <a:xfrm>
            <a:off x="6913211" y="68469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9FF347FC-B28C-CE23-F62C-CB9B8FB1D8B9}"/>
              </a:ext>
            </a:extLst>
          </p:cNvPr>
          <p:cNvSpPr/>
          <p:nvPr/>
        </p:nvSpPr>
        <p:spPr>
          <a:xfrm>
            <a:off x="6362920" y="12469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DB147B0-1043-9027-05E4-527FA40581BB}"/>
              </a:ext>
            </a:extLst>
          </p:cNvPr>
          <p:cNvCxnSpPr>
            <a:cxnSpLocks/>
            <a:stCxn id="34" idx="3"/>
            <a:endCxn id="35" idx="7"/>
          </p:cNvCxnSpPr>
          <p:nvPr/>
        </p:nvCxnSpPr>
        <p:spPr>
          <a:xfrm flipH="1">
            <a:off x="6647433" y="969204"/>
            <a:ext cx="314593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89C3E6BD-4C0D-E857-CCA6-222E76531273}"/>
              </a:ext>
            </a:extLst>
          </p:cNvPr>
          <p:cNvSpPr/>
          <p:nvPr/>
        </p:nvSpPr>
        <p:spPr>
          <a:xfrm>
            <a:off x="7457670" y="12469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6FB18EA-2E10-0A9D-EA1D-1C06DCB35C83}"/>
              </a:ext>
            </a:extLst>
          </p:cNvPr>
          <p:cNvCxnSpPr>
            <a:cxnSpLocks/>
            <a:stCxn id="34" idx="5"/>
            <a:endCxn id="37" idx="1"/>
          </p:cNvCxnSpPr>
          <p:nvPr/>
        </p:nvCxnSpPr>
        <p:spPr>
          <a:xfrm>
            <a:off x="7197724" y="969204"/>
            <a:ext cx="308761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6A2BBECA-ABEE-F5FB-299A-7021342D1FB9}"/>
              </a:ext>
            </a:extLst>
          </p:cNvPr>
          <p:cNvSpPr/>
          <p:nvPr/>
        </p:nvSpPr>
        <p:spPr>
          <a:xfrm>
            <a:off x="6770337" y="187686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C7C5967-CC97-63FB-A413-0C60E138726D}"/>
              </a:ext>
            </a:extLst>
          </p:cNvPr>
          <p:cNvCxnSpPr>
            <a:cxnSpLocks/>
            <a:stCxn id="39" idx="0"/>
            <a:endCxn id="35" idx="5"/>
          </p:cNvCxnSpPr>
          <p:nvPr/>
        </p:nvCxnSpPr>
        <p:spPr>
          <a:xfrm flipH="1" flipV="1">
            <a:off x="6647433" y="1531507"/>
            <a:ext cx="289568" cy="345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椭圆 41">
            <a:extLst>
              <a:ext uri="{FF2B5EF4-FFF2-40B4-BE49-F238E27FC236}">
                <a16:creationId xmlns:a16="http://schemas.microsoft.com/office/drawing/2014/main" id="{52E6509D-A38A-9E8C-C2C8-2F1A7E8BF83A}"/>
              </a:ext>
            </a:extLst>
          </p:cNvPr>
          <p:cNvSpPr/>
          <p:nvPr/>
        </p:nvSpPr>
        <p:spPr>
          <a:xfrm>
            <a:off x="7293105" y="2525502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816147C-74C1-EC12-B87B-9AAFD7215043}"/>
              </a:ext>
            </a:extLst>
          </p:cNvPr>
          <p:cNvCxnSpPr>
            <a:cxnSpLocks/>
            <a:stCxn id="39" idx="5"/>
            <a:endCxn id="42" idx="1"/>
          </p:cNvCxnSpPr>
          <p:nvPr/>
        </p:nvCxnSpPr>
        <p:spPr>
          <a:xfrm>
            <a:off x="7054850" y="2161377"/>
            <a:ext cx="287070" cy="4129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8587089-CED3-A4D7-C998-A7FA0BBBE607}"/>
              </a:ext>
            </a:extLst>
          </p:cNvPr>
          <p:cNvSpPr txBox="1"/>
          <p:nvPr/>
        </p:nvSpPr>
        <p:spPr>
          <a:xfrm>
            <a:off x="3477902" y="68207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71B632E-235F-43DB-9EF1-068AA30263BC}"/>
              </a:ext>
            </a:extLst>
          </p:cNvPr>
          <p:cNvSpPr txBox="1"/>
          <p:nvPr/>
        </p:nvSpPr>
        <p:spPr>
          <a:xfrm>
            <a:off x="2927611" y="124816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28CD855-DCA7-798B-83ED-6326A381F40F}"/>
              </a:ext>
            </a:extLst>
          </p:cNvPr>
          <p:cNvSpPr txBox="1"/>
          <p:nvPr/>
        </p:nvSpPr>
        <p:spPr>
          <a:xfrm>
            <a:off x="4022361" y="124816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60</a:t>
            </a:r>
            <a:endParaRPr lang="zh-CN" altLang="en-US" sz="160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4F1AEE2-6366-BD3B-C9CB-1C1E35C4B3D8}"/>
              </a:ext>
            </a:extLst>
          </p:cNvPr>
          <p:cNvSpPr txBox="1"/>
          <p:nvPr/>
        </p:nvSpPr>
        <p:spPr>
          <a:xfrm>
            <a:off x="3336307" y="186902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30</a:t>
            </a:r>
            <a:endParaRPr lang="zh-CN" altLang="en-US" sz="16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AA76BDC-FFAB-B55C-543B-1FD59089FDA6}"/>
              </a:ext>
            </a:extLst>
          </p:cNvPr>
          <p:cNvSpPr txBox="1"/>
          <p:nvPr/>
        </p:nvSpPr>
        <p:spPr>
          <a:xfrm>
            <a:off x="4453863" y="1876864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80</a:t>
            </a:r>
            <a:endParaRPr lang="zh-CN" altLang="en-US" sz="160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B815FF4-1C43-DEFA-868C-5DFDE2BA0B2E}"/>
              </a:ext>
            </a:extLst>
          </p:cNvPr>
          <p:cNvSpPr txBox="1"/>
          <p:nvPr/>
        </p:nvSpPr>
        <p:spPr>
          <a:xfrm>
            <a:off x="2927611" y="2583339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27</a:t>
            </a:r>
            <a:endParaRPr lang="zh-CN" altLang="en-US" sz="160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B24128E-7CB5-6C12-EDE4-05291572C704}"/>
              </a:ext>
            </a:extLst>
          </p:cNvPr>
          <p:cNvSpPr txBox="1"/>
          <p:nvPr/>
        </p:nvSpPr>
        <p:spPr>
          <a:xfrm>
            <a:off x="6878079" y="69225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6E62947-98E6-0A81-E61B-84E5F860B59E}"/>
              </a:ext>
            </a:extLst>
          </p:cNvPr>
          <p:cNvSpPr txBox="1"/>
          <p:nvPr/>
        </p:nvSpPr>
        <p:spPr>
          <a:xfrm>
            <a:off x="6329850" y="124816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50</a:t>
            </a:r>
            <a:endParaRPr lang="zh-CN" altLang="en-US" sz="160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27F4DCE-5C0E-AB6F-5121-3943B0B05387}"/>
              </a:ext>
            </a:extLst>
          </p:cNvPr>
          <p:cNvSpPr txBox="1"/>
          <p:nvPr/>
        </p:nvSpPr>
        <p:spPr>
          <a:xfrm>
            <a:off x="7424600" y="124816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60</a:t>
            </a:r>
            <a:endParaRPr lang="zh-CN" altLang="en-US" sz="160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D1E459B-3014-2240-30C7-9A3064E00152}"/>
              </a:ext>
            </a:extLst>
          </p:cNvPr>
          <p:cNvSpPr txBox="1"/>
          <p:nvPr/>
        </p:nvSpPr>
        <p:spPr>
          <a:xfrm>
            <a:off x="6732124" y="1874251"/>
            <a:ext cx="399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30</a:t>
            </a:r>
            <a:endParaRPr lang="zh-CN" altLang="en-US" sz="160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ED46958-B3A9-1C00-AF4A-07A796A1399C}"/>
              </a:ext>
            </a:extLst>
          </p:cNvPr>
          <p:cNvSpPr txBox="1"/>
          <p:nvPr/>
        </p:nvSpPr>
        <p:spPr>
          <a:xfrm>
            <a:off x="7257936" y="2531172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35</a:t>
            </a:r>
            <a:endParaRPr lang="zh-CN" altLang="en-US" sz="160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1ACAD94-A677-3A94-7477-46A8DFB974E6}"/>
              </a:ext>
            </a:extLst>
          </p:cNvPr>
          <p:cNvSpPr txBox="1"/>
          <p:nvPr/>
        </p:nvSpPr>
        <p:spPr>
          <a:xfrm>
            <a:off x="3220727" y="3163228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二叉树</a:t>
            </a:r>
            <a:r>
              <a:rPr lang="en-US" altLang="zh-CN"/>
              <a:t>T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A011322-6D3A-32C3-15F1-E490C1F360C3}"/>
              </a:ext>
            </a:extLst>
          </p:cNvPr>
          <p:cNvSpPr txBox="1"/>
          <p:nvPr/>
        </p:nvSpPr>
        <p:spPr>
          <a:xfrm>
            <a:off x="6571983" y="3143773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二叉树</a:t>
            </a:r>
            <a:r>
              <a:rPr lang="en-US" altLang="zh-CN"/>
              <a:t>T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</p:spTree>
    <p:extLst>
      <p:ext uri="{BB962C8B-B14F-4D97-AF65-F5344CB8AC3E}">
        <p14:creationId xmlns:p14="http://schemas.microsoft.com/office/powerpoint/2010/main" val="33378556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3FE7B-19F7-3210-2E0B-C3AC5082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CBD8A6D-8337-1806-C8A1-8960FD23AC1C}"/>
              </a:ext>
            </a:extLst>
          </p:cNvPr>
          <p:cNvSpPr txBox="1"/>
          <p:nvPr/>
        </p:nvSpPr>
        <p:spPr>
          <a:xfrm>
            <a:off x="1090073" y="1707180"/>
            <a:ext cx="1803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</a:t>
            </a:r>
            <a:r>
              <a:rPr lang="en-US" altLang="zh-CN" baseline="-25000"/>
              <a:t>1</a:t>
            </a:r>
            <a:r>
              <a:rPr lang="en-US" altLang="zh-CN"/>
              <a:t>.SqBitNode</a:t>
            </a:r>
          </a:p>
          <a:p>
            <a:endParaRPr lang="en-US" altLang="zh-CN"/>
          </a:p>
          <a:p>
            <a:r>
              <a:rPr lang="en-US" altLang="zh-CN"/>
              <a:t>T</a:t>
            </a:r>
            <a:r>
              <a:rPr lang="en-US" altLang="zh-CN" baseline="-25000"/>
              <a:t>1</a:t>
            </a:r>
            <a:r>
              <a:rPr lang="en-US" altLang="zh-CN"/>
              <a:t>.ElemNum=10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28FEBF-63FD-6891-D27D-C87EC7621830}"/>
              </a:ext>
            </a:extLst>
          </p:cNvPr>
          <p:cNvSpPr/>
          <p:nvPr/>
        </p:nvSpPr>
        <p:spPr>
          <a:xfrm>
            <a:off x="2968421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40</a:t>
            </a: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0C9066-E5AC-B39F-A213-2EF20D590817}"/>
              </a:ext>
            </a:extLst>
          </p:cNvPr>
          <p:cNvSpPr/>
          <p:nvPr/>
        </p:nvSpPr>
        <p:spPr>
          <a:xfrm>
            <a:off x="3481926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25</a:t>
            </a: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ABC5E9-4113-5B74-AC99-51C3E0F8DA5E}"/>
              </a:ext>
            </a:extLst>
          </p:cNvPr>
          <p:cNvSpPr/>
          <p:nvPr/>
        </p:nvSpPr>
        <p:spPr>
          <a:xfrm>
            <a:off x="3995431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60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2DB0B9-D8FB-5EC2-93F3-8B4619DA0565}"/>
              </a:ext>
            </a:extLst>
          </p:cNvPr>
          <p:cNvSpPr/>
          <p:nvPr/>
        </p:nvSpPr>
        <p:spPr>
          <a:xfrm>
            <a:off x="4508936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-1</a:t>
            </a: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6298F7-F3D0-7FC6-46E8-D89AEBF3626F}"/>
              </a:ext>
            </a:extLst>
          </p:cNvPr>
          <p:cNvSpPr/>
          <p:nvPr/>
        </p:nvSpPr>
        <p:spPr>
          <a:xfrm>
            <a:off x="5022441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30</a:t>
            </a: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7F6A16-9D10-E1E6-384B-98BD688EA2B7}"/>
              </a:ext>
            </a:extLst>
          </p:cNvPr>
          <p:cNvSpPr/>
          <p:nvPr/>
        </p:nvSpPr>
        <p:spPr>
          <a:xfrm>
            <a:off x="5535946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-1</a:t>
            </a: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B61662-9C3B-97B8-775F-15C040D98F1C}"/>
              </a:ext>
            </a:extLst>
          </p:cNvPr>
          <p:cNvSpPr/>
          <p:nvPr/>
        </p:nvSpPr>
        <p:spPr>
          <a:xfrm>
            <a:off x="6049451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80</a:t>
            </a: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B91405-6E9C-BBFF-24FD-AD02C5D21ECC}"/>
              </a:ext>
            </a:extLst>
          </p:cNvPr>
          <p:cNvSpPr/>
          <p:nvPr/>
        </p:nvSpPr>
        <p:spPr>
          <a:xfrm>
            <a:off x="6562956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-1</a:t>
            </a:r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901C8A5-AE39-59E8-3D02-DD88C2385028}"/>
              </a:ext>
            </a:extLst>
          </p:cNvPr>
          <p:cNvSpPr/>
          <p:nvPr/>
        </p:nvSpPr>
        <p:spPr>
          <a:xfrm>
            <a:off x="7076461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-1</a:t>
            </a:r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199E2A1-7035-6753-986C-2661CCD453BC}"/>
              </a:ext>
            </a:extLst>
          </p:cNvPr>
          <p:cNvSpPr/>
          <p:nvPr/>
        </p:nvSpPr>
        <p:spPr>
          <a:xfrm>
            <a:off x="7589966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27</a:t>
            </a:r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E60D56E-0C63-18B1-ED12-49062B76CAC3}"/>
              </a:ext>
            </a:extLst>
          </p:cNvPr>
          <p:cNvSpPr/>
          <p:nvPr/>
        </p:nvSpPr>
        <p:spPr>
          <a:xfrm>
            <a:off x="8103471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A6C1608-3599-6A20-ECCA-C5DADB784927}"/>
              </a:ext>
            </a:extLst>
          </p:cNvPr>
          <p:cNvSpPr/>
          <p:nvPr/>
        </p:nvSpPr>
        <p:spPr>
          <a:xfrm>
            <a:off x="8616976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3053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4F0DC-219A-E0B4-A2F3-6D7BEAF08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76A3A0E-61A9-B119-948C-BF058DAA8261}"/>
              </a:ext>
            </a:extLst>
          </p:cNvPr>
          <p:cNvSpPr txBox="1"/>
          <p:nvPr/>
        </p:nvSpPr>
        <p:spPr>
          <a:xfrm>
            <a:off x="1090073" y="1707180"/>
            <a:ext cx="1803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</a:t>
            </a:r>
            <a:r>
              <a:rPr lang="en-US" altLang="zh-CN" baseline="-25000"/>
              <a:t>2</a:t>
            </a:r>
            <a:r>
              <a:rPr lang="en-US" altLang="zh-CN"/>
              <a:t>.SqBitNode</a:t>
            </a:r>
          </a:p>
          <a:p>
            <a:endParaRPr lang="en-US" altLang="zh-CN"/>
          </a:p>
          <a:p>
            <a:r>
              <a:rPr lang="en-US" altLang="zh-CN"/>
              <a:t>T</a:t>
            </a:r>
            <a:r>
              <a:rPr lang="en-US" altLang="zh-CN" baseline="-25000"/>
              <a:t>2</a:t>
            </a:r>
            <a:r>
              <a:rPr lang="en-US" altLang="zh-CN"/>
              <a:t>.ElemNum=11</a:t>
            </a: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159614-78DF-3CC5-56DE-66A43622F8F6}"/>
              </a:ext>
            </a:extLst>
          </p:cNvPr>
          <p:cNvSpPr/>
          <p:nvPr/>
        </p:nvSpPr>
        <p:spPr>
          <a:xfrm>
            <a:off x="2968421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40</a:t>
            </a: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CD3C99-A5BF-62A3-9A0B-43B84258E6E2}"/>
              </a:ext>
            </a:extLst>
          </p:cNvPr>
          <p:cNvSpPr/>
          <p:nvPr/>
        </p:nvSpPr>
        <p:spPr>
          <a:xfrm>
            <a:off x="3481926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50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C491A5-8FF3-1945-82C7-466FEE49720A}"/>
              </a:ext>
            </a:extLst>
          </p:cNvPr>
          <p:cNvSpPr/>
          <p:nvPr/>
        </p:nvSpPr>
        <p:spPr>
          <a:xfrm>
            <a:off x="3995431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60</a:t>
            </a: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1FE29A-F9DA-4F3A-6D9D-2070F6ADDAA9}"/>
              </a:ext>
            </a:extLst>
          </p:cNvPr>
          <p:cNvSpPr/>
          <p:nvPr/>
        </p:nvSpPr>
        <p:spPr>
          <a:xfrm>
            <a:off x="4508936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-1</a:t>
            </a: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0C57B9-F4EA-0438-6AA2-DBD1BE5921B5}"/>
              </a:ext>
            </a:extLst>
          </p:cNvPr>
          <p:cNvSpPr/>
          <p:nvPr/>
        </p:nvSpPr>
        <p:spPr>
          <a:xfrm>
            <a:off x="5022441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30</a:t>
            </a:r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2D349A-3D89-23ED-968C-A80CF379B26E}"/>
              </a:ext>
            </a:extLst>
          </p:cNvPr>
          <p:cNvSpPr/>
          <p:nvPr/>
        </p:nvSpPr>
        <p:spPr>
          <a:xfrm>
            <a:off x="5535946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-1</a:t>
            </a: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AC190A-4533-C73A-5073-0E5650FB30D9}"/>
              </a:ext>
            </a:extLst>
          </p:cNvPr>
          <p:cNvSpPr/>
          <p:nvPr/>
        </p:nvSpPr>
        <p:spPr>
          <a:xfrm>
            <a:off x="6049451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-1</a:t>
            </a: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C07E0C4-BFAC-DDED-61F7-BACFA8030ABB}"/>
              </a:ext>
            </a:extLst>
          </p:cNvPr>
          <p:cNvSpPr/>
          <p:nvPr/>
        </p:nvSpPr>
        <p:spPr>
          <a:xfrm>
            <a:off x="6562956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-1</a:t>
            </a: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75693A-40AC-C7FD-E32F-DE407BB7EADF}"/>
              </a:ext>
            </a:extLst>
          </p:cNvPr>
          <p:cNvSpPr/>
          <p:nvPr/>
        </p:nvSpPr>
        <p:spPr>
          <a:xfrm>
            <a:off x="7076461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-1</a:t>
            </a:r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B782842-A30A-D4CA-9382-C72869DCAFDA}"/>
              </a:ext>
            </a:extLst>
          </p:cNvPr>
          <p:cNvSpPr/>
          <p:nvPr/>
        </p:nvSpPr>
        <p:spPr>
          <a:xfrm>
            <a:off x="7589966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-1</a:t>
            </a:r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5D63B17-E0F9-0F79-EEE1-3D4D0F8E7480}"/>
              </a:ext>
            </a:extLst>
          </p:cNvPr>
          <p:cNvSpPr/>
          <p:nvPr/>
        </p:nvSpPr>
        <p:spPr>
          <a:xfrm>
            <a:off x="8103471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35</a:t>
            </a:r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93D829-AA85-6C07-897B-4588686F80C6}"/>
              </a:ext>
            </a:extLst>
          </p:cNvPr>
          <p:cNvSpPr/>
          <p:nvPr/>
        </p:nvSpPr>
        <p:spPr>
          <a:xfrm>
            <a:off x="8616976" y="1743216"/>
            <a:ext cx="513505" cy="31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5051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224E2-C6AB-A841-D999-2E93C18C8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6F9581B3-0D48-E0BF-709D-00AECEE10868}"/>
              </a:ext>
            </a:extLst>
          </p:cNvPr>
          <p:cNvSpPr/>
          <p:nvPr/>
        </p:nvSpPr>
        <p:spPr>
          <a:xfrm>
            <a:off x="3510972" y="68469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CF9E972-DEB5-88F0-3685-03A09B9289C1}"/>
              </a:ext>
            </a:extLst>
          </p:cNvPr>
          <p:cNvSpPr/>
          <p:nvPr/>
        </p:nvSpPr>
        <p:spPr>
          <a:xfrm>
            <a:off x="2960681" y="12469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D6838E8-C8EB-7296-2960-1A8102E09AD5}"/>
              </a:ext>
            </a:extLst>
          </p:cNvPr>
          <p:cNvCxnSpPr>
            <a:cxnSpLocks/>
            <a:stCxn id="2" idx="3"/>
            <a:endCxn id="3" idx="7"/>
          </p:cNvCxnSpPr>
          <p:nvPr/>
        </p:nvCxnSpPr>
        <p:spPr>
          <a:xfrm flipH="1">
            <a:off x="3245194" y="969204"/>
            <a:ext cx="314593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A37B8115-3F23-E964-3DF9-9CCF84A5379A}"/>
              </a:ext>
            </a:extLst>
          </p:cNvPr>
          <p:cNvSpPr/>
          <p:nvPr/>
        </p:nvSpPr>
        <p:spPr>
          <a:xfrm>
            <a:off x="3368098" y="187686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A99E65E-0483-C3CB-D5EE-8A3758AB43D2}"/>
              </a:ext>
            </a:extLst>
          </p:cNvPr>
          <p:cNvCxnSpPr>
            <a:cxnSpLocks/>
            <a:stCxn id="7" idx="0"/>
            <a:endCxn id="3" idx="5"/>
          </p:cNvCxnSpPr>
          <p:nvPr/>
        </p:nvCxnSpPr>
        <p:spPr>
          <a:xfrm flipH="1" flipV="1">
            <a:off x="3245194" y="1531507"/>
            <a:ext cx="289568" cy="345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2F2E2275-C73A-674C-1748-CEE72884FF41}"/>
              </a:ext>
            </a:extLst>
          </p:cNvPr>
          <p:cNvSpPr txBox="1"/>
          <p:nvPr/>
        </p:nvSpPr>
        <p:spPr>
          <a:xfrm>
            <a:off x="3477902" y="682078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40</a:t>
            </a:r>
            <a:endParaRPr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1DD0E8-62C1-206B-BA5D-8C92EBC2899F}"/>
              </a:ext>
            </a:extLst>
          </p:cNvPr>
          <p:cNvSpPr txBox="1"/>
          <p:nvPr/>
        </p:nvSpPr>
        <p:spPr>
          <a:xfrm>
            <a:off x="2927611" y="124816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25</a:t>
            </a:r>
            <a:endParaRPr lang="zh-CN" altLang="en-US" sz="16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8A105CB-5603-FF67-9332-BEF1FA3841EC}"/>
              </a:ext>
            </a:extLst>
          </p:cNvPr>
          <p:cNvSpPr txBox="1"/>
          <p:nvPr/>
        </p:nvSpPr>
        <p:spPr>
          <a:xfrm>
            <a:off x="3336307" y="1869025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97</a:t>
            </a:r>
            <a:endParaRPr lang="zh-CN" altLang="en-US" sz="160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B755828-B6EA-CA26-EB06-63CDDF8AD8D8}"/>
              </a:ext>
            </a:extLst>
          </p:cNvPr>
          <p:cNvSpPr/>
          <p:nvPr/>
        </p:nvSpPr>
        <p:spPr>
          <a:xfrm>
            <a:off x="1937835" y="684691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</a:t>
            </a:r>
            <a:endParaRPr lang="zh-CN" altLang="en-US" sz="16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E5059EB-E853-4F63-DF57-6A7D3101434E}"/>
              </a:ext>
            </a:extLst>
          </p:cNvPr>
          <p:cNvSpPr/>
          <p:nvPr/>
        </p:nvSpPr>
        <p:spPr>
          <a:xfrm>
            <a:off x="1387544" y="124699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B</a:t>
            </a:r>
            <a:endParaRPr lang="zh-CN" altLang="en-US" sz="160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5334B97-90A3-FC6C-04CA-595919C2DEB9}"/>
              </a:ext>
            </a:extLst>
          </p:cNvPr>
          <p:cNvCxnSpPr>
            <a:cxnSpLocks/>
            <a:stCxn id="19" idx="3"/>
            <a:endCxn id="20" idx="7"/>
          </p:cNvCxnSpPr>
          <p:nvPr/>
        </p:nvCxnSpPr>
        <p:spPr>
          <a:xfrm flipH="1">
            <a:off x="1672057" y="969204"/>
            <a:ext cx="314593" cy="326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7E1175A8-297E-BB49-9B26-65D0FF53A598}"/>
              </a:ext>
            </a:extLst>
          </p:cNvPr>
          <p:cNvSpPr/>
          <p:nvPr/>
        </p:nvSpPr>
        <p:spPr>
          <a:xfrm>
            <a:off x="1794961" y="1876864"/>
            <a:ext cx="333328" cy="33332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C</a:t>
            </a:r>
            <a:endParaRPr lang="zh-CN" altLang="en-US" sz="160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097BDF5-665A-CE2F-88D8-2FEC67E57CF7}"/>
              </a:ext>
            </a:extLst>
          </p:cNvPr>
          <p:cNvCxnSpPr>
            <a:cxnSpLocks/>
            <a:stCxn id="22" idx="0"/>
            <a:endCxn id="20" idx="5"/>
          </p:cNvCxnSpPr>
          <p:nvPr/>
        </p:nvCxnSpPr>
        <p:spPr>
          <a:xfrm flipH="1" flipV="1">
            <a:off x="1672057" y="1531507"/>
            <a:ext cx="289568" cy="345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4127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F986D-A586-944C-C45B-7FB333864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717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70382-5DEA-08ED-AD35-92B0F12E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9875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4ACF3-EE98-A4E8-EEE5-00C537F6E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60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7051</TotalTime>
  <Words>2032</Words>
  <Application>Microsoft Office PowerPoint</Application>
  <PresentationFormat>宽屏</PresentationFormat>
  <Paragraphs>1187</Paragraphs>
  <Slides>58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齐齐晨羽</dc:creator>
  <cp:lastModifiedBy>齐齐晨羽</cp:lastModifiedBy>
  <cp:revision>169</cp:revision>
  <dcterms:created xsi:type="dcterms:W3CDTF">2026-10-08T09:44:33Z</dcterms:created>
  <dcterms:modified xsi:type="dcterms:W3CDTF">2026-10-18T14:06:40Z</dcterms:modified>
</cp:coreProperties>
</file>