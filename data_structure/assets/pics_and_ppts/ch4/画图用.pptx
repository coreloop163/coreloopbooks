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71" r:id="rId11"/>
    <p:sldId id="265" r:id="rId12"/>
    <p:sldId id="272" r:id="rId13"/>
    <p:sldId id="266" r:id="rId14"/>
    <p:sldId id="273" r:id="rId15"/>
    <p:sldId id="267" r:id="rId16"/>
    <p:sldId id="268" r:id="rId17"/>
    <p:sldId id="269" r:id="rId18"/>
    <p:sldId id="278" r:id="rId19"/>
    <p:sldId id="274" r:id="rId20"/>
    <p:sldId id="275" r:id="rId21"/>
    <p:sldId id="276" r:id="rId22"/>
    <p:sldId id="277" r:id="rId23"/>
    <p:sldId id="286" r:id="rId24"/>
    <p:sldId id="279" r:id="rId25"/>
    <p:sldId id="280" r:id="rId26"/>
    <p:sldId id="283" r:id="rId27"/>
    <p:sldId id="284" r:id="rId28"/>
    <p:sldId id="285" r:id="rId29"/>
    <p:sldId id="281" r:id="rId30"/>
    <p:sldId id="282" r:id="rId31"/>
    <p:sldId id="287" r:id="rId32"/>
    <p:sldId id="288" r:id="rId33"/>
    <p:sldId id="289" r:id="rId34"/>
    <p:sldId id="270" r:id="rId35"/>
    <p:sldId id="290" r:id="rId36"/>
    <p:sldId id="291" r:id="rId37"/>
    <p:sldId id="292" r:id="rId38"/>
    <p:sldId id="293" r:id="rId39"/>
    <p:sldId id="297" r:id="rId40"/>
    <p:sldId id="294" r:id="rId41"/>
    <p:sldId id="295" r:id="rId42"/>
    <p:sldId id="296" r:id="rId4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4A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84" autoAdjust="0"/>
    <p:restoredTop sz="94660"/>
  </p:normalViewPr>
  <p:slideViewPr>
    <p:cSldViewPr snapToGrid="0">
      <p:cViewPr varScale="1">
        <p:scale>
          <a:sx n="94" d="100"/>
          <a:sy n="94" d="100"/>
        </p:scale>
        <p:origin x="67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5347F-0490-42B1-9604-2668F30EEAC5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C9E0-3195-4C69-924F-72688682955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724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C9E0-3195-4C69-924F-72688682955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211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066001" y="2331752"/>
            <a:ext cx="24128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5041963" y="1490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4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4519B7DF-DA90-16B0-C9EB-00C09A59004D}"/>
              </a:ext>
            </a:extLst>
          </p:cNvPr>
          <p:cNvSpPr txBox="1"/>
          <p:nvPr/>
        </p:nvSpPr>
        <p:spPr>
          <a:xfrm>
            <a:off x="2671344" y="92184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BFB2A18-9A4D-0F71-9BDD-00902D77FCDE}"/>
              </a:ext>
            </a:extLst>
          </p:cNvPr>
          <p:cNvCxnSpPr>
            <a:cxnSpLocks/>
          </p:cNvCxnSpPr>
          <p:nvPr/>
        </p:nvCxnSpPr>
        <p:spPr>
          <a:xfrm flipH="1">
            <a:off x="2513689" y="110650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52AD18CB-9A4B-6D5B-3C2A-61D23CF86854}"/>
              </a:ext>
            </a:extLst>
          </p:cNvPr>
          <p:cNvSpPr txBox="1"/>
          <p:nvPr/>
        </p:nvSpPr>
        <p:spPr>
          <a:xfrm>
            <a:off x="2374869" y="1394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3A4BEFF-735E-1C8B-56FE-C29E89F0259D}"/>
              </a:ext>
            </a:extLst>
          </p:cNvPr>
          <p:cNvSpPr txBox="1"/>
          <p:nvPr/>
        </p:nvSpPr>
        <p:spPr>
          <a:xfrm>
            <a:off x="2948984" y="1381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B30774B-A529-5A87-371C-F8509FED24BC}"/>
              </a:ext>
            </a:extLst>
          </p:cNvPr>
          <p:cNvCxnSpPr/>
          <p:nvPr/>
        </p:nvCxnSpPr>
        <p:spPr>
          <a:xfrm>
            <a:off x="2810164" y="110650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DCBAE67-A52A-7804-51FB-56261BACB6B1}"/>
              </a:ext>
            </a:extLst>
          </p:cNvPr>
          <p:cNvSpPr txBox="1"/>
          <p:nvPr/>
        </p:nvSpPr>
        <p:spPr>
          <a:xfrm>
            <a:off x="5055098" y="65542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65D18AC-060A-C83A-512A-571060E4FCE0}"/>
              </a:ext>
            </a:extLst>
          </p:cNvPr>
          <p:cNvCxnSpPr>
            <a:cxnSpLocks/>
          </p:cNvCxnSpPr>
          <p:nvPr/>
        </p:nvCxnSpPr>
        <p:spPr>
          <a:xfrm flipH="1">
            <a:off x="4888026" y="85884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7F0FE231-88DC-4BBC-736C-C644312702BB}"/>
              </a:ext>
            </a:extLst>
          </p:cNvPr>
          <p:cNvSpPr txBox="1"/>
          <p:nvPr/>
        </p:nvSpPr>
        <p:spPr>
          <a:xfrm>
            <a:off x="4749206" y="11463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19785F-04DA-612E-436F-B2DAB20969AF}"/>
              </a:ext>
            </a:extLst>
          </p:cNvPr>
          <p:cNvSpPr txBox="1"/>
          <p:nvPr/>
        </p:nvSpPr>
        <p:spPr>
          <a:xfrm>
            <a:off x="5323321" y="113364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A8B5B97-5118-23B5-C9B3-30138EE6AB03}"/>
              </a:ext>
            </a:extLst>
          </p:cNvPr>
          <p:cNvCxnSpPr/>
          <p:nvPr/>
        </p:nvCxnSpPr>
        <p:spPr>
          <a:xfrm>
            <a:off x="5184501" y="85884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E81F240-4D5E-AEC9-CBCA-8B6D328124FC}"/>
              </a:ext>
            </a:extLst>
          </p:cNvPr>
          <p:cNvSpPr txBox="1"/>
          <p:nvPr/>
        </p:nvSpPr>
        <p:spPr>
          <a:xfrm>
            <a:off x="7811142" y="48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53F7E6E-95B2-AA65-5414-413056AE06DD}"/>
              </a:ext>
            </a:extLst>
          </p:cNvPr>
          <p:cNvCxnSpPr>
            <a:cxnSpLocks/>
          </p:cNvCxnSpPr>
          <p:nvPr/>
        </p:nvCxnSpPr>
        <p:spPr>
          <a:xfrm flipH="1">
            <a:off x="7653487" y="67417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BB08DC5-B404-DB8E-2B1B-41DFC3CC3107}"/>
              </a:ext>
            </a:extLst>
          </p:cNvPr>
          <p:cNvSpPr txBox="1"/>
          <p:nvPr/>
        </p:nvSpPr>
        <p:spPr>
          <a:xfrm>
            <a:off x="7514667" y="9617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CEC051C-54D0-3729-1B76-9662FBDC98F7}"/>
              </a:ext>
            </a:extLst>
          </p:cNvPr>
          <p:cNvSpPr txBox="1"/>
          <p:nvPr/>
        </p:nvSpPr>
        <p:spPr>
          <a:xfrm>
            <a:off x="8088782" y="9489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2386A96-BE97-27DA-EDDE-D8DD948625C2}"/>
              </a:ext>
            </a:extLst>
          </p:cNvPr>
          <p:cNvCxnSpPr/>
          <p:nvPr/>
        </p:nvCxnSpPr>
        <p:spPr>
          <a:xfrm>
            <a:off x="7949962" y="67417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7F3C1AC-5B9F-B473-6DF7-425A1F60076D}"/>
              </a:ext>
            </a:extLst>
          </p:cNvPr>
          <p:cNvSpPr txBox="1"/>
          <p:nvPr/>
        </p:nvSpPr>
        <p:spPr>
          <a:xfrm>
            <a:off x="4749206" y="115910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272B8F6-5F20-B6A4-AAE4-B062AD712929}"/>
              </a:ext>
            </a:extLst>
          </p:cNvPr>
          <p:cNvCxnSpPr>
            <a:cxnSpLocks/>
          </p:cNvCxnSpPr>
          <p:nvPr/>
        </p:nvCxnSpPr>
        <p:spPr>
          <a:xfrm flipH="1">
            <a:off x="4722077" y="1343773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E609F8F3-59AE-4B6C-C3AD-D1ED6F4EDB90}"/>
              </a:ext>
            </a:extLst>
          </p:cNvPr>
          <p:cNvSpPr txBox="1"/>
          <p:nvPr/>
        </p:nvSpPr>
        <p:spPr>
          <a:xfrm>
            <a:off x="4583257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9169406-B539-A661-F065-0158FDDF52CD}"/>
              </a:ext>
            </a:extLst>
          </p:cNvPr>
          <p:cNvSpPr txBox="1"/>
          <p:nvPr/>
        </p:nvSpPr>
        <p:spPr>
          <a:xfrm>
            <a:off x="4879732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2E9C603-D0FA-C05B-D9A4-D139B4F86162}"/>
              </a:ext>
            </a:extLst>
          </p:cNvPr>
          <p:cNvCxnSpPr>
            <a:cxnSpLocks/>
          </p:cNvCxnSpPr>
          <p:nvPr/>
        </p:nvCxnSpPr>
        <p:spPr>
          <a:xfrm>
            <a:off x="4888026" y="1343773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9456611-AF73-DE02-7EB8-462CD9E3CF30}"/>
              </a:ext>
            </a:extLst>
          </p:cNvPr>
          <p:cNvCxnSpPr>
            <a:cxnSpLocks/>
          </p:cNvCxnSpPr>
          <p:nvPr/>
        </p:nvCxnSpPr>
        <p:spPr>
          <a:xfrm flipH="1">
            <a:off x="5287898" y="134525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5CBD176-5FDE-126F-537D-D052A6F10FAD}"/>
              </a:ext>
            </a:extLst>
          </p:cNvPr>
          <p:cNvSpPr txBox="1"/>
          <p:nvPr/>
        </p:nvSpPr>
        <p:spPr>
          <a:xfrm>
            <a:off x="5149078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4C04CF5-A6F5-C619-9868-590BA40957BE}"/>
              </a:ext>
            </a:extLst>
          </p:cNvPr>
          <p:cNvSpPr txBox="1"/>
          <p:nvPr/>
        </p:nvSpPr>
        <p:spPr>
          <a:xfrm>
            <a:off x="5445553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44E43B-229E-1D9C-854B-1EFE6D55E06C}"/>
              </a:ext>
            </a:extLst>
          </p:cNvPr>
          <p:cNvCxnSpPr>
            <a:cxnSpLocks/>
          </p:cNvCxnSpPr>
          <p:nvPr/>
        </p:nvCxnSpPr>
        <p:spPr>
          <a:xfrm>
            <a:off x="5453847" y="134525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EA81B2C-7EC0-70AB-A1F5-72DC6C68DA67}"/>
              </a:ext>
            </a:extLst>
          </p:cNvPr>
          <p:cNvCxnSpPr>
            <a:cxnSpLocks/>
          </p:cNvCxnSpPr>
          <p:nvPr/>
        </p:nvCxnSpPr>
        <p:spPr>
          <a:xfrm flipH="1">
            <a:off x="7495832" y="114937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4C403D8-A45E-3C02-B50B-BEC029EECF34}"/>
              </a:ext>
            </a:extLst>
          </p:cNvPr>
          <p:cNvSpPr txBox="1"/>
          <p:nvPr/>
        </p:nvSpPr>
        <p:spPr>
          <a:xfrm>
            <a:off x="7357012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39C5D79-FCB8-7183-C17B-5F3EE51640E0}"/>
              </a:ext>
            </a:extLst>
          </p:cNvPr>
          <p:cNvSpPr txBox="1"/>
          <p:nvPr/>
        </p:nvSpPr>
        <p:spPr>
          <a:xfrm>
            <a:off x="7653487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007EE6D-8092-E809-70B7-E6F729611C93}"/>
              </a:ext>
            </a:extLst>
          </p:cNvPr>
          <p:cNvCxnSpPr>
            <a:cxnSpLocks/>
          </p:cNvCxnSpPr>
          <p:nvPr/>
        </p:nvCxnSpPr>
        <p:spPr>
          <a:xfrm>
            <a:off x="7661781" y="114937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3BDA4FC-9A9C-4511-AB4F-6A6254E0127E}"/>
              </a:ext>
            </a:extLst>
          </p:cNvPr>
          <p:cNvCxnSpPr>
            <a:cxnSpLocks/>
          </p:cNvCxnSpPr>
          <p:nvPr/>
        </p:nvCxnSpPr>
        <p:spPr>
          <a:xfrm flipH="1">
            <a:off x="8061653" y="1150862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8F60BDE4-A758-7603-2B20-4D0E1FCE2B46}"/>
              </a:ext>
            </a:extLst>
          </p:cNvPr>
          <p:cNvSpPr txBox="1"/>
          <p:nvPr/>
        </p:nvSpPr>
        <p:spPr>
          <a:xfrm>
            <a:off x="7922833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7DEB08BC-3CD1-0E54-0F51-C5DBC6319D51}"/>
              </a:ext>
            </a:extLst>
          </p:cNvPr>
          <p:cNvSpPr txBox="1"/>
          <p:nvPr/>
        </p:nvSpPr>
        <p:spPr>
          <a:xfrm>
            <a:off x="8219308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8A5D556-E318-80DE-E891-1F0CB3D04B42}"/>
              </a:ext>
            </a:extLst>
          </p:cNvPr>
          <p:cNvCxnSpPr>
            <a:cxnSpLocks/>
          </p:cNvCxnSpPr>
          <p:nvPr/>
        </p:nvCxnSpPr>
        <p:spPr>
          <a:xfrm>
            <a:off x="8227602" y="115086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2932750-0334-889A-A3FD-FA7C126F440B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7738068" y="16058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67D41D6-5958-BD96-4BBF-A34E0EEAE826}"/>
              </a:ext>
            </a:extLst>
          </p:cNvPr>
          <p:cNvSpPr txBox="1"/>
          <p:nvPr/>
        </p:nvSpPr>
        <p:spPr>
          <a:xfrm>
            <a:off x="7588224" y="18791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6FC4732-39D0-FAE4-E37C-FFE954C2833E}"/>
              </a:ext>
            </a:extLst>
          </p:cNvPr>
          <p:cNvSpPr txBox="1"/>
          <p:nvPr/>
        </p:nvSpPr>
        <p:spPr>
          <a:xfrm>
            <a:off x="7738068" y="187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42ACEA4-A026-5565-A00D-D352E0CE84DF}"/>
              </a:ext>
            </a:extLst>
          </p:cNvPr>
          <p:cNvCxnSpPr>
            <a:cxnSpLocks/>
          </p:cNvCxnSpPr>
          <p:nvPr/>
        </p:nvCxnSpPr>
        <p:spPr>
          <a:xfrm>
            <a:off x="7792307" y="16058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186534-3AC3-1328-84A3-EA3F9BBFCB21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7997764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47861AD-017E-92CF-EB71-35E42599462C}"/>
              </a:ext>
            </a:extLst>
          </p:cNvPr>
          <p:cNvSpPr txBox="1"/>
          <p:nvPr/>
        </p:nvSpPr>
        <p:spPr>
          <a:xfrm>
            <a:off x="7847920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FAE5592-E1E4-9837-0F62-E69F9D37D1BA}"/>
              </a:ext>
            </a:extLst>
          </p:cNvPr>
          <p:cNvSpPr txBox="1"/>
          <p:nvPr/>
        </p:nvSpPr>
        <p:spPr>
          <a:xfrm>
            <a:off x="7997764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F7CB859-F572-C742-4204-690F75C7C833}"/>
              </a:ext>
            </a:extLst>
          </p:cNvPr>
          <p:cNvCxnSpPr>
            <a:cxnSpLocks/>
          </p:cNvCxnSpPr>
          <p:nvPr/>
        </p:nvCxnSpPr>
        <p:spPr>
          <a:xfrm>
            <a:off x="8052003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DFEFE7B-B910-1082-D056-7659D74E59C7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8294238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A89887FE-D9B4-6115-28AA-C7ADC9D699D4}"/>
              </a:ext>
            </a:extLst>
          </p:cNvPr>
          <p:cNvSpPr txBox="1"/>
          <p:nvPr/>
        </p:nvSpPr>
        <p:spPr>
          <a:xfrm>
            <a:off x="8144394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E96FF1C-2472-290C-AD44-E3A73CC9FB06}"/>
              </a:ext>
            </a:extLst>
          </p:cNvPr>
          <p:cNvSpPr txBox="1"/>
          <p:nvPr/>
        </p:nvSpPr>
        <p:spPr>
          <a:xfrm>
            <a:off x="8294238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C4166EF-FD54-E0F6-CF61-4A3EE22759D9}"/>
              </a:ext>
            </a:extLst>
          </p:cNvPr>
          <p:cNvCxnSpPr>
            <a:cxnSpLocks/>
          </p:cNvCxnSpPr>
          <p:nvPr/>
        </p:nvCxnSpPr>
        <p:spPr>
          <a:xfrm>
            <a:off x="8348477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2C0E072-0FBD-D30F-20EE-410242290C74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7431460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0076A89D-4FCB-925F-B2E2-55DFEE2C3244}"/>
              </a:ext>
            </a:extLst>
          </p:cNvPr>
          <p:cNvSpPr txBox="1"/>
          <p:nvPr/>
        </p:nvSpPr>
        <p:spPr>
          <a:xfrm>
            <a:off x="7281616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383BFB84-25B1-CA00-B242-28B52EF4859E}"/>
              </a:ext>
            </a:extLst>
          </p:cNvPr>
          <p:cNvSpPr txBox="1"/>
          <p:nvPr/>
        </p:nvSpPr>
        <p:spPr>
          <a:xfrm>
            <a:off x="7431460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EAE3EA9-DF9F-9FA1-15DF-A701C200A8FA}"/>
              </a:ext>
            </a:extLst>
          </p:cNvPr>
          <p:cNvCxnSpPr>
            <a:cxnSpLocks/>
          </p:cNvCxnSpPr>
          <p:nvPr/>
        </p:nvCxnSpPr>
        <p:spPr>
          <a:xfrm>
            <a:off x="7485699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83F1133A-863E-EB94-1068-C9CDB85143F9}"/>
              </a:ext>
            </a:extLst>
          </p:cNvPr>
          <p:cNvSpPr txBox="1"/>
          <p:nvPr/>
        </p:nvSpPr>
        <p:spPr>
          <a:xfrm>
            <a:off x="6828423" y="27535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239F3107-89D0-D787-79C4-4182F6872E27}"/>
              </a:ext>
            </a:extLst>
          </p:cNvPr>
          <p:cNvCxnSpPr>
            <a:cxnSpLocks/>
          </p:cNvCxnSpPr>
          <p:nvPr/>
        </p:nvCxnSpPr>
        <p:spPr>
          <a:xfrm flipH="1">
            <a:off x="6670768" y="293818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867969E9-0047-CDF3-0C74-C32A0E92E91B}"/>
              </a:ext>
            </a:extLst>
          </p:cNvPr>
          <p:cNvSpPr txBox="1"/>
          <p:nvPr/>
        </p:nvSpPr>
        <p:spPr>
          <a:xfrm>
            <a:off x="6531948" y="322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FD1F580-4E6D-A340-A531-9EEEF2D3E760}"/>
              </a:ext>
            </a:extLst>
          </p:cNvPr>
          <p:cNvSpPr txBox="1"/>
          <p:nvPr/>
        </p:nvSpPr>
        <p:spPr>
          <a:xfrm>
            <a:off x="7106063" y="32129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BF9300B-B760-9EED-D44F-EC346B747F4C}"/>
              </a:ext>
            </a:extLst>
          </p:cNvPr>
          <p:cNvCxnSpPr/>
          <p:nvPr/>
        </p:nvCxnSpPr>
        <p:spPr>
          <a:xfrm>
            <a:off x="6967243" y="293818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47FB89EB-7454-3A80-A677-99C1802A5960}"/>
              </a:ext>
            </a:extLst>
          </p:cNvPr>
          <p:cNvCxnSpPr>
            <a:cxnSpLocks/>
          </p:cNvCxnSpPr>
          <p:nvPr/>
        </p:nvCxnSpPr>
        <p:spPr>
          <a:xfrm flipH="1">
            <a:off x="6513113" y="3413384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653DB370-8EBA-63EF-3869-E969435FDB45}"/>
              </a:ext>
            </a:extLst>
          </p:cNvPr>
          <p:cNvSpPr txBox="1"/>
          <p:nvPr/>
        </p:nvSpPr>
        <p:spPr>
          <a:xfrm>
            <a:off x="6374293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84CB5530-982A-2CEE-42F2-63001B5EF8A9}"/>
              </a:ext>
            </a:extLst>
          </p:cNvPr>
          <p:cNvSpPr txBox="1"/>
          <p:nvPr/>
        </p:nvSpPr>
        <p:spPr>
          <a:xfrm>
            <a:off x="6670768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0F947EA-CE3D-A051-8837-DAB7B8816B9C}"/>
              </a:ext>
            </a:extLst>
          </p:cNvPr>
          <p:cNvCxnSpPr>
            <a:cxnSpLocks/>
          </p:cNvCxnSpPr>
          <p:nvPr/>
        </p:nvCxnSpPr>
        <p:spPr>
          <a:xfrm>
            <a:off x="6679062" y="3413384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97F9D2E-B9C0-C8C7-A537-4995498EC50E}"/>
              </a:ext>
            </a:extLst>
          </p:cNvPr>
          <p:cNvCxnSpPr>
            <a:cxnSpLocks/>
          </p:cNvCxnSpPr>
          <p:nvPr/>
        </p:nvCxnSpPr>
        <p:spPr>
          <a:xfrm flipH="1">
            <a:off x="7078934" y="341486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774DF60-493D-7E2D-878B-1ED227C21C1E}"/>
              </a:ext>
            </a:extLst>
          </p:cNvPr>
          <p:cNvSpPr txBox="1"/>
          <p:nvPr/>
        </p:nvSpPr>
        <p:spPr>
          <a:xfrm>
            <a:off x="6940114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3A7EC1-68DC-F5BB-CF91-21C3EFE43A4C}"/>
              </a:ext>
            </a:extLst>
          </p:cNvPr>
          <p:cNvSpPr txBox="1"/>
          <p:nvPr/>
        </p:nvSpPr>
        <p:spPr>
          <a:xfrm>
            <a:off x="7236589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2C04D42-8DAB-2427-0167-B80268A486BC}"/>
              </a:ext>
            </a:extLst>
          </p:cNvPr>
          <p:cNvCxnSpPr>
            <a:cxnSpLocks/>
          </p:cNvCxnSpPr>
          <p:nvPr/>
        </p:nvCxnSpPr>
        <p:spPr>
          <a:xfrm>
            <a:off x="7244883" y="341486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2EAA147-3D69-C550-474D-00ACFD52D003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6755349" y="38698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17A724D-C1B0-564C-8351-340007839640}"/>
              </a:ext>
            </a:extLst>
          </p:cNvPr>
          <p:cNvSpPr txBox="1"/>
          <p:nvPr/>
        </p:nvSpPr>
        <p:spPr>
          <a:xfrm>
            <a:off x="6605505" y="41431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090E36-99B0-C8A7-16CC-1D62ABF5D1E7}"/>
              </a:ext>
            </a:extLst>
          </p:cNvPr>
          <p:cNvSpPr txBox="1"/>
          <p:nvPr/>
        </p:nvSpPr>
        <p:spPr>
          <a:xfrm>
            <a:off x="6755349" y="41401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67BE6BD-BCA7-06F5-5A66-C0938CFE4D61}"/>
              </a:ext>
            </a:extLst>
          </p:cNvPr>
          <p:cNvCxnSpPr>
            <a:cxnSpLocks/>
          </p:cNvCxnSpPr>
          <p:nvPr/>
        </p:nvCxnSpPr>
        <p:spPr>
          <a:xfrm>
            <a:off x="6809588" y="38698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458D8F80-9DA6-6E83-3C05-9D6A5848EB19}"/>
              </a:ext>
            </a:extLst>
          </p:cNvPr>
          <p:cNvCxnSpPr>
            <a:cxnSpLocks/>
          </p:cNvCxnSpPr>
          <p:nvPr/>
        </p:nvCxnSpPr>
        <p:spPr>
          <a:xfrm flipH="1">
            <a:off x="7015045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46165A5-35BD-C896-4C78-882031BB8F3E}"/>
              </a:ext>
            </a:extLst>
          </p:cNvPr>
          <p:cNvSpPr txBox="1"/>
          <p:nvPr/>
        </p:nvSpPr>
        <p:spPr>
          <a:xfrm>
            <a:off x="6865201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AE34B9D-AB84-5FAA-5AB5-B9E5979C8D1C}"/>
              </a:ext>
            </a:extLst>
          </p:cNvPr>
          <p:cNvCxnSpPr>
            <a:cxnSpLocks/>
            <a:endCxn id="120" idx="1"/>
          </p:cNvCxnSpPr>
          <p:nvPr/>
        </p:nvCxnSpPr>
        <p:spPr>
          <a:xfrm flipH="1">
            <a:off x="6448741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C88552-2529-2D85-CF75-5D3BFA213FFA}"/>
              </a:ext>
            </a:extLst>
          </p:cNvPr>
          <p:cNvSpPr txBox="1"/>
          <p:nvPr/>
        </p:nvSpPr>
        <p:spPr>
          <a:xfrm>
            <a:off x="6298897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33ED9A2-0976-986B-6801-1B39115D7D7E}"/>
              </a:ext>
            </a:extLst>
          </p:cNvPr>
          <p:cNvSpPr txBox="1"/>
          <p:nvPr/>
        </p:nvSpPr>
        <p:spPr>
          <a:xfrm>
            <a:off x="6448741" y="41386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D880D05-1478-218A-A0F5-F5488EA58410}"/>
              </a:ext>
            </a:extLst>
          </p:cNvPr>
          <p:cNvCxnSpPr>
            <a:cxnSpLocks/>
          </p:cNvCxnSpPr>
          <p:nvPr/>
        </p:nvCxnSpPr>
        <p:spPr>
          <a:xfrm>
            <a:off x="6502980" y="38683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47A93A8-FEEC-D4AC-339C-A665F3AABAF9}"/>
              </a:ext>
            </a:extLst>
          </p:cNvPr>
          <p:cNvSpPr txBox="1"/>
          <p:nvPr/>
        </p:nvSpPr>
        <p:spPr>
          <a:xfrm>
            <a:off x="3717153" y="29518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0F9FE94-B2C2-B8B4-DAEC-1E77174621FC}"/>
              </a:ext>
            </a:extLst>
          </p:cNvPr>
          <p:cNvCxnSpPr>
            <a:cxnSpLocks/>
          </p:cNvCxnSpPr>
          <p:nvPr/>
        </p:nvCxnSpPr>
        <p:spPr>
          <a:xfrm flipH="1">
            <a:off x="3550081" y="315530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07C7483-FBE3-2CCB-3147-F6D97BC590F2}"/>
              </a:ext>
            </a:extLst>
          </p:cNvPr>
          <p:cNvSpPr txBox="1"/>
          <p:nvPr/>
        </p:nvSpPr>
        <p:spPr>
          <a:xfrm>
            <a:off x="3411261" y="34428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F0601CB-8B6F-9315-9186-21EBD59A6B6A}"/>
              </a:ext>
            </a:extLst>
          </p:cNvPr>
          <p:cNvSpPr txBox="1"/>
          <p:nvPr/>
        </p:nvSpPr>
        <p:spPr>
          <a:xfrm>
            <a:off x="3985376" y="3430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2D583EA-F4F4-E95B-1587-4A0AFC684AEE}"/>
              </a:ext>
            </a:extLst>
          </p:cNvPr>
          <p:cNvCxnSpPr/>
          <p:nvPr/>
        </p:nvCxnSpPr>
        <p:spPr>
          <a:xfrm>
            <a:off x="3846556" y="315530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10D9C4C-5C50-4B17-0A2F-B57C4DBE03E8}"/>
              </a:ext>
            </a:extLst>
          </p:cNvPr>
          <p:cNvSpPr txBox="1"/>
          <p:nvPr/>
        </p:nvSpPr>
        <p:spPr>
          <a:xfrm>
            <a:off x="3411261" y="34555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2CDCED1D-17F7-0500-C6AB-E2E790FA268A}"/>
              </a:ext>
            </a:extLst>
          </p:cNvPr>
          <p:cNvCxnSpPr>
            <a:cxnSpLocks/>
          </p:cNvCxnSpPr>
          <p:nvPr/>
        </p:nvCxnSpPr>
        <p:spPr>
          <a:xfrm flipH="1">
            <a:off x="3384132" y="364023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B3E67F9-EBDE-71CF-D3EF-506E89521073}"/>
              </a:ext>
            </a:extLst>
          </p:cNvPr>
          <p:cNvSpPr txBox="1"/>
          <p:nvPr/>
        </p:nvSpPr>
        <p:spPr>
          <a:xfrm>
            <a:off x="3245312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DC09BC71-5EA9-0585-51DB-B2508CECE63F}"/>
              </a:ext>
            </a:extLst>
          </p:cNvPr>
          <p:cNvSpPr txBox="1"/>
          <p:nvPr/>
        </p:nvSpPr>
        <p:spPr>
          <a:xfrm>
            <a:off x="3541787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8D969F8-60B3-AE34-382D-56A6F072EC4D}"/>
              </a:ext>
            </a:extLst>
          </p:cNvPr>
          <p:cNvCxnSpPr>
            <a:cxnSpLocks/>
          </p:cNvCxnSpPr>
          <p:nvPr/>
        </p:nvCxnSpPr>
        <p:spPr>
          <a:xfrm>
            <a:off x="3550081" y="364023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D6F693D-A919-CB0A-C35D-ACB377BFE076}"/>
              </a:ext>
            </a:extLst>
          </p:cNvPr>
          <p:cNvSpPr txBox="1"/>
          <p:nvPr/>
        </p:nvSpPr>
        <p:spPr>
          <a:xfrm>
            <a:off x="2110163" y="31401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6D6D1FC5-3401-F037-F6E3-9698C3DD2502}"/>
              </a:ext>
            </a:extLst>
          </p:cNvPr>
          <p:cNvCxnSpPr>
            <a:cxnSpLocks/>
          </p:cNvCxnSpPr>
          <p:nvPr/>
        </p:nvCxnSpPr>
        <p:spPr>
          <a:xfrm flipH="1">
            <a:off x="1952508" y="332485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B1F46634-B731-F237-0C34-7E0C3321DAA8}"/>
              </a:ext>
            </a:extLst>
          </p:cNvPr>
          <p:cNvSpPr txBox="1"/>
          <p:nvPr/>
        </p:nvSpPr>
        <p:spPr>
          <a:xfrm>
            <a:off x="1813688" y="36123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465B98F-9451-6AE9-9DD4-00B7464B9432}"/>
              </a:ext>
            </a:extLst>
          </p:cNvPr>
          <p:cNvSpPr txBox="1"/>
          <p:nvPr/>
        </p:nvSpPr>
        <p:spPr>
          <a:xfrm>
            <a:off x="4329943" y="2254101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）一些满二叉树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1F77C8C-0FBF-8097-6CB4-B91F084F78DA}"/>
              </a:ext>
            </a:extLst>
          </p:cNvPr>
          <p:cNvSpPr txBox="1"/>
          <p:nvPr/>
        </p:nvSpPr>
        <p:spPr>
          <a:xfrm>
            <a:off x="4259968" y="4642588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）一些完全二叉树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3D078136-021D-11F4-F035-6E46A907DE25}"/>
              </a:ext>
            </a:extLst>
          </p:cNvPr>
          <p:cNvSpPr txBox="1"/>
          <p:nvPr/>
        </p:nvSpPr>
        <p:spPr>
          <a:xfrm>
            <a:off x="5250025" y="2970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FF60726-C104-4F2C-1256-FF80A894EE00}"/>
              </a:ext>
            </a:extLst>
          </p:cNvPr>
          <p:cNvCxnSpPr>
            <a:cxnSpLocks/>
          </p:cNvCxnSpPr>
          <p:nvPr/>
        </p:nvCxnSpPr>
        <p:spPr>
          <a:xfrm flipH="1">
            <a:off x="5082953" y="317405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E4F96C-3C02-F60D-64C5-56F412DE39B7}"/>
              </a:ext>
            </a:extLst>
          </p:cNvPr>
          <p:cNvSpPr txBox="1"/>
          <p:nvPr/>
        </p:nvSpPr>
        <p:spPr>
          <a:xfrm>
            <a:off x="4944133" y="346159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B8C55842-6DD1-8D45-3762-C682B9476041}"/>
              </a:ext>
            </a:extLst>
          </p:cNvPr>
          <p:cNvSpPr txBox="1"/>
          <p:nvPr/>
        </p:nvSpPr>
        <p:spPr>
          <a:xfrm>
            <a:off x="5518248" y="34488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C746E416-02ED-D3DE-4866-79D553988958}"/>
              </a:ext>
            </a:extLst>
          </p:cNvPr>
          <p:cNvCxnSpPr/>
          <p:nvPr/>
        </p:nvCxnSpPr>
        <p:spPr>
          <a:xfrm>
            <a:off x="5379428" y="317405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AF4C9B4-39CE-DCB1-9F26-C1E1EAF31E74}"/>
              </a:ext>
            </a:extLst>
          </p:cNvPr>
          <p:cNvSpPr txBox="1"/>
          <p:nvPr/>
        </p:nvSpPr>
        <p:spPr>
          <a:xfrm>
            <a:off x="4944133" y="347432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D92DC57-17F7-119F-C87E-CA2882A1BCDD}"/>
              </a:ext>
            </a:extLst>
          </p:cNvPr>
          <p:cNvCxnSpPr>
            <a:cxnSpLocks/>
          </p:cNvCxnSpPr>
          <p:nvPr/>
        </p:nvCxnSpPr>
        <p:spPr>
          <a:xfrm flipH="1">
            <a:off x="4917004" y="365898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7656AC0-CEE2-AB0D-CBFB-805F3A79A1F1}"/>
              </a:ext>
            </a:extLst>
          </p:cNvPr>
          <p:cNvSpPr txBox="1"/>
          <p:nvPr/>
        </p:nvSpPr>
        <p:spPr>
          <a:xfrm>
            <a:off x="4778184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EE3385E-AB30-0B82-1E86-57F542D4A822}"/>
              </a:ext>
            </a:extLst>
          </p:cNvPr>
          <p:cNvSpPr txBox="1"/>
          <p:nvPr/>
        </p:nvSpPr>
        <p:spPr>
          <a:xfrm>
            <a:off x="5074659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D5CEDD84-F598-BF99-6270-DCF899865826}"/>
              </a:ext>
            </a:extLst>
          </p:cNvPr>
          <p:cNvCxnSpPr>
            <a:cxnSpLocks/>
          </p:cNvCxnSpPr>
          <p:nvPr/>
        </p:nvCxnSpPr>
        <p:spPr>
          <a:xfrm>
            <a:off x="5082953" y="365898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5F1A2646-180F-B161-D5AC-41B9BB09C665}"/>
              </a:ext>
            </a:extLst>
          </p:cNvPr>
          <p:cNvCxnSpPr>
            <a:cxnSpLocks/>
          </p:cNvCxnSpPr>
          <p:nvPr/>
        </p:nvCxnSpPr>
        <p:spPr>
          <a:xfrm flipH="1">
            <a:off x="3950856" y="363194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23876C8-194E-3015-5EB0-7607BB9A9A24}"/>
              </a:ext>
            </a:extLst>
          </p:cNvPr>
          <p:cNvSpPr txBox="1"/>
          <p:nvPr/>
        </p:nvSpPr>
        <p:spPr>
          <a:xfrm>
            <a:off x="3812036" y="39067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2A2424A-AA9D-E4FD-5FE3-896D10B41023}"/>
              </a:ext>
            </a:extLst>
          </p:cNvPr>
          <p:cNvCxnSpPr>
            <a:cxnSpLocks/>
          </p:cNvCxnSpPr>
          <p:nvPr/>
        </p:nvCxnSpPr>
        <p:spPr>
          <a:xfrm flipH="1">
            <a:off x="8435176" y="2943231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B5219A7E-E6ED-93D4-E4F0-0639CEFA0B21}"/>
              </a:ext>
            </a:extLst>
          </p:cNvPr>
          <p:cNvSpPr txBox="1"/>
          <p:nvPr/>
        </p:nvSpPr>
        <p:spPr>
          <a:xfrm>
            <a:off x="8296356" y="32307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CCE10F61-FCA1-B476-0628-66535EE9A63F}"/>
              </a:ext>
            </a:extLst>
          </p:cNvPr>
          <p:cNvSpPr txBox="1"/>
          <p:nvPr/>
        </p:nvSpPr>
        <p:spPr>
          <a:xfrm>
            <a:off x="8870471" y="32180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40FD0E3-6B54-D465-DC24-CA760393A43B}"/>
              </a:ext>
            </a:extLst>
          </p:cNvPr>
          <p:cNvCxnSpPr/>
          <p:nvPr/>
        </p:nvCxnSpPr>
        <p:spPr>
          <a:xfrm>
            <a:off x="8731651" y="2943231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72E8348-C0C1-B2B7-9AB7-EB5F00EE3C92}"/>
              </a:ext>
            </a:extLst>
          </p:cNvPr>
          <p:cNvCxnSpPr>
            <a:cxnSpLocks/>
          </p:cNvCxnSpPr>
          <p:nvPr/>
        </p:nvCxnSpPr>
        <p:spPr>
          <a:xfrm flipH="1">
            <a:off x="8277521" y="341843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D130EDC-830C-F1EA-D002-098FF65CAA53}"/>
              </a:ext>
            </a:extLst>
          </p:cNvPr>
          <p:cNvSpPr txBox="1"/>
          <p:nvPr/>
        </p:nvSpPr>
        <p:spPr>
          <a:xfrm>
            <a:off x="8138701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C6BE3E53-6A46-50AA-E7F1-AD78281457A8}"/>
              </a:ext>
            </a:extLst>
          </p:cNvPr>
          <p:cNvSpPr txBox="1"/>
          <p:nvPr/>
        </p:nvSpPr>
        <p:spPr>
          <a:xfrm>
            <a:off x="8435176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5112992-5BB7-9238-B943-D8DBCE9E6A27}"/>
              </a:ext>
            </a:extLst>
          </p:cNvPr>
          <p:cNvCxnSpPr>
            <a:cxnSpLocks/>
          </p:cNvCxnSpPr>
          <p:nvPr/>
        </p:nvCxnSpPr>
        <p:spPr>
          <a:xfrm>
            <a:off x="8443470" y="341843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27F83D5D-C6A9-8D0F-B1D5-58FA53DA01FF}"/>
              </a:ext>
            </a:extLst>
          </p:cNvPr>
          <p:cNvCxnSpPr>
            <a:cxnSpLocks/>
          </p:cNvCxnSpPr>
          <p:nvPr/>
        </p:nvCxnSpPr>
        <p:spPr>
          <a:xfrm flipH="1">
            <a:off x="8843342" y="3419915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4D1C070F-CDF6-5C7D-A324-EA42D0ADA0AA}"/>
              </a:ext>
            </a:extLst>
          </p:cNvPr>
          <p:cNvSpPr txBox="1"/>
          <p:nvPr/>
        </p:nvSpPr>
        <p:spPr>
          <a:xfrm>
            <a:off x="8704522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49BAA2-03DB-C63B-64EB-FC3B6C31FA52}"/>
              </a:ext>
            </a:extLst>
          </p:cNvPr>
          <p:cNvSpPr txBox="1"/>
          <p:nvPr/>
        </p:nvSpPr>
        <p:spPr>
          <a:xfrm>
            <a:off x="9000997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018966E-07C0-0B19-9E2C-FFD981940C17}"/>
              </a:ext>
            </a:extLst>
          </p:cNvPr>
          <p:cNvCxnSpPr>
            <a:cxnSpLocks/>
          </p:cNvCxnSpPr>
          <p:nvPr/>
        </p:nvCxnSpPr>
        <p:spPr>
          <a:xfrm>
            <a:off x="9009291" y="3419915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E9D0DDA0-D586-5D66-BFBF-D1495B6AEDB2}"/>
              </a:ext>
            </a:extLst>
          </p:cNvPr>
          <p:cNvCxnSpPr>
            <a:cxnSpLocks/>
          </p:cNvCxnSpPr>
          <p:nvPr/>
        </p:nvCxnSpPr>
        <p:spPr>
          <a:xfrm flipH="1">
            <a:off x="8519757" y="38748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E922B985-01A5-149C-2456-C48B66E7E5B0}"/>
              </a:ext>
            </a:extLst>
          </p:cNvPr>
          <p:cNvSpPr txBox="1"/>
          <p:nvPr/>
        </p:nvSpPr>
        <p:spPr>
          <a:xfrm>
            <a:off x="8369913" y="41482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61556DF-ED65-51C6-C104-BAEB4A6408A6}"/>
              </a:ext>
            </a:extLst>
          </p:cNvPr>
          <p:cNvCxnSpPr>
            <a:cxnSpLocks/>
            <a:endCxn id="195" idx="1"/>
          </p:cNvCxnSpPr>
          <p:nvPr/>
        </p:nvCxnSpPr>
        <p:spPr>
          <a:xfrm flipH="1">
            <a:off x="8213149" y="38733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47E76821-016B-FA0F-32FA-DD4E2F8E80A2}"/>
              </a:ext>
            </a:extLst>
          </p:cNvPr>
          <p:cNvSpPr txBox="1"/>
          <p:nvPr/>
        </p:nvSpPr>
        <p:spPr>
          <a:xfrm>
            <a:off x="8063305" y="4146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AC62F15-F564-6DBD-1368-9FA8977208DB}"/>
              </a:ext>
            </a:extLst>
          </p:cNvPr>
          <p:cNvSpPr txBox="1"/>
          <p:nvPr/>
        </p:nvSpPr>
        <p:spPr>
          <a:xfrm>
            <a:off x="8213149" y="4143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C1D2D8EA-29B9-6D64-D2C8-72B80838A402}"/>
              </a:ext>
            </a:extLst>
          </p:cNvPr>
          <p:cNvCxnSpPr>
            <a:cxnSpLocks/>
          </p:cNvCxnSpPr>
          <p:nvPr/>
        </p:nvCxnSpPr>
        <p:spPr>
          <a:xfrm>
            <a:off x="8267388" y="38733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B37F8C3F-D310-95F9-7826-85F9942DCD9F}"/>
              </a:ext>
            </a:extLst>
          </p:cNvPr>
          <p:cNvSpPr txBox="1"/>
          <p:nvPr/>
        </p:nvSpPr>
        <p:spPr>
          <a:xfrm>
            <a:off x="8611428" y="27371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椭圆 31">
            <a:extLst>
              <a:ext uri="{FF2B5EF4-FFF2-40B4-BE49-F238E27FC236}">
                <a16:creationId xmlns:a16="http://schemas.microsoft.com/office/drawing/2014/main" id="{CF1C76E7-2F98-BA88-9203-829E4EB1A08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97F73F6-536B-7ED4-5B6C-5D3CFEE1E6EB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3127B2E-D5E3-4925-49E4-37C8983E61E3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7A81ECD-D744-1C8E-EEA1-C6DAEB05844C}"/>
              </a:ext>
            </a:extLst>
          </p:cNvPr>
          <p:cNvCxnSpPr>
            <a:cxnSpLocks/>
            <a:stCxn id="32" idx="3"/>
            <a:endCxn id="3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5BDEF5-18CB-7154-6E78-6B241EDDBB5A}"/>
              </a:ext>
            </a:extLst>
          </p:cNvPr>
          <p:cNvCxnSpPr>
            <a:stCxn id="32" idx="5"/>
            <a:endCxn id="3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312F385-69AD-6CD4-D14C-D25F8976760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23DC41F-8EA3-8759-E5C5-AB34FCC47822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8A900F8-F5E1-93A7-5B6F-98D5BC08732E}"/>
              </a:ext>
            </a:extLst>
          </p:cNvPr>
          <p:cNvSpPr/>
          <p:nvPr/>
        </p:nvSpPr>
        <p:spPr>
          <a:xfrm>
            <a:off x="3969750" y="25284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6CDF7AC5-DC4A-BE42-8991-49633435BDC9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D468AE3-A8D5-5B71-D3F1-4237D88D1561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E053D32-9DBC-B27B-7B25-151F018A0473}"/>
              </a:ext>
            </a:extLst>
          </p:cNvPr>
          <p:cNvCxnSpPr>
            <a:stCxn id="33" idx="5"/>
            <a:endCxn id="40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120C01-4AFC-9C3F-64E0-72C0F3CAAB1D}"/>
              </a:ext>
            </a:extLst>
          </p:cNvPr>
          <p:cNvCxnSpPr>
            <a:stCxn id="34" idx="5"/>
            <a:endCxn id="42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5D32ED5-640F-12AA-A31A-E0FCD6623FAE}"/>
              </a:ext>
            </a:extLst>
          </p:cNvPr>
          <p:cNvCxnSpPr>
            <a:stCxn id="40" idx="3"/>
            <a:endCxn id="44" idx="0"/>
          </p:cNvCxnSpPr>
          <p:nvPr/>
        </p:nvCxnSpPr>
        <p:spPr>
          <a:xfrm flipH="1">
            <a:off x="4136414" y="2087017"/>
            <a:ext cx="401277" cy="441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2AA23C2-D66C-6862-8CE7-E81226B31E4F}"/>
              </a:ext>
            </a:extLst>
          </p:cNvPr>
          <p:cNvCxnSpPr>
            <a:stCxn id="42" idx="3"/>
            <a:endCxn id="46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00DBF7B-413D-86A4-2728-8E2D020CC1F7}"/>
              </a:ext>
            </a:extLst>
          </p:cNvPr>
          <p:cNvCxnSpPr>
            <a:stCxn id="42" idx="5"/>
            <a:endCxn id="48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3E31C59B-EC41-3F0C-B3B0-8BCDDF429780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66C697-D2E7-A382-0ECC-42D290D560AD}"/>
              </a:ext>
            </a:extLst>
          </p:cNvPr>
          <p:cNvSpPr/>
          <p:nvPr/>
        </p:nvSpPr>
        <p:spPr>
          <a:xfrm>
            <a:off x="5979261" y="180473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0A38E00-1C79-261B-B4FE-F19B23C807A2}"/>
              </a:ext>
            </a:extLst>
          </p:cNvPr>
          <p:cNvSpPr/>
          <p:nvPr/>
        </p:nvSpPr>
        <p:spPr>
          <a:xfrm>
            <a:off x="5666125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D867C987-E180-D520-1D1A-539DDA40736F}"/>
              </a:ext>
            </a:extLst>
          </p:cNvPr>
          <p:cNvSpPr/>
          <p:nvPr/>
        </p:nvSpPr>
        <p:spPr>
          <a:xfrm>
            <a:off x="2338601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2D65A6A-A3D5-1856-3A89-A45CBBFF267D}"/>
              </a:ext>
            </a:extLst>
          </p:cNvPr>
          <p:cNvSpPr/>
          <p:nvPr/>
        </p:nvSpPr>
        <p:spPr>
          <a:xfrm>
            <a:off x="3062102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67AAA02-540E-FF47-B9F8-B3C0586141A5}"/>
              </a:ext>
            </a:extLst>
          </p:cNvPr>
          <p:cNvSpPr/>
          <p:nvPr/>
        </p:nvSpPr>
        <p:spPr>
          <a:xfrm>
            <a:off x="4933517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4319A7B2-ACAE-EEBD-D7ED-B0B8532B02AD}"/>
              </a:ext>
            </a:extLst>
          </p:cNvPr>
          <p:cNvSpPr/>
          <p:nvPr/>
        </p:nvSpPr>
        <p:spPr>
          <a:xfrm>
            <a:off x="6385078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B287AD6-3320-B1BB-50BF-EA840773E605}"/>
              </a:ext>
            </a:extLst>
          </p:cNvPr>
          <p:cNvCxnSpPr>
            <a:stCxn id="33" idx="3"/>
            <a:endCxn id="60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48A71A1-0C04-8657-55F3-0BCC95DD48F0}"/>
              </a:ext>
            </a:extLst>
          </p:cNvPr>
          <p:cNvCxnSpPr>
            <a:stCxn id="34" idx="3"/>
            <a:endCxn id="62" idx="7"/>
          </p:cNvCxnSpPr>
          <p:nvPr/>
        </p:nvCxnSpPr>
        <p:spPr>
          <a:xfrm flipH="1">
            <a:off x="6263774" y="1489447"/>
            <a:ext cx="680578" cy="36410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FD3441B-252B-3C8E-F556-5F3709B482DA}"/>
              </a:ext>
            </a:extLst>
          </p:cNvPr>
          <p:cNvCxnSpPr>
            <a:endCxn id="81" idx="0"/>
          </p:cNvCxnSpPr>
          <p:nvPr/>
        </p:nvCxnSpPr>
        <p:spPr>
          <a:xfrm flipH="1">
            <a:off x="2505265" y="2135832"/>
            <a:ext cx="253326" cy="3626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C9D6C8EB-9D8A-F8EF-169C-9E212C980A5E}"/>
              </a:ext>
            </a:extLst>
          </p:cNvPr>
          <p:cNvCxnSpPr>
            <a:stCxn id="60" idx="5"/>
            <a:endCxn id="83" idx="0"/>
          </p:cNvCxnSpPr>
          <p:nvPr/>
        </p:nvCxnSpPr>
        <p:spPr>
          <a:xfrm>
            <a:off x="3043104" y="2087017"/>
            <a:ext cx="18566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CEEE18D-0605-7F85-FDA8-10E06559DFE7}"/>
              </a:ext>
            </a:extLst>
          </p:cNvPr>
          <p:cNvCxnSpPr>
            <a:stCxn id="40" idx="5"/>
            <a:endCxn id="85" idx="0"/>
          </p:cNvCxnSpPr>
          <p:nvPr/>
        </p:nvCxnSpPr>
        <p:spPr>
          <a:xfrm>
            <a:off x="4773389" y="2087017"/>
            <a:ext cx="32679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59C1D8CA-6AEC-2381-0B96-568C0A37BEA7}"/>
              </a:ext>
            </a:extLst>
          </p:cNvPr>
          <p:cNvCxnSpPr>
            <a:stCxn id="62" idx="3"/>
            <a:endCxn id="64" idx="0"/>
          </p:cNvCxnSpPr>
          <p:nvPr/>
        </p:nvCxnSpPr>
        <p:spPr>
          <a:xfrm flipH="1">
            <a:off x="5832789" y="2089250"/>
            <a:ext cx="195287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C076FDBF-6505-97F6-7BEB-CD3EBD158829}"/>
              </a:ext>
            </a:extLst>
          </p:cNvPr>
          <p:cNvCxnSpPr>
            <a:stCxn id="62" idx="5"/>
            <a:endCxn id="90" idx="0"/>
          </p:cNvCxnSpPr>
          <p:nvPr/>
        </p:nvCxnSpPr>
        <p:spPr>
          <a:xfrm>
            <a:off x="6263774" y="2089250"/>
            <a:ext cx="287968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90AE19D3-7DC0-BEC9-074F-2F5ADDD1523C}"/>
              </a:ext>
            </a:extLst>
          </p:cNvPr>
          <p:cNvSpPr txBox="1"/>
          <p:nvPr/>
        </p:nvSpPr>
        <p:spPr>
          <a:xfrm>
            <a:off x="5165884" y="58104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8F6FDA2-E525-465E-A411-91680028A6FD}"/>
              </a:ext>
            </a:extLst>
          </p:cNvPr>
          <p:cNvSpPr txBox="1"/>
          <p:nvPr/>
        </p:nvSpPr>
        <p:spPr>
          <a:xfrm>
            <a:off x="3490908" y="105777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22D7B32-40A1-F842-00A3-C20362C38509}"/>
              </a:ext>
            </a:extLst>
          </p:cNvPr>
          <p:cNvSpPr txBox="1"/>
          <p:nvPr/>
        </p:nvSpPr>
        <p:spPr>
          <a:xfrm>
            <a:off x="7874525" y="166139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7</a:t>
            </a:r>
            <a:endParaRPr lang="zh-CN" altLang="en-US" sz="14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55808E2-F74B-D975-89B5-0BDBA8AC583C}"/>
              </a:ext>
            </a:extLst>
          </p:cNvPr>
          <p:cNvSpPr txBox="1"/>
          <p:nvPr/>
        </p:nvSpPr>
        <p:spPr>
          <a:xfrm>
            <a:off x="5706704" y="166139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F98B493-2DE5-10BE-AD9A-EC8135895847}"/>
              </a:ext>
            </a:extLst>
          </p:cNvPr>
          <p:cNvSpPr txBox="1"/>
          <p:nvPr/>
        </p:nvSpPr>
        <p:spPr>
          <a:xfrm>
            <a:off x="4254245" y="168545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2479C8E1-A573-B9B1-839B-AC16FABEBA46}"/>
              </a:ext>
            </a:extLst>
          </p:cNvPr>
          <p:cNvSpPr txBox="1"/>
          <p:nvPr/>
        </p:nvSpPr>
        <p:spPr>
          <a:xfrm>
            <a:off x="2430822" y="166550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3FCD7F1-F948-7CF0-A9DE-4E9C62FF287F}"/>
              </a:ext>
            </a:extLst>
          </p:cNvPr>
          <p:cNvSpPr txBox="1"/>
          <p:nvPr/>
        </p:nvSpPr>
        <p:spPr>
          <a:xfrm>
            <a:off x="7216180" y="107053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094D95D-972D-5731-7795-C86E213D9336}"/>
              </a:ext>
            </a:extLst>
          </p:cNvPr>
          <p:cNvSpPr txBox="1"/>
          <p:nvPr/>
        </p:nvSpPr>
        <p:spPr>
          <a:xfrm>
            <a:off x="4771331" y="2824972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11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E455C30-A97E-5860-B4DD-16C94FDF3C48}"/>
              </a:ext>
            </a:extLst>
          </p:cNvPr>
          <p:cNvSpPr txBox="1"/>
          <p:nvPr/>
        </p:nvSpPr>
        <p:spPr>
          <a:xfrm>
            <a:off x="3777761" y="2837818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10</a:t>
            </a:r>
            <a:endParaRPr lang="zh-CN" altLang="en-US" sz="14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27AF0F8-C013-9D03-4625-607D0A2EBBDB}"/>
              </a:ext>
            </a:extLst>
          </p:cNvPr>
          <p:cNvSpPr txBox="1"/>
          <p:nvPr/>
        </p:nvSpPr>
        <p:spPr>
          <a:xfrm>
            <a:off x="3028931" y="283781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9</a:t>
            </a:r>
            <a:endParaRPr lang="zh-CN" altLang="en-US" sz="14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BF19327-ABA1-B61C-103F-0EDC76CEFEDE}"/>
              </a:ext>
            </a:extLst>
          </p:cNvPr>
          <p:cNvSpPr txBox="1"/>
          <p:nvPr/>
        </p:nvSpPr>
        <p:spPr>
          <a:xfrm>
            <a:off x="2020034" y="282951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</a:t>
            </a:r>
            <a:endParaRPr lang="zh-CN" altLang="en-US" sz="14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E35FD23-9CFD-D30F-26A5-A2B3A16C3D25}"/>
              </a:ext>
            </a:extLst>
          </p:cNvPr>
          <p:cNvSpPr txBox="1"/>
          <p:nvPr/>
        </p:nvSpPr>
        <p:spPr>
          <a:xfrm>
            <a:off x="7060951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14</a:t>
            </a:r>
            <a:endParaRPr lang="zh-CN" altLang="en-US" sz="14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A63B433-0AA8-ECEB-FFA3-B80134055ECF}"/>
              </a:ext>
            </a:extLst>
          </p:cNvPr>
          <p:cNvSpPr txBox="1"/>
          <p:nvPr/>
        </p:nvSpPr>
        <p:spPr>
          <a:xfrm>
            <a:off x="6326761" y="2824970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13</a:t>
            </a:r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3A8D3DC-E427-90F2-215A-C76BC4D9F3D1}"/>
              </a:ext>
            </a:extLst>
          </p:cNvPr>
          <p:cNvSpPr txBox="1"/>
          <p:nvPr/>
        </p:nvSpPr>
        <p:spPr>
          <a:xfrm>
            <a:off x="5592571" y="282497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A32FC20-B3F1-ED22-BFEC-3D4BD24DE18F}"/>
              </a:ext>
            </a:extLst>
          </p:cNvPr>
          <p:cNvSpPr txBox="1"/>
          <p:nvPr/>
        </p:nvSpPr>
        <p:spPr>
          <a:xfrm>
            <a:off x="7995375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15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F4156E8-C013-B9FD-642C-03D88A8E9462}"/>
              </a:ext>
            </a:extLst>
          </p:cNvPr>
          <p:cNvSpPr txBox="1"/>
          <p:nvPr/>
        </p:nvSpPr>
        <p:spPr>
          <a:xfrm>
            <a:off x="831076" y="3508221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nodes[]</a:t>
            </a:r>
            <a:endParaRPr lang="zh-CN" altLang="en-US" sz="1600"/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C78CEB1-BD8E-71A6-A961-151B80A5A36B}"/>
              </a:ext>
            </a:extLst>
          </p:cNvPr>
          <p:cNvGrpSpPr/>
          <p:nvPr/>
        </p:nvGrpSpPr>
        <p:grpSpPr>
          <a:xfrm>
            <a:off x="1772018" y="3539804"/>
            <a:ext cx="1973146" cy="307777"/>
            <a:chOff x="1875722" y="3531498"/>
            <a:chExt cx="1973146" cy="307777"/>
          </a:xfrm>
        </p:grpSpPr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96AFBE68-4148-B4E5-5983-77CBB02A5CF9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A0D33D4-C378-E8CF-C22D-F65B55C23205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A</a:t>
              </a:r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3DEEB16A-A16D-8099-A686-78945E90F331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B</a:t>
              </a:r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2CBF1727-234A-2756-9C8B-031B4F6FB32F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401A9813-3407-063D-40FA-F538F02588CA}"/>
              </a:ext>
            </a:extLst>
          </p:cNvPr>
          <p:cNvGrpSpPr/>
          <p:nvPr/>
        </p:nvGrpSpPr>
        <p:grpSpPr>
          <a:xfrm>
            <a:off x="3745164" y="3539803"/>
            <a:ext cx="1973146" cy="307777"/>
            <a:chOff x="1875722" y="3531498"/>
            <a:chExt cx="1973146" cy="307777"/>
          </a:xfrm>
        </p:grpSpPr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4B8B0CD7-3D2B-0480-1E50-8877FF92F30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92B2A43B-03AE-6AC1-07CC-97A8D6E7F36E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D</a:t>
              </a:r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6B58572-F44D-4955-29AF-F8053A2BC8ED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99E9C33E-1E7E-149E-315B-005B37C2EF25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E</a:t>
              </a:r>
              <a:endParaRPr lang="zh-CN" altLang="en-US"/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DF858896-2DC1-49FF-85FF-9F8502D15106}"/>
              </a:ext>
            </a:extLst>
          </p:cNvPr>
          <p:cNvGrpSpPr/>
          <p:nvPr/>
        </p:nvGrpSpPr>
        <p:grpSpPr>
          <a:xfrm>
            <a:off x="5718310" y="3539803"/>
            <a:ext cx="1973146" cy="307777"/>
            <a:chOff x="1875722" y="3531498"/>
            <a:chExt cx="1973146" cy="307777"/>
          </a:xfrm>
        </p:grpSpPr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B93DF9C-E80F-A2D2-88C8-0512467ABCE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42D1DBB-1D02-D280-BE30-AD1C22C69960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F682076-059E-E4ED-9087-501DA5B83740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F</a:t>
              </a:r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7BC92FB-DD2A-AC51-1887-30968CD55D76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2507EB55-463B-F124-5F2B-2F1F3646D443}"/>
              </a:ext>
            </a:extLst>
          </p:cNvPr>
          <p:cNvSpPr/>
          <p:nvPr/>
        </p:nvSpPr>
        <p:spPr>
          <a:xfrm>
            <a:off x="7689587" y="3539803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286C94EA-480C-CB04-C7F6-457384E092F1}"/>
              </a:ext>
            </a:extLst>
          </p:cNvPr>
          <p:cNvSpPr/>
          <p:nvPr/>
        </p:nvSpPr>
        <p:spPr>
          <a:xfrm>
            <a:off x="8180415" y="3539802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61082D-B854-B345-8089-2E332167DC28}"/>
              </a:ext>
            </a:extLst>
          </p:cNvPr>
          <p:cNvSpPr txBox="1"/>
          <p:nvPr/>
        </p:nvSpPr>
        <p:spPr>
          <a:xfrm>
            <a:off x="1772018" y="3840727"/>
            <a:ext cx="8499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        1	   2       3	    4        5       6       7       8      9      10     11     12     13     14     15     16</a:t>
            </a:r>
            <a:endParaRPr lang="zh-CN" altLang="en-US" sz="160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A93C04D-E8E2-3573-B61E-0D5E57AC7AA3}"/>
              </a:ext>
            </a:extLst>
          </p:cNvPr>
          <p:cNvSpPr/>
          <p:nvPr/>
        </p:nvSpPr>
        <p:spPr>
          <a:xfrm>
            <a:off x="8671244" y="3539801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F711252-2CD4-28ED-04F9-2398186A37D7}"/>
              </a:ext>
            </a:extLst>
          </p:cNvPr>
          <p:cNvSpPr/>
          <p:nvPr/>
        </p:nvSpPr>
        <p:spPr>
          <a:xfrm>
            <a:off x="9166721" y="3539800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61482164-D2B3-8E73-356E-C771011D554C}"/>
              </a:ext>
            </a:extLst>
          </p:cNvPr>
          <p:cNvSpPr/>
          <p:nvPr/>
        </p:nvSpPr>
        <p:spPr>
          <a:xfrm>
            <a:off x="9659418" y="3539799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F20A58-5BF6-CE71-6796-5BFCA654433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593E2DB-3EC0-8F0F-67BE-B68A1D541404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7FA067B-86C7-1F9F-BF96-BF151F1F21B5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C868E1A-68B9-8051-000F-5784317AF838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CECEF07-2E37-04B0-F179-8D40E550C8B4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5B21A3AC-928C-3F75-5F7D-96B4D59CBA2B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E16377-CD4F-6D61-0FAB-9A593A877D30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11D6D1-7A5A-22EF-986D-BBD06FBAEA37}"/>
              </a:ext>
            </a:extLst>
          </p:cNvPr>
          <p:cNvSpPr/>
          <p:nvPr/>
        </p:nvSpPr>
        <p:spPr>
          <a:xfrm>
            <a:off x="3993662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E3CA8A-30C0-C866-89AA-FBB0BF6B1475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C1D231A-1734-1AA5-80FC-8BA4F151B904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8F5A898-89A6-D466-3587-CB1AC186FE03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966CE95-D656-0ADC-9865-B221C943EC2E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FA0F278-2612-C6A3-D023-8053168C632E}"/>
              </a:ext>
            </a:extLst>
          </p:cNvPr>
          <p:cNvCxnSpPr>
            <a:stCxn id="7" idx="3"/>
            <a:endCxn id="9" idx="0"/>
          </p:cNvCxnSpPr>
          <p:nvPr/>
        </p:nvCxnSpPr>
        <p:spPr>
          <a:xfrm flipH="1">
            <a:off x="4160326" y="2087017"/>
            <a:ext cx="377365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54F2207-6E58-6683-F1EF-E3670E390FFE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97CDAA-998A-5DF4-EDF2-FC514E996CA6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F958365-5739-9D50-F8D6-4844FED35E59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831AC9-CDB5-7D49-5ADC-443AA595EFC5}"/>
              </a:ext>
            </a:extLst>
          </p:cNvPr>
          <p:cNvSpPr/>
          <p:nvPr/>
        </p:nvSpPr>
        <p:spPr>
          <a:xfrm>
            <a:off x="3090670" y="249845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6D8DB3-1F1C-68B0-657E-30B19693CBA2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F9098D-3373-EEED-0119-45606001A078}"/>
              </a:ext>
            </a:extLst>
          </p:cNvPr>
          <p:cNvCxnSpPr>
            <a:stCxn id="17" idx="5"/>
            <a:endCxn id="21" idx="0"/>
          </p:cNvCxnSpPr>
          <p:nvPr/>
        </p:nvCxnSpPr>
        <p:spPr>
          <a:xfrm>
            <a:off x="3043104" y="2087017"/>
            <a:ext cx="214230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云形 1">
            <a:extLst>
              <a:ext uri="{FF2B5EF4-FFF2-40B4-BE49-F238E27FC236}">
                <a16:creationId xmlns:a16="http://schemas.microsoft.com/office/drawing/2014/main" id="{533EC2DF-7232-C19B-53BC-EEC5CDCAC576}"/>
              </a:ext>
            </a:extLst>
          </p:cNvPr>
          <p:cNvSpPr/>
          <p:nvPr/>
        </p:nvSpPr>
        <p:spPr>
          <a:xfrm>
            <a:off x="3049501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C43EF3-446E-C014-A00C-91C9C46A342C}"/>
              </a:ext>
            </a:extLst>
          </p:cNvPr>
          <p:cNvSpPr txBox="1"/>
          <p:nvPr/>
        </p:nvSpPr>
        <p:spPr>
          <a:xfrm>
            <a:off x="5540453" y="9774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" name="云形 8">
            <a:extLst>
              <a:ext uri="{FF2B5EF4-FFF2-40B4-BE49-F238E27FC236}">
                <a16:creationId xmlns:a16="http://schemas.microsoft.com/office/drawing/2014/main" id="{8F26C9D9-9B3D-69EF-FFF7-271C294DAFB9}"/>
              </a:ext>
            </a:extLst>
          </p:cNvPr>
          <p:cNvSpPr/>
          <p:nvPr/>
        </p:nvSpPr>
        <p:spPr>
          <a:xfrm>
            <a:off x="6413562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F75369C-A671-4B74-CDE5-850D059B7B55}"/>
              </a:ext>
            </a:extLst>
          </p:cNvPr>
          <p:cNvCxnSpPr>
            <a:cxnSpLocks/>
          </p:cNvCxnSpPr>
          <p:nvPr/>
        </p:nvCxnSpPr>
        <p:spPr>
          <a:xfrm flipH="1">
            <a:off x="4198132" y="1162127"/>
            <a:ext cx="1483801" cy="12342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8EFEF62-F061-C9C2-206A-4038F70F81BD}"/>
              </a:ext>
            </a:extLst>
          </p:cNvPr>
          <p:cNvCxnSpPr/>
          <p:nvPr/>
        </p:nvCxnSpPr>
        <p:spPr>
          <a:xfrm>
            <a:off x="5679273" y="1162127"/>
            <a:ext cx="1307103" cy="1373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CB9DD9E4-036F-1451-66B1-974CCFECC329}"/>
              </a:ext>
            </a:extLst>
          </p:cNvPr>
          <p:cNvSpPr txBox="1"/>
          <p:nvPr/>
        </p:nvSpPr>
        <p:spPr>
          <a:xfrm>
            <a:off x="3489283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左子树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7CAFC56-1A8E-9242-26E6-27708D52D65F}"/>
              </a:ext>
            </a:extLst>
          </p:cNvPr>
          <p:cNvSpPr txBox="1"/>
          <p:nvPr/>
        </p:nvSpPr>
        <p:spPr>
          <a:xfrm>
            <a:off x="6853344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右子树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26A1C89-05EC-48E1-26B6-242F40C3A37D}"/>
              </a:ext>
            </a:extLst>
          </p:cNvPr>
          <p:cNvSpPr txBox="1"/>
          <p:nvPr/>
        </p:nvSpPr>
        <p:spPr>
          <a:xfrm>
            <a:off x="3689131" y="70046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根节点，或以某节点为根的一棵子树</a:t>
            </a:r>
          </a:p>
        </p:txBody>
      </p:sp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16DBDF9-152E-333A-FEF9-C4F342E9C614}"/>
              </a:ext>
            </a:extLst>
          </p:cNvPr>
          <p:cNvSpPr/>
          <p:nvPr/>
        </p:nvSpPr>
        <p:spPr>
          <a:xfrm>
            <a:off x="1510862" y="8678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F856CBB-CAEF-41BD-91B5-E9F851874AE4}"/>
              </a:ext>
            </a:extLst>
          </p:cNvPr>
          <p:cNvSpPr/>
          <p:nvPr/>
        </p:nvSpPr>
        <p:spPr>
          <a:xfrm>
            <a:off x="893754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D80DDA6-323C-9283-4923-E21BBE7B95B9}"/>
              </a:ext>
            </a:extLst>
          </p:cNvPr>
          <p:cNvSpPr/>
          <p:nvPr/>
        </p:nvSpPr>
        <p:spPr>
          <a:xfrm>
            <a:off x="1510862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B9F5B8E-05C4-5411-3D38-11DAE27B1DC4}"/>
              </a:ext>
            </a:extLst>
          </p:cNvPr>
          <p:cNvSpPr/>
          <p:nvPr/>
        </p:nvSpPr>
        <p:spPr>
          <a:xfrm>
            <a:off x="2127970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6DC7318-26EB-313A-11AF-B2A3851AE71C}"/>
              </a:ext>
            </a:extLst>
          </p:cNvPr>
          <p:cNvSpPr/>
          <p:nvPr/>
        </p:nvSpPr>
        <p:spPr>
          <a:xfrm>
            <a:off x="893754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B4DA9DAE-B57A-58BB-EAFA-1158C07C4CC5}"/>
              </a:ext>
            </a:extLst>
          </p:cNvPr>
          <p:cNvSpPr/>
          <p:nvPr/>
        </p:nvSpPr>
        <p:spPr>
          <a:xfrm>
            <a:off x="2127970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7174DAA-6A8A-8F39-53CA-E3C4D8B53F40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78267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567FD7F-C1E1-8C26-F17B-760E33CA4B38}"/>
              </a:ext>
            </a:extLst>
          </p:cNvPr>
          <p:cNvCxnSpPr>
            <a:stCxn id="3" idx="4"/>
            <a:endCxn id="7" idx="0"/>
          </p:cNvCxnSpPr>
          <p:nvPr/>
        </p:nvCxnSpPr>
        <p:spPr>
          <a:xfrm>
            <a:off x="1677526" y="1201178"/>
            <a:ext cx="0" cy="2830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42E5FB-89B9-976B-01F1-5994FB45A878}"/>
              </a:ext>
            </a:extLst>
          </p:cNvPr>
          <p:cNvCxnSpPr>
            <a:stCxn id="3" idx="5"/>
            <a:endCxn id="9" idx="1"/>
          </p:cNvCxnSpPr>
          <p:nvPr/>
        </p:nvCxnSpPr>
        <p:spPr>
          <a:xfrm>
            <a:off x="1795375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24566E4-6230-0D0E-310E-F4B39036CD11}"/>
              </a:ext>
            </a:extLst>
          </p:cNvPr>
          <p:cNvCxnSpPr>
            <a:stCxn id="11" idx="5"/>
            <a:endCxn id="3" idx="1"/>
          </p:cNvCxnSpPr>
          <p:nvPr/>
        </p:nvCxnSpPr>
        <p:spPr>
          <a:xfrm>
            <a:off x="1178267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90B1701-640B-F306-FDF9-D65BEF4A833C}"/>
              </a:ext>
            </a:extLst>
          </p:cNvPr>
          <p:cNvCxnSpPr>
            <a:stCxn id="3" idx="7"/>
            <a:endCxn id="13" idx="3"/>
          </p:cNvCxnSpPr>
          <p:nvPr/>
        </p:nvCxnSpPr>
        <p:spPr>
          <a:xfrm flipV="1">
            <a:off x="1795375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127538FD-9730-1321-D949-303109970967}"/>
              </a:ext>
            </a:extLst>
          </p:cNvPr>
          <p:cNvSpPr/>
          <p:nvPr/>
        </p:nvSpPr>
        <p:spPr>
          <a:xfrm>
            <a:off x="3301000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E0A74D9-F5F3-E205-79F5-3E79B46BBF99}"/>
              </a:ext>
            </a:extLst>
          </p:cNvPr>
          <p:cNvSpPr/>
          <p:nvPr/>
        </p:nvSpPr>
        <p:spPr>
          <a:xfrm>
            <a:off x="4026214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A509830-91EB-2B70-0ACA-0672F9D29285}"/>
              </a:ext>
            </a:extLst>
          </p:cNvPr>
          <p:cNvSpPr/>
          <p:nvPr/>
        </p:nvSpPr>
        <p:spPr>
          <a:xfrm>
            <a:off x="4796456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1C461465-9DFE-7EA1-FC3D-26C514F0A6C4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3634328" y="1298770"/>
            <a:ext cx="3918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03F525B-8F77-FFAB-4AF1-7FC194747CD4}"/>
              </a:ext>
            </a:extLst>
          </p:cNvPr>
          <p:cNvCxnSpPr>
            <a:stCxn id="30" idx="6"/>
            <a:endCxn id="32" idx="2"/>
          </p:cNvCxnSpPr>
          <p:nvPr/>
        </p:nvCxnSpPr>
        <p:spPr>
          <a:xfrm>
            <a:off x="4359542" y="1298770"/>
            <a:ext cx="4369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15B24C01-0D97-E99E-DE74-35EB1C467F6C}"/>
              </a:ext>
            </a:extLst>
          </p:cNvPr>
          <p:cNvSpPr/>
          <p:nvPr/>
        </p:nvSpPr>
        <p:spPr>
          <a:xfrm>
            <a:off x="9730702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90AEF2C7-0153-3BA8-D17E-8A2641F228E9}"/>
              </a:ext>
            </a:extLst>
          </p:cNvPr>
          <p:cNvSpPr/>
          <p:nvPr/>
        </p:nvSpPr>
        <p:spPr>
          <a:xfrm>
            <a:off x="9730702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E6908D1-ACD3-F641-EBBC-737E141351E9}"/>
              </a:ext>
            </a:extLst>
          </p:cNvPr>
          <p:cNvSpPr/>
          <p:nvPr/>
        </p:nvSpPr>
        <p:spPr>
          <a:xfrm>
            <a:off x="10500944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65D91A3F-A2C4-956C-7857-5E6E54486DF9}"/>
              </a:ext>
            </a:extLst>
          </p:cNvPr>
          <p:cNvSpPr/>
          <p:nvPr/>
        </p:nvSpPr>
        <p:spPr>
          <a:xfrm>
            <a:off x="894693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14BECEFC-552D-C5AD-12C2-5BA54D3217E3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9280259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BB4436D-9B72-402A-3491-25E059F468AD}"/>
              </a:ext>
            </a:extLst>
          </p:cNvPr>
          <p:cNvCxnSpPr>
            <a:stCxn id="37" idx="2"/>
            <a:endCxn id="54" idx="0"/>
          </p:cNvCxnSpPr>
          <p:nvPr/>
        </p:nvCxnSpPr>
        <p:spPr>
          <a:xfrm flipH="1">
            <a:off x="9113595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44DFA40-24FE-A9AE-7584-0EBBB46C4009}"/>
              </a:ext>
            </a:extLst>
          </p:cNvPr>
          <p:cNvCxnSpPr>
            <a:cxnSpLocks/>
            <a:stCxn id="37" idx="6"/>
            <a:endCxn id="52" idx="1"/>
          </p:cNvCxnSpPr>
          <p:nvPr/>
        </p:nvCxnSpPr>
        <p:spPr>
          <a:xfrm>
            <a:off x="10064030" y="867850"/>
            <a:ext cx="485729" cy="5022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椭圆 61">
            <a:extLst>
              <a:ext uri="{FF2B5EF4-FFF2-40B4-BE49-F238E27FC236}">
                <a16:creationId xmlns:a16="http://schemas.microsoft.com/office/drawing/2014/main" id="{B0783932-08FA-19C8-09C6-3821F50114BA}"/>
              </a:ext>
            </a:extLst>
          </p:cNvPr>
          <p:cNvSpPr/>
          <p:nvPr/>
        </p:nvSpPr>
        <p:spPr>
          <a:xfrm>
            <a:off x="6816359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4D2811C-3833-1444-8554-E385F42C70A6}"/>
              </a:ext>
            </a:extLst>
          </p:cNvPr>
          <p:cNvSpPr/>
          <p:nvPr/>
        </p:nvSpPr>
        <p:spPr>
          <a:xfrm>
            <a:off x="6816359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7F1267CB-31FB-362C-60E1-97ACD101106B}"/>
              </a:ext>
            </a:extLst>
          </p:cNvPr>
          <p:cNvSpPr/>
          <p:nvPr/>
        </p:nvSpPr>
        <p:spPr>
          <a:xfrm>
            <a:off x="758660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98DB0553-619C-517C-C040-F7BF68C5A009}"/>
              </a:ext>
            </a:extLst>
          </p:cNvPr>
          <p:cNvSpPr/>
          <p:nvPr/>
        </p:nvSpPr>
        <p:spPr>
          <a:xfrm>
            <a:off x="6032588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99CCC24-8A7D-3B61-2AEB-D04375E3132B}"/>
              </a:ext>
            </a:extLst>
          </p:cNvPr>
          <p:cNvCxnSpPr>
            <a:cxnSpLocks/>
            <a:stCxn id="65" idx="6"/>
            <a:endCxn id="63" idx="2"/>
          </p:cNvCxnSpPr>
          <p:nvPr/>
        </p:nvCxnSpPr>
        <p:spPr>
          <a:xfrm>
            <a:off x="6365916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20C30EE-2BDA-1B73-9E92-8604DA11585B}"/>
              </a:ext>
            </a:extLst>
          </p:cNvPr>
          <p:cNvCxnSpPr>
            <a:stCxn id="62" idx="2"/>
            <a:endCxn id="65" idx="0"/>
          </p:cNvCxnSpPr>
          <p:nvPr/>
        </p:nvCxnSpPr>
        <p:spPr>
          <a:xfrm flipH="1">
            <a:off x="6199252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27E49EF-4081-3966-F07A-BEFAACBF9111}"/>
              </a:ext>
            </a:extLst>
          </p:cNvPr>
          <p:cNvCxnSpPr>
            <a:cxnSpLocks/>
            <a:stCxn id="62" idx="4"/>
            <a:endCxn id="63" idx="0"/>
          </p:cNvCxnSpPr>
          <p:nvPr/>
        </p:nvCxnSpPr>
        <p:spPr>
          <a:xfrm>
            <a:off x="6983023" y="1034514"/>
            <a:ext cx="0" cy="2897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5F8FF3C-0CD2-72E5-D6A6-B3115BFDE209}"/>
              </a:ext>
            </a:extLst>
          </p:cNvPr>
          <p:cNvCxnSpPr>
            <a:stCxn id="63" idx="6"/>
            <a:endCxn id="64" idx="2"/>
          </p:cNvCxnSpPr>
          <p:nvPr/>
        </p:nvCxnSpPr>
        <p:spPr>
          <a:xfrm flipV="1">
            <a:off x="7149687" y="1487944"/>
            <a:ext cx="436914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D93FA39-9795-C06B-8E31-2B4F862778C5}"/>
              </a:ext>
            </a:extLst>
          </p:cNvPr>
          <p:cNvSpPr txBox="1"/>
          <p:nvPr/>
        </p:nvSpPr>
        <p:spPr>
          <a:xfrm>
            <a:off x="1479554" y="202699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6A1A6CB-71CF-F671-16EE-3382759AFFF3}"/>
              </a:ext>
            </a:extLst>
          </p:cNvPr>
          <p:cNvSpPr txBox="1"/>
          <p:nvPr/>
        </p:nvSpPr>
        <p:spPr>
          <a:xfrm>
            <a:off x="4046636" y="20269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1B41DA-55EA-FCB1-07FA-2CDF205E24D4}"/>
              </a:ext>
            </a:extLst>
          </p:cNvPr>
          <p:cNvSpPr txBox="1"/>
          <p:nvPr/>
        </p:nvSpPr>
        <p:spPr>
          <a:xfrm>
            <a:off x="6816359" y="2026995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CBCEB7C-E4F6-EF4A-294B-E6CEC6816E70}"/>
              </a:ext>
            </a:extLst>
          </p:cNvPr>
          <p:cNvSpPr txBox="1"/>
          <p:nvPr/>
        </p:nvSpPr>
        <p:spPr>
          <a:xfrm>
            <a:off x="9774620" y="20269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B62F-69DC-678F-017B-FB1B4379B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D467519-D71A-F6BB-6455-7DB452AE7B4F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CBC2336-8066-8AAD-8EF3-8D2C4A4F981D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1DA550F-39F0-6981-8E1A-C6AFEF55AB2C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0862C33-D887-84CE-F1FD-DEC0A0C38E6E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33810B5C-29A7-7B41-C5B2-9F36099C0ACB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EC34DAB4-6B69-8FB0-6619-76E131D49D23}"/>
              </a:ext>
            </a:extLst>
          </p:cNvPr>
          <p:cNvSpPr/>
          <p:nvPr/>
        </p:nvSpPr>
        <p:spPr>
          <a:xfrm>
            <a:off x="366549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0B61910-ED89-30DB-C466-A5ED988E6C3D}"/>
              </a:ext>
            </a:extLst>
          </p:cNvPr>
          <p:cNvSpPr/>
          <p:nvPr/>
        </p:nvSpPr>
        <p:spPr>
          <a:xfrm>
            <a:off x="4252895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47251D6-475E-E0FD-2005-2BD0CB1FB12A}"/>
              </a:ext>
            </a:extLst>
          </p:cNvPr>
          <p:cNvSpPr/>
          <p:nvPr/>
        </p:nvSpPr>
        <p:spPr>
          <a:xfrm>
            <a:off x="497183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B69673-1C24-E6C7-6DD2-1E110D54FA4F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B36D0DB7-B584-199B-FB09-1825334DC90A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D2459E-3BCA-0F72-1B59-832868579092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9286EDF-BE01-8CDD-3B54-7650B081A5E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89B01301-3B46-0887-0BB3-BC05C2402E8D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A6EEE350-5485-793F-2C16-AE40205BA20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683B2FC-4C04-F29C-82DC-36E7250BD94E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F55CB27-6E5C-F160-2920-39E79725E7A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5B1BA5D-F93C-103D-A813-CDEDCBB4F1F3}"/>
              </a:ext>
            </a:extLst>
          </p:cNvPr>
          <p:cNvCxnSpPr>
            <a:cxnSpLocks/>
            <a:stCxn id="20" idx="5"/>
            <a:endCxn id="28" idx="0"/>
          </p:cNvCxnSpPr>
          <p:nvPr/>
        </p:nvCxnSpPr>
        <p:spPr>
          <a:xfrm>
            <a:off x="3562990" y="1576534"/>
            <a:ext cx="269173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6583FCA-9C43-E6E0-86C0-3B88D20A45EA}"/>
              </a:ext>
            </a:extLst>
          </p:cNvPr>
          <p:cNvCxnSpPr>
            <a:cxnSpLocks/>
            <a:stCxn id="22" idx="5"/>
          </p:cNvCxnSpPr>
          <p:nvPr/>
        </p:nvCxnSpPr>
        <p:spPr>
          <a:xfrm>
            <a:off x="4906062" y="1580287"/>
            <a:ext cx="187881" cy="38739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8FA173A-6E63-DEC5-336F-63B96C1737DC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F990595-DC38-29F6-C091-1E19641BE88B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ABF0C80-6B80-2D81-5C5D-FA301DDFE0D3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B7AF621-5CC2-BF1B-CE3C-52615769C519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3600340-B3E6-1B6E-8F96-2496664CAAFE}"/>
              </a:ext>
            </a:extLst>
          </p:cNvPr>
          <p:cNvCxnSpPr>
            <a:stCxn id="22" idx="3"/>
            <a:endCxn id="30" idx="0"/>
          </p:cNvCxnSpPr>
          <p:nvPr/>
        </p:nvCxnSpPr>
        <p:spPr>
          <a:xfrm flipH="1">
            <a:off x="4419559" y="1580287"/>
            <a:ext cx="250805" cy="387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41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F6CC2D32-57A5-8900-CBDE-CB3BDA2E1CE2}"/>
              </a:ext>
            </a:extLst>
          </p:cNvPr>
          <p:cNvSpPr/>
          <p:nvPr/>
        </p:nvSpPr>
        <p:spPr>
          <a:xfrm>
            <a:off x="1602077" y="8783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12BA476-E598-B53C-E5FE-E5C341C97471}"/>
              </a:ext>
            </a:extLst>
          </p:cNvPr>
          <p:cNvSpPr/>
          <p:nvPr/>
        </p:nvSpPr>
        <p:spPr>
          <a:xfrm>
            <a:off x="1088572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6211293-9C50-1D0F-9E03-C1BE20E4BF97}"/>
              </a:ext>
            </a:extLst>
          </p:cNvPr>
          <p:cNvSpPr/>
          <p:nvPr/>
        </p:nvSpPr>
        <p:spPr>
          <a:xfrm>
            <a:off x="2102820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5EBA952-1775-5E5B-30C4-2F9E3FA7DF8F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373085" y="116286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4B89B59-47FD-039E-6A5A-359A48E1C1F1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1886590" y="1162867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87ADB0B3-F179-2B32-2690-6C9DD68468AA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2A104F7-4C3E-273F-CDD0-330FA2F51E94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753BF0B-97FE-5536-F2ED-68F856DACA61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DBF529F-7803-035D-9C79-1D0D697FACFA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48CB781-13EA-6635-37FA-156D05ED7638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F5EDA8E4-5AE0-B91A-7F3D-580F4FD5BA7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CF90EF-8F7E-A515-F890-46264564C528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CE4311D-0EC6-A5D3-FB21-3784EB11E9E9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1519283-34D5-F864-4DFF-E82E398F6FDB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2373D17-3A19-88B4-63B8-C3771500D434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93678CC-818C-02C6-1454-B99DC045B208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0ABBCDC-1A69-5013-4F82-2CEBF967F5E6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0D482CC5-654B-1035-A819-CF3E8ED0168F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1F2755D-3128-0A73-6512-E372AB933168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A44F2742-5AFB-7171-7604-93E791E6A44A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ACEFF5-AEC9-8ED8-D593-DEDADFCB4A51}"/>
              </a:ext>
            </a:extLst>
          </p:cNvPr>
          <p:cNvCxnSpPr>
            <a:stCxn id="23" idx="5"/>
            <a:endCxn id="30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897E7579-ADFE-7F81-2A4E-0630C72DF7FC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3874D63-EDE9-B4DD-90EE-9BB1133DD9C4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1011AD4-9F7C-C4C3-CACB-46DEA256DAF4}"/>
              </a:ext>
            </a:extLst>
          </p:cNvPr>
          <p:cNvCxnSpPr>
            <a:stCxn id="24" idx="3"/>
            <a:endCxn id="4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866D5388-DCB8-EDCB-A8D4-3913D9F868DE}"/>
              </a:ext>
            </a:extLst>
          </p:cNvPr>
          <p:cNvCxnSpPr>
            <a:stCxn id="24" idx="5"/>
            <a:endCxn id="43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6D25E925-C35A-A518-14EF-98C4ECF0564D}"/>
              </a:ext>
            </a:extLst>
          </p:cNvPr>
          <p:cNvSpPr txBox="1"/>
          <p:nvPr/>
        </p:nvSpPr>
        <p:spPr>
          <a:xfrm>
            <a:off x="1434646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图一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6AD324-203A-1663-A5E9-A179A40DC634}"/>
              </a:ext>
            </a:extLst>
          </p:cNvPr>
          <p:cNvSpPr txBox="1"/>
          <p:nvPr/>
        </p:nvSpPr>
        <p:spPr>
          <a:xfrm>
            <a:off x="4337706" y="23212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图二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93BB14F-242A-69FC-1909-52AEFC441F30}"/>
              </a:ext>
            </a:extLst>
          </p:cNvPr>
          <p:cNvSpPr txBox="1"/>
          <p:nvPr/>
        </p:nvSpPr>
        <p:spPr>
          <a:xfrm>
            <a:off x="10098939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图四</a:t>
            </a: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686AEA2-143B-5865-C1F1-F76A6F70ECD4}"/>
              </a:ext>
            </a:extLst>
          </p:cNvPr>
          <p:cNvSpPr/>
          <p:nvPr/>
        </p:nvSpPr>
        <p:spPr>
          <a:xfrm>
            <a:off x="7395431" y="6133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86BD77B-F41E-954B-C313-3BE24199F005}"/>
              </a:ext>
            </a:extLst>
          </p:cNvPr>
          <p:cNvSpPr/>
          <p:nvPr/>
        </p:nvSpPr>
        <p:spPr>
          <a:xfrm>
            <a:off x="6745304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BC68457-A043-DE9F-A683-2CA98E1E1809}"/>
              </a:ext>
            </a:extLst>
          </p:cNvPr>
          <p:cNvSpPr/>
          <p:nvPr/>
        </p:nvSpPr>
        <p:spPr>
          <a:xfrm>
            <a:off x="804448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97D82D98-FC75-4B17-D75E-C4B9544F14D5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7029817" y="897859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277611D9-DB14-613F-9140-573FCFD1A064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7679944" y="897859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A4866BFB-B48F-725C-B4C6-79594A9D38DD}"/>
              </a:ext>
            </a:extLst>
          </p:cNvPr>
          <p:cNvSpPr/>
          <p:nvPr/>
        </p:nvSpPr>
        <p:spPr>
          <a:xfrm>
            <a:off x="62727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DA2B0282-4BE1-03AC-442C-5F8D73E35E04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6557255" y="1444015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06781E53-C678-452D-102F-96C6803ED29B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FE986DEC-0B44-28B6-CAE2-3ECC2820ABF5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36997817-4ABE-A0FF-D783-5FA915FB0BF1}"/>
              </a:ext>
            </a:extLst>
          </p:cNvPr>
          <p:cNvSpPr/>
          <p:nvPr/>
        </p:nvSpPr>
        <p:spPr>
          <a:xfrm>
            <a:off x="708837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A9712FA-CC75-AB41-9E7E-6707F6FF10D3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7029817" y="1444015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6DF1CFEF-5E5C-218D-4B0A-43CFE24D7DB6}"/>
              </a:ext>
            </a:extLst>
          </p:cNvPr>
          <p:cNvSpPr/>
          <p:nvPr/>
        </p:nvSpPr>
        <p:spPr>
          <a:xfrm>
            <a:off x="774832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5E109B5-1D13-442A-988F-E6CA2BED04D6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7914992" y="1444015"/>
            <a:ext cx="178303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040A9B1F-A9A3-4755-3357-EC0C74E572A1}"/>
              </a:ext>
            </a:extLst>
          </p:cNvPr>
          <p:cNvSpPr txBox="1"/>
          <p:nvPr/>
        </p:nvSpPr>
        <p:spPr>
          <a:xfrm>
            <a:off x="7131557" y="232013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图三</a:t>
            </a:r>
          </a:p>
        </p:txBody>
      </p:sp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5B09B-30BD-0B85-EDE9-1C66F25A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2AFAAEE2-FD0A-E138-98C7-91DA76B326B7}"/>
              </a:ext>
            </a:extLst>
          </p:cNvPr>
          <p:cNvSpPr txBox="1"/>
          <p:nvPr/>
        </p:nvSpPr>
        <p:spPr>
          <a:xfrm>
            <a:off x="2176506" y="68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C017467-095B-AA35-E47B-57D40FDC42B8}"/>
              </a:ext>
            </a:extLst>
          </p:cNvPr>
          <p:cNvCxnSpPr>
            <a:cxnSpLocks/>
          </p:cNvCxnSpPr>
          <p:nvPr/>
        </p:nvCxnSpPr>
        <p:spPr>
          <a:xfrm flipH="1">
            <a:off x="2018851" y="870830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9213BE9-12CA-DF18-9565-128D0FD9D3D4}"/>
              </a:ext>
            </a:extLst>
          </p:cNvPr>
          <p:cNvSpPr txBox="1"/>
          <p:nvPr/>
        </p:nvSpPr>
        <p:spPr>
          <a:xfrm>
            <a:off x="1880031" y="11583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6343265-74EA-CD01-4E96-9DAF3E0585CB}"/>
              </a:ext>
            </a:extLst>
          </p:cNvPr>
          <p:cNvSpPr txBox="1"/>
          <p:nvPr/>
        </p:nvSpPr>
        <p:spPr>
          <a:xfrm>
            <a:off x="3671502" y="4113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0939D7E-1384-A6C8-9EE9-FD0F212B679D}"/>
              </a:ext>
            </a:extLst>
          </p:cNvPr>
          <p:cNvCxnSpPr>
            <a:cxnSpLocks/>
          </p:cNvCxnSpPr>
          <p:nvPr/>
        </p:nvCxnSpPr>
        <p:spPr>
          <a:xfrm flipH="1">
            <a:off x="3504430" y="61477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C508F735-2C08-56F3-7960-7D132FAC491F}"/>
              </a:ext>
            </a:extLst>
          </p:cNvPr>
          <p:cNvSpPr txBox="1"/>
          <p:nvPr/>
        </p:nvSpPr>
        <p:spPr>
          <a:xfrm>
            <a:off x="3365610" y="902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DFF0AA-D989-57C6-AB09-0F010A2E5A28}"/>
              </a:ext>
            </a:extLst>
          </p:cNvPr>
          <p:cNvSpPr txBox="1"/>
          <p:nvPr/>
        </p:nvSpPr>
        <p:spPr>
          <a:xfrm>
            <a:off x="3939725" y="88958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5B11764-08FD-B5AB-CF7C-C39A323FF8F4}"/>
              </a:ext>
            </a:extLst>
          </p:cNvPr>
          <p:cNvCxnSpPr/>
          <p:nvPr/>
        </p:nvCxnSpPr>
        <p:spPr>
          <a:xfrm>
            <a:off x="3800905" y="61477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36003B4D-8E69-6EE2-B449-D67ED83EED4B}"/>
              </a:ext>
            </a:extLst>
          </p:cNvPr>
          <p:cNvSpPr txBox="1"/>
          <p:nvPr/>
        </p:nvSpPr>
        <p:spPr>
          <a:xfrm>
            <a:off x="5450203" y="165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188A58-865A-2677-E75B-48EB860B3F91}"/>
              </a:ext>
            </a:extLst>
          </p:cNvPr>
          <p:cNvCxnSpPr>
            <a:cxnSpLocks/>
          </p:cNvCxnSpPr>
          <p:nvPr/>
        </p:nvCxnSpPr>
        <p:spPr>
          <a:xfrm flipH="1">
            <a:off x="5292548" y="34977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4E8B6D-F814-6134-49DD-A6BE5940A95F}"/>
              </a:ext>
            </a:extLst>
          </p:cNvPr>
          <p:cNvSpPr txBox="1"/>
          <p:nvPr/>
        </p:nvSpPr>
        <p:spPr>
          <a:xfrm>
            <a:off x="5153728" y="63730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95F887C-4850-A122-4722-D19C93404242}"/>
              </a:ext>
            </a:extLst>
          </p:cNvPr>
          <p:cNvSpPr txBox="1"/>
          <p:nvPr/>
        </p:nvSpPr>
        <p:spPr>
          <a:xfrm>
            <a:off x="5727843" y="6245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9FDEAC3-F03F-4887-2B8D-88FA28C85268}"/>
              </a:ext>
            </a:extLst>
          </p:cNvPr>
          <p:cNvCxnSpPr/>
          <p:nvPr/>
        </p:nvCxnSpPr>
        <p:spPr>
          <a:xfrm>
            <a:off x="5589023" y="349776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8F328BCA-C1A9-C210-F471-DFFFCA65C5DB}"/>
              </a:ext>
            </a:extLst>
          </p:cNvPr>
          <p:cNvSpPr txBox="1"/>
          <p:nvPr/>
        </p:nvSpPr>
        <p:spPr>
          <a:xfrm>
            <a:off x="3365610" y="915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3BED7AC-F01D-4FEA-30A5-4C57772BCD50}"/>
              </a:ext>
            </a:extLst>
          </p:cNvPr>
          <p:cNvCxnSpPr>
            <a:cxnSpLocks/>
          </p:cNvCxnSpPr>
          <p:nvPr/>
        </p:nvCxnSpPr>
        <p:spPr>
          <a:xfrm flipH="1">
            <a:off x="3338481" y="109970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128C2E0-014F-C3FA-D339-BDE144B03FB2}"/>
              </a:ext>
            </a:extLst>
          </p:cNvPr>
          <p:cNvSpPr txBox="1"/>
          <p:nvPr/>
        </p:nvSpPr>
        <p:spPr>
          <a:xfrm>
            <a:off x="3199661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751FE19-EF79-CEAC-D461-0CD69020AF49}"/>
              </a:ext>
            </a:extLst>
          </p:cNvPr>
          <p:cNvSpPr txBox="1"/>
          <p:nvPr/>
        </p:nvSpPr>
        <p:spPr>
          <a:xfrm>
            <a:off x="3496136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338836B-F925-FF8E-0BC7-AD6F2A97ADA3}"/>
              </a:ext>
            </a:extLst>
          </p:cNvPr>
          <p:cNvCxnSpPr>
            <a:cxnSpLocks/>
          </p:cNvCxnSpPr>
          <p:nvPr/>
        </p:nvCxnSpPr>
        <p:spPr>
          <a:xfrm>
            <a:off x="3504430" y="109970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B33E128A-A4C5-C1AA-A053-2166DD68D843}"/>
              </a:ext>
            </a:extLst>
          </p:cNvPr>
          <p:cNvSpPr txBox="1"/>
          <p:nvPr/>
        </p:nvSpPr>
        <p:spPr>
          <a:xfrm>
            <a:off x="4061957" y="1375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A993A23-3884-8B2F-0208-13BC06C5237B}"/>
              </a:ext>
            </a:extLst>
          </p:cNvPr>
          <p:cNvCxnSpPr>
            <a:cxnSpLocks/>
          </p:cNvCxnSpPr>
          <p:nvPr/>
        </p:nvCxnSpPr>
        <p:spPr>
          <a:xfrm>
            <a:off x="4070251" y="110119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4F1FACD-B54A-7319-1D3B-87F09BFCA4EC}"/>
              </a:ext>
            </a:extLst>
          </p:cNvPr>
          <p:cNvCxnSpPr>
            <a:cxnSpLocks/>
          </p:cNvCxnSpPr>
          <p:nvPr/>
        </p:nvCxnSpPr>
        <p:spPr>
          <a:xfrm flipH="1">
            <a:off x="5134893" y="82497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AE03C56-872C-631C-7026-ABE117BDF7E1}"/>
              </a:ext>
            </a:extLst>
          </p:cNvPr>
          <p:cNvSpPr txBox="1"/>
          <p:nvPr/>
        </p:nvSpPr>
        <p:spPr>
          <a:xfrm>
            <a:off x="4996073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19FD46A-718E-8E6C-7553-D4E579FFD9A6}"/>
              </a:ext>
            </a:extLst>
          </p:cNvPr>
          <p:cNvSpPr txBox="1"/>
          <p:nvPr/>
        </p:nvSpPr>
        <p:spPr>
          <a:xfrm>
            <a:off x="5292548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41E0325-9C04-492B-50C5-F5D156C09C88}"/>
              </a:ext>
            </a:extLst>
          </p:cNvPr>
          <p:cNvCxnSpPr>
            <a:cxnSpLocks/>
          </p:cNvCxnSpPr>
          <p:nvPr/>
        </p:nvCxnSpPr>
        <p:spPr>
          <a:xfrm>
            <a:off x="5300842" y="82497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68A6EA5-2D25-2583-F135-EC2E65C501F3}"/>
              </a:ext>
            </a:extLst>
          </p:cNvPr>
          <p:cNvCxnSpPr>
            <a:cxnSpLocks/>
          </p:cNvCxnSpPr>
          <p:nvPr/>
        </p:nvCxnSpPr>
        <p:spPr>
          <a:xfrm flipH="1">
            <a:off x="5700714" y="826460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4D395CBB-8D8B-6938-A722-1283FAFEA933}"/>
              </a:ext>
            </a:extLst>
          </p:cNvPr>
          <p:cNvSpPr txBox="1"/>
          <p:nvPr/>
        </p:nvSpPr>
        <p:spPr>
          <a:xfrm>
            <a:off x="5561894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DA964AA-8C65-EFA7-E8E2-6F61ADC1BF08}"/>
              </a:ext>
            </a:extLst>
          </p:cNvPr>
          <p:cNvSpPr txBox="1"/>
          <p:nvPr/>
        </p:nvSpPr>
        <p:spPr>
          <a:xfrm>
            <a:off x="5858369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A8A23D4-C0DE-F87D-DDD8-189ABFC0D8FA}"/>
              </a:ext>
            </a:extLst>
          </p:cNvPr>
          <p:cNvCxnSpPr>
            <a:cxnSpLocks/>
          </p:cNvCxnSpPr>
          <p:nvPr/>
        </p:nvCxnSpPr>
        <p:spPr>
          <a:xfrm>
            <a:off x="5866663" y="826460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A2AD679-33AF-5970-0F2E-A6CA9C72D499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5377129" y="12814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768B4115-23F1-978B-EF75-8BE47ABD2F14}"/>
              </a:ext>
            </a:extLst>
          </p:cNvPr>
          <p:cNvSpPr txBox="1"/>
          <p:nvPr/>
        </p:nvSpPr>
        <p:spPr>
          <a:xfrm>
            <a:off x="5227285" y="15547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EC41503-3E15-F800-CEED-3A25105E09A5}"/>
              </a:ext>
            </a:extLst>
          </p:cNvPr>
          <p:cNvSpPr txBox="1"/>
          <p:nvPr/>
        </p:nvSpPr>
        <p:spPr>
          <a:xfrm>
            <a:off x="5377129" y="15517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75236E37-335D-4105-48C3-489505A077F5}"/>
              </a:ext>
            </a:extLst>
          </p:cNvPr>
          <p:cNvCxnSpPr>
            <a:cxnSpLocks/>
          </p:cNvCxnSpPr>
          <p:nvPr/>
        </p:nvCxnSpPr>
        <p:spPr>
          <a:xfrm>
            <a:off x="5431368" y="12814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A33000-DD2D-0707-83F2-0B27DC81A329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5636825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C7C080EE-C30C-E302-1EE5-58B6B8CA2583}"/>
              </a:ext>
            </a:extLst>
          </p:cNvPr>
          <p:cNvSpPr txBox="1"/>
          <p:nvPr/>
        </p:nvSpPr>
        <p:spPr>
          <a:xfrm>
            <a:off x="5486981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E7EB3FA-E465-D955-21FC-65CC588AC61F}"/>
              </a:ext>
            </a:extLst>
          </p:cNvPr>
          <p:cNvSpPr txBox="1"/>
          <p:nvPr/>
        </p:nvSpPr>
        <p:spPr>
          <a:xfrm>
            <a:off x="5636825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77AB406-534A-E7C8-C175-A039E132C6FE}"/>
              </a:ext>
            </a:extLst>
          </p:cNvPr>
          <p:cNvCxnSpPr>
            <a:cxnSpLocks/>
          </p:cNvCxnSpPr>
          <p:nvPr/>
        </p:nvCxnSpPr>
        <p:spPr>
          <a:xfrm>
            <a:off x="5691064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1C6A59C-0ED6-5BB6-6A67-C3752D22C8BA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5933299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BC7C0667-706B-CE5F-B748-97B7EC50D1EE}"/>
              </a:ext>
            </a:extLst>
          </p:cNvPr>
          <p:cNvSpPr txBox="1"/>
          <p:nvPr/>
        </p:nvSpPr>
        <p:spPr>
          <a:xfrm>
            <a:off x="5783455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888B779-93C7-C796-A36B-70F315935DFC}"/>
              </a:ext>
            </a:extLst>
          </p:cNvPr>
          <p:cNvSpPr txBox="1"/>
          <p:nvPr/>
        </p:nvSpPr>
        <p:spPr>
          <a:xfrm>
            <a:off x="5933299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ABE8AEB9-1F03-281F-6A9A-C050B0CA440A}"/>
              </a:ext>
            </a:extLst>
          </p:cNvPr>
          <p:cNvCxnSpPr>
            <a:cxnSpLocks/>
          </p:cNvCxnSpPr>
          <p:nvPr/>
        </p:nvCxnSpPr>
        <p:spPr>
          <a:xfrm>
            <a:off x="5987538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A25B754-C1D7-FC64-C5C0-DAB72F338D92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5070521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8574DE6F-54A5-FA51-9A7B-86D27D7FE0A5}"/>
              </a:ext>
            </a:extLst>
          </p:cNvPr>
          <p:cNvSpPr txBox="1"/>
          <p:nvPr/>
        </p:nvSpPr>
        <p:spPr>
          <a:xfrm>
            <a:off x="4920677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0E44FAB-641A-D992-F619-AEC5B7A9584C}"/>
              </a:ext>
            </a:extLst>
          </p:cNvPr>
          <p:cNvSpPr txBox="1"/>
          <p:nvPr/>
        </p:nvSpPr>
        <p:spPr>
          <a:xfrm>
            <a:off x="5070521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B269341C-FD5E-1F5B-C72A-6379741F397A}"/>
              </a:ext>
            </a:extLst>
          </p:cNvPr>
          <p:cNvCxnSpPr>
            <a:cxnSpLocks/>
          </p:cNvCxnSpPr>
          <p:nvPr/>
        </p:nvCxnSpPr>
        <p:spPr>
          <a:xfrm>
            <a:off x="5124760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5369A3B-05F3-AEF1-3054-7A9844FE1EB1}"/>
              </a:ext>
            </a:extLst>
          </p:cNvPr>
          <p:cNvSpPr txBox="1"/>
          <p:nvPr/>
        </p:nvSpPr>
        <p:spPr>
          <a:xfrm>
            <a:off x="8946817" y="203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607E379A-645F-6D62-5E3C-D4B0B5BD3FC9}"/>
              </a:ext>
            </a:extLst>
          </p:cNvPr>
          <p:cNvCxnSpPr>
            <a:cxnSpLocks/>
          </p:cNvCxnSpPr>
          <p:nvPr/>
        </p:nvCxnSpPr>
        <p:spPr>
          <a:xfrm flipH="1">
            <a:off x="8789162" y="38817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6A24AB9F-0ACC-071C-BB0C-EDDFD3E12D44}"/>
              </a:ext>
            </a:extLst>
          </p:cNvPr>
          <p:cNvSpPr txBox="1"/>
          <p:nvPr/>
        </p:nvSpPr>
        <p:spPr>
          <a:xfrm>
            <a:off x="8650342" y="6757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A15AA4C8-8047-5505-768F-B7C2BC37F593}"/>
              </a:ext>
            </a:extLst>
          </p:cNvPr>
          <p:cNvSpPr txBox="1"/>
          <p:nvPr/>
        </p:nvSpPr>
        <p:spPr>
          <a:xfrm>
            <a:off x="9224457" y="662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BF604580-3026-4C5D-3659-D3D5D53A4CC6}"/>
              </a:ext>
            </a:extLst>
          </p:cNvPr>
          <p:cNvCxnSpPr/>
          <p:nvPr/>
        </p:nvCxnSpPr>
        <p:spPr>
          <a:xfrm>
            <a:off x="9085637" y="38817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56E5A62-F614-3409-5C52-C8B3CD85E305}"/>
              </a:ext>
            </a:extLst>
          </p:cNvPr>
          <p:cNvCxnSpPr>
            <a:cxnSpLocks/>
          </p:cNvCxnSpPr>
          <p:nvPr/>
        </p:nvCxnSpPr>
        <p:spPr>
          <a:xfrm flipH="1">
            <a:off x="8631507" y="86337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581AFC4D-1885-3B5D-C633-FB9711030DF2}"/>
              </a:ext>
            </a:extLst>
          </p:cNvPr>
          <p:cNvSpPr txBox="1"/>
          <p:nvPr/>
        </p:nvSpPr>
        <p:spPr>
          <a:xfrm>
            <a:off x="8492687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2086DE8-E739-81FE-E667-0F2A0D960E06}"/>
              </a:ext>
            </a:extLst>
          </p:cNvPr>
          <p:cNvSpPr txBox="1"/>
          <p:nvPr/>
        </p:nvSpPr>
        <p:spPr>
          <a:xfrm>
            <a:off x="8789162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0DF1FFA-A2AF-9548-51D3-30C089C09C55}"/>
              </a:ext>
            </a:extLst>
          </p:cNvPr>
          <p:cNvCxnSpPr>
            <a:cxnSpLocks/>
          </p:cNvCxnSpPr>
          <p:nvPr/>
        </p:nvCxnSpPr>
        <p:spPr>
          <a:xfrm>
            <a:off x="8797456" y="86337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06AB5098-99F9-EE36-0C01-F373387EDE98}"/>
              </a:ext>
            </a:extLst>
          </p:cNvPr>
          <p:cNvCxnSpPr>
            <a:cxnSpLocks/>
          </p:cNvCxnSpPr>
          <p:nvPr/>
        </p:nvCxnSpPr>
        <p:spPr>
          <a:xfrm flipH="1">
            <a:off x="9197328" y="86486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A004549-900A-B97A-87AE-5D2531151A8B}"/>
              </a:ext>
            </a:extLst>
          </p:cNvPr>
          <p:cNvSpPr txBox="1"/>
          <p:nvPr/>
        </p:nvSpPr>
        <p:spPr>
          <a:xfrm>
            <a:off x="9058508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C08475A-A164-7A93-3FD2-2D7F88E131C9}"/>
              </a:ext>
            </a:extLst>
          </p:cNvPr>
          <p:cNvSpPr txBox="1"/>
          <p:nvPr/>
        </p:nvSpPr>
        <p:spPr>
          <a:xfrm>
            <a:off x="9354983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2259BAC1-CD6F-C795-618B-E8E5C9550750}"/>
              </a:ext>
            </a:extLst>
          </p:cNvPr>
          <p:cNvCxnSpPr>
            <a:cxnSpLocks/>
          </p:cNvCxnSpPr>
          <p:nvPr/>
        </p:nvCxnSpPr>
        <p:spPr>
          <a:xfrm>
            <a:off x="9363277" y="86486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E749607-A80A-44DF-D014-8427CF5E31E2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8873743" y="13198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B0C6E40-1A78-C938-06AB-5F2A6BD71B7A}"/>
              </a:ext>
            </a:extLst>
          </p:cNvPr>
          <p:cNvSpPr txBox="1"/>
          <p:nvPr/>
        </p:nvSpPr>
        <p:spPr>
          <a:xfrm>
            <a:off x="8723899" y="1593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9B1C76-EB8F-3D6A-12CE-8A0518E3A89E}"/>
              </a:ext>
            </a:extLst>
          </p:cNvPr>
          <p:cNvSpPr txBox="1"/>
          <p:nvPr/>
        </p:nvSpPr>
        <p:spPr>
          <a:xfrm>
            <a:off x="8873743" y="15901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247437A-2D72-2289-E290-10F4CB70F0E5}"/>
              </a:ext>
            </a:extLst>
          </p:cNvPr>
          <p:cNvCxnSpPr>
            <a:cxnSpLocks/>
          </p:cNvCxnSpPr>
          <p:nvPr/>
        </p:nvCxnSpPr>
        <p:spPr>
          <a:xfrm>
            <a:off x="8927982" y="1319845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15E3EF32-B620-8AA0-B721-6087ABA8399A}"/>
              </a:ext>
            </a:extLst>
          </p:cNvPr>
          <p:cNvCxnSpPr>
            <a:cxnSpLocks/>
          </p:cNvCxnSpPr>
          <p:nvPr/>
        </p:nvCxnSpPr>
        <p:spPr>
          <a:xfrm flipH="1">
            <a:off x="8567135" y="13183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C00FCA-C9A0-898E-BEB5-AB38C67675D8}"/>
              </a:ext>
            </a:extLst>
          </p:cNvPr>
          <p:cNvSpPr txBox="1"/>
          <p:nvPr/>
        </p:nvSpPr>
        <p:spPr>
          <a:xfrm>
            <a:off x="8417291" y="1591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5A124656-6776-FBE8-1C39-5D055439DE62}"/>
              </a:ext>
            </a:extLst>
          </p:cNvPr>
          <p:cNvSpPr txBox="1"/>
          <p:nvPr/>
        </p:nvSpPr>
        <p:spPr>
          <a:xfrm>
            <a:off x="7182475" y="3577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DEFE517B-0302-856B-E17D-7A676050D63F}"/>
              </a:ext>
            </a:extLst>
          </p:cNvPr>
          <p:cNvCxnSpPr>
            <a:cxnSpLocks/>
          </p:cNvCxnSpPr>
          <p:nvPr/>
        </p:nvCxnSpPr>
        <p:spPr>
          <a:xfrm flipH="1">
            <a:off x="7015403" y="56115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43E61F82-8E27-DBF5-78BD-95D9783A1D7B}"/>
              </a:ext>
            </a:extLst>
          </p:cNvPr>
          <p:cNvSpPr txBox="1"/>
          <p:nvPr/>
        </p:nvSpPr>
        <p:spPr>
          <a:xfrm>
            <a:off x="6876583" y="8486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64D99AE6-D971-C649-F9F2-DEA90CD268C0}"/>
              </a:ext>
            </a:extLst>
          </p:cNvPr>
          <p:cNvSpPr txBox="1"/>
          <p:nvPr/>
        </p:nvSpPr>
        <p:spPr>
          <a:xfrm>
            <a:off x="7450698" y="8359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F106F66-6466-9713-7B03-BFDC378B353E}"/>
              </a:ext>
            </a:extLst>
          </p:cNvPr>
          <p:cNvCxnSpPr/>
          <p:nvPr/>
        </p:nvCxnSpPr>
        <p:spPr>
          <a:xfrm>
            <a:off x="7311878" y="56115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D3A20F2A-AEF1-D599-F239-CB2B5635FC61}"/>
              </a:ext>
            </a:extLst>
          </p:cNvPr>
          <p:cNvSpPr txBox="1"/>
          <p:nvPr/>
        </p:nvSpPr>
        <p:spPr>
          <a:xfrm>
            <a:off x="6876583" y="86142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5E4F676F-78C0-953D-E7DC-F7A732CF3909}"/>
              </a:ext>
            </a:extLst>
          </p:cNvPr>
          <p:cNvCxnSpPr>
            <a:cxnSpLocks/>
          </p:cNvCxnSpPr>
          <p:nvPr/>
        </p:nvCxnSpPr>
        <p:spPr>
          <a:xfrm flipH="1">
            <a:off x="6849454" y="104608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57AEA311-8774-D5D9-B71F-12811CC27ECB}"/>
              </a:ext>
            </a:extLst>
          </p:cNvPr>
          <p:cNvSpPr txBox="1"/>
          <p:nvPr/>
        </p:nvSpPr>
        <p:spPr>
          <a:xfrm>
            <a:off x="6710634" y="13208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96C33985-1F4F-97A6-0BFA-6CB7143338A8}"/>
              </a:ext>
            </a:extLst>
          </p:cNvPr>
          <p:cNvCxnSpPr>
            <a:cxnSpLocks/>
          </p:cNvCxnSpPr>
          <p:nvPr/>
        </p:nvCxnSpPr>
        <p:spPr>
          <a:xfrm flipH="1">
            <a:off x="2689027" y="2645939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980FB0E-B8EA-2F72-2594-5001B64D37B7}"/>
              </a:ext>
            </a:extLst>
          </p:cNvPr>
          <p:cNvSpPr txBox="1"/>
          <p:nvPr/>
        </p:nvSpPr>
        <p:spPr>
          <a:xfrm>
            <a:off x="2529345" y="296349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CB0987B-866F-B731-944C-E395BD5CD62E}"/>
              </a:ext>
            </a:extLst>
          </p:cNvPr>
          <p:cNvSpPr txBox="1"/>
          <p:nvPr/>
        </p:nvSpPr>
        <p:spPr>
          <a:xfrm>
            <a:off x="4654350" y="296123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2D2FC4A2-CBFD-18A2-E193-40712454C988}"/>
              </a:ext>
            </a:extLst>
          </p:cNvPr>
          <p:cNvCxnSpPr>
            <a:cxnSpLocks/>
          </p:cNvCxnSpPr>
          <p:nvPr/>
        </p:nvCxnSpPr>
        <p:spPr>
          <a:xfrm>
            <a:off x="3682610" y="2645939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FBA8A3B-D7D7-EB18-F5FB-229B0A365CF1}"/>
              </a:ext>
            </a:extLst>
          </p:cNvPr>
          <p:cNvCxnSpPr>
            <a:cxnSpLocks/>
          </p:cNvCxnSpPr>
          <p:nvPr/>
        </p:nvCxnSpPr>
        <p:spPr>
          <a:xfrm flipH="1">
            <a:off x="2013911" y="3151161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860F5E08-EAED-F5F8-D3B4-675164BEA90F}"/>
              </a:ext>
            </a:extLst>
          </p:cNvPr>
          <p:cNvSpPr txBox="1"/>
          <p:nvPr/>
        </p:nvSpPr>
        <p:spPr>
          <a:xfrm>
            <a:off x="1867193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9482EDB1-DF9D-661F-ADA8-A959D768C9B1}"/>
              </a:ext>
            </a:extLst>
          </p:cNvPr>
          <p:cNvSpPr txBox="1"/>
          <p:nvPr/>
        </p:nvSpPr>
        <p:spPr>
          <a:xfrm>
            <a:off x="3088665" y="344493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3F202D4-9C8B-29F8-A86B-E52B1CFC33D9}"/>
              </a:ext>
            </a:extLst>
          </p:cNvPr>
          <p:cNvCxnSpPr>
            <a:cxnSpLocks/>
          </p:cNvCxnSpPr>
          <p:nvPr/>
        </p:nvCxnSpPr>
        <p:spPr>
          <a:xfrm>
            <a:off x="2676459" y="3151161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FCD3EF0B-C124-60FC-20E2-22C6939E3153}"/>
              </a:ext>
            </a:extLst>
          </p:cNvPr>
          <p:cNvCxnSpPr>
            <a:cxnSpLocks/>
          </p:cNvCxnSpPr>
          <p:nvPr/>
        </p:nvCxnSpPr>
        <p:spPr>
          <a:xfrm flipH="1">
            <a:off x="4288650" y="3163117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CB47020B-5196-113B-C089-3642302B6488}"/>
              </a:ext>
            </a:extLst>
          </p:cNvPr>
          <p:cNvSpPr txBox="1"/>
          <p:nvPr/>
        </p:nvSpPr>
        <p:spPr>
          <a:xfrm>
            <a:off x="4137055" y="344043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0DF9E9E6-34E0-E690-6986-8E7A816C1A40}"/>
              </a:ext>
            </a:extLst>
          </p:cNvPr>
          <p:cNvSpPr txBox="1"/>
          <p:nvPr/>
        </p:nvSpPr>
        <p:spPr>
          <a:xfrm>
            <a:off x="5210447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66C50F77-16B5-B53E-2DE4-603B5F5E9E30}"/>
              </a:ext>
            </a:extLst>
          </p:cNvPr>
          <p:cNvCxnSpPr>
            <a:cxnSpLocks/>
          </p:cNvCxnSpPr>
          <p:nvPr/>
        </p:nvCxnSpPr>
        <p:spPr>
          <a:xfrm>
            <a:off x="4793170" y="3163117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5707F0D0-88E1-AD0D-B713-FB48714452F7}"/>
              </a:ext>
            </a:extLst>
          </p:cNvPr>
          <p:cNvCxnSpPr>
            <a:cxnSpLocks/>
          </p:cNvCxnSpPr>
          <p:nvPr/>
        </p:nvCxnSpPr>
        <p:spPr>
          <a:xfrm flipH="1">
            <a:off x="2900921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F9156DB0-6CDE-A8AC-020C-D57EDEF108E7}"/>
              </a:ext>
            </a:extLst>
          </p:cNvPr>
          <p:cNvSpPr txBox="1"/>
          <p:nvPr/>
        </p:nvSpPr>
        <p:spPr>
          <a:xfrm>
            <a:off x="2762101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B0D788-098A-9292-BD4B-4D65A6455A6F}"/>
              </a:ext>
            </a:extLst>
          </p:cNvPr>
          <p:cNvCxnSpPr>
            <a:cxnSpLocks/>
          </p:cNvCxnSpPr>
          <p:nvPr/>
        </p:nvCxnSpPr>
        <p:spPr>
          <a:xfrm>
            <a:off x="2014363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089129E3-A817-5C79-D7B3-E5649B2594CA}"/>
              </a:ext>
            </a:extLst>
          </p:cNvPr>
          <p:cNvSpPr txBox="1"/>
          <p:nvPr/>
        </p:nvSpPr>
        <p:spPr>
          <a:xfrm>
            <a:off x="1602391" y="38690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7C772282-13E3-179F-8247-1C192007E36C}"/>
              </a:ext>
            </a:extLst>
          </p:cNvPr>
          <p:cNvSpPr txBox="1"/>
          <p:nvPr/>
        </p:nvSpPr>
        <p:spPr>
          <a:xfrm>
            <a:off x="2155785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E1A28E09-BF04-F672-B2A3-B2BBAF613E58}"/>
              </a:ext>
            </a:extLst>
          </p:cNvPr>
          <p:cNvCxnSpPr>
            <a:cxnSpLocks/>
          </p:cNvCxnSpPr>
          <p:nvPr/>
        </p:nvCxnSpPr>
        <p:spPr>
          <a:xfrm flipH="1">
            <a:off x="1739140" y="3629599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C622AA78-98B9-DA09-6F92-45B0E85E9C7E}"/>
              </a:ext>
            </a:extLst>
          </p:cNvPr>
          <p:cNvSpPr txBox="1"/>
          <p:nvPr/>
        </p:nvSpPr>
        <p:spPr>
          <a:xfrm>
            <a:off x="3562387" y="243988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B0406A5-8F25-2940-A9AB-03524F758EDC}"/>
              </a:ext>
            </a:extLst>
          </p:cNvPr>
          <p:cNvSpPr txBox="1"/>
          <p:nvPr/>
        </p:nvSpPr>
        <p:spPr>
          <a:xfrm>
            <a:off x="9142442" y="15960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4FC2F05-DB8C-992E-72AD-595B23048EE2}"/>
              </a:ext>
            </a:extLst>
          </p:cNvPr>
          <p:cNvCxnSpPr>
            <a:cxnSpLocks/>
          </p:cNvCxnSpPr>
          <p:nvPr/>
        </p:nvCxnSpPr>
        <p:spPr>
          <a:xfrm>
            <a:off x="9208835" y="129871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0C68B82-ABCA-A1CA-67E5-23D0242B5F5C}"/>
              </a:ext>
            </a:extLst>
          </p:cNvPr>
          <p:cNvCxnSpPr>
            <a:cxnSpLocks/>
          </p:cNvCxnSpPr>
          <p:nvPr/>
        </p:nvCxnSpPr>
        <p:spPr>
          <a:xfrm>
            <a:off x="3233734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08618B3F-3D3D-33E8-FACA-50DEB7D05C08}"/>
              </a:ext>
            </a:extLst>
          </p:cNvPr>
          <p:cNvSpPr txBox="1"/>
          <p:nvPr/>
        </p:nvSpPr>
        <p:spPr>
          <a:xfrm>
            <a:off x="3384017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88728CE-7A5B-9C78-2504-AD2D313C5B51}"/>
              </a:ext>
            </a:extLst>
          </p:cNvPr>
          <p:cNvCxnSpPr>
            <a:cxnSpLocks/>
          </p:cNvCxnSpPr>
          <p:nvPr/>
        </p:nvCxnSpPr>
        <p:spPr>
          <a:xfrm flipH="1">
            <a:off x="3954208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730B8929-612A-F629-FDE0-DA35D61EF27B}"/>
              </a:ext>
            </a:extLst>
          </p:cNvPr>
          <p:cNvSpPr txBox="1"/>
          <p:nvPr/>
        </p:nvSpPr>
        <p:spPr>
          <a:xfrm>
            <a:off x="3815388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4ED5369-5E2A-C0C3-A5DD-99FDBF2A6E13}"/>
              </a:ext>
            </a:extLst>
          </p:cNvPr>
          <p:cNvCxnSpPr>
            <a:cxnSpLocks/>
          </p:cNvCxnSpPr>
          <p:nvPr/>
        </p:nvCxnSpPr>
        <p:spPr>
          <a:xfrm>
            <a:off x="4287021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E8F56AAB-2EEE-A2AC-8B24-F25C0F262CA1}"/>
              </a:ext>
            </a:extLst>
          </p:cNvPr>
          <p:cNvSpPr txBox="1"/>
          <p:nvPr/>
        </p:nvSpPr>
        <p:spPr>
          <a:xfrm>
            <a:off x="4437304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6E486F3-3F12-B2AE-B3F6-E725BDFE94CF}"/>
              </a:ext>
            </a:extLst>
          </p:cNvPr>
          <p:cNvCxnSpPr>
            <a:cxnSpLocks/>
          </p:cNvCxnSpPr>
          <p:nvPr/>
        </p:nvCxnSpPr>
        <p:spPr>
          <a:xfrm flipH="1">
            <a:off x="5026263" y="3642320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FDBAD199-DF7F-FA9F-C8CA-3DE4D6568127}"/>
              </a:ext>
            </a:extLst>
          </p:cNvPr>
          <p:cNvSpPr txBox="1"/>
          <p:nvPr/>
        </p:nvSpPr>
        <p:spPr>
          <a:xfrm>
            <a:off x="4887443" y="39111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82C5DD7-D6EE-F708-C2C2-4B1A94F03C04}"/>
              </a:ext>
            </a:extLst>
          </p:cNvPr>
          <p:cNvCxnSpPr>
            <a:cxnSpLocks/>
          </p:cNvCxnSpPr>
          <p:nvPr/>
        </p:nvCxnSpPr>
        <p:spPr>
          <a:xfrm>
            <a:off x="5359076" y="3659542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CB120962-0AC5-FB53-812C-69CC2089868E}"/>
              </a:ext>
            </a:extLst>
          </p:cNvPr>
          <p:cNvSpPr txBox="1"/>
          <p:nvPr/>
        </p:nvSpPr>
        <p:spPr>
          <a:xfrm>
            <a:off x="5509359" y="391113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4E16AA6-FC87-8E51-01D8-782C998B3C62}"/>
              </a:ext>
            </a:extLst>
          </p:cNvPr>
          <p:cNvCxnSpPr>
            <a:cxnSpLocks/>
            <a:endCxn id="69" idx="1"/>
          </p:cNvCxnSpPr>
          <p:nvPr/>
        </p:nvCxnSpPr>
        <p:spPr>
          <a:xfrm flipH="1">
            <a:off x="2234898" y="406960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D575A28-1925-E641-7AF1-BFDB5C1AAC79}"/>
              </a:ext>
            </a:extLst>
          </p:cNvPr>
          <p:cNvSpPr txBox="1"/>
          <p:nvPr/>
        </p:nvSpPr>
        <p:spPr>
          <a:xfrm>
            <a:off x="2234898" y="433992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6C1C8DB-572D-D29D-24B9-6D904308CCD1}"/>
              </a:ext>
            </a:extLst>
          </p:cNvPr>
          <p:cNvCxnSpPr>
            <a:cxnSpLocks/>
          </p:cNvCxnSpPr>
          <p:nvPr/>
        </p:nvCxnSpPr>
        <p:spPr>
          <a:xfrm>
            <a:off x="2289137" y="406960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9AAC013-D001-4863-D74E-692FB2FA3E5F}"/>
              </a:ext>
            </a:extLst>
          </p:cNvPr>
          <p:cNvSpPr txBox="1"/>
          <p:nvPr/>
        </p:nvSpPr>
        <p:spPr>
          <a:xfrm>
            <a:off x="2095769" y="43564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FC55500B-0732-B946-8E6C-59A39C1932DA}"/>
              </a:ext>
            </a:extLst>
          </p:cNvPr>
          <p:cNvCxnSpPr>
            <a:cxnSpLocks/>
            <a:endCxn id="112" idx="1"/>
          </p:cNvCxnSpPr>
          <p:nvPr/>
        </p:nvCxnSpPr>
        <p:spPr>
          <a:xfrm flipH="1">
            <a:off x="1691116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042BB631-ACF4-7ADE-BA54-9065B52DD641}"/>
              </a:ext>
            </a:extLst>
          </p:cNvPr>
          <p:cNvSpPr txBox="1"/>
          <p:nvPr/>
        </p:nvSpPr>
        <p:spPr>
          <a:xfrm>
            <a:off x="1541272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47F99DA-7427-F171-F1CF-F8698994CAFE}"/>
              </a:ext>
            </a:extLst>
          </p:cNvPr>
          <p:cNvSpPr txBox="1"/>
          <p:nvPr/>
        </p:nvSpPr>
        <p:spPr>
          <a:xfrm>
            <a:off x="1691116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90FEFFE-5103-F341-03C7-F7F336C72F3B}"/>
              </a:ext>
            </a:extLst>
          </p:cNvPr>
          <p:cNvCxnSpPr>
            <a:cxnSpLocks/>
          </p:cNvCxnSpPr>
          <p:nvPr/>
        </p:nvCxnSpPr>
        <p:spPr>
          <a:xfrm>
            <a:off x="1745355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3BC9F48-F5C5-1E2E-81D7-5CAC00F670CF}"/>
              </a:ext>
            </a:extLst>
          </p:cNvPr>
          <p:cNvCxnSpPr>
            <a:cxnSpLocks/>
            <a:endCxn id="116" idx="1"/>
          </p:cNvCxnSpPr>
          <p:nvPr/>
        </p:nvCxnSpPr>
        <p:spPr>
          <a:xfrm flipH="1">
            <a:off x="2846682" y="404780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35A60E9-5AF9-F16E-9C41-892BFD9697FF}"/>
              </a:ext>
            </a:extLst>
          </p:cNvPr>
          <p:cNvSpPr txBox="1"/>
          <p:nvPr/>
        </p:nvSpPr>
        <p:spPr>
          <a:xfrm>
            <a:off x="2696838" y="432111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E804995E-3C05-6A97-984D-D03DFF7417F2}"/>
              </a:ext>
            </a:extLst>
          </p:cNvPr>
          <p:cNvSpPr txBox="1"/>
          <p:nvPr/>
        </p:nvSpPr>
        <p:spPr>
          <a:xfrm>
            <a:off x="2846682" y="4318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5B2ED6F7-E61C-03DD-C01C-DCA421F895A8}"/>
              </a:ext>
            </a:extLst>
          </p:cNvPr>
          <p:cNvCxnSpPr>
            <a:cxnSpLocks/>
          </p:cNvCxnSpPr>
          <p:nvPr/>
        </p:nvCxnSpPr>
        <p:spPr>
          <a:xfrm>
            <a:off x="2900921" y="404780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4581D6E-43F6-D0FF-D3AE-39C250D2E496}"/>
              </a:ext>
            </a:extLst>
          </p:cNvPr>
          <p:cNvCxnSpPr>
            <a:cxnSpLocks/>
            <a:endCxn id="134" idx="1"/>
          </p:cNvCxnSpPr>
          <p:nvPr/>
        </p:nvCxnSpPr>
        <p:spPr>
          <a:xfrm flipH="1">
            <a:off x="3468598" y="408622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39BBB8-01C1-446F-8A77-089D844FB344}"/>
              </a:ext>
            </a:extLst>
          </p:cNvPr>
          <p:cNvSpPr txBox="1"/>
          <p:nvPr/>
        </p:nvSpPr>
        <p:spPr>
          <a:xfrm>
            <a:off x="3318754" y="43595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4837B00-7910-3F0A-4ADE-9778156781D3}"/>
              </a:ext>
            </a:extLst>
          </p:cNvPr>
          <p:cNvSpPr txBox="1"/>
          <p:nvPr/>
        </p:nvSpPr>
        <p:spPr>
          <a:xfrm>
            <a:off x="3468598" y="43565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C8DB2270-CCA9-BA48-B57E-BE4E1747F710}"/>
              </a:ext>
            </a:extLst>
          </p:cNvPr>
          <p:cNvCxnSpPr>
            <a:cxnSpLocks/>
          </p:cNvCxnSpPr>
          <p:nvPr/>
        </p:nvCxnSpPr>
        <p:spPr>
          <a:xfrm>
            <a:off x="3522837" y="408622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00C51FF7-13F9-3351-F290-36CF7AB54D88}"/>
              </a:ext>
            </a:extLst>
          </p:cNvPr>
          <p:cNvCxnSpPr>
            <a:cxnSpLocks/>
            <a:endCxn id="138" idx="1"/>
          </p:cNvCxnSpPr>
          <p:nvPr/>
        </p:nvCxnSpPr>
        <p:spPr>
          <a:xfrm flipH="1">
            <a:off x="3902042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ED8B18D6-E511-6F11-1395-20826A51D258}"/>
              </a:ext>
            </a:extLst>
          </p:cNvPr>
          <p:cNvSpPr txBox="1"/>
          <p:nvPr/>
        </p:nvSpPr>
        <p:spPr>
          <a:xfrm>
            <a:off x="3752198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7915A7C5-D525-317E-7778-D3781FD6B192}"/>
              </a:ext>
            </a:extLst>
          </p:cNvPr>
          <p:cNvSpPr txBox="1"/>
          <p:nvPr/>
        </p:nvSpPr>
        <p:spPr>
          <a:xfrm>
            <a:off x="3902042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8AEF784-0F4F-B47B-975C-B46D7C05EF2D}"/>
              </a:ext>
            </a:extLst>
          </p:cNvPr>
          <p:cNvCxnSpPr>
            <a:cxnSpLocks/>
          </p:cNvCxnSpPr>
          <p:nvPr/>
        </p:nvCxnSpPr>
        <p:spPr>
          <a:xfrm>
            <a:off x="3956281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A3B3D4BE-AE53-1E59-309F-EEFA10771794}"/>
              </a:ext>
            </a:extLst>
          </p:cNvPr>
          <p:cNvCxnSpPr>
            <a:cxnSpLocks/>
            <a:endCxn id="149" idx="1"/>
          </p:cNvCxnSpPr>
          <p:nvPr/>
        </p:nvCxnSpPr>
        <p:spPr>
          <a:xfrm flipH="1">
            <a:off x="4523654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2DB1694-10F4-D75C-1701-8C49145DAAC4}"/>
              </a:ext>
            </a:extLst>
          </p:cNvPr>
          <p:cNvSpPr txBox="1"/>
          <p:nvPr/>
        </p:nvSpPr>
        <p:spPr>
          <a:xfrm>
            <a:off x="4373810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9AB57BAD-68E4-E5A8-CD6D-1F6AFBBFE0C6}"/>
              </a:ext>
            </a:extLst>
          </p:cNvPr>
          <p:cNvSpPr txBox="1"/>
          <p:nvPr/>
        </p:nvSpPr>
        <p:spPr>
          <a:xfrm>
            <a:off x="4523654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C4022510-FFAA-6503-2646-94AE9A276834}"/>
              </a:ext>
            </a:extLst>
          </p:cNvPr>
          <p:cNvCxnSpPr>
            <a:cxnSpLocks/>
          </p:cNvCxnSpPr>
          <p:nvPr/>
        </p:nvCxnSpPr>
        <p:spPr>
          <a:xfrm>
            <a:off x="4577893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1C68778D-6140-5474-4B97-443598C1E6FF}"/>
              </a:ext>
            </a:extLst>
          </p:cNvPr>
          <p:cNvCxnSpPr>
            <a:cxnSpLocks/>
            <a:endCxn id="155" idx="1"/>
          </p:cNvCxnSpPr>
          <p:nvPr/>
        </p:nvCxnSpPr>
        <p:spPr>
          <a:xfrm flipH="1">
            <a:off x="497409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0E732B44-F718-5C4B-71AF-C6A05A0B5AD1}"/>
              </a:ext>
            </a:extLst>
          </p:cNvPr>
          <p:cNvSpPr txBox="1"/>
          <p:nvPr/>
        </p:nvSpPr>
        <p:spPr>
          <a:xfrm>
            <a:off x="482425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97E3C691-68D0-964B-CA2F-C13FC0B60949}"/>
              </a:ext>
            </a:extLst>
          </p:cNvPr>
          <p:cNvSpPr txBox="1"/>
          <p:nvPr/>
        </p:nvSpPr>
        <p:spPr>
          <a:xfrm>
            <a:off x="497409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C25CB43E-3DBD-8F5A-E7D1-A1ED39799F50}"/>
              </a:ext>
            </a:extLst>
          </p:cNvPr>
          <p:cNvCxnSpPr>
            <a:cxnSpLocks/>
          </p:cNvCxnSpPr>
          <p:nvPr/>
        </p:nvCxnSpPr>
        <p:spPr>
          <a:xfrm>
            <a:off x="502833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0B8BE82F-4714-B213-E22A-BB1C2363348B}"/>
              </a:ext>
            </a:extLst>
          </p:cNvPr>
          <p:cNvCxnSpPr>
            <a:cxnSpLocks/>
            <a:endCxn id="159" idx="1"/>
          </p:cNvCxnSpPr>
          <p:nvPr/>
        </p:nvCxnSpPr>
        <p:spPr>
          <a:xfrm flipH="1">
            <a:off x="560471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9BDDC583-A596-5CF4-F507-9D2A4338E9CC}"/>
              </a:ext>
            </a:extLst>
          </p:cNvPr>
          <p:cNvSpPr txBox="1"/>
          <p:nvPr/>
        </p:nvSpPr>
        <p:spPr>
          <a:xfrm>
            <a:off x="545487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FCB5512-22B2-4871-CE8C-BDD857B7DEA9}"/>
              </a:ext>
            </a:extLst>
          </p:cNvPr>
          <p:cNvSpPr txBox="1"/>
          <p:nvPr/>
        </p:nvSpPr>
        <p:spPr>
          <a:xfrm>
            <a:off x="560471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371EC84F-01B1-D543-E19A-6401389F2981}"/>
              </a:ext>
            </a:extLst>
          </p:cNvPr>
          <p:cNvCxnSpPr>
            <a:cxnSpLocks/>
          </p:cNvCxnSpPr>
          <p:nvPr/>
        </p:nvCxnSpPr>
        <p:spPr>
          <a:xfrm>
            <a:off x="565895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11A06FEE-2ACB-855A-C5E5-42CB31B98AD6}"/>
              </a:ext>
            </a:extLst>
          </p:cNvPr>
          <p:cNvCxnSpPr>
            <a:cxnSpLocks/>
          </p:cNvCxnSpPr>
          <p:nvPr/>
        </p:nvCxnSpPr>
        <p:spPr>
          <a:xfrm flipH="1">
            <a:off x="7521547" y="2610518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A8C33B6-8F15-5764-0200-6A60DFD07CA8}"/>
              </a:ext>
            </a:extLst>
          </p:cNvPr>
          <p:cNvSpPr txBox="1"/>
          <p:nvPr/>
        </p:nvSpPr>
        <p:spPr>
          <a:xfrm>
            <a:off x="7361865" y="292807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038F348A-5CBB-DF04-5275-5466D226217D}"/>
              </a:ext>
            </a:extLst>
          </p:cNvPr>
          <p:cNvSpPr txBox="1"/>
          <p:nvPr/>
        </p:nvSpPr>
        <p:spPr>
          <a:xfrm>
            <a:off x="9486870" y="292581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86084B65-5426-E6F6-DF04-3FDAA344A853}"/>
              </a:ext>
            </a:extLst>
          </p:cNvPr>
          <p:cNvCxnSpPr>
            <a:cxnSpLocks/>
          </p:cNvCxnSpPr>
          <p:nvPr/>
        </p:nvCxnSpPr>
        <p:spPr>
          <a:xfrm>
            <a:off x="8515130" y="2610518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EA1C24C-73E6-74F3-5597-7A824F9D8042}"/>
              </a:ext>
            </a:extLst>
          </p:cNvPr>
          <p:cNvCxnSpPr>
            <a:cxnSpLocks/>
          </p:cNvCxnSpPr>
          <p:nvPr/>
        </p:nvCxnSpPr>
        <p:spPr>
          <a:xfrm flipH="1">
            <a:off x="6846431" y="3115740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BDA45AB-D7EF-210D-ACC5-302E92F86269}"/>
              </a:ext>
            </a:extLst>
          </p:cNvPr>
          <p:cNvSpPr txBox="1"/>
          <p:nvPr/>
        </p:nvSpPr>
        <p:spPr>
          <a:xfrm>
            <a:off x="6699713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FE62009D-5DBC-7486-394D-219F885BD3C1}"/>
              </a:ext>
            </a:extLst>
          </p:cNvPr>
          <p:cNvSpPr txBox="1"/>
          <p:nvPr/>
        </p:nvSpPr>
        <p:spPr>
          <a:xfrm>
            <a:off x="7921185" y="340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FABFACF0-C1B8-3D14-58F7-9442A324D0DD}"/>
              </a:ext>
            </a:extLst>
          </p:cNvPr>
          <p:cNvCxnSpPr>
            <a:cxnSpLocks/>
          </p:cNvCxnSpPr>
          <p:nvPr/>
        </p:nvCxnSpPr>
        <p:spPr>
          <a:xfrm>
            <a:off x="7508979" y="3115740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4D742C73-31CA-50A7-8C10-E6EFAE1AC4DC}"/>
              </a:ext>
            </a:extLst>
          </p:cNvPr>
          <p:cNvCxnSpPr>
            <a:cxnSpLocks/>
          </p:cNvCxnSpPr>
          <p:nvPr/>
        </p:nvCxnSpPr>
        <p:spPr>
          <a:xfrm flipH="1">
            <a:off x="9121170" y="3127696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83425C36-ACAA-CD92-C09A-9043AAE952E8}"/>
              </a:ext>
            </a:extLst>
          </p:cNvPr>
          <p:cNvSpPr txBox="1"/>
          <p:nvPr/>
        </p:nvSpPr>
        <p:spPr>
          <a:xfrm>
            <a:off x="8969575" y="34050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69FDA43D-5FC0-6B63-51B7-4B9B0DF2B28F}"/>
              </a:ext>
            </a:extLst>
          </p:cNvPr>
          <p:cNvSpPr txBox="1"/>
          <p:nvPr/>
        </p:nvSpPr>
        <p:spPr>
          <a:xfrm>
            <a:off x="10042967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EEF84106-84D9-9204-A537-DF4C5084FD06}"/>
              </a:ext>
            </a:extLst>
          </p:cNvPr>
          <p:cNvCxnSpPr>
            <a:cxnSpLocks/>
          </p:cNvCxnSpPr>
          <p:nvPr/>
        </p:nvCxnSpPr>
        <p:spPr>
          <a:xfrm>
            <a:off x="9625690" y="3127696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767350D4-15AE-562F-CCB9-7A87344ED086}"/>
              </a:ext>
            </a:extLst>
          </p:cNvPr>
          <p:cNvCxnSpPr>
            <a:cxnSpLocks/>
          </p:cNvCxnSpPr>
          <p:nvPr/>
        </p:nvCxnSpPr>
        <p:spPr>
          <a:xfrm flipH="1">
            <a:off x="7733441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E10A54CF-4548-BBB1-0F90-DD1B8F826AD8}"/>
              </a:ext>
            </a:extLst>
          </p:cNvPr>
          <p:cNvSpPr txBox="1"/>
          <p:nvPr/>
        </p:nvSpPr>
        <p:spPr>
          <a:xfrm>
            <a:off x="7594621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30AE9313-6935-4C06-4E80-5662E29CA18D}"/>
              </a:ext>
            </a:extLst>
          </p:cNvPr>
          <p:cNvCxnSpPr>
            <a:cxnSpLocks/>
          </p:cNvCxnSpPr>
          <p:nvPr/>
        </p:nvCxnSpPr>
        <p:spPr>
          <a:xfrm>
            <a:off x="6846883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8770B608-3DF7-A54B-9CEC-CC99A106943C}"/>
              </a:ext>
            </a:extLst>
          </p:cNvPr>
          <p:cNvSpPr txBox="1"/>
          <p:nvPr/>
        </p:nvSpPr>
        <p:spPr>
          <a:xfrm>
            <a:off x="6434911" y="3833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5E19E49-0AD7-69E2-1FB7-E5CB5159555F}"/>
              </a:ext>
            </a:extLst>
          </p:cNvPr>
          <p:cNvSpPr txBox="1"/>
          <p:nvPr/>
        </p:nvSpPr>
        <p:spPr>
          <a:xfrm>
            <a:off x="6988305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1AE0EA38-9D50-882A-15BD-648D08F7E651}"/>
              </a:ext>
            </a:extLst>
          </p:cNvPr>
          <p:cNvCxnSpPr>
            <a:cxnSpLocks/>
          </p:cNvCxnSpPr>
          <p:nvPr/>
        </p:nvCxnSpPr>
        <p:spPr>
          <a:xfrm flipH="1">
            <a:off x="6571660" y="3594178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1230378-9575-8DD9-138C-A3C45FE8B1CF}"/>
              </a:ext>
            </a:extLst>
          </p:cNvPr>
          <p:cNvSpPr txBox="1"/>
          <p:nvPr/>
        </p:nvSpPr>
        <p:spPr>
          <a:xfrm>
            <a:off x="8394907" y="24044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00D9426B-EDF4-9567-93D6-1412572243FA}"/>
              </a:ext>
            </a:extLst>
          </p:cNvPr>
          <p:cNvCxnSpPr>
            <a:cxnSpLocks/>
          </p:cNvCxnSpPr>
          <p:nvPr/>
        </p:nvCxnSpPr>
        <p:spPr>
          <a:xfrm>
            <a:off x="8066254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F0F0873-7982-BD7A-935B-0AEDDE6F4D94}"/>
              </a:ext>
            </a:extLst>
          </p:cNvPr>
          <p:cNvSpPr txBox="1"/>
          <p:nvPr/>
        </p:nvSpPr>
        <p:spPr>
          <a:xfrm>
            <a:off x="8216537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588997DF-8A54-B4ED-EC8D-AD4C8187BB89}"/>
              </a:ext>
            </a:extLst>
          </p:cNvPr>
          <p:cNvCxnSpPr>
            <a:cxnSpLocks/>
          </p:cNvCxnSpPr>
          <p:nvPr/>
        </p:nvCxnSpPr>
        <p:spPr>
          <a:xfrm flipH="1">
            <a:off x="8786728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E7AECA84-40BF-E3E5-2320-30F03EF759FA}"/>
              </a:ext>
            </a:extLst>
          </p:cNvPr>
          <p:cNvSpPr txBox="1"/>
          <p:nvPr/>
        </p:nvSpPr>
        <p:spPr>
          <a:xfrm>
            <a:off x="8647908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F69360B1-D726-EF85-41AB-50CEC7B88D4D}"/>
              </a:ext>
            </a:extLst>
          </p:cNvPr>
          <p:cNvCxnSpPr>
            <a:cxnSpLocks/>
          </p:cNvCxnSpPr>
          <p:nvPr/>
        </p:nvCxnSpPr>
        <p:spPr>
          <a:xfrm>
            <a:off x="9119541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6" name="文本框 215">
            <a:extLst>
              <a:ext uri="{FF2B5EF4-FFF2-40B4-BE49-F238E27FC236}">
                <a16:creationId xmlns:a16="http://schemas.microsoft.com/office/drawing/2014/main" id="{4E7302B2-E1B1-7205-53A9-4004340C9720}"/>
              </a:ext>
            </a:extLst>
          </p:cNvPr>
          <p:cNvSpPr txBox="1"/>
          <p:nvPr/>
        </p:nvSpPr>
        <p:spPr>
          <a:xfrm>
            <a:off x="9269824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F329E385-10CA-876C-AB0D-AA65DA6E5D19}"/>
              </a:ext>
            </a:extLst>
          </p:cNvPr>
          <p:cNvCxnSpPr>
            <a:cxnSpLocks/>
          </p:cNvCxnSpPr>
          <p:nvPr/>
        </p:nvCxnSpPr>
        <p:spPr>
          <a:xfrm flipH="1">
            <a:off x="9858783" y="3606899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8" name="文本框 217">
            <a:extLst>
              <a:ext uri="{FF2B5EF4-FFF2-40B4-BE49-F238E27FC236}">
                <a16:creationId xmlns:a16="http://schemas.microsoft.com/office/drawing/2014/main" id="{433D3ECC-E24D-0DB3-31E6-9A3D22D6CCBD}"/>
              </a:ext>
            </a:extLst>
          </p:cNvPr>
          <p:cNvSpPr txBox="1"/>
          <p:nvPr/>
        </p:nvSpPr>
        <p:spPr>
          <a:xfrm>
            <a:off x="9719963" y="387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EBFC1B9-A4ED-EB6B-004B-D9611215BF17}"/>
              </a:ext>
            </a:extLst>
          </p:cNvPr>
          <p:cNvCxnSpPr>
            <a:cxnSpLocks/>
            <a:endCxn id="222" idx="1"/>
          </p:cNvCxnSpPr>
          <p:nvPr/>
        </p:nvCxnSpPr>
        <p:spPr>
          <a:xfrm flipH="1">
            <a:off x="7067418" y="403418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2" name="文本框 221">
            <a:extLst>
              <a:ext uri="{FF2B5EF4-FFF2-40B4-BE49-F238E27FC236}">
                <a16:creationId xmlns:a16="http://schemas.microsoft.com/office/drawing/2014/main" id="{6AB92317-81B6-C34A-073F-EB6AB2485AFD}"/>
              </a:ext>
            </a:extLst>
          </p:cNvPr>
          <p:cNvSpPr txBox="1"/>
          <p:nvPr/>
        </p:nvSpPr>
        <p:spPr>
          <a:xfrm>
            <a:off x="7067418" y="430450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41793782-0764-9633-CE73-4FFF8D0459FF}"/>
              </a:ext>
            </a:extLst>
          </p:cNvPr>
          <p:cNvCxnSpPr>
            <a:cxnSpLocks/>
          </p:cNvCxnSpPr>
          <p:nvPr/>
        </p:nvCxnSpPr>
        <p:spPr>
          <a:xfrm>
            <a:off x="7121657" y="403418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F3BBB97F-928F-1601-E4C9-308230B8BA24}"/>
              </a:ext>
            </a:extLst>
          </p:cNvPr>
          <p:cNvSpPr txBox="1"/>
          <p:nvPr/>
        </p:nvSpPr>
        <p:spPr>
          <a:xfrm>
            <a:off x="6928289" y="43210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C34AE956-4DA7-7975-EB0D-BC7BC6573BAB}"/>
              </a:ext>
            </a:extLst>
          </p:cNvPr>
          <p:cNvCxnSpPr>
            <a:cxnSpLocks/>
            <a:endCxn id="227" idx="1"/>
          </p:cNvCxnSpPr>
          <p:nvPr/>
        </p:nvCxnSpPr>
        <p:spPr>
          <a:xfrm flipH="1">
            <a:off x="6523636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E381C98-2F82-556B-A6A1-9D340C8A28D3}"/>
              </a:ext>
            </a:extLst>
          </p:cNvPr>
          <p:cNvSpPr txBox="1"/>
          <p:nvPr/>
        </p:nvSpPr>
        <p:spPr>
          <a:xfrm>
            <a:off x="6373792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1CCF38A-F2B3-107A-699D-D2D79EE18938}"/>
              </a:ext>
            </a:extLst>
          </p:cNvPr>
          <p:cNvSpPr txBox="1"/>
          <p:nvPr/>
        </p:nvSpPr>
        <p:spPr>
          <a:xfrm>
            <a:off x="6523636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FE201F7E-15C3-A34C-3B7D-3ED79F1A1741}"/>
              </a:ext>
            </a:extLst>
          </p:cNvPr>
          <p:cNvCxnSpPr>
            <a:cxnSpLocks/>
          </p:cNvCxnSpPr>
          <p:nvPr/>
        </p:nvCxnSpPr>
        <p:spPr>
          <a:xfrm>
            <a:off x="6577875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7400D83C-9160-6C1F-A1B1-1DA1AC50AED5}"/>
              </a:ext>
            </a:extLst>
          </p:cNvPr>
          <p:cNvCxnSpPr>
            <a:cxnSpLocks/>
            <a:endCxn id="231" idx="1"/>
          </p:cNvCxnSpPr>
          <p:nvPr/>
        </p:nvCxnSpPr>
        <p:spPr>
          <a:xfrm flipH="1">
            <a:off x="7679202" y="401237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8FCCEB06-4DD9-2460-18DB-2E63DA0BBC2B}"/>
              </a:ext>
            </a:extLst>
          </p:cNvPr>
          <p:cNvSpPr txBox="1"/>
          <p:nvPr/>
        </p:nvSpPr>
        <p:spPr>
          <a:xfrm>
            <a:off x="7529358" y="428569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091E12C3-FAB7-0421-4D0D-561F925250DF}"/>
              </a:ext>
            </a:extLst>
          </p:cNvPr>
          <p:cNvSpPr txBox="1"/>
          <p:nvPr/>
        </p:nvSpPr>
        <p:spPr>
          <a:xfrm>
            <a:off x="7679202" y="428269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6AC519B6-A0A1-06A9-9DC5-677F69A0CA02}"/>
              </a:ext>
            </a:extLst>
          </p:cNvPr>
          <p:cNvCxnSpPr>
            <a:cxnSpLocks/>
          </p:cNvCxnSpPr>
          <p:nvPr/>
        </p:nvCxnSpPr>
        <p:spPr>
          <a:xfrm>
            <a:off x="7733441" y="401237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ACC03D61-0583-5C1B-0662-A258D0FD49BE}"/>
              </a:ext>
            </a:extLst>
          </p:cNvPr>
          <p:cNvCxnSpPr>
            <a:cxnSpLocks/>
            <a:endCxn id="235" idx="1"/>
          </p:cNvCxnSpPr>
          <p:nvPr/>
        </p:nvCxnSpPr>
        <p:spPr>
          <a:xfrm flipH="1">
            <a:off x="8301118" y="40507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726B8CC4-2E59-795C-94E3-7EFBE2D47B2D}"/>
              </a:ext>
            </a:extLst>
          </p:cNvPr>
          <p:cNvSpPr txBox="1"/>
          <p:nvPr/>
        </p:nvSpPr>
        <p:spPr>
          <a:xfrm>
            <a:off x="8151274" y="4324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3C8F9B1D-015A-9BF4-C2DB-B4A62D0879E6}"/>
              </a:ext>
            </a:extLst>
          </p:cNvPr>
          <p:cNvSpPr txBox="1"/>
          <p:nvPr/>
        </p:nvSpPr>
        <p:spPr>
          <a:xfrm>
            <a:off x="8301118" y="43211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6FA07BC3-3E63-5494-688E-CAC5CF8905CD}"/>
              </a:ext>
            </a:extLst>
          </p:cNvPr>
          <p:cNvCxnSpPr>
            <a:cxnSpLocks/>
          </p:cNvCxnSpPr>
          <p:nvPr/>
        </p:nvCxnSpPr>
        <p:spPr>
          <a:xfrm>
            <a:off x="8355357" y="40507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3B2FEC3F-38DB-0FA5-C357-44EC22C392A9}"/>
              </a:ext>
            </a:extLst>
          </p:cNvPr>
          <p:cNvCxnSpPr>
            <a:cxnSpLocks/>
            <a:endCxn id="239" idx="1"/>
          </p:cNvCxnSpPr>
          <p:nvPr/>
        </p:nvCxnSpPr>
        <p:spPr>
          <a:xfrm flipH="1">
            <a:off x="8734562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8" name="文本框 237">
            <a:extLst>
              <a:ext uri="{FF2B5EF4-FFF2-40B4-BE49-F238E27FC236}">
                <a16:creationId xmlns:a16="http://schemas.microsoft.com/office/drawing/2014/main" id="{52F5F096-3410-2601-715E-D47D849A7F07}"/>
              </a:ext>
            </a:extLst>
          </p:cNvPr>
          <p:cNvSpPr txBox="1"/>
          <p:nvPr/>
        </p:nvSpPr>
        <p:spPr>
          <a:xfrm>
            <a:off x="8584718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D7F66FDE-8FA5-D8AC-496C-978CCC11B6E5}"/>
              </a:ext>
            </a:extLst>
          </p:cNvPr>
          <p:cNvSpPr txBox="1"/>
          <p:nvPr/>
        </p:nvSpPr>
        <p:spPr>
          <a:xfrm>
            <a:off x="8734562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2DB2279A-DA2D-863C-75F1-C0167546A181}"/>
              </a:ext>
            </a:extLst>
          </p:cNvPr>
          <p:cNvCxnSpPr>
            <a:cxnSpLocks/>
          </p:cNvCxnSpPr>
          <p:nvPr/>
        </p:nvCxnSpPr>
        <p:spPr>
          <a:xfrm>
            <a:off x="8788801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772EA0A0-0C11-CD80-987A-0B045BADF180}"/>
              </a:ext>
            </a:extLst>
          </p:cNvPr>
          <p:cNvCxnSpPr>
            <a:cxnSpLocks/>
            <a:endCxn id="243" idx="1"/>
          </p:cNvCxnSpPr>
          <p:nvPr/>
        </p:nvCxnSpPr>
        <p:spPr>
          <a:xfrm flipH="1">
            <a:off x="9356174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C8A357C3-6777-5A5D-D28F-FFFAA614A8F7}"/>
              </a:ext>
            </a:extLst>
          </p:cNvPr>
          <p:cNvSpPr txBox="1"/>
          <p:nvPr/>
        </p:nvSpPr>
        <p:spPr>
          <a:xfrm>
            <a:off x="9206330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96E52D19-12BD-7DCF-BDE9-DE30B12CE1D3}"/>
              </a:ext>
            </a:extLst>
          </p:cNvPr>
          <p:cNvSpPr txBox="1"/>
          <p:nvPr/>
        </p:nvSpPr>
        <p:spPr>
          <a:xfrm>
            <a:off x="9356174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F831B3FF-539E-AA77-D890-1DDC2C23311B}"/>
              </a:ext>
            </a:extLst>
          </p:cNvPr>
          <p:cNvCxnSpPr>
            <a:cxnSpLocks/>
          </p:cNvCxnSpPr>
          <p:nvPr/>
        </p:nvCxnSpPr>
        <p:spPr>
          <a:xfrm>
            <a:off x="9410413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8D785FC7-0404-2E9E-2F6C-90FA944A9B61}"/>
              </a:ext>
            </a:extLst>
          </p:cNvPr>
          <p:cNvCxnSpPr>
            <a:cxnSpLocks/>
            <a:endCxn id="247" idx="1"/>
          </p:cNvCxnSpPr>
          <p:nvPr/>
        </p:nvCxnSpPr>
        <p:spPr>
          <a:xfrm flipH="1">
            <a:off x="9806618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" name="文本框 245">
            <a:extLst>
              <a:ext uri="{FF2B5EF4-FFF2-40B4-BE49-F238E27FC236}">
                <a16:creationId xmlns:a16="http://schemas.microsoft.com/office/drawing/2014/main" id="{23E6700C-DD2C-959B-A105-4C42CDB0282F}"/>
              </a:ext>
            </a:extLst>
          </p:cNvPr>
          <p:cNvSpPr txBox="1"/>
          <p:nvPr/>
        </p:nvSpPr>
        <p:spPr>
          <a:xfrm>
            <a:off x="9656774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856E1EC-9638-EAF6-39D4-2F7B81105990}"/>
              </a:ext>
            </a:extLst>
          </p:cNvPr>
          <p:cNvSpPr txBox="1"/>
          <p:nvPr/>
        </p:nvSpPr>
        <p:spPr>
          <a:xfrm>
            <a:off x="9806618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708B960-9526-B218-87CC-7A854CD85464}"/>
              </a:ext>
            </a:extLst>
          </p:cNvPr>
          <p:cNvCxnSpPr>
            <a:cxnSpLocks/>
          </p:cNvCxnSpPr>
          <p:nvPr/>
        </p:nvCxnSpPr>
        <p:spPr>
          <a:xfrm>
            <a:off x="9860857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40270F2E-8269-AC03-B97B-62E6D9ED63BF}"/>
              </a:ext>
            </a:extLst>
          </p:cNvPr>
          <p:cNvCxnSpPr>
            <a:cxnSpLocks/>
          </p:cNvCxnSpPr>
          <p:nvPr/>
        </p:nvCxnSpPr>
        <p:spPr>
          <a:xfrm>
            <a:off x="8635413" y="133176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6" name="文本框 315">
            <a:extLst>
              <a:ext uri="{FF2B5EF4-FFF2-40B4-BE49-F238E27FC236}">
                <a16:creationId xmlns:a16="http://schemas.microsoft.com/office/drawing/2014/main" id="{61C473DD-48F1-DC94-FD61-F0498831668D}"/>
              </a:ext>
            </a:extLst>
          </p:cNvPr>
          <p:cNvSpPr txBox="1"/>
          <p:nvPr/>
        </p:nvSpPr>
        <p:spPr>
          <a:xfrm>
            <a:off x="8572615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84FC1557-966F-1BF1-EBF8-A0E36E0027DA}"/>
              </a:ext>
            </a:extLst>
          </p:cNvPr>
          <p:cNvCxnSpPr>
            <a:cxnSpLocks/>
          </p:cNvCxnSpPr>
          <p:nvPr/>
        </p:nvCxnSpPr>
        <p:spPr>
          <a:xfrm flipH="1">
            <a:off x="9143089" y="134152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9" name="文本框 318">
            <a:extLst>
              <a:ext uri="{FF2B5EF4-FFF2-40B4-BE49-F238E27FC236}">
                <a16:creationId xmlns:a16="http://schemas.microsoft.com/office/drawing/2014/main" id="{0629D7C3-CF82-3870-2494-D31FE482625C}"/>
              </a:ext>
            </a:extLst>
          </p:cNvPr>
          <p:cNvSpPr txBox="1"/>
          <p:nvPr/>
        </p:nvSpPr>
        <p:spPr>
          <a:xfrm>
            <a:off x="9001539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20" name="文本框 319">
            <a:extLst>
              <a:ext uri="{FF2B5EF4-FFF2-40B4-BE49-F238E27FC236}">
                <a16:creationId xmlns:a16="http://schemas.microsoft.com/office/drawing/2014/main" id="{1F6D264E-3B0B-1823-A7D6-04360CD2768B}"/>
              </a:ext>
            </a:extLst>
          </p:cNvPr>
          <p:cNvSpPr txBox="1"/>
          <p:nvPr/>
        </p:nvSpPr>
        <p:spPr>
          <a:xfrm>
            <a:off x="1868058" y="19573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A875387C-1B76-59B1-FE75-5B8C78B496DA}"/>
              </a:ext>
            </a:extLst>
          </p:cNvPr>
          <p:cNvSpPr txBox="1"/>
          <p:nvPr/>
        </p:nvSpPr>
        <p:spPr>
          <a:xfrm>
            <a:off x="3603185" y="19594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807B0D3B-3325-8086-E965-49412E0220D6}"/>
              </a:ext>
            </a:extLst>
          </p:cNvPr>
          <p:cNvSpPr txBox="1"/>
          <p:nvPr/>
        </p:nvSpPr>
        <p:spPr>
          <a:xfrm>
            <a:off x="5417830" y="1959495"/>
            <a:ext cx="357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F0DF3702-F6A5-3FE8-3AD1-1EB6D6545CF8}"/>
              </a:ext>
            </a:extLst>
          </p:cNvPr>
          <p:cNvSpPr txBox="1"/>
          <p:nvPr/>
        </p:nvSpPr>
        <p:spPr>
          <a:xfrm>
            <a:off x="7067511" y="19594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F78B7134-CF5F-DA01-6D12-F0D4F02D01E0}"/>
              </a:ext>
            </a:extLst>
          </p:cNvPr>
          <p:cNvSpPr txBox="1"/>
          <p:nvPr/>
        </p:nvSpPr>
        <p:spPr>
          <a:xfrm>
            <a:off x="8829636" y="196549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5" name="文本框 324">
            <a:extLst>
              <a:ext uri="{FF2B5EF4-FFF2-40B4-BE49-F238E27FC236}">
                <a16:creationId xmlns:a16="http://schemas.microsoft.com/office/drawing/2014/main" id="{0706FE67-4C0A-E4C5-4EE2-1E7669E0A079}"/>
              </a:ext>
            </a:extLst>
          </p:cNvPr>
          <p:cNvSpPr txBox="1"/>
          <p:nvPr/>
        </p:nvSpPr>
        <p:spPr>
          <a:xfrm>
            <a:off x="3454900" y="4873797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26" name="文本框 325">
            <a:extLst>
              <a:ext uri="{FF2B5EF4-FFF2-40B4-BE49-F238E27FC236}">
                <a16:creationId xmlns:a16="http://schemas.microsoft.com/office/drawing/2014/main" id="{A94B24CE-C7C4-5A93-A899-465FEEDDA838}"/>
              </a:ext>
            </a:extLst>
          </p:cNvPr>
          <p:cNvSpPr txBox="1"/>
          <p:nvPr/>
        </p:nvSpPr>
        <p:spPr>
          <a:xfrm>
            <a:off x="8247212" y="482424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682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14">
            <a:extLst>
              <a:ext uri="{FF2B5EF4-FFF2-40B4-BE49-F238E27FC236}">
                <a16:creationId xmlns:a16="http://schemas.microsoft.com/office/drawing/2014/main" id="{6FDB5C2D-2C3E-93C0-FD82-F8CEA67889F3}"/>
              </a:ext>
            </a:extLst>
          </p:cNvPr>
          <p:cNvSpPr txBox="1"/>
          <p:nvPr/>
        </p:nvSpPr>
        <p:spPr>
          <a:xfrm>
            <a:off x="3937757" y="278306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49C43ED-3AAA-94F0-F676-AC5A81298C32}"/>
              </a:ext>
            </a:extLst>
          </p:cNvPr>
          <p:cNvSpPr txBox="1"/>
          <p:nvPr/>
        </p:nvSpPr>
        <p:spPr>
          <a:xfrm>
            <a:off x="2778047" y="27567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5B18242-29DD-056F-EBDD-87A14DCCC240}"/>
              </a:ext>
            </a:extLst>
          </p:cNvPr>
          <p:cNvSpPr txBox="1"/>
          <p:nvPr/>
        </p:nvSpPr>
        <p:spPr>
          <a:xfrm>
            <a:off x="3331441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5B44901-7870-69DB-505D-5493D502C1E1}"/>
              </a:ext>
            </a:extLst>
          </p:cNvPr>
          <p:cNvSpPr txBox="1"/>
          <p:nvPr/>
        </p:nvSpPr>
        <p:spPr>
          <a:xfrm>
            <a:off x="5360824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63BD97E-0768-CDC4-2F3F-DC3C6F70C5A4}"/>
              </a:ext>
            </a:extLst>
          </p:cNvPr>
          <p:cNvSpPr txBox="1"/>
          <p:nvPr/>
        </p:nvSpPr>
        <p:spPr>
          <a:xfrm>
            <a:off x="5705100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5AF3E09-2B6B-3587-ABF3-1E8968526779}"/>
              </a:ext>
            </a:extLst>
          </p:cNvPr>
          <p:cNvSpPr txBox="1"/>
          <p:nvPr/>
        </p:nvSpPr>
        <p:spPr>
          <a:xfrm>
            <a:off x="6327016" y="279878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10A91E3-9556-F8C6-D369-E574D0998064}"/>
              </a:ext>
            </a:extLst>
          </p:cNvPr>
          <p:cNvSpPr txBox="1"/>
          <p:nvPr/>
        </p:nvSpPr>
        <p:spPr>
          <a:xfrm>
            <a:off x="6645071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FE94AF4-AE35-8622-1DF5-5F4C1179BF7F}"/>
              </a:ext>
            </a:extLst>
          </p:cNvPr>
          <p:cNvSpPr txBox="1"/>
          <p:nvPr/>
        </p:nvSpPr>
        <p:spPr>
          <a:xfrm>
            <a:off x="7231255" y="2802624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DDDB4C7-0EF0-E872-1A50-527D5AD7F8F7}"/>
              </a:ext>
            </a:extLst>
          </p:cNvPr>
          <p:cNvCxnSpPr>
            <a:cxnSpLocks/>
            <a:endCxn id="31" idx="1"/>
          </p:cNvCxnSpPr>
          <p:nvPr/>
        </p:nvCxnSpPr>
        <p:spPr>
          <a:xfrm flipH="1">
            <a:off x="3410554" y="295725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33F07D4-0114-412E-A2BB-A71E8E3C5F8F}"/>
              </a:ext>
            </a:extLst>
          </p:cNvPr>
          <p:cNvSpPr txBox="1"/>
          <p:nvPr/>
        </p:nvSpPr>
        <p:spPr>
          <a:xfrm>
            <a:off x="3410554" y="322757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6F3E6C1-B4C2-BBCA-45FF-C99D91C1806A}"/>
              </a:ext>
            </a:extLst>
          </p:cNvPr>
          <p:cNvCxnSpPr>
            <a:cxnSpLocks/>
          </p:cNvCxnSpPr>
          <p:nvPr/>
        </p:nvCxnSpPr>
        <p:spPr>
          <a:xfrm>
            <a:off x="3464793" y="295725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2B20AEA2-FB7E-BC65-8A5A-82ED3A67DC9A}"/>
              </a:ext>
            </a:extLst>
          </p:cNvPr>
          <p:cNvSpPr txBox="1"/>
          <p:nvPr/>
        </p:nvSpPr>
        <p:spPr>
          <a:xfrm>
            <a:off x="3271425" y="32440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7A5507C-1DD6-ECCC-BBA1-EC08CB5B143F}"/>
              </a:ext>
            </a:extLst>
          </p:cNvPr>
          <p:cNvCxnSpPr>
            <a:cxnSpLocks/>
            <a:endCxn id="36" idx="1"/>
          </p:cNvCxnSpPr>
          <p:nvPr/>
        </p:nvCxnSpPr>
        <p:spPr>
          <a:xfrm flipH="1">
            <a:off x="2866772" y="296773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90E02-5A59-A4FE-4A82-0D12942DC054}"/>
              </a:ext>
            </a:extLst>
          </p:cNvPr>
          <p:cNvSpPr txBox="1"/>
          <p:nvPr/>
        </p:nvSpPr>
        <p:spPr>
          <a:xfrm>
            <a:off x="2716928" y="324105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A74A245-D17F-A62F-07A4-6F1E81C87992}"/>
              </a:ext>
            </a:extLst>
          </p:cNvPr>
          <p:cNvSpPr txBox="1"/>
          <p:nvPr/>
        </p:nvSpPr>
        <p:spPr>
          <a:xfrm>
            <a:off x="2866772" y="32380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AB97AC-7962-5CE0-71DE-48AE36F2A3FC}"/>
              </a:ext>
            </a:extLst>
          </p:cNvPr>
          <p:cNvCxnSpPr>
            <a:cxnSpLocks/>
          </p:cNvCxnSpPr>
          <p:nvPr/>
        </p:nvCxnSpPr>
        <p:spPr>
          <a:xfrm>
            <a:off x="2921011" y="296773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E32F473-CA3C-EB4E-9411-3ADB4C8A9109}"/>
              </a:ext>
            </a:extLst>
          </p:cNvPr>
          <p:cNvCxnSpPr>
            <a:cxnSpLocks/>
            <a:endCxn id="40" idx="1"/>
          </p:cNvCxnSpPr>
          <p:nvPr/>
        </p:nvCxnSpPr>
        <p:spPr>
          <a:xfrm flipH="1">
            <a:off x="4022338" y="293545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887BF02E-A865-C5B7-A43E-65B73E310AA8}"/>
              </a:ext>
            </a:extLst>
          </p:cNvPr>
          <p:cNvSpPr txBox="1"/>
          <p:nvPr/>
        </p:nvSpPr>
        <p:spPr>
          <a:xfrm>
            <a:off x="3872494" y="320876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AD171F2-E81E-8588-FA0E-EE2BD4A2D141}"/>
              </a:ext>
            </a:extLst>
          </p:cNvPr>
          <p:cNvSpPr txBox="1"/>
          <p:nvPr/>
        </p:nvSpPr>
        <p:spPr>
          <a:xfrm>
            <a:off x="4022338" y="320576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8BA6931-D546-DF5E-CB61-521C0F2E5B5B}"/>
              </a:ext>
            </a:extLst>
          </p:cNvPr>
          <p:cNvCxnSpPr>
            <a:cxnSpLocks/>
          </p:cNvCxnSpPr>
          <p:nvPr/>
        </p:nvCxnSpPr>
        <p:spPr>
          <a:xfrm>
            <a:off x="4076577" y="293545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0874E38-37D9-FF19-68B5-3F9CDAB58A22}"/>
              </a:ext>
            </a:extLst>
          </p:cNvPr>
          <p:cNvSpPr txBox="1"/>
          <p:nvPr/>
        </p:nvSpPr>
        <p:spPr>
          <a:xfrm>
            <a:off x="6953615" y="280262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544E3A9-F2FB-0CE2-DDA4-82D14D6B6A0F}"/>
              </a:ext>
            </a:extLst>
          </p:cNvPr>
          <p:cNvSpPr txBox="1"/>
          <p:nvPr/>
        </p:nvSpPr>
        <p:spPr>
          <a:xfrm>
            <a:off x="6016419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2" name="左大括号 61">
            <a:extLst>
              <a:ext uri="{FF2B5EF4-FFF2-40B4-BE49-F238E27FC236}">
                <a16:creationId xmlns:a16="http://schemas.microsoft.com/office/drawing/2014/main" id="{94B7B801-A9CB-6469-854C-B160692C0AD6}"/>
              </a:ext>
            </a:extLst>
          </p:cNvPr>
          <p:cNvSpPr/>
          <p:nvPr/>
        </p:nvSpPr>
        <p:spPr>
          <a:xfrm>
            <a:off x="2310679" y="612603"/>
            <a:ext cx="346148" cy="1954922"/>
          </a:xfrm>
          <a:prstGeom prst="leftBrace">
            <a:avLst>
              <a:gd name="adj1" fmla="val 38263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B27E2D1-C5E2-5742-A835-6469B39F49CB}"/>
              </a:ext>
            </a:extLst>
          </p:cNvPr>
          <p:cNvSpPr txBox="1"/>
          <p:nvPr/>
        </p:nvSpPr>
        <p:spPr>
          <a:xfrm>
            <a:off x="1202683" y="153827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前五层满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9A77D40-6F39-91EC-FA50-F12BBFEB68D5}"/>
              </a:ext>
            </a:extLst>
          </p:cNvPr>
          <p:cNvSpPr txBox="1"/>
          <p:nvPr/>
        </p:nvSpPr>
        <p:spPr>
          <a:xfrm>
            <a:off x="4571632" y="283643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</a:t>
            </a:r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5DB421C-C852-EBF3-F60A-5BC0484EEA5B}"/>
              </a:ext>
            </a:extLst>
          </p:cNvPr>
          <p:cNvSpPr txBox="1"/>
          <p:nvPr/>
        </p:nvSpPr>
        <p:spPr>
          <a:xfrm>
            <a:off x="593453" y="278306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第六层（也是满的）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E0CF29B-F6FB-45F6-7F5E-5B4A6FE03A28}"/>
              </a:ext>
            </a:extLst>
          </p:cNvPr>
          <p:cNvSpPr txBox="1"/>
          <p:nvPr/>
        </p:nvSpPr>
        <p:spPr>
          <a:xfrm>
            <a:off x="1746642" y="325835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第七层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9C0B37A-EE50-23E0-5810-07B84F936800}"/>
              </a:ext>
            </a:extLst>
          </p:cNvPr>
          <p:cNvSpPr txBox="1"/>
          <p:nvPr/>
        </p:nvSpPr>
        <p:spPr>
          <a:xfrm>
            <a:off x="7575531" y="2797477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9" name="左大括号 68">
            <a:extLst>
              <a:ext uri="{FF2B5EF4-FFF2-40B4-BE49-F238E27FC236}">
                <a16:creationId xmlns:a16="http://schemas.microsoft.com/office/drawing/2014/main" id="{9A29E390-ACBA-B6F0-1638-144F184FC792}"/>
              </a:ext>
            </a:extLst>
          </p:cNvPr>
          <p:cNvSpPr/>
          <p:nvPr/>
        </p:nvSpPr>
        <p:spPr>
          <a:xfrm rot="16200000">
            <a:off x="6515369" y="2086461"/>
            <a:ext cx="183258" cy="2336220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3795A6-49C5-23EF-4EA7-8F3EF7F63D9D}"/>
              </a:ext>
            </a:extLst>
          </p:cNvPr>
          <p:cNvSpPr txBox="1"/>
          <p:nvPr/>
        </p:nvSpPr>
        <p:spPr>
          <a:xfrm>
            <a:off x="5383158" y="3427630"/>
            <a:ext cx="25490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r>
              <a:rPr lang="zh-CN" altLang="en-US" sz="1600"/>
              <a:t>个叶节点，一定在最右边</a:t>
            </a:r>
          </a:p>
        </p:txBody>
      </p:sp>
      <p:sp>
        <p:nvSpPr>
          <p:cNvPr id="73" name="云形 72">
            <a:extLst>
              <a:ext uri="{FF2B5EF4-FFF2-40B4-BE49-F238E27FC236}">
                <a16:creationId xmlns:a16="http://schemas.microsoft.com/office/drawing/2014/main" id="{505C86E6-F75D-479B-461D-112D3CA2FE7F}"/>
              </a:ext>
            </a:extLst>
          </p:cNvPr>
          <p:cNvSpPr/>
          <p:nvPr/>
        </p:nvSpPr>
        <p:spPr>
          <a:xfrm>
            <a:off x="2994568" y="286610"/>
            <a:ext cx="3809203" cy="2367750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08FAA9-CB94-24C7-06FB-C779C49D023B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3470261" y="2180146"/>
            <a:ext cx="400860" cy="60292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2D1C45F8-836C-EAEF-4C7E-912B95B5A242}"/>
              </a:ext>
            </a:extLst>
          </p:cNvPr>
          <p:cNvCxnSpPr>
            <a:cxnSpLocks/>
          </p:cNvCxnSpPr>
          <p:nvPr/>
        </p:nvCxnSpPr>
        <p:spPr>
          <a:xfrm>
            <a:off x="6081086" y="2180146"/>
            <a:ext cx="523570" cy="65629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4" name="左大括号 83">
            <a:extLst>
              <a:ext uri="{FF2B5EF4-FFF2-40B4-BE49-F238E27FC236}">
                <a16:creationId xmlns:a16="http://schemas.microsoft.com/office/drawing/2014/main" id="{F91FC4B6-1F24-ABBC-4A83-53E9B3FCE9EB}"/>
              </a:ext>
            </a:extLst>
          </p:cNvPr>
          <p:cNvSpPr/>
          <p:nvPr/>
        </p:nvSpPr>
        <p:spPr>
          <a:xfrm rot="16200000">
            <a:off x="3762227" y="2730282"/>
            <a:ext cx="222454" cy="2051431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FA3EA53-237D-1E43-17AB-912D18219572}"/>
              </a:ext>
            </a:extLst>
          </p:cNvPr>
          <p:cNvSpPr txBox="1"/>
          <p:nvPr/>
        </p:nvSpPr>
        <p:spPr>
          <a:xfrm>
            <a:off x="2916866" y="4003804"/>
            <a:ext cx="19823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第六层的前</a:t>
            </a:r>
            <a:r>
              <a:rPr lang="en-US" altLang="zh-CN" sz="1400"/>
              <a:t>24</a:t>
            </a:r>
            <a:r>
              <a:rPr lang="zh-CN" altLang="en-US" sz="1400"/>
              <a:t>个节点均有</a:t>
            </a:r>
            <a:r>
              <a:rPr lang="en-US" altLang="zh-CN" sz="1400"/>
              <a:t>2</a:t>
            </a:r>
            <a:r>
              <a:rPr lang="zh-CN" altLang="en-US" sz="1400"/>
              <a:t>个孩子，因此第七层最大达到</a:t>
            </a:r>
            <a:r>
              <a:rPr lang="en-US" altLang="zh-CN" sz="1400"/>
              <a:t>48</a:t>
            </a:r>
            <a:r>
              <a:rPr lang="zh-CN" altLang="en-US" sz="1400"/>
              <a:t>个节点</a:t>
            </a:r>
          </a:p>
        </p:txBody>
      </p:sp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C399D-A98F-1005-2142-5F770FDC8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D4550DD3-A723-F089-6F02-5EE0865B7972}"/>
              </a:ext>
            </a:extLst>
          </p:cNvPr>
          <p:cNvSpPr/>
          <p:nvPr/>
        </p:nvSpPr>
        <p:spPr>
          <a:xfrm>
            <a:off x="5014879" y="2159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0D7E922-B173-FEFB-6E48-8B7D48AA7A32}"/>
              </a:ext>
            </a:extLst>
          </p:cNvPr>
          <p:cNvSpPr/>
          <p:nvPr/>
        </p:nvSpPr>
        <p:spPr>
          <a:xfrm>
            <a:off x="4501374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BC4FE86-342D-AD4A-B82E-F6CA3E125FF2}"/>
              </a:ext>
            </a:extLst>
          </p:cNvPr>
          <p:cNvSpPr/>
          <p:nvPr/>
        </p:nvSpPr>
        <p:spPr>
          <a:xfrm>
            <a:off x="5515622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D2E41C3-0531-4D72-65F7-B0DF3DAB9669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4785887" y="244402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CC91B9-C8A1-509B-728D-08C01205438D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5299392" y="2444027"/>
            <a:ext cx="265045" cy="34011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2109DC29-3957-630D-8A01-A974DFC19538}"/>
              </a:ext>
            </a:extLst>
          </p:cNvPr>
          <p:cNvSpPr/>
          <p:nvPr/>
        </p:nvSpPr>
        <p:spPr>
          <a:xfrm>
            <a:off x="7532750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B19284C-C95F-487C-F7CD-9E053B99D8AA}"/>
              </a:ext>
            </a:extLst>
          </p:cNvPr>
          <p:cNvSpPr/>
          <p:nvPr/>
        </p:nvSpPr>
        <p:spPr>
          <a:xfrm>
            <a:off x="7019245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58CA6A0-B72F-1679-3E38-9B9FD0927B43}"/>
              </a:ext>
            </a:extLst>
          </p:cNvPr>
          <p:cNvSpPr/>
          <p:nvPr/>
        </p:nvSpPr>
        <p:spPr>
          <a:xfrm>
            <a:off x="8033493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FED499-2EE0-70AB-8530-40031005EF89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7303758" y="2441413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ED92B66-EAB2-FB46-796A-6F01E5C107BF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817263" y="2441413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90FDA3A-42A7-062D-785C-A66377D14945}"/>
              </a:ext>
            </a:extLst>
          </p:cNvPr>
          <p:cNvSpPr/>
          <p:nvPr/>
        </p:nvSpPr>
        <p:spPr>
          <a:xfrm>
            <a:off x="6488456" y="33355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A7835DE-44DE-30BB-F680-C38654CD9084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6772969" y="3017228"/>
            <a:ext cx="295091" cy="36713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ECC96A-5565-B94E-1D12-A4BEF1C2AD1E}"/>
              </a:ext>
            </a:extLst>
          </p:cNvPr>
          <p:cNvSpPr/>
          <p:nvPr/>
        </p:nvSpPr>
        <p:spPr>
          <a:xfrm>
            <a:off x="9959226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C34110DE-7D94-7222-B4A9-D3B650FA06B2}"/>
              </a:ext>
            </a:extLst>
          </p:cNvPr>
          <p:cNvSpPr/>
          <p:nvPr/>
        </p:nvSpPr>
        <p:spPr>
          <a:xfrm>
            <a:off x="9309099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6CF8F56-8EED-231E-576F-3F7C08AFE0E6}"/>
              </a:ext>
            </a:extLst>
          </p:cNvPr>
          <p:cNvSpPr/>
          <p:nvPr/>
        </p:nvSpPr>
        <p:spPr>
          <a:xfrm>
            <a:off x="10608275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20A38322-C324-0BF4-ECDD-48477E9B3A8F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9593612" y="2441413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46827FB1-87F5-1BDA-DAEC-431403854470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10243739" y="2441413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420F98E1-2A9D-AADD-37A4-0A4D04B42335}"/>
              </a:ext>
            </a:extLst>
          </p:cNvPr>
          <p:cNvSpPr/>
          <p:nvPr/>
        </p:nvSpPr>
        <p:spPr>
          <a:xfrm>
            <a:off x="8836537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EF3B44A-E6A2-1EC0-8AF4-05AE4C722270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9121050" y="2987569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CDEA2770-DE27-4F02-89FD-1E500ECEB1F1}"/>
              </a:ext>
            </a:extLst>
          </p:cNvPr>
          <p:cNvSpPr/>
          <p:nvPr/>
        </p:nvSpPr>
        <p:spPr>
          <a:xfrm>
            <a:off x="7418135" y="33412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1F8E4B0C-CE0F-4FEB-17C7-E5A2C615D949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7303758" y="3017228"/>
            <a:ext cx="281041" cy="32399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194E2476-5DDC-F3F4-A37A-CB343675DA44}"/>
              </a:ext>
            </a:extLst>
          </p:cNvPr>
          <p:cNvSpPr/>
          <p:nvPr/>
        </p:nvSpPr>
        <p:spPr>
          <a:xfrm>
            <a:off x="965217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28C96B9-31EE-1BB6-DFFF-E22ECEB0E86E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9593612" y="2987569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9F35F3BB-8A49-EFE5-2A81-BB562DB00263}"/>
              </a:ext>
            </a:extLst>
          </p:cNvPr>
          <p:cNvSpPr/>
          <p:nvPr/>
        </p:nvSpPr>
        <p:spPr>
          <a:xfrm>
            <a:off x="1031212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B804F0E9-D24E-15C6-25C0-CB8E88A04772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10478787" y="2987569"/>
            <a:ext cx="178303" cy="33523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E04F2545-F007-59F7-5B92-F42B4E8B64B9}"/>
              </a:ext>
            </a:extLst>
          </p:cNvPr>
          <p:cNvSpPr/>
          <p:nvPr/>
        </p:nvSpPr>
        <p:spPr>
          <a:xfrm>
            <a:off x="980623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01E8753-3202-653C-F959-8B67008EEE5D}"/>
              </a:ext>
            </a:extLst>
          </p:cNvPr>
          <p:cNvSpPr/>
          <p:nvPr/>
        </p:nvSpPr>
        <p:spPr>
          <a:xfrm>
            <a:off x="2997751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757278EA-AA0D-763B-6894-91064554C223}"/>
              </a:ext>
            </a:extLst>
          </p:cNvPr>
          <p:cNvSpPr/>
          <p:nvPr/>
        </p:nvSpPr>
        <p:spPr>
          <a:xfrm>
            <a:off x="2484246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9B87D29-9112-DDEF-C20D-5796BE035907}"/>
              </a:ext>
            </a:extLst>
          </p:cNvPr>
          <p:cNvCxnSpPr>
            <a:stCxn id="10" idx="3"/>
            <a:endCxn id="17" idx="7"/>
          </p:cNvCxnSpPr>
          <p:nvPr/>
        </p:nvCxnSpPr>
        <p:spPr>
          <a:xfrm flipH="1">
            <a:off x="2768759" y="2441413"/>
            <a:ext cx="277807" cy="340117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544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9A5437-8154-D68C-5D3E-C9918B79E430}"/>
              </a:ext>
            </a:extLst>
          </p:cNvPr>
          <p:cNvSpPr/>
          <p:nvPr/>
        </p:nvSpPr>
        <p:spPr>
          <a:xfrm>
            <a:off x="8318311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42B4B191-E28F-5DF9-A159-0E267E33F298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p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3E56719-D1FC-E787-7FFF-7145E5041EEE}"/>
              </a:ext>
            </a:extLst>
          </p:cNvPr>
          <p:cNvSpPr/>
          <p:nvPr/>
        </p:nvSpPr>
        <p:spPr>
          <a:xfrm>
            <a:off x="9817535" y="16268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7D9903E-9712-768E-D466-C76B854CFBDC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6920438" y="1479686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2D3D5A0-F7AD-26C4-748D-A486BB63C9FC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8602824" y="1479686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FF34C33-A2CA-AC30-A552-F63191863F4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FEE2BFD-6D94-E0FE-FD5C-7FE002BA773B}"/>
              </a:ext>
            </a:extLst>
          </p:cNvPr>
          <p:cNvSpPr/>
          <p:nvPr/>
        </p:nvSpPr>
        <p:spPr>
          <a:xfrm>
            <a:off x="10469958" y="22244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8CA3B8-DFB4-75F8-38AF-FFC6DDF8060F}"/>
              </a:ext>
            </a:extLst>
          </p:cNvPr>
          <p:cNvSpPr/>
          <p:nvPr/>
        </p:nvSpPr>
        <p:spPr>
          <a:xfrm>
            <a:off x="3314813" y="24654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E489726-E87B-4014-6FFB-3635D5E54823}"/>
              </a:ext>
            </a:extLst>
          </p:cNvPr>
          <p:cNvSpPr/>
          <p:nvPr/>
        </p:nvSpPr>
        <p:spPr>
          <a:xfrm>
            <a:off x="10023259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0B838DC-7A68-0C06-5B09-61C0EBBEF5A7}"/>
              </a:ext>
            </a:extLst>
          </p:cNvPr>
          <p:cNvSpPr/>
          <p:nvPr/>
        </p:nvSpPr>
        <p:spPr>
          <a:xfrm>
            <a:off x="10951155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A5D44-8FED-DADC-B94F-11394AC4C7F7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7FE8D77-B7BC-869B-7BCD-19BCB689149D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10102048" y="1911362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5A4FB2B-93A1-F631-DFFC-C2102684434A}"/>
              </a:ext>
            </a:extLst>
          </p:cNvPr>
          <p:cNvCxnSpPr>
            <a:cxnSpLocks/>
            <a:stCxn id="17" idx="5"/>
            <a:endCxn id="9" idx="0"/>
          </p:cNvCxnSpPr>
          <p:nvPr/>
        </p:nvCxnSpPr>
        <p:spPr>
          <a:xfrm>
            <a:off x="3043104" y="2087017"/>
            <a:ext cx="438373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98DE732-1FBD-F457-3A77-2ED83A10AB75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10189923" y="2508932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037CE08-5F70-9D67-FABE-B1360C630F10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10754471" y="2508932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AFADFB61-84CF-A181-DF64-E439AAAFA187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97D681F-615E-9AF1-6056-624E709604FB}"/>
              </a:ext>
            </a:extLst>
          </p:cNvPr>
          <p:cNvSpPr/>
          <p:nvPr/>
        </p:nvSpPr>
        <p:spPr>
          <a:xfrm>
            <a:off x="2041137" y="246692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9BE00D2-E6DF-B0B8-10E4-D0432B8C3249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79144F-B9C0-29B7-89EA-6CB0A5D8DA35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2325650" y="2087017"/>
            <a:ext cx="481756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BCFC9C5A-7DC9-AD15-C2FB-E0824F2BE004}"/>
              </a:ext>
            </a:extLst>
          </p:cNvPr>
          <p:cNvSpPr/>
          <p:nvPr/>
        </p:nvSpPr>
        <p:spPr>
          <a:xfrm>
            <a:off x="3713927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r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78FB1153-3916-40D6-327D-199F62256A74}"/>
              </a:ext>
            </a:extLst>
          </p:cNvPr>
          <p:cNvSpPr/>
          <p:nvPr/>
        </p:nvSpPr>
        <p:spPr>
          <a:xfrm>
            <a:off x="2876440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2F731FAF-A153-5872-A0D6-70CB905B2061}"/>
              </a:ext>
            </a:extLst>
          </p:cNvPr>
          <p:cNvSpPr/>
          <p:nvPr/>
        </p:nvSpPr>
        <p:spPr>
          <a:xfrm>
            <a:off x="5062985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46912A3-CB1B-6C8C-B31F-11165D12ED68}"/>
              </a:ext>
            </a:extLst>
          </p:cNvPr>
          <p:cNvCxnSpPr>
            <a:cxnSpLocks/>
            <a:stCxn id="9" idx="3"/>
            <a:endCxn id="31" idx="0"/>
          </p:cNvCxnSpPr>
          <p:nvPr/>
        </p:nvCxnSpPr>
        <p:spPr>
          <a:xfrm flipH="1">
            <a:off x="3043104" y="2749935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FE73BB94-733D-394F-86E0-9D1AD9F611A0}"/>
              </a:ext>
            </a:extLst>
          </p:cNvPr>
          <p:cNvCxnSpPr>
            <a:stCxn id="9" idx="5"/>
            <a:endCxn id="29" idx="0"/>
          </p:cNvCxnSpPr>
          <p:nvPr/>
        </p:nvCxnSpPr>
        <p:spPr>
          <a:xfrm>
            <a:off x="3599326" y="2749935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6F32C73-4CF6-FC18-734A-3F127F1559A2}"/>
              </a:ext>
            </a:extLst>
          </p:cNvPr>
          <p:cNvCxnSpPr>
            <a:stCxn id="7" idx="5"/>
            <a:endCxn id="33" idx="1"/>
          </p:cNvCxnSpPr>
          <p:nvPr/>
        </p:nvCxnSpPr>
        <p:spPr>
          <a:xfrm>
            <a:off x="4773389" y="2087017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椭圆 43">
            <a:extLst>
              <a:ext uri="{FF2B5EF4-FFF2-40B4-BE49-F238E27FC236}">
                <a16:creationId xmlns:a16="http://schemas.microsoft.com/office/drawing/2014/main" id="{9A08A87F-5D89-34EA-3BEE-9E5FB1699B48}"/>
              </a:ext>
            </a:extLst>
          </p:cNvPr>
          <p:cNvSpPr/>
          <p:nvPr/>
        </p:nvSpPr>
        <p:spPr>
          <a:xfrm>
            <a:off x="11535998" y="36253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s</a:t>
            </a:r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5A846AB-D259-CD01-FC6A-79239B6C86E2}"/>
              </a:ext>
            </a:extLst>
          </p:cNvPr>
          <p:cNvCxnSpPr>
            <a:stCxn id="11" idx="5"/>
            <a:endCxn id="44" idx="1"/>
          </p:cNvCxnSpPr>
          <p:nvPr/>
        </p:nvCxnSpPr>
        <p:spPr>
          <a:xfrm>
            <a:off x="11235668" y="3204885"/>
            <a:ext cx="349145" cy="469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042DD8-BDFA-797F-D7FC-A03D6604C9AA}"/>
              </a:ext>
            </a:extLst>
          </p:cNvPr>
          <p:cNvSpPr/>
          <p:nvPr/>
        </p:nvSpPr>
        <p:spPr>
          <a:xfrm>
            <a:off x="4380583" y="650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5874811-4A3F-AB90-97E3-E93A941906C5}"/>
              </a:ext>
            </a:extLst>
          </p:cNvPr>
          <p:cNvSpPr/>
          <p:nvPr/>
        </p:nvSpPr>
        <p:spPr>
          <a:xfrm>
            <a:off x="5155532" y="12574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044B52-4243-7ECA-F535-1254808538B7}"/>
              </a:ext>
            </a:extLst>
          </p:cNvPr>
          <p:cNvSpPr/>
          <p:nvPr/>
        </p:nvSpPr>
        <p:spPr>
          <a:xfrm>
            <a:off x="3981469" y="19203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8635EA-B543-95F4-5B41-0BAF3B97B14B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4665096" y="934649"/>
            <a:ext cx="539251" cy="3716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C9009AF-E7CB-3B8F-F4B8-52F0EFE1EE4D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3714708" y="154198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CEFBAAD3-0E2E-F29E-3809-3CD00AE5A9DB}"/>
              </a:ext>
            </a:extLst>
          </p:cNvPr>
          <p:cNvSpPr/>
          <p:nvPr/>
        </p:nvSpPr>
        <p:spPr>
          <a:xfrm>
            <a:off x="3430195" y="125746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7ADE46A9-CAF0-87D3-4A5A-AD7CE88C82A3}"/>
              </a:ext>
            </a:extLst>
          </p:cNvPr>
          <p:cNvSpPr/>
          <p:nvPr/>
        </p:nvSpPr>
        <p:spPr>
          <a:xfrm>
            <a:off x="2707793" y="192188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4AE81F-A28E-37C1-3601-4125B29E39A4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3714708" y="934649"/>
            <a:ext cx="714690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5310FDC-887C-692C-4382-C10743D9B2B3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992306" y="154198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BA6FA42-1E36-1209-BE61-2DF26AD47FE2}"/>
              </a:ext>
            </a:extLst>
          </p:cNvPr>
          <p:cNvSpPr/>
          <p:nvPr/>
        </p:nvSpPr>
        <p:spPr>
          <a:xfrm>
            <a:off x="4380583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FB939A6-2C34-ED34-4178-0B22CA2D81F4}"/>
              </a:ext>
            </a:extLst>
          </p:cNvPr>
          <p:cNvSpPr/>
          <p:nvPr/>
        </p:nvSpPr>
        <p:spPr>
          <a:xfrm>
            <a:off x="3543096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A52E561-FA27-4B41-1E40-0E1A11E6893B}"/>
              </a:ext>
            </a:extLst>
          </p:cNvPr>
          <p:cNvSpPr/>
          <p:nvPr/>
        </p:nvSpPr>
        <p:spPr>
          <a:xfrm>
            <a:off x="5729641" y="19534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669100E-401C-2A7D-3CF1-DE8F3B8FA59D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3709760" y="2204898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5BA6AF8-727A-B663-EBF8-5FCC15FEE36C}"/>
              </a:ext>
            </a:extLst>
          </p:cNvPr>
          <p:cNvCxnSpPr>
            <a:stCxn id="4" idx="5"/>
            <a:endCxn id="11" idx="0"/>
          </p:cNvCxnSpPr>
          <p:nvPr/>
        </p:nvCxnSpPr>
        <p:spPr>
          <a:xfrm>
            <a:off x="4265982" y="2204898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241C900-6BF5-8305-3DA5-C940614BDB33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5440045" y="1541980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2C5DD719-D858-D88C-221E-9C8A7B9C0A8E}"/>
              </a:ext>
            </a:extLst>
          </p:cNvPr>
          <p:cNvSpPr/>
          <p:nvPr/>
        </p:nvSpPr>
        <p:spPr>
          <a:xfrm>
            <a:off x="2143988" y="265836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AB6FA1C-0ED9-1347-EDBE-3DBE22EBD4BE}"/>
              </a:ext>
            </a:extLst>
          </p:cNvPr>
          <p:cNvCxnSpPr>
            <a:stCxn id="8" idx="3"/>
            <a:endCxn id="18" idx="0"/>
          </p:cNvCxnSpPr>
          <p:nvPr/>
        </p:nvCxnSpPr>
        <p:spPr>
          <a:xfrm flipH="1">
            <a:off x="2310652" y="2206402"/>
            <a:ext cx="445956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0A15CA8-3FA6-401A-CAE7-220BCF43D125}"/>
              </a:ext>
            </a:extLst>
          </p:cNvPr>
          <p:cNvSpPr txBox="1"/>
          <p:nvPr/>
        </p:nvSpPr>
        <p:spPr>
          <a:xfrm>
            <a:off x="5696571" y="19534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FF7180F-8BB5-BD96-3700-F5CC4FA8E4E0}"/>
              </a:ext>
            </a:extLst>
          </p:cNvPr>
          <p:cNvSpPr/>
          <p:nvPr/>
        </p:nvSpPr>
        <p:spPr>
          <a:xfrm>
            <a:off x="5237417" y="26531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C3C28D6-181E-1C71-5E40-1A61F0DDDD45}"/>
              </a:ext>
            </a:extLst>
          </p:cNvPr>
          <p:cNvSpPr txBox="1"/>
          <p:nvPr/>
        </p:nvSpPr>
        <p:spPr>
          <a:xfrm>
            <a:off x="5204347" y="2653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64117FA-587D-8A9C-CEB5-6F036A63991E}"/>
              </a:ext>
            </a:extLst>
          </p:cNvPr>
          <p:cNvCxnSpPr>
            <a:endCxn id="31" idx="0"/>
          </p:cNvCxnSpPr>
          <p:nvPr/>
        </p:nvCxnSpPr>
        <p:spPr>
          <a:xfrm flipH="1">
            <a:off x="5404081" y="2253713"/>
            <a:ext cx="374375" cy="3994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B4561C4D-2EEC-5711-F300-E8FF491D9B24}"/>
              </a:ext>
            </a:extLst>
          </p:cNvPr>
          <p:cNvSpPr/>
          <p:nvPr/>
        </p:nvSpPr>
        <p:spPr>
          <a:xfrm>
            <a:off x="2855181" y="3526972"/>
            <a:ext cx="154465" cy="459452"/>
          </a:xfrm>
          <a:prstGeom prst="rect">
            <a:avLst/>
          </a:prstGeom>
          <a:ln>
            <a:solidFill>
              <a:schemeClr val="accent4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0D96B0F-53B6-071A-75E0-94C7D083ABFF}"/>
              </a:ext>
            </a:extLst>
          </p:cNvPr>
          <p:cNvSpPr/>
          <p:nvPr/>
        </p:nvSpPr>
        <p:spPr>
          <a:xfrm>
            <a:off x="2587189" y="2847928"/>
            <a:ext cx="154465" cy="1138496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47394C2-2C2A-A2FA-7851-1C42BC798A37}"/>
              </a:ext>
            </a:extLst>
          </p:cNvPr>
          <p:cNvSpPr/>
          <p:nvPr/>
        </p:nvSpPr>
        <p:spPr>
          <a:xfrm>
            <a:off x="2308322" y="1990960"/>
            <a:ext cx="154465" cy="1995464"/>
          </a:xfrm>
          <a:prstGeom prst="rect">
            <a:avLst/>
          </a:prstGeom>
          <a:ln>
            <a:solidFill>
              <a:srgbClr val="92D05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887CF96-3079-5640-04AD-E663D68E2EF5}"/>
              </a:ext>
            </a:extLst>
          </p:cNvPr>
          <p:cNvSpPr/>
          <p:nvPr/>
        </p:nvSpPr>
        <p:spPr>
          <a:xfrm>
            <a:off x="2025769" y="1288268"/>
            <a:ext cx="170126" cy="269815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D12588B-1B1B-5213-EE8C-18D8632B50C6}"/>
              </a:ext>
            </a:extLst>
          </p:cNvPr>
          <p:cNvSpPr/>
          <p:nvPr/>
        </p:nvSpPr>
        <p:spPr>
          <a:xfrm>
            <a:off x="1743216" y="1288268"/>
            <a:ext cx="170126" cy="2698156"/>
          </a:xfrm>
          <a:prstGeom prst="rect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C1CF62-E81E-38B3-498E-D1DF7C43C55F}"/>
              </a:ext>
            </a:extLst>
          </p:cNvPr>
          <p:cNvSpPr txBox="1"/>
          <p:nvPr/>
        </p:nvSpPr>
        <p:spPr>
          <a:xfrm>
            <a:off x="318378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5BB6293-F9FA-64C0-0EB2-4D8DF135A151}"/>
              </a:ext>
            </a:extLst>
          </p:cNvPr>
          <p:cNvSpPr txBox="1"/>
          <p:nvPr/>
        </p:nvSpPr>
        <p:spPr>
          <a:xfrm>
            <a:off x="4107197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D02162-3213-08F4-1F42-16D615B798EE}"/>
              </a:ext>
            </a:extLst>
          </p:cNvPr>
          <p:cNvSpPr txBox="1"/>
          <p:nvPr/>
        </p:nvSpPr>
        <p:spPr>
          <a:xfrm>
            <a:off x="4967449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3A6A3E-2A75-0F10-F7CF-235D31E6F2FD}"/>
              </a:ext>
            </a:extLst>
          </p:cNvPr>
          <p:cNvSpPr txBox="1"/>
          <p:nvPr/>
        </p:nvSpPr>
        <p:spPr>
          <a:xfrm>
            <a:off x="578950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E8E1711-4CA1-6001-0C24-033F555EA0E2}"/>
              </a:ext>
            </a:extLst>
          </p:cNvPr>
          <p:cNvSpPr txBox="1"/>
          <p:nvPr/>
        </p:nvSpPr>
        <p:spPr>
          <a:xfrm>
            <a:off x="6760308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AC8936-31F2-0339-FA73-DE67B0DD5939}"/>
              </a:ext>
            </a:extLst>
          </p:cNvPr>
          <p:cNvSpPr txBox="1"/>
          <p:nvPr/>
        </p:nvSpPr>
        <p:spPr>
          <a:xfrm>
            <a:off x="3638736" y="14279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C234FB0-D623-313D-E6FF-517E7FEAA2D1}"/>
              </a:ext>
            </a:extLst>
          </p:cNvPr>
          <p:cNvSpPr txBox="1"/>
          <p:nvPr/>
        </p:nvSpPr>
        <p:spPr>
          <a:xfrm>
            <a:off x="4341428" y="20765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3A1054-0C76-2034-81A8-2B50E7CEA703}"/>
              </a:ext>
            </a:extLst>
          </p:cNvPr>
          <p:cNvSpPr txBox="1"/>
          <p:nvPr/>
        </p:nvSpPr>
        <p:spPr>
          <a:xfrm>
            <a:off x="5071145" y="284792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922D55C-42F6-584F-B0BF-A134395FBFFE}"/>
              </a:ext>
            </a:extLst>
          </p:cNvPr>
          <p:cNvSpPr txBox="1"/>
          <p:nvPr/>
        </p:nvSpPr>
        <p:spPr>
          <a:xfrm>
            <a:off x="5881839" y="352697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E1E27E1-CCE9-AE70-BD35-DDC89264E8D7}"/>
              </a:ext>
            </a:extLst>
          </p:cNvPr>
          <p:cNvCxnSpPr>
            <a:stCxn id="2" idx="2"/>
            <a:endCxn id="7" idx="0"/>
          </p:cNvCxnSpPr>
          <p:nvPr/>
        </p:nvCxnSpPr>
        <p:spPr>
          <a:xfrm>
            <a:off x="3337033" y="981935"/>
            <a:ext cx="454950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9B4ADD0-ED6E-D39D-466D-C6C59CFE34F0}"/>
              </a:ext>
            </a:extLst>
          </p:cNvPr>
          <p:cNvCxnSpPr>
            <a:stCxn id="3" idx="2"/>
            <a:endCxn id="7" idx="0"/>
          </p:cNvCxnSpPr>
          <p:nvPr/>
        </p:nvCxnSpPr>
        <p:spPr>
          <a:xfrm flipH="1">
            <a:off x="3791983" y="981935"/>
            <a:ext cx="468461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52ECD33-9732-D256-9C53-7561D1213F8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791983" y="1797236"/>
            <a:ext cx="763606" cy="2793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45580B9-E779-6869-813F-CF3563815E98}"/>
              </a:ext>
            </a:extLst>
          </p:cNvPr>
          <p:cNvCxnSpPr>
            <a:stCxn id="4" idx="2"/>
            <a:endCxn id="8" idx="0"/>
          </p:cNvCxnSpPr>
          <p:nvPr/>
        </p:nvCxnSpPr>
        <p:spPr>
          <a:xfrm flipH="1">
            <a:off x="4555589" y="981935"/>
            <a:ext cx="565107" cy="10946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588F5FD-06C6-EFB4-8F36-BBC984A55C1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4555589" y="2445876"/>
            <a:ext cx="729717" cy="402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6182FC8-7F7D-9A53-F2BC-E27473B0C4BC}"/>
              </a:ext>
            </a:extLst>
          </p:cNvPr>
          <p:cNvCxnSpPr>
            <a:stCxn id="5" idx="2"/>
            <a:endCxn id="9" idx="0"/>
          </p:cNvCxnSpPr>
          <p:nvPr/>
        </p:nvCxnSpPr>
        <p:spPr>
          <a:xfrm flipH="1">
            <a:off x="5285306" y="981935"/>
            <a:ext cx="657447" cy="18659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2D6A8-B47E-70E1-0212-DBE6DB60478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285306" y="3217260"/>
            <a:ext cx="810694" cy="3097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E9FC23CC-38CD-D232-1264-3B0CC4939683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flipH="1">
            <a:off x="6096000" y="981935"/>
            <a:ext cx="817555" cy="25450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83651C1F-75C6-BAFD-7C9D-CA1090F02B6D}"/>
              </a:ext>
            </a:extLst>
          </p:cNvPr>
          <p:cNvSpPr txBox="1"/>
          <p:nvPr/>
        </p:nvSpPr>
        <p:spPr>
          <a:xfrm>
            <a:off x="1162143" y="1427904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(9) = 3+6</a:t>
            </a:r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2DE8BA-ED7E-29CD-3DD0-036350D7252B}"/>
              </a:ext>
            </a:extLst>
          </p:cNvPr>
          <p:cNvSpPr txBox="1"/>
          <p:nvPr/>
        </p:nvSpPr>
        <p:spPr>
          <a:xfrm>
            <a:off x="1146209" y="2067504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(11)=3+6+2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2D8985-CF79-043D-C9CD-3E7869FF1C6B}"/>
              </a:ext>
            </a:extLst>
          </p:cNvPr>
          <p:cNvSpPr txBox="1"/>
          <p:nvPr/>
        </p:nvSpPr>
        <p:spPr>
          <a:xfrm>
            <a:off x="1162143" y="2853527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(14)=3+6+2+3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89859C3-E004-D8CA-6CB3-51362E36BD31}"/>
              </a:ext>
            </a:extLst>
          </p:cNvPr>
          <p:cNvSpPr txBox="1"/>
          <p:nvPr/>
        </p:nvSpPr>
        <p:spPr>
          <a:xfrm>
            <a:off x="1162143" y="3526972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(18)+3+6+2+3+4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3861-C13D-4041-6525-58DCBD9BB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4076475-9052-4453-F46B-79106D6D9CD0}"/>
              </a:ext>
            </a:extLst>
          </p:cNvPr>
          <p:cNvSpPr txBox="1"/>
          <p:nvPr/>
        </p:nvSpPr>
        <p:spPr>
          <a:xfrm>
            <a:off x="39650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FB5C4A-AD3B-B723-F170-D536798EAAA4}"/>
              </a:ext>
            </a:extLst>
          </p:cNvPr>
          <p:cNvSpPr txBox="1"/>
          <p:nvPr/>
        </p:nvSpPr>
        <p:spPr>
          <a:xfrm>
            <a:off x="3260519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ED3D8B6-6AA1-6868-C910-27378FBA4046}"/>
              </a:ext>
            </a:extLst>
          </p:cNvPr>
          <p:cNvSpPr txBox="1"/>
          <p:nvPr/>
        </p:nvSpPr>
        <p:spPr>
          <a:xfrm>
            <a:off x="15908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C75085-612E-AE73-E5D8-CFAD84EE2435}"/>
              </a:ext>
            </a:extLst>
          </p:cNvPr>
          <p:cNvSpPr txBox="1"/>
          <p:nvPr/>
        </p:nvSpPr>
        <p:spPr>
          <a:xfrm>
            <a:off x="2489395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B9DFA95-C68B-EE1E-3F03-BF0F88FADA0C}"/>
              </a:ext>
            </a:extLst>
          </p:cNvPr>
          <p:cNvSpPr txBox="1"/>
          <p:nvPr/>
        </p:nvSpPr>
        <p:spPr>
          <a:xfrm>
            <a:off x="4612991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F01590C-6C42-A69F-772B-DE59240836B8}"/>
              </a:ext>
            </a:extLst>
          </p:cNvPr>
          <p:cNvSpPr txBox="1"/>
          <p:nvPr/>
        </p:nvSpPr>
        <p:spPr>
          <a:xfrm>
            <a:off x="206358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1B5B3D3-1D0C-D2BB-D0D9-FADB8D810041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1744064" y="1234183"/>
            <a:ext cx="47276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B80500-B21E-9464-E6DA-DCB8807B6C8E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2216828" y="1234183"/>
            <a:ext cx="42581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BD90FFE-3A16-6568-2729-525509D88406}"/>
              </a:ext>
            </a:extLst>
          </p:cNvPr>
          <p:cNvSpPr txBox="1"/>
          <p:nvPr/>
        </p:nvSpPr>
        <p:spPr>
          <a:xfrm>
            <a:off x="3222167" y="33208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C620E4F-6970-E28C-0578-C70451132532}"/>
              </a:ext>
            </a:extLst>
          </p:cNvPr>
          <p:cNvSpPr txBox="1"/>
          <p:nvPr/>
        </p:nvSpPr>
        <p:spPr>
          <a:xfrm>
            <a:off x="418066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082B7DD-8C83-A444-6056-6C327932178F}"/>
              </a:ext>
            </a:extLst>
          </p:cNvPr>
          <p:cNvCxnSpPr>
            <a:cxnSpLocks/>
            <a:stCxn id="2" idx="2"/>
            <a:endCxn id="109" idx="0"/>
          </p:cNvCxnSpPr>
          <p:nvPr/>
        </p:nvCxnSpPr>
        <p:spPr>
          <a:xfrm>
            <a:off x="4118264" y="1234183"/>
            <a:ext cx="21564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9D3E03DC-2AC6-2E71-13B1-67692C7FC313}"/>
              </a:ext>
            </a:extLst>
          </p:cNvPr>
          <p:cNvCxnSpPr>
            <a:cxnSpLocks/>
            <a:stCxn id="6" idx="2"/>
            <a:endCxn id="109" idx="0"/>
          </p:cNvCxnSpPr>
          <p:nvPr/>
        </p:nvCxnSpPr>
        <p:spPr>
          <a:xfrm flipH="1">
            <a:off x="4333908" y="1234183"/>
            <a:ext cx="432330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AE49E42-C6D7-9868-E2E5-F9389D698AD8}"/>
              </a:ext>
            </a:extLst>
          </p:cNvPr>
          <p:cNvSpPr txBox="1"/>
          <p:nvPr/>
        </p:nvSpPr>
        <p:spPr>
          <a:xfrm>
            <a:off x="2707165" y="24233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2D8D8DCB-8E00-E2D2-6FB5-71E8DB1B2C45}"/>
              </a:ext>
            </a:extLst>
          </p:cNvPr>
          <p:cNvCxnSpPr>
            <a:cxnSpLocks/>
            <a:stCxn id="11" idx="2"/>
            <a:endCxn id="116" idx="0"/>
          </p:cNvCxnSpPr>
          <p:nvPr/>
        </p:nvCxnSpPr>
        <p:spPr>
          <a:xfrm>
            <a:off x="2216828" y="2090024"/>
            <a:ext cx="704498" cy="333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1E58A279-524E-5DC1-D620-9E8FBEE90EFB}"/>
              </a:ext>
            </a:extLst>
          </p:cNvPr>
          <p:cNvCxnSpPr>
            <a:cxnSpLocks/>
            <a:stCxn id="3" idx="2"/>
            <a:endCxn id="116" idx="0"/>
          </p:cNvCxnSpPr>
          <p:nvPr/>
        </p:nvCxnSpPr>
        <p:spPr>
          <a:xfrm flipH="1">
            <a:off x="2921326" y="1234183"/>
            <a:ext cx="492440" cy="11892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1B4F115C-6B8F-F96C-D4D8-3CFB6D5E6C0E}"/>
              </a:ext>
            </a:extLst>
          </p:cNvPr>
          <p:cNvCxnSpPr>
            <a:cxnSpLocks/>
            <a:stCxn id="116" idx="2"/>
            <a:endCxn id="59" idx="0"/>
          </p:cNvCxnSpPr>
          <p:nvPr/>
        </p:nvCxnSpPr>
        <p:spPr>
          <a:xfrm>
            <a:off x="2921326" y="2792717"/>
            <a:ext cx="515002" cy="5281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79FA583F-B239-4EC0-7B9B-32CBFB87FFC5}"/>
              </a:ext>
            </a:extLst>
          </p:cNvPr>
          <p:cNvCxnSpPr>
            <a:cxnSpLocks/>
            <a:stCxn id="109" idx="2"/>
            <a:endCxn id="59" idx="0"/>
          </p:cNvCxnSpPr>
          <p:nvPr/>
        </p:nvCxnSpPr>
        <p:spPr>
          <a:xfrm flipH="1">
            <a:off x="3436328" y="2090024"/>
            <a:ext cx="897580" cy="12308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4DDC5A4-5483-8B30-851D-1FE9F838B38E}"/>
              </a:ext>
            </a:extLst>
          </p:cNvPr>
          <p:cNvSpPr txBox="1"/>
          <p:nvPr/>
        </p:nvSpPr>
        <p:spPr>
          <a:xfrm>
            <a:off x="2022774" y="13949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①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EE3A8027-E6E0-4B59-F0F1-2236A1E22FAB}"/>
              </a:ext>
            </a:extLst>
          </p:cNvPr>
          <p:cNvSpPr txBox="1"/>
          <p:nvPr/>
        </p:nvSpPr>
        <p:spPr>
          <a:xfrm>
            <a:off x="4180661" y="131461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②</a:t>
            </a: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170AE4CA-1241-B426-CDE2-62796328E727}"/>
              </a:ext>
            </a:extLst>
          </p:cNvPr>
          <p:cNvSpPr txBox="1"/>
          <p:nvPr/>
        </p:nvSpPr>
        <p:spPr>
          <a:xfrm>
            <a:off x="2698871" y="210281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③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B402B1F-9DC0-2674-E581-1B54729540A4}"/>
              </a:ext>
            </a:extLst>
          </p:cNvPr>
          <p:cNvSpPr txBox="1"/>
          <p:nvPr/>
        </p:nvSpPr>
        <p:spPr>
          <a:xfrm>
            <a:off x="3242946" y="2902901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1830815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3A6F9-4B7D-0679-8D7D-D60E62342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7B94C65-1388-0BA3-AF64-F62120B63704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4BBD66D-4AC6-F29A-91F7-8806B3D9B547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B4BE0E-B35F-4E2F-1776-50F6B74B596C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0C1EED0D-60A1-C754-24A0-A43CB913A119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AAEB83F-1156-767B-1059-A902B4003C69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4D41ED0B-60DD-94B1-B8FF-03E7E892310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AD1B54-C92F-6436-DEFD-D901E2672EC4}"/>
              </a:ext>
            </a:extLst>
          </p:cNvPr>
          <p:cNvCxnSpPr>
            <a:stCxn id="3" idx="3"/>
            <a:endCxn id="7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000E82BD-6B7C-A300-F2DB-1BA72A5F96F8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DE9880A-1B10-529D-ECC4-6E9649C793B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6737F5-7314-93F2-AD7D-0C9C892BD52E}"/>
              </a:ext>
            </a:extLst>
          </p:cNvPr>
          <p:cNvSpPr txBox="1"/>
          <p:nvPr/>
        </p:nvSpPr>
        <p:spPr>
          <a:xfrm>
            <a:off x="4241550" y="78377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76E6ED-4C44-036A-7E31-C32CBF41C520}"/>
              </a:ext>
            </a:extLst>
          </p:cNvPr>
          <p:cNvSpPr txBox="1"/>
          <p:nvPr/>
        </p:nvSpPr>
        <p:spPr>
          <a:xfrm>
            <a:off x="3693167" y="14391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B907982-1E68-4CAE-0ABE-9E34BE027E2F}"/>
              </a:ext>
            </a:extLst>
          </p:cNvPr>
          <p:cNvSpPr/>
          <p:nvPr/>
        </p:nvSpPr>
        <p:spPr>
          <a:xfrm>
            <a:off x="3066323" y="25382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E1EA9D-9A20-1F91-32DD-2FB77E3880C7}"/>
              </a:ext>
            </a:extLst>
          </p:cNvPr>
          <p:cNvCxnSpPr>
            <a:stCxn id="7" idx="3"/>
            <a:endCxn id="15" idx="0"/>
          </p:cNvCxnSpPr>
          <p:nvPr/>
        </p:nvCxnSpPr>
        <p:spPr>
          <a:xfrm flipH="1">
            <a:off x="3232987" y="2080267"/>
            <a:ext cx="378389" cy="45796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A2588491-EDE2-A3BB-4533-607C5B093FFF}"/>
              </a:ext>
            </a:extLst>
          </p:cNvPr>
          <p:cNvSpPr txBox="1"/>
          <p:nvPr/>
        </p:nvSpPr>
        <p:spPr>
          <a:xfrm>
            <a:off x="3187161" y="20356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060D4FC-7816-46E4-1131-366A0A629927}"/>
              </a:ext>
            </a:extLst>
          </p:cNvPr>
          <p:cNvSpPr txBox="1"/>
          <p:nvPr/>
        </p:nvSpPr>
        <p:spPr>
          <a:xfrm>
            <a:off x="5080575" y="78449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FC859B-7CA2-04E4-D238-142E658EAAA0}"/>
              </a:ext>
            </a:extLst>
          </p:cNvPr>
          <p:cNvSpPr txBox="1"/>
          <p:nvPr/>
        </p:nvSpPr>
        <p:spPr>
          <a:xfrm>
            <a:off x="4475070" y="13825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37804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9390C-2CE2-DB41-A4E1-6A69CCCF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椭圆 77">
            <a:extLst>
              <a:ext uri="{FF2B5EF4-FFF2-40B4-BE49-F238E27FC236}">
                <a16:creationId xmlns:a16="http://schemas.microsoft.com/office/drawing/2014/main" id="{33119F87-BB4D-36B3-37A4-CB5983769E28}"/>
              </a:ext>
            </a:extLst>
          </p:cNvPr>
          <p:cNvSpPr/>
          <p:nvPr/>
        </p:nvSpPr>
        <p:spPr>
          <a:xfrm>
            <a:off x="6875862" y="3657013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6354BE9-D26D-50CB-2358-2BC583507A8C}"/>
              </a:ext>
            </a:extLst>
          </p:cNvPr>
          <p:cNvSpPr/>
          <p:nvPr/>
        </p:nvSpPr>
        <p:spPr>
          <a:xfrm>
            <a:off x="5920110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AA70203-21D0-7B34-F96A-734A4FC0717C}"/>
              </a:ext>
            </a:extLst>
          </p:cNvPr>
          <p:cNvSpPr/>
          <p:nvPr/>
        </p:nvSpPr>
        <p:spPr>
          <a:xfrm>
            <a:off x="51027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0DFCFB5C-E589-C8F1-24D2-8214363E6397}"/>
              </a:ext>
            </a:extLst>
          </p:cNvPr>
          <p:cNvSpPr/>
          <p:nvPr/>
        </p:nvSpPr>
        <p:spPr>
          <a:xfrm>
            <a:off x="42108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77791A1-0B40-E080-B24F-538FEC229063}"/>
              </a:ext>
            </a:extLst>
          </p:cNvPr>
          <p:cNvSpPr/>
          <p:nvPr/>
        </p:nvSpPr>
        <p:spPr>
          <a:xfrm>
            <a:off x="3288158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9016AC-BB87-93BA-1A4A-75F29AB65294}"/>
              </a:ext>
            </a:extLst>
          </p:cNvPr>
          <p:cNvSpPr txBox="1"/>
          <p:nvPr/>
        </p:nvSpPr>
        <p:spPr>
          <a:xfrm>
            <a:off x="3282883" y="3666609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0831782-9AB9-9454-8F9A-724276A33AC1}"/>
              </a:ext>
            </a:extLst>
          </p:cNvPr>
          <p:cNvSpPr txBox="1"/>
          <p:nvPr/>
        </p:nvSpPr>
        <p:spPr>
          <a:xfrm>
            <a:off x="4206294" y="3666609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D1F843-138F-E55D-0410-48A70A85FAA5}"/>
              </a:ext>
            </a:extLst>
          </p:cNvPr>
          <p:cNvSpPr txBox="1"/>
          <p:nvPr/>
        </p:nvSpPr>
        <p:spPr>
          <a:xfrm>
            <a:off x="5066546" y="3666609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0D3BE7-DF76-6C38-311C-DB2278B1D71B}"/>
              </a:ext>
            </a:extLst>
          </p:cNvPr>
          <p:cNvSpPr txBox="1"/>
          <p:nvPr/>
        </p:nvSpPr>
        <p:spPr>
          <a:xfrm>
            <a:off x="5888603" y="3666609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BD225A-FB58-CB6D-6144-BEF8EFF3B6DF}"/>
              </a:ext>
            </a:extLst>
          </p:cNvPr>
          <p:cNvSpPr txBox="1"/>
          <p:nvPr/>
        </p:nvSpPr>
        <p:spPr>
          <a:xfrm>
            <a:off x="6859405" y="3666609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3F8DC2-CB76-E5E4-8DA2-247AB40DAEE0}"/>
              </a:ext>
            </a:extLst>
          </p:cNvPr>
          <p:cNvCxnSpPr>
            <a:cxnSpLocks/>
            <a:stCxn id="63" idx="0"/>
          </p:cNvCxnSpPr>
          <p:nvPr/>
        </p:nvCxnSpPr>
        <p:spPr>
          <a:xfrm flipV="1">
            <a:off x="3508304" y="3391806"/>
            <a:ext cx="382776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880102-4EF1-4E00-FC80-19BBCE07FBB6}"/>
              </a:ext>
            </a:extLst>
          </p:cNvPr>
          <p:cNvCxnSpPr>
            <a:cxnSpLocks/>
            <a:stCxn id="68" idx="0"/>
          </p:cNvCxnSpPr>
          <p:nvPr/>
        </p:nvCxnSpPr>
        <p:spPr>
          <a:xfrm flipH="1" flipV="1">
            <a:off x="3891080" y="3391806"/>
            <a:ext cx="539889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FCF3811-5897-D298-933F-6D350B7BA355}"/>
              </a:ext>
            </a:extLst>
          </p:cNvPr>
          <p:cNvCxnSpPr>
            <a:cxnSpLocks/>
          </p:cNvCxnSpPr>
          <p:nvPr/>
        </p:nvCxnSpPr>
        <p:spPr>
          <a:xfrm flipV="1">
            <a:off x="3891080" y="2617075"/>
            <a:ext cx="780607" cy="405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B6BAEB5-9104-5CDA-E15A-A88A3CC08C4F}"/>
              </a:ext>
            </a:extLst>
          </p:cNvPr>
          <p:cNvCxnSpPr>
            <a:cxnSpLocks/>
            <a:stCxn id="70" idx="0"/>
          </p:cNvCxnSpPr>
          <p:nvPr/>
        </p:nvCxnSpPr>
        <p:spPr>
          <a:xfrm flipH="1" flipV="1">
            <a:off x="4671687" y="2617075"/>
            <a:ext cx="651182" cy="10140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C1D9FE3-4BD3-E0A1-6448-96F1779A1BDD}"/>
              </a:ext>
            </a:extLst>
          </p:cNvPr>
          <p:cNvCxnSpPr>
            <a:cxnSpLocks/>
          </p:cNvCxnSpPr>
          <p:nvPr/>
        </p:nvCxnSpPr>
        <p:spPr>
          <a:xfrm flipV="1">
            <a:off x="4671687" y="1965028"/>
            <a:ext cx="762267" cy="282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0ADC0BE-1B32-1932-D7D0-53270A63E1E1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433954" y="1965028"/>
            <a:ext cx="706302" cy="16661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F13073-94B2-7D84-702D-ECE7767A5EC4}"/>
              </a:ext>
            </a:extLst>
          </p:cNvPr>
          <p:cNvCxnSpPr>
            <a:cxnSpLocks/>
          </p:cNvCxnSpPr>
          <p:nvPr/>
        </p:nvCxnSpPr>
        <p:spPr>
          <a:xfrm flipV="1">
            <a:off x="5433954" y="1114238"/>
            <a:ext cx="822057" cy="481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C62B34-6E54-7C46-203A-A61D8B2FC32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6256011" y="1114238"/>
            <a:ext cx="839997" cy="25523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0A38FA94-36A8-11E5-9D40-CAFBD7557C87}"/>
              </a:ext>
            </a:extLst>
          </p:cNvPr>
          <p:cNvSpPr/>
          <p:nvPr/>
        </p:nvSpPr>
        <p:spPr>
          <a:xfrm>
            <a:off x="3668702" y="2951514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01BE67BC-0944-250A-C403-EA08B57EA092}"/>
              </a:ext>
            </a:extLst>
          </p:cNvPr>
          <p:cNvSpPr/>
          <p:nvPr/>
        </p:nvSpPr>
        <p:spPr>
          <a:xfrm>
            <a:off x="4441255" y="2199876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C69E3CD2-1783-A721-D5D0-8C348F0E4E5B}"/>
              </a:ext>
            </a:extLst>
          </p:cNvPr>
          <p:cNvSpPr txBox="1"/>
          <p:nvPr/>
        </p:nvSpPr>
        <p:spPr>
          <a:xfrm>
            <a:off x="4447240" y="223476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3317D7B-BFB9-811C-0CAB-C4F710E4D0B2}"/>
              </a:ext>
            </a:extLst>
          </p:cNvPr>
          <p:cNvSpPr/>
          <p:nvPr/>
        </p:nvSpPr>
        <p:spPr>
          <a:xfrm>
            <a:off x="5195685" y="155936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777F276A-FD3C-7320-2D43-F353FF982CFA}"/>
              </a:ext>
            </a:extLst>
          </p:cNvPr>
          <p:cNvSpPr txBox="1"/>
          <p:nvPr/>
        </p:nvSpPr>
        <p:spPr>
          <a:xfrm>
            <a:off x="5180647" y="16077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83AE3E-7802-A178-3A24-DAB88492C81A}"/>
              </a:ext>
            </a:extLst>
          </p:cNvPr>
          <p:cNvSpPr/>
          <p:nvPr/>
        </p:nvSpPr>
        <p:spPr>
          <a:xfrm>
            <a:off x="6035865" y="70968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07082D5-D3F2-4B3B-949C-9F21E1669AEC}"/>
              </a:ext>
            </a:extLst>
          </p:cNvPr>
          <p:cNvSpPr txBox="1"/>
          <p:nvPr/>
        </p:nvSpPr>
        <p:spPr>
          <a:xfrm>
            <a:off x="6033526" y="75363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50A2AC6F-1420-F0C1-019D-05F232562514}"/>
              </a:ext>
            </a:extLst>
          </p:cNvPr>
          <p:cNvSpPr txBox="1"/>
          <p:nvPr/>
        </p:nvSpPr>
        <p:spPr>
          <a:xfrm>
            <a:off x="3371663" y="32143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2DC5F4E-CEAE-4B95-D61C-B84FCDF82334}"/>
              </a:ext>
            </a:extLst>
          </p:cNvPr>
          <p:cNvSpPr txBox="1"/>
          <p:nvPr/>
        </p:nvSpPr>
        <p:spPr>
          <a:xfrm>
            <a:off x="4133256" y="24887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473BE8F-4ECA-7BC7-2DDA-2E152E47F069}"/>
              </a:ext>
            </a:extLst>
          </p:cNvPr>
          <p:cNvSpPr txBox="1"/>
          <p:nvPr/>
        </p:nvSpPr>
        <p:spPr>
          <a:xfrm>
            <a:off x="4845740" y="1789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68CAC1EF-220D-2657-7667-ADD3E672714E}"/>
              </a:ext>
            </a:extLst>
          </p:cNvPr>
          <p:cNvSpPr txBox="1"/>
          <p:nvPr/>
        </p:nvSpPr>
        <p:spPr>
          <a:xfrm>
            <a:off x="5622324" y="10185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244E7851-553B-8EAA-8355-A17C29D1703F}"/>
              </a:ext>
            </a:extLst>
          </p:cNvPr>
          <p:cNvSpPr txBox="1"/>
          <p:nvPr/>
        </p:nvSpPr>
        <p:spPr>
          <a:xfrm>
            <a:off x="4878482" y="26502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90D17C01-4574-58B1-8A9B-29DE82F699BE}"/>
              </a:ext>
            </a:extLst>
          </p:cNvPr>
          <p:cNvSpPr txBox="1"/>
          <p:nvPr/>
        </p:nvSpPr>
        <p:spPr>
          <a:xfrm>
            <a:off x="4073033" y="32058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60551AF-70D5-B986-0545-DC57B59F341E}"/>
              </a:ext>
            </a:extLst>
          </p:cNvPr>
          <p:cNvSpPr txBox="1"/>
          <p:nvPr/>
        </p:nvSpPr>
        <p:spPr>
          <a:xfrm>
            <a:off x="5672223" y="20520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0EE80F7-EBB2-3F7D-8E07-2F3189A962FA}"/>
              </a:ext>
            </a:extLst>
          </p:cNvPr>
          <p:cNvSpPr txBox="1"/>
          <p:nvPr/>
        </p:nvSpPr>
        <p:spPr>
          <a:xfrm>
            <a:off x="6494280" y="1390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197935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A92F-D53D-975F-FE77-9AB314630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2243FA6E-FF86-B2E2-D367-B8BDC671ECD1}"/>
              </a:ext>
            </a:extLst>
          </p:cNvPr>
          <p:cNvSpPr/>
          <p:nvPr/>
        </p:nvSpPr>
        <p:spPr>
          <a:xfrm>
            <a:off x="4762356" y="159621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6397B26E-0C52-A256-51F6-7C785B71F7A2}"/>
              </a:ext>
            </a:extLst>
          </p:cNvPr>
          <p:cNvSpPr/>
          <p:nvPr/>
        </p:nvSpPr>
        <p:spPr>
          <a:xfrm>
            <a:off x="5568577" y="2786542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8E88F8A4-720B-A91E-C7F3-E6BDF22EFD0B}"/>
              </a:ext>
            </a:extLst>
          </p:cNvPr>
          <p:cNvSpPr/>
          <p:nvPr/>
        </p:nvSpPr>
        <p:spPr>
          <a:xfrm>
            <a:off x="4091870" y="280288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DD568E3-C167-88D5-C30F-B85D45DDF01F}"/>
              </a:ext>
            </a:extLst>
          </p:cNvPr>
          <p:cNvSpPr/>
          <p:nvPr/>
        </p:nvSpPr>
        <p:spPr>
          <a:xfrm>
            <a:off x="601913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89DD7FF3-FFA8-D6AA-0D4B-7E1BCB58486B}"/>
              </a:ext>
            </a:extLst>
          </p:cNvPr>
          <p:cNvSpPr/>
          <p:nvPr/>
        </p:nvSpPr>
        <p:spPr>
          <a:xfrm>
            <a:off x="520264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62161ED0-5CC1-C14D-06DC-D10D9D3C18C4}"/>
              </a:ext>
            </a:extLst>
          </p:cNvPr>
          <p:cNvSpPr/>
          <p:nvPr/>
        </p:nvSpPr>
        <p:spPr>
          <a:xfrm>
            <a:off x="4506413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618F58A-D6E6-6732-8D24-F80CCCB06F32}"/>
              </a:ext>
            </a:extLst>
          </p:cNvPr>
          <p:cNvSpPr/>
          <p:nvPr/>
        </p:nvSpPr>
        <p:spPr>
          <a:xfrm>
            <a:off x="3738248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2EA07DEE-EFCE-49E6-D688-0DD3C00A0604}"/>
              </a:ext>
            </a:extLst>
          </p:cNvPr>
          <p:cNvSpPr/>
          <p:nvPr/>
        </p:nvSpPr>
        <p:spPr>
          <a:xfrm>
            <a:off x="3316481" y="37555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452532-D0E4-3876-C0E1-3F916328AF3C}"/>
              </a:ext>
            </a:extLst>
          </p:cNvPr>
          <p:cNvSpPr/>
          <p:nvPr/>
        </p:nvSpPr>
        <p:spPr>
          <a:xfrm>
            <a:off x="2843376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4DD809B-A061-A3F9-15E2-7AE36E71EAB5}"/>
              </a:ext>
            </a:extLst>
          </p:cNvPr>
          <p:cNvSpPr txBox="1"/>
          <p:nvPr/>
        </p:nvSpPr>
        <p:spPr>
          <a:xfrm>
            <a:off x="5177120" y="4738636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FEDF38A-77C5-21DE-5523-86348AF53BE5}"/>
              </a:ext>
            </a:extLst>
          </p:cNvPr>
          <p:cNvSpPr txBox="1"/>
          <p:nvPr/>
        </p:nvSpPr>
        <p:spPr>
          <a:xfrm>
            <a:off x="4484258" y="472515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39A575-BC1A-65FC-99C0-3E4156014F04}"/>
              </a:ext>
            </a:extLst>
          </p:cNvPr>
          <p:cNvSpPr txBox="1"/>
          <p:nvPr/>
        </p:nvSpPr>
        <p:spPr>
          <a:xfrm>
            <a:off x="2828379" y="4708251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7EFFFAF-FC44-1E08-5500-CCBA5479EB90}"/>
              </a:ext>
            </a:extLst>
          </p:cNvPr>
          <p:cNvSpPr txBox="1"/>
          <p:nvPr/>
        </p:nvSpPr>
        <p:spPr>
          <a:xfrm>
            <a:off x="3715753" y="472515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1737E-9C96-1F1D-B06E-DDFFD4F64638}"/>
              </a:ext>
            </a:extLst>
          </p:cNvPr>
          <p:cNvSpPr txBox="1"/>
          <p:nvPr/>
        </p:nvSpPr>
        <p:spPr>
          <a:xfrm>
            <a:off x="6008869" y="4730182"/>
            <a:ext cx="805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E94374-29CA-AB5E-821E-F46908957790}"/>
              </a:ext>
            </a:extLst>
          </p:cNvPr>
          <p:cNvSpPr txBox="1"/>
          <p:nvPr/>
        </p:nvSpPr>
        <p:spPr>
          <a:xfrm>
            <a:off x="3381761" y="3791050"/>
            <a:ext cx="306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FA677E-B3B4-0A98-9B50-98358EC83EBE}"/>
              </a:ext>
            </a:extLst>
          </p:cNvPr>
          <p:cNvCxnSpPr>
            <a:cxnSpLocks/>
            <a:stCxn id="38" idx="0"/>
            <a:endCxn id="43" idx="4"/>
          </p:cNvCxnSpPr>
          <p:nvPr/>
        </p:nvCxnSpPr>
        <p:spPr>
          <a:xfrm flipV="1">
            <a:off x="3063522" y="4195862"/>
            <a:ext cx="473105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EC65C2B-3132-2E10-88F3-95CA2A14D15A}"/>
              </a:ext>
            </a:extLst>
          </p:cNvPr>
          <p:cNvCxnSpPr>
            <a:cxnSpLocks/>
            <a:stCxn id="45" idx="0"/>
            <a:endCxn id="43" idx="4"/>
          </p:cNvCxnSpPr>
          <p:nvPr/>
        </p:nvCxnSpPr>
        <p:spPr>
          <a:xfrm flipH="1" flipV="1">
            <a:off x="3536627" y="4195862"/>
            <a:ext cx="421767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5BC701B-A628-F303-9689-198098CC576E}"/>
              </a:ext>
            </a:extLst>
          </p:cNvPr>
          <p:cNvSpPr txBox="1"/>
          <p:nvPr/>
        </p:nvSpPr>
        <p:spPr>
          <a:xfrm>
            <a:off x="4756127" y="163169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F64ABA-96EF-ACF8-1848-618D31188ECF}"/>
              </a:ext>
            </a:extLst>
          </p:cNvPr>
          <p:cNvSpPr txBox="1"/>
          <p:nvPr/>
        </p:nvSpPr>
        <p:spPr>
          <a:xfrm>
            <a:off x="5626296" y="281245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EDBEE7-4ADB-D83A-682F-B20D20B8A7FC}"/>
              </a:ext>
            </a:extLst>
          </p:cNvPr>
          <p:cNvCxnSpPr>
            <a:cxnSpLocks/>
            <a:stCxn id="65" idx="0"/>
            <a:endCxn id="74" idx="4"/>
          </p:cNvCxnSpPr>
          <p:nvPr/>
        </p:nvCxnSpPr>
        <p:spPr>
          <a:xfrm flipV="1">
            <a:off x="5422794" y="3226834"/>
            <a:ext cx="365929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C0B47CE-CAFE-4E6A-E08B-744BA5A72E4D}"/>
              </a:ext>
            </a:extLst>
          </p:cNvPr>
          <p:cNvCxnSpPr>
            <a:cxnSpLocks/>
            <a:stCxn id="67" idx="0"/>
            <a:endCxn id="74" idx="4"/>
          </p:cNvCxnSpPr>
          <p:nvPr/>
        </p:nvCxnSpPr>
        <p:spPr>
          <a:xfrm flipH="1" flipV="1">
            <a:off x="5788723" y="3226834"/>
            <a:ext cx="450561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9C70EEDF-016F-A62A-D844-7090A893CAC4}"/>
              </a:ext>
            </a:extLst>
          </p:cNvPr>
          <p:cNvSpPr txBox="1"/>
          <p:nvPr/>
        </p:nvSpPr>
        <p:spPr>
          <a:xfrm>
            <a:off x="4115688" y="280907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E7FACC-0483-C900-51FB-23D3B041859F}"/>
              </a:ext>
            </a:extLst>
          </p:cNvPr>
          <p:cNvCxnSpPr>
            <a:cxnSpLocks/>
            <a:stCxn id="43" idx="0"/>
            <a:endCxn id="69" idx="4"/>
          </p:cNvCxnSpPr>
          <p:nvPr/>
        </p:nvCxnSpPr>
        <p:spPr>
          <a:xfrm flipV="1">
            <a:off x="3536627" y="3243181"/>
            <a:ext cx="775389" cy="512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B65AA94-9D88-F61B-AEC5-354D5AF445B8}"/>
              </a:ext>
            </a:extLst>
          </p:cNvPr>
          <p:cNvCxnSpPr>
            <a:cxnSpLocks/>
            <a:stCxn id="63" idx="0"/>
            <a:endCxn id="69" idx="4"/>
          </p:cNvCxnSpPr>
          <p:nvPr/>
        </p:nvCxnSpPr>
        <p:spPr>
          <a:xfrm flipH="1" flipV="1">
            <a:off x="4312016" y="3243181"/>
            <a:ext cx="414543" cy="1453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AD7F4E-E563-3E93-E67D-2D10DB199FD0}"/>
              </a:ext>
            </a:extLst>
          </p:cNvPr>
          <p:cNvCxnSpPr>
            <a:cxnSpLocks/>
            <a:stCxn id="69" idx="0"/>
            <a:endCxn id="82" idx="4"/>
          </p:cNvCxnSpPr>
          <p:nvPr/>
        </p:nvCxnSpPr>
        <p:spPr>
          <a:xfrm flipV="1">
            <a:off x="4312016" y="2036509"/>
            <a:ext cx="670486" cy="7663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F63298B-BB25-94B7-7D52-69CC911F4EA2}"/>
              </a:ext>
            </a:extLst>
          </p:cNvPr>
          <p:cNvCxnSpPr>
            <a:cxnSpLocks/>
            <a:stCxn id="74" idx="0"/>
            <a:endCxn id="82" idx="4"/>
          </p:cNvCxnSpPr>
          <p:nvPr/>
        </p:nvCxnSpPr>
        <p:spPr>
          <a:xfrm flipH="1" flipV="1">
            <a:off x="4982502" y="2036509"/>
            <a:ext cx="806221" cy="7500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38F7F513-A63C-90FE-0F09-F2744B0FDA7B}"/>
              </a:ext>
            </a:extLst>
          </p:cNvPr>
          <p:cNvSpPr txBox="1"/>
          <p:nvPr/>
        </p:nvSpPr>
        <p:spPr>
          <a:xfrm>
            <a:off x="4467174" y="20084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9B9819D2-C9C5-172C-62D0-797341158F1B}"/>
              </a:ext>
            </a:extLst>
          </p:cNvPr>
          <p:cNvSpPr txBox="1"/>
          <p:nvPr/>
        </p:nvSpPr>
        <p:spPr>
          <a:xfrm>
            <a:off x="3755283" y="31155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F63478C0-7E59-949C-92E3-A5C7F98BE5E9}"/>
              </a:ext>
            </a:extLst>
          </p:cNvPr>
          <p:cNvSpPr txBox="1"/>
          <p:nvPr/>
        </p:nvSpPr>
        <p:spPr>
          <a:xfrm>
            <a:off x="3024413" y="41676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F223EA9-7848-99B8-FFF9-E288DD477DBF}"/>
              </a:ext>
            </a:extLst>
          </p:cNvPr>
          <p:cNvSpPr txBox="1"/>
          <p:nvPr/>
        </p:nvSpPr>
        <p:spPr>
          <a:xfrm>
            <a:off x="5276509" y="37329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890C5947-EEC1-87A8-67C7-F386BC4299AD}"/>
              </a:ext>
            </a:extLst>
          </p:cNvPr>
          <p:cNvSpPr txBox="1"/>
          <p:nvPr/>
        </p:nvSpPr>
        <p:spPr>
          <a:xfrm>
            <a:off x="5202648" y="19367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59827B1-2451-58D1-3A8B-E1F955CFCEEA}"/>
              </a:ext>
            </a:extLst>
          </p:cNvPr>
          <p:cNvSpPr txBox="1"/>
          <p:nvPr/>
        </p:nvSpPr>
        <p:spPr>
          <a:xfrm>
            <a:off x="5932790" y="33105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CBF2346-1DA2-E8D8-C06C-2AC9417DDEC8}"/>
              </a:ext>
            </a:extLst>
          </p:cNvPr>
          <p:cNvSpPr txBox="1"/>
          <p:nvPr/>
        </p:nvSpPr>
        <p:spPr>
          <a:xfrm>
            <a:off x="4451518" y="32857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37ACA50C-3AA1-334B-7252-D8D06777F1DC}"/>
              </a:ext>
            </a:extLst>
          </p:cNvPr>
          <p:cNvSpPr txBox="1"/>
          <p:nvPr/>
        </p:nvSpPr>
        <p:spPr>
          <a:xfrm>
            <a:off x="3688004" y="4098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0133092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0FBE0-89AB-28D9-22EF-C55DC5D5B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29EF504-92A5-56F7-D91B-260F768426C1}"/>
              </a:ext>
            </a:extLst>
          </p:cNvPr>
          <p:cNvSpPr/>
          <p:nvPr/>
        </p:nvSpPr>
        <p:spPr>
          <a:xfrm>
            <a:off x="4254645" y="157277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7DFA985-AD5E-3AE3-65E4-2E967C65AE4F}"/>
              </a:ext>
            </a:extLst>
          </p:cNvPr>
          <p:cNvSpPr/>
          <p:nvPr/>
        </p:nvSpPr>
        <p:spPr>
          <a:xfrm>
            <a:off x="3080582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0C9F8BA-B7C3-2CE4-7BD9-1B600C0F3704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3764209" y="1240950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B05E86D-095B-BC6A-1EFB-67D03529538A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2813821" y="185729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78010A6F-B1E2-F708-7132-46948CC62DE3}"/>
              </a:ext>
            </a:extLst>
          </p:cNvPr>
          <p:cNvSpPr/>
          <p:nvPr/>
        </p:nvSpPr>
        <p:spPr>
          <a:xfrm>
            <a:off x="2529308" y="157277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DA417C0-1ED8-903F-CA55-AC11BF3AA55F}"/>
              </a:ext>
            </a:extLst>
          </p:cNvPr>
          <p:cNvSpPr/>
          <p:nvPr/>
        </p:nvSpPr>
        <p:spPr>
          <a:xfrm>
            <a:off x="1806906" y="223719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EB47229-416E-0745-9094-7E36D7562086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2813821" y="1240950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036C63A-029B-CD2D-8095-70BE001E6870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091419" y="185729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C2A5D267-AF23-6705-3AAE-757DB774FAA2}"/>
              </a:ext>
            </a:extLst>
          </p:cNvPr>
          <p:cNvSpPr/>
          <p:nvPr/>
        </p:nvSpPr>
        <p:spPr>
          <a:xfrm>
            <a:off x="2689574" y="29736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83F8F5C1-CC13-9B49-3DFF-5F657B99C769}"/>
              </a:ext>
            </a:extLst>
          </p:cNvPr>
          <p:cNvSpPr/>
          <p:nvPr/>
        </p:nvSpPr>
        <p:spPr>
          <a:xfrm>
            <a:off x="4771608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8A485E6-EAEF-2027-5DFE-BFA9ED537A78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2856238" y="2520208"/>
            <a:ext cx="273159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50EFAED-27D0-D2D6-F66B-9943D361C8CF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4539158" y="1857290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4B839656-9B91-468D-B47E-BB60444A38A5}"/>
              </a:ext>
            </a:extLst>
          </p:cNvPr>
          <p:cNvSpPr/>
          <p:nvPr/>
        </p:nvSpPr>
        <p:spPr>
          <a:xfrm>
            <a:off x="1297154" y="29736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8BE7824-AEA5-5F08-BF3F-01C7BD81179E}"/>
              </a:ext>
            </a:extLst>
          </p:cNvPr>
          <p:cNvCxnSpPr>
            <a:stCxn id="8" idx="3"/>
            <a:endCxn id="17" idx="0"/>
          </p:cNvCxnSpPr>
          <p:nvPr/>
        </p:nvCxnSpPr>
        <p:spPr>
          <a:xfrm flipH="1">
            <a:off x="1463818" y="2521712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247B7B9-3422-7C25-FCFB-AF87DB1B0BE2}"/>
              </a:ext>
            </a:extLst>
          </p:cNvPr>
          <p:cNvSpPr/>
          <p:nvPr/>
        </p:nvSpPr>
        <p:spPr>
          <a:xfrm>
            <a:off x="3839954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573C693-E74D-DF54-3789-8C43048AF878}"/>
              </a:ext>
            </a:extLst>
          </p:cNvPr>
          <p:cNvCxnSpPr>
            <a:stCxn id="3" idx="3"/>
            <a:endCxn id="20" idx="0"/>
          </p:cNvCxnSpPr>
          <p:nvPr/>
        </p:nvCxnSpPr>
        <p:spPr>
          <a:xfrm flipH="1">
            <a:off x="4006618" y="1857290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1AD90A3A-319B-FD12-2FB1-5620110576DE}"/>
              </a:ext>
            </a:extLst>
          </p:cNvPr>
          <p:cNvSpPr/>
          <p:nvPr/>
        </p:nvSpPr>
        <p:spPr>
          <a:xfrm>
            <a:off x="2118259" y="297893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7152916-0702-64F0-2477-F7A08C21BCFA}"/>
              </a:ext>
            </a:extLst>
          </p:cNvPr>
          <p:cNvCxnSpPr>
            <a:stCxn id="8" idx="5"/>
            <a:endCxn id="29" idx="0"/>
          </p:cNvCxnSpPr>
          <p:nvPr/>
        </p:nvCxnSpPr>
        <p:spPr>
          <a:xfrm>
            <a:off x="2091419" y="2521712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002F407-52E9-CB68-381D-6B247D74E572}"/>
              </a:ext>
            </a:extLst>
          </p:cNvPr>
          <p:cNvGrpSpPr/>
          <p:nvPr/>
        </p:nvGrpSpPr>
        <p:grpSpPr>
          <a:xfrm>
            <a:off x="3440486" y="947848"/>
            <a:ext cx="399468" cy="341917"/>
            <a:chOff x="3440486" y="947848"/>
            <a:chExt cx="399468" cy="341917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EA1869BD-F85E-8F45-C586-B96B8BDDDFE1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BA665193-E2FF-1370-58CA-E1394A0170BF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19</a:t>
              </a:r>
              <a:endParaRPr lang="zh-CN" altLang="en-US" sz="1600"/>
            </a:p>
          </p:txBody>
        </p:sp>
      </p:grpSp>
      <p:sp>
        <p:nvSpPr>
          <p:cNvPr id="38" name="椭圆 37">
            <a:extLst>
              <a:ext uri="{FF2B5EF4-FFF2-40B4-BE49-F238E27FC236}">
                <a16:creationId xmlns:a16="http://schemas.microsoft.com/office/drawing/2014/main" id="{B79BC04B-02E7-5B79-1D77-EFC0DC6BE078}"/>
              </a:ext>
            </a:extLst>
          </p:cNvPr>
          <p:cNvSpPr/>
          <p:nvPr/>
        </p:nvSpPr>
        <p:spPr>
          <a:xfrm>
            <a:off x="9534803" y="1568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214FB2C-5C0B-A081-2A2E-E07E96DA65CD}"/>
              </a:ext>
            </a:extLst>
          </p:cNvPr>
          <p:cNvSpPr/>
          <p:nvPr/>
        </p:nvSpPr>
        <p:spPr>
          <a:xfrm>
            <a:off x="8360740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EF6058-8C4F-D5C8-AC42-3EEF8299965A}"/>
              </a:ext>
            </a:extLst>
          </p:cNvPr>
          <p:cNvCxnSpPr>
            <a:cxnSpLocks/>
            <a:stCxn id="57" idx="5"/>
            <a:endCxn id="38" idx="1"/>
          </p:cNvCxnSpPr>
          <p:nvPr/>
        </p:nvCxnSpPr>
        <p:spPr>
          <a:xfrm>
            <a:off x="9044367" y="1236755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02AB068-7957-7FBD-8AF3-3CAC3F5496DC}"/>
              </a:ext>
            </a:extLst>
          </p:cNvPr>
          <p:cNvCxnSpPr>
            <a:cxnSpLocks/>
            <a:stCxn id="42" idx="5"/>
            <a:endCxn id="39" idx="0"/>
          </p:cNvCxnSpPr>
          <p:nvPr/>
        </p:nvCxnSpPr>
        <p:spPr>
          <a:xfrm>
            <a:off x="8093979" y="1853095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F9008381-A887-27F3-1FF2-4A0851C4F031}"/>
              </a:ext>
            </a:extLst>
          </p:cNvPr>
          <p:cNvSpPr/>
          <p:nvPr/>
        </p:nvSpPr>
        <p:spPr>
          <a:xfrm>
            <a:off x="7809466" y="1568582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6C7D3667-6F85-EED6-6733-63F4AEC09D87}"/>
              </a:ext>
            </a:extLst>
          </p:cNvPr>
          <p:cNvSpPr/>
          <p:nvPr/>
        </p:nvSpPr>
        <p:spPr>
          <a:xfrm>
            <a:off x="7087064" y="22330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1295672-5725-F88E-A3F2-870356113145}"/>
              </a:ext>
            </a:extLst>
          </p:cNvPr>
          <p:cNvCxnSpPr>
            <a:stCxn id="57" idx="3"/>
            <a:endCxn id="42" idx="7"/>
          </p:cNvCxnSpPr>
          <p:nvPr/>
        </p:nvCxnSpPr>
        <p:spPr>
          <a:xfrm flipH="1">
            <a:off x="8093979" y="1236755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4B58860C-60DE-F91A-4505-8C07DC7E2D7A}"/>
              </a:ext>
            </a:extLst>
          </p:cNvPr>
          <p:cNvCxnSpPr>
            <a:cxnSpLocks/>
            <a:stCxn id="42" idx="3"/>
            <a:endCxn id="43" idx="7"/>
          </p:cNvCxnSpPr>
          <p:nvPr/>
        </p:nvCxnSpPr>
        <p:spPr>
          <a:xfrm flipH="1">
            <a:off x="7371577" y="1853095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BE2B331-2A79-C4F6-B3D8-256582345646}"/>
              </a:ext>
            </a:extLst>
          </p:cNvPr>
          <p:cNvSpPr/>
          <p:nvPr/>
        </p:nvSpPr>
        <p:spPr>
          <a:xfrm>
            <a:off x="7997174" y="29733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333B247-8B1E-9F14-30A9-2D26D9A84FC9}"/>
              </a:ext>
            </a:extLst>
          </p:cNvPr>
          <p:cNvSpPr/>
          <p:nvPr/>
        </p:nvSpPr>
        <p:spPr>
          <a:xfrm>
            <a:off x="10051766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2A7E8B-90C4-55DF-8668-0807D2D0F018}"/>
              </a:ext>
            </a:extLst>
          </p:cNvPr>
          <p:cNvCxnSpPr>
            <a:cxnSpLocks/>
            <a:stCxn id="39" idx="3"/>
            <a:endCxn id="46" idx="0"/>
          </p:cNvCxnSpPr>
          <p:nvPr/>
        </p:nvCxnSpPr>
        <p:spPr>
          <a:xfrm flipH="1">
            <a:off x="8163838" y="2516013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8009F5D-71AC-3888-C674-C3324326D9C8}"/>
              </a:ext>
            </a:extLst>
          </p:cNvPr>
          <p:cNvCxnSpPr>
            <a:stCxn id="38" idx="5"/>
            <a:endCxn id="47" idx="1"/>
          </p:cNvCxnSpPr>
          <p:nvPr/>
        </p:nvCxnSpPr>
        <p:spPr>
          <a:xfrm>
            <a:off x="9819316" y="1853095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CD3F4BFD-0EB5-B00A-14C1-115DDD43ACA5}"/>
              </a:ext>
            </a:extLst>
          </p:cNvPr>
          <p:cNvSpPr/>
          <p:nvPr/>
        </p:nvSpPr>
        <p:spPr>
          <a:xfrm>
            <a:off x="6577312" y="296948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E7DE37-433C-9516-DE6E-95B219258C01}"/>
              </a:ext>
            </a:extLst>
          </p:cNvPr>
          <p:cNvCxnSpPr>
            <a:stCxn id="43" idx="3"/>
            <a:endCxn id="50" idx="0"/>
          </p:cNvCxnSpPr>
          <p:nvPr/>
        </p:nvCxnSpPr>
        <p:spPr>
          <a:xfrm flipH="1">
            <a:off x="6743976" y="2517517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95BB3D2-6414-E220-EA3B-C242C5C7FEFC}"/>
              </a:ext>
            </a:extLst>
          </p:cNvPr>
          <p:cNvSpPr/>
          <p:nvPr/>
        </p:nvSpPr>
        <p:spPr>
          <a:xfrm>
            <a:off x="9120112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2168F78-3478-CD9C-BD23-378F4EF21D8F}"/>
              </a:ext>
            </a:extLst>
          </p:cNvPr>
          <p:cNvCxnSpPr>
            <a:stCxn id="38" idx="3"/>
            <a:endCxn id="52" idx="0"/>
          </p:cNvCxnSpPr>
          <p:nvPr/>
        </p:nvCxnSpPr>
        <p:spPr>
          <a:xfrm flipH="1">
            <a:off x="9286776" y="1853095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4F0D7355-B6D5-E8A3-8C3A-0E0E39A65BA7}"/>
              </a:ext>
            </a:extLst>
          </p:cNvPr>
          <p:cNvSpPr/>
          <p:nvPr/>
        </p:nvSpPr>
        <p:spPr>
          <a:xfrm>
            <a:off x="7398417" y="297473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B34BAC10-9CD4-5147-F9B7-5578D1FE21DE}"/>
              </a:ext>
            </a:extLst>
          </p:cNvPr>
          <p:cNvCxnSpPr>
            <a:stCxn id="43" idx="5"/>
            <a:endCxn id="54" idx="0"/>
          </p:cNvCxnSpPr>
          <p:nvPr/>
        </p:nvCxnSpPr>
        <p:spPr>
          <a:xfrm>
            <a:off x="7371577" y="2517517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151E4ED9-7729-4ED7-A58D-0B0305E23EBA}"/>
              </a:ext>
            </a:extLst>
          </p:cNvPr>
          <p:cNvGrpSpPr/>
          <p:nvPr/>
        </p:nvGrpSpPr>
        <p:grpSpPr>
          <a:xfrm>
            <a:off x="8720644" y="943653"/>
            <a:ext cx="399468" cy="341917"/>
            <a:chOff x="3440486" y="947848"/>
            <a:chExt cx="399468" cy="341917"/>
          </a:xfrm>
        </p:grpSpPr>
        <p:sp>
          <p:nvSpPr>
            <p:cNvPr id="57" name="椭圆 56">
              <a:extLst>
                <a:ext uri="{FF2B5EF4-FFF2-40B4-BE49-F238E27FC236}">
                  <a16:creationId xmlns:a16="http://schemas.microsoft.com/office/drawing/2014/main" id="{FC337B84-BF10-82D3-9260-40E38F8D83BD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48EDB3F1-0D03-5CDF-36AF-DDE7F0123A06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99</a:t>
              </a:r>
              <a:endParaRPr lang="zh-CN" altLang="en-US" sz="16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A09C562D-5693-E33C-7D72-690FCF136A19}"/>
              </a:ext>
            </a:extLst>
          </p:cNvPr>
          <p:cNvSpPr txBox="1"/>
          <p:nvPr/>
        </p:nvSpPr>
        <p:spPr>
          <a:xfrm>
            <a:off x="2489840" y="1576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36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34586BE-C49A-6ABD-C2DC-BDAB3BBBCD94}"/>
              </a:ext>
            </a:extLst>
          </p:cNvPr>
          <p:cNvSpPr txBox="1"/>
          <p:nvPr/>
        </p:nvSpPr>
        <p:spPr>
          <a:xfrm>
            <a:off x="4236929" y="1573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1EE4655-83FB-61E5-36D2-E57AFB50E9D0}"/>
              </a:ext>
            </a:extLst>
          </p:cNvPr>
          <p:cNvSpPr txBox="1"/>
          <p:nvPr/>
        </p:nvSpPr>
        <p:spPr>
          <a:xfrm>
            <a:off x="176651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38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66859A9-6964-69FD-768B-A97AD34AF432}"/>
              </a:ext>
            </a:extLst>
          </p:cNvPr>
          <p:cNvSpPr txBox="1"/>
          <p:nvPr/>
        </p:nvSpPr>
        <p:spPr>
          <a:xfrm>
            <a:off x="3043417" y="22315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45</a:t>
            </a:r>
            <a:endParaRPr lang="zh-CN" altLang="en-US" sz="16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C7A15120-B361-09A6-4F93-AE9D2F158220}"/>
              </a:ext>
            </a:extLst>
          </p:cNvPr>
          <p:cNvSpPr txBox="1"/>
          <p:nvPr/>
        </p:nvSpPr>
        <p:spPr>
          <a:xfrm>
            <a:off x="2080030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42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0B3EB6B2-19CF-D109-5E04-41DE23F5BD5D}"/>
              </a:ext>
            </a:extLst>
          </p:cNvPr>
          <p:cNvSpPr txBox="1"/>
          <p:nvPr/>
        </p:nvSpPr>
        <p:spPr>
          <a:xfrm>
            <a:off x="1259611" y="29694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EB84B45-BA1B-E2A1-5E19-F63E7FE7878D}"/>
              </a:ext>
            </a:extLst>
          </p:cNvPr>
          <p:cNvSpPr txBox="1"/>
          <p:nvPr/>
        </p:nvSpPr>
        <p:spPr>
          <a:xfrm>
            <a:off x="2653292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47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3D37AAA-8A60-4C55-E50C-CB9CAA6E8E1C}"/>
              </a:ext>
            </a:extLst>
          </p:cNvPr>
          <p:cNvSpPr txBox="1"/>
          <p:nvPr/>
        </p:nvSpPr>
        <p:spPr>
          <a:xfrm>
            <a:off x="3797700" y="2236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90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E2865F4-2AFB-2D6E-D18A-AEDFA394469E}"/>
              </a:ext>
            </a:extLst>
          </p:cNvPr>
          <p:cNvSpPr txBox="1"/>
          <p:nvPr/>
        </p:nvSpPr>
        <p:spPr>
          <a:xfrm>
            <a:off x="4733827" y="22296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28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C97FA83E-9D46-D61B-FA72-34387909E3E4}"/>
              </a:ext>
            </a:extLst>
          </p:cNvPr>
          <p:cNvSpPr txBox="1"/>
          <p:nvPr/>
        </p:nvSpPr>
        <p:spPr>
          <a:xfrm>
            <a:off x="2606881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（左）最小堆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1B5F1685-6599-C57A-DA26-D681C0088BB0}"/>
              </a:ext>
            </a:extLst>
          </p:cNvPr>
          <p:cNvSpPr txBox="1"/>
          <p:nvPr/>
        </p:nvSpPr>
        <p:spPr>
          <a:xfrm>
            <a:off x="7780419" y="15727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7D30B18C-EECF-DEE5-32E1-59B959D1A593}"/>
              </a:ext>
            </a:extLst>
          </p:cNvPr>
          <p:cNvSpPr txBox="1"/>
          <p:nvPr/>
        </p:nvSpPr>
        <p:spPr>
          <a:xfrm>
            <a:off x="9501733" y="15588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109DC99-4979-CB4F-D86D-9ADAECA0A54A}"/>
              </a:ext>
            </a:extLst>
          </p:cNvPr>
          <p:cNvSpPr txBox="1"/>
          <p:nvPr/>
        </p:nvSpPr>
        <p:spPr>
          <a:xfrm>
            <a:off x="705660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A6EA570-51B3-789A-0AF1-9BD432D45057}"/>
              </a:ext>
            </a:extLst>
          </p:cNvPr>
          <p:cNvSpPr txBox="1"/>
          <p:nvPr/>
        </p:nvSpPr>
        <p:spPr>
          <a:xfrm>
            <a:off x="8330502" y="223569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9062BA5-5F09-1619-9B31-BB03F72FDB0F}"/>
              </a:ext>
            </a:extLst>
          </p:cNvPr>
          <p:cNvSpPr txBox="1"/>
          <p:nvPr/>
        </p:nvSpPr>
        <p:spPr>
          <a:xfrm>
            <a:off x="9084249" y="22262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1593D3D-3CD3-1AB8-64F4-C60CFEF5D39C}"/>
              </a:ext>
            </a:extLst>
          </p:cNvPr>
          <p:cNvSpPr txBox="1"/>
          <p:nvPr/>
        </p:nvSpPr>
        <p:spPr>
          <a:xfrm>
            <a:off x="10076425" y="22330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3CF11EC-FE24-4EA7-123E-B83EEB9152A4}"/>
              </a:ext>
            </a:extLst>
          </p:cNvPr>
          <p:cNvSpPr txBox="1"/>
          <p:nvPr/>
        </p:nvSpPr>
        <p:spPr>
          <a:xfrm>
            <a:off x="6597942" y="29763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6C6F659-7732-9277-2A23-10CDDFDB1171}"/>
              </a:ext>
            </a:extLst>
          </p:cNvPr>
          <p:cNvSpPr txBox="1"/>
          <p:nvPr/>
        </p:nvSpPr>
        <p:spPr>
          <a:xfrm>
            <a:off x="7365347" y="29737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CB291E2D-2CCC-3131-602C-16F4C44C5E82}"/>
              </a:ext>
            </a:extLst>
          </p:cNvPr>
          <p:cNvSpPr txBox="1"/>
          <p:nvPr/>
        </p:nvSpPr>
        <p:spPr>
          <a:xfrm>
            <a:off x="7970561" y="29789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25708432-3845-09A7-3540-6AD07DFF903D}"/>
              </a:ext>
            </a:extLst>
          </p:cNvPr>
          <p:cNvSpPr txBox="1"/>
          <p:nvPr/>
        </p:nvSpPr>
        <p:spPr>
          <a:xfrm>
            <a:off x="7999676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（右）最大堆</a:t>
            </a:r>
          </a:p>
        </p:txBody>
      </p:sp>
    </p:spTree>
    <p:extLst>
      <p:ext uri="{BB962C8B-B14F-4D97-AF65-F5344CB8AC3E}">
        <p14:creationId xmlns:p14="http://schemas.microsoft.com/office/powerpoint/2010/main" val="2134879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B622-75E7-BF84-C46D-AC05D9A7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5D96B48-E739-C68F-5EB7-D089C13120C9}"/>
              </a:ext>
            </a:extLst>
          </p:cNvPr>
          <p:cNvSpPr/>
          <p:nvPr/>
        </p:nvSpPr>
        <p:spPr>
          <a:xfrm>
            <a:off x="6515083" y="11992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F9F29C0-E8CC-EB88-7238-A2FE7D2238B6}"/>
              </a:ext>
            </a:extLst>
          </p:cNvPr>
          <p:cNvSpPr/>
          <p:nvPr/>
        </p:nvSpPr>
        <p:spPr>
          <a:xfrm>
            <a:off x="5341020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BEC750E-2D88-234B-4597-2033B99C0C78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6024647" y="86739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0B36CA0-4323-118B-1056-C0AE58D866A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5074259" y="148373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34CE5E91-53F3-85E4-5D15-385EDB852678}"/>
              </a:ext>
            </a:extLst>
          </p:cNvPr>
          <p:cNvSpPr/>
          <p:nvPr/>
        </p:nvSpPr>
        <p:spPr>
          <a:xfrm>
            <a:off x="4789746" y="11992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3C92EDD-BF1F-1E80-3098-AB1F2FA0B883}"/>
              </a:ext>
            </a:extLst>
          </p:cNvPr>
          <p:cNvSpPr/>
          <p:nvPr/>
        </p:nvSpPr>
        <p:spPr>
          <a:xfrm>
            <a:off x="4067344" y="186364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0035EB7-90D8-72FF-68D6-EDFA14D5FA3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5074259" y="86739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A6A6EC-8597-6068-FFB7-40B859F0107F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4351857" y="148373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8959A674-5762-FEFA-9F20-D41BA5E3BFB0}"/>
              </a:ext>
            </a:extLst>
          </p:cNvPr>
          <p:cNvSpPr/>
          <p:nvPr/>
        </p:nvSpPr>
        <p:spPr>
          <a:xfrm>
            <a:off x="4977454" y="26039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F0E5621-6458-0B7B-8E3B-32E8A8F6C615}"/>
              </a:ext>
            </a:extLst>
          </p:cNvPr>
          <p:cNvSpPr/>
          <p:nvPr/>
        </p:nvSpPr>
        <p:spPr>
          <a:xfrm>
            <a:off x="7032046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4D17EBE-D620-0183-2462-2EEEF8543082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5144118" y="214665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1543DB33-25B1-D253-AD2C-28287328A37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799596" y="148373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BAA9A049-77C0-B945-6986-E19B14DC4E93}"/>
              </a:ext>
            </a:extLst>
          </p:cNvPr>
          <p:cNvSpPr/>
          <p:nvPr/>
        </p:nvSpPr>
        <p:spPr>
          <a:xfrm>
            <a:off x="3557592" y="260011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E5B4F1-4826-E3E9-3AF6-359016F0554A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724256" y="214815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184C7F3D-7C7D-0ABC-EAFB-F2AF24F3F1B6}"/>
              </a:ext>
            </a:extLst>
          </p:cNvPr>
          <p:cNvSpPr/>
          <p:nvPr/>
        </p:nvSpPr>
        <p:spPr>
          <a:xfrm>
            <a:off x="6100392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5B5A2-865E-E46F-DE2E-1915F6E9187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6267056" y="148373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B2B327A-9E6F-6C88-50A3-C0D0B7554259}"/>
              </a:ext>
            </a:extLst>
          </p:cNvPr>
          <p:cNvSpPr/>
          <p:nvPr/>
        </p:nvSpPr>
        <p:spPr>
          <a:xfrm>
            <a:off x="4378697" y="260537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22DC4C1-B0EA-24A5-64E0-5B6254D9CED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4351857" y="214815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4D54CD9-B54A-5EBE-4643-FBF5F7002942}"/>
              </a:ext>
            </a:extLst>
          </p:cNvPr>
          <p:cNvSpPr/>
          <p:nvPr/>
        </p:nvSpPr>
        <p:spPr>
          <a:xfrm>
            <a:off x="5740134" y="5828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8291549-8529-1D13-17A6-392A68ACDFCF}"/>
              </a:ext>
            </a:extLst>
          </p:cNvPr>
          <p:cNvSpPr txBox="1"/>
          <p:nvPr/>
        </p:nvSpPr>
        <p:spPr>
          <a:xfrm>
            <a:off x="4767808" y="119978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E8AA260-60B7-C2D0-9073-85B23EBF4049}"/>
              </a:ext>
            </a:extLst>
          </p:cNvPr>
          <p:cNvSpPr txBox="1"/>
          <p:nvPr/>
        </p:nvSpPr>
        <p:spPr>
          <a:xfrm>
            <a:off x="6998976" y="18730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6EAB607-2417-E6DD-AF6A-87EF076BA601}"/>
              </a:ext>
            </a:extLst>
          </p:cNvPr>
          <p:cNvSpPr txBox="1"/>
          <p:nvPr/>
        </p:nvSpPr>
        <p:spPr>
          <a:xfrm>
            <a:off x="4034274" y="185841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28338E6-198F-8E1E-EDBF-36DCC9C6F1A9}"/>
              </a:ext>
            </a:extLst>
          </p:cNvPr>
          <p:cNvSpPr txBox="1"/>
          <p:nvPr/>
        </p:nvSpPr>
        <p:spPr>
          <a:xfrm>
            <a:off x="4348518" y="2603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8C71CCF-D917-EDDD-8BF4-59AB94EEC5E5}"/>
              </a:ext>
            </a:extLst>
          </p:cNvPr>
          <p:cNvSpPr txBox="1"/>
          <p:nvPr/>
        </p:nvSpPr>
        <p:spPr>
          <a:xfrm>
            <a:off x="3520296" y="2597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34EC84-F16F-DF7B-3378-10F6CACDB521}"/>
              </a:ext>
            </a:extLst>
          </p:cNvPr>
          <p:cNvSpPr txBox="1"/>
          <p:nvPr/>
        </p:nvSpPr>
        <p:spPr>
          <a:xfrm>
            <a:off x="5306680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FC766E5-46E2-CB4B-8F95-6025561DF9F2}"/>
              </a:ext>
            </a:extLst>
          </p:cNvPr>
          <p:cNvSpPr txBox="1"/>
          <p:nvPr/>
        </p:nvSpPr>
        <p:spPr>
          <a:xfrm>
            <a:off x="6535713" y="11966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54FA148-B4F3-9C46-015F-7E8D4E24E266}"/>
              </a:ext>
            </a:extLst>
          </p:cNvPr>
          <p:cNvSpPr txBox="1"/>
          <p:nvPr/>
        </p:nvSpPr>
        <p:spPr>
          <a:xfrm>
            <a:off x="5773606" y="577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2C577D9-A907-50DA-BE59-C7E0E380255D}"/>
              </a:ext>
            </a:extLst>
          </p:cNvPr>
          <p:cNvSpPr txBox="1"/>
          <p:nvPr/>
        </p:nvSpPr>
        <p:spPr>
          <a:xfrm>
            <a:off x="4944384" y="260014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A938BF-049D-F1F4-E9B2-1F0DC89B6FB0}"/>
              </a:ext>
            </a:extLst>
          </p:cNvPr>
          <p:cNvSpPr txBox="1"/>
          <p:nvPr/>
        </p:nvSpPr>
        <p:spPr>
          <a:xfrm>
            <a:off x="6065674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4441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AA1F-F62D-F94C-10FE-F045C2FBB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90E7BECD-F590-8B41-CE73-7989C22A6BE7}"/>
              </a:ext>
            </a:extLst>
          </p:cNvPr>
          <p:cNvSpPr/>
          <p:nvPr/>
        </p:nvSpPr>
        <p:spPr>
          <a:xfrm>
            <a:off x="416551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E18CE4E-4C62-41AE-91FF-E43CD771C7BA}"/>
              </a:ext>
            </a:extLst>
          </p:cNvPr>
          <p:cNvSpPr/>
          <p:nvPr/>
        </p:nvSpPr>
        <p:spPr>
          <a:xfrm>
            <a:off x="2991455" y="1817093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>
              <a:highlight>
                <a:srgbClr val="FFFF00"/>
              </a:highlight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EF470C9-1A3F-787D-838F-2AF05CD0C92D}"/>
              </a:ext>
            </a:extLst>
          </p:cNvPr>
          <p:cNvCxnSpPr>
            <a:cxnSpLocks/>
            <a:stCxn id="21" idx="5"/>
            <a:endCxn id="2" idx="1"/>
          </p:cNvCxnSpPr>
          <p:nvPr/>
        </p:nvCxnSpPr>
        <p:spPr>
          <a:xfrm>
            <a:off x="367508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485232-0157-55FE-3DF0-5265EA7FD3AA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72469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AD796C8-A489-0A37-A0EB-0F0FAFA9BD22}"/>
              </a:ext>
            </a:extLst>
          </p:cNvPr>
          <p:cNvSpPr/>
          <p:nvPr/>
        </p:nvSpPr>
        <p:spPr>
          <a:xfrm>
            <a:off x="244018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C55086-70DB-8F63-F055-9F926CF8D8CA}"/>
              </a:ext>
            </a:extLst>
          </p:cNvPr>
          <p:cNvSpPr/>
          <p:nvPr/>
        </p:nvSpPr>
        <p:spPr>
          <a:xfrm>
            <a:off x="171777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C8F292-8E24-A162-1320-D49470E8212F}"/>
              </a:ext>
            </a:extLst>
          </p:cNvPr>
          <p:cNvCxnSpPr>
            <a:stCxn id="21" idx="3"/>
            <a:endCxn id="6" idx="7"/>
          </p:cNvCxnSpPr>
          <p:nvPr/>
        </p:nvCxnSpPr>
        <p:spPr>
          <a:xfrm flipH="1">
            <a:off x="272469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A7946B3-D8B7-8E0C-D01C-D85161286EC2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00229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9FC3580F-6530-6488-5D54-F2C480418C84}"/>
              </a:ext>
            </a:extLst>
          </p:cNvPr>
          <p:cNvSpPr/>
          <p:nvPr/>
        </p:nvSpPr>
        <p:spPr>
          <a:xfrm>
            <a:off x="2627889" y="2558907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46E1DC6-F812-6DBC-AE87-BC759D67ED8F}"/>
              </a:ext>
            </a:extLst>
          </p:cNvPr>
          <p:cNvSpPr/>
          <p:nvPr/>
        </p:nvSpPr>
        <p:spPr>
          <a:xfrm>
            <a:off x="468248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476B875-B209-097C-630B-4689923CBC23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79455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9F03624-2313-2FE6-F167-D5CE5C4A2CD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45003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0CC93A3E-7B27-65FA-A9A6-E533F57BE59E}"/>
              </a:ext>
            </a:extLst>
          </p:cNvPr>
          <p:cNvSpPr/>
          <p:nvPr/>
        </p:nvSpPr>
        <p:spPr>
          <a:xfrm>
            <a:off x="120802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60CDED-B212-BBBD-981D-2B48E6AB481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37469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3372C42C-528B-68BD-99C9-7DC51199A86A}"/>
              </a:ext>
            </a:extLst>
          </p:cNvPr>
          <p:cNvSpPr/>
          <p:nvPr/>
        </p:nvSpPr>
        <p:spPr>
          <a:xfrm>
            <a:off x="375082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EFD7EAD-7A30-80A3-857B-E1A399D2C358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91749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69F8F35-4382-0E41-94E9-C02EB26A9B5F}"/>
              </a:ext>
            </a:extLst>
          </p:cNvPr>
          <p:cNvSpPr/>
          <p:nvPr/>
        </p:nvSpPr>
        <p:spPr>
          <a:xfrm>
            <a:off x="202913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E7D0257-58CB-5D9B-333E-48A24E5F50A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00229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615136A5-DE37-88CD-EA5B-60FD0CC6710F}"/>
              </a:ext>
            </a:extLst>
          </p:cNvPr>
          <p:cNvSpPr/>
          <p:nvPr/>
        </p:nvSpPr>
        <p:spPr>
          <a:xfrm>
            <a:off x="339056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EC14BAC-9A27-1F73-4203-A612F5683528}"/>
              </a:ext>
            </a:extLst>
          </p:cNvPr>
          <p:cNvSpPr txBox="1"/>
          <p:nvPr/>
        </p:nvSpPr>
        <p:spPr>
          <a:xfrm>
            <a:off x="241824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28FDADB-2566-E678-B8C0-C946497A267A}"/>
              </a:ext>
            </a:extLst>
          </p:cNvPr>
          <p:cNvSpPr txBox="1"/>
          <p:nvPr/>
        </p:nvSpPr>
        <p:spPr>
          <a:xfrm>
            <a:off x="464941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D70EC53-2C2D-9801-8EEA-98231D1B51FA}"/>
              </a:ext>
            </a:extLst>
          </p:cNvPr>
          <p:cNvSpPr txBox="1"/>
          <p:nvPr/>
        </p:nvSpPr>
        <p:spPr>
          <a:xfrm>
            <a:off x="168470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F775FE6-1697-386A-1F72-8A043565A658}"/>
              </a:ext>
            </a:extLst>
          </p:cNvPr>
          <p:cNvSpPr txBox="1"/>
          <p:nvPr/>
        </p:nvSpPr>
        <p:spPr>
          <a:xfrm>
            <a:off x="199895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7475F11-6245-B41E-3F36-4D4602462334}"/>
              </a:ext>
            </a:extLst>
          </p:cNvPr>
          <p:cNvSpPr txBox="1"/>
          <p:nvPr/>
        </p:nvSpPr>
        <p:spPr>
          <a:xfrm>
            <a:off x="117073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1F8A4D4-22EA-0BB0-E5C3-83EBEFECC733}"/>
              </a:ext>
            </a:extLst>
          </p:cNvPr>
          <p:cNvSpPr txBox="1"/>
          <p:nvPr/>
        </p:nvSpPr>
        <p:spPr>
          <a:xfrm>
            <a:off x="2961217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BCF761C-EE1C-E6B7-55EB-0F9C2B0F9981}"/>
              </a:ext>
            </a:extLst>
          </p:cNvPr>
          <p:cNvSpPr txBox="1"/>
          <p:nvPr/>
        </p:nvSpPr>
        <p:spPr>
          <a:xfrm>
            <a:off x="418614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3D0B49-9074-472B-4163-480C7FCFE2DC}"/>
              </a:ext>
            </a:extLst>
          </p:cNvPr>
          <p:cNvSpPr txBox="1"/>
          <p:nvPr/>
        </p:nvSpPr>
        <p:spPr>
          <a:xfrm>
            <a:off x="342404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B9E93C-6070-BE69-8FE6-FE1DF3E07B78}"/>
              </a:ext>
            </a:extLst>
          </p:cNvPr>
          <p:cNvSpPr txBox="1"/>
          <p:nvPr/>
        </p:nvSpPr>
        <p:spPr>
          <a:xfrm>
            <a:off x="2587329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AC66CBE-990A-EC4C-48A1-E353C5A5B3AD}"/>
              </a:ext>
            </a:extLst>
          </p:cNvPr>
          <p:cNvSpPr txBox="1"/>
          <p:nvPr/>
        </p:nvSpPr>
        <p:spPr>
          <a:xfrm>
            <a:off x="371610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E0A2FF0-B3E7-2C66-A35A-B400439E6A1B}"/>
              </a:ext>
            </a:extLst>
          </p:cNvPr>
          <p:cNvSpPr/>
          <p:nvPr/>
        </p:nvSpPr>
        <p:spPr>
          <a:xfrm>
            <a:off x="993394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8255A197-06A0-19AB-C0A7-90D11854B0C0}"/>
              </a:ext>
            </a:extLst>
          </p:cNvPr>
          <p:cNvSpPr/>
          <p:nvPr/>
        </p:nvSpPr>
        <p:spPr>
          <a:xfrm>
            <a:off x="8759885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A0A2F6-9A8A-DCD4-61F6-55DC78241D0B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944351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1ADB59A-77EC-2BE5-EED2-B3C78EFDE629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849312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8A4814EE-FE3B-C160-0C1A-ECC5B40626B6}"/>
              </a:ext>
            </a:extLst>
          </p:cNvPr>
          <p:cNvSpPr/>
          <p:nvPr/>
        </p:nvSpPr>
        <p:spPr>
          <a:xfrm>
            <a:off x="820861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7ACD27D-D673-BAD5-D934-7ED123DB2152}"/>
              </a:ext>
            </a:extLst>
          </p:cNvPr>
          <p:cNvSpPr/>
          <p:nvPr/>
        </p:nvSpPr>
        <p:spPr>
          <a:xfrm>
            <a:off x="748620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DBF4217-8426-C766-0001-C11EBC0B2185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849312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5DC72BE-E5BA-E586-8CE6-32FEDD4BBF23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77072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72C09CB5-704E-1166-2D59-95F2D8B6C2DB}"/>
              </a:ext>
            </a:extLst>
          </p:cNvPr>
          <p:cNvSpPr/>
          <p:nvPr/>
        </p:nvSpPr>
        <p:spPr>
          <a:xfrm>
            <a:off x="8396319" y="2558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3D7A1126-91E7-2CEC-4980-5C4BE1468C21}"/>
              </a:ext>
            </a:extLst>
          </p:cNvPr>
          <p:cNvSpPr/>
          <p:nvPr/>
        </p:nvSpPr>
        <p:spPr>
          <a:xfrm>
            <a:off x="1045091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5B36B8FD-9637-9033-A04F-87D8383CC9DC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56298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6C012F13-5E3D-FDED-7C34-15016844A282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1021846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67FDD5BA-D1C8-B7A8-7CE5-D2325CA741DB}"/>
              </a:ext>
            </a:extLst>
          </p:cNvPr>
          <p:cNvSpPr/>
          <p:nvPr/>
        </p:nvSpPr>
        <p:spPr>
          <a:xfrm>
            <a:off x="697645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0F9CE1F-64AF-A25B-C338-7F197925B88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714312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4503FF8E-1974-60BC-2638-2E0F18ABB0C1}"/>
              </a:ext>
            </a:extLst>
          </p:cNvPr>
          <p:cNvSpPr/>
          <p:nvPr/>
        </p:nvSpPr>
        <p:spPr>
          <a:xfrm>
            <a:off x="951925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4452DA7-E1EE-0437-E7EB-C808AD97575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68592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E778704-1350-ABE1-D633-6F70B250F16A}"/>
              </a:ext>
            </a:extLst>
          </p:cNvPr>
          <p:cNvSpPr/>
          <p:nvPr/>
        </p:nvSpPr>
        <p:spPr>
          <a:xfrm>
            <a:off x="779756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A20F2EC-0730-1A9E-8BD0-C7A99B6B08CD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77072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99A3A26-CFD6-F730-D06C-79D5AEE79AB1}"/>
              </a:ext>
            </a:extLst>
          </p:cNvPr>
          <p:cNvSpPr/>
          <p:nvPr/>
        </p:nvSpPr>
        <p:spPr>
          <a:xfrm>
            <a:off x="915899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B45F327-EDEE-8925-02AA-24A305324968}"/>
              </a:ext>
            </a:extLst>
          </p:cNvPr>
          <p:cNvSpPr txBox="1"/>
          <p:nvPr/>
        </p:nvSpPr>
        <p:spPr>
          <a:xfrm>
            <a:off x="818667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F734F9A-EBB4-3AD9-3769-EFCC8D06147E}"/>
              </a:ext>
            </a:extLst>
          </p:cNvPr>
          <p:cNvSpPr txBox="1"/>
          <p:nvPr/>
        </p:nvSpPr>
        <p:spPr>
          <a:xfrm>
            <a:off x="1041784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B6FCD82-6AA5-B198-DC4E-DE85F2CC6C0F}"/>
              </a:ext>
            </a:extLst>
          </p:cNvPr>
          <p:cNvSpPr txBox="1"/>
          <p:nvPr/>
        </p:nvSpPr>
        <p:spPr>
          <a:xfrm>
            <a:off x="745313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E8B80C4-BC1C-BC96-14F1-002BDC82E944}"/>
              </a:ext>
            </a:extLst>
          </p:cNvPr>
          <p:cNvSpPr txBox="1"/>
          <p:nvPr/>
        </p:nvSpPr>
        <p:spPr>
          <a:xfrm>
            <a:off x="776738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E86461-11F1-B083-DDA2-B25D13DCB6AC}"/>
              </a:ext>
            </a:extLst>
          </p:cNvPr>
          <p:cNvSpPr txBox="1"/>
          <p:nvPr/>
        </p:nvSpPr>
        <p:spPr>
          <a:xfrm>
            <a:off x="693916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6E5437E3-0DC8-D469-8A1B-70430C702CC1}"/>
              </a:ext>
            </a:extLst>
          </p:cNvPr>
          <p:cNvSpPr txBox="1"/>
          <p:nvPr/>
        </p:nvSpPr>
        <p:spPr>
          <a:xfrm>
            <a:off x="8725545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12B8744-F402-B818-18AD-00D165438868}"/>
              </a:ext>
            </a:extLst>
          </p:cNvPr>
          <p:cNvSpPr txBox="1"/>
          <p:nvPr/>
        </p:nvSpPr>
        <p:spPr>
          <a:xfrm>
            <a:off x="995457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7BA2CD6-3A87-1DC2-641A-C146C7FFE2CF}"/>
              </a:ext>
            </a:extLst>
          </p:cNvPr>
          <p:cNvSpPr txBox="1"/>
          <p:nvPr/>
        </p:nvSpPr>
        <p:spPr>
          <a:xfrm>
            <a:off x="919247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8408200-B67E-79D6-A01F-F47C79BB2B2D}"/>
              </a:ext>
            </a:extLst>
          </p:cNvPr>
          <p:cNvSpPr txBox="1"/>
          <p:nvPr/>
        </p:nvSpPr>
        <p:spPr>
          <a:xfrm>
            <a:off x="8363249" y="25551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EC3F087-71FD-67C7-12F5-F0878AD1C19B}"/>
              </a:ext>
            </a:extLst>
          </p:cNvPr>
          <p:cNvSpPr txBox="1"/>
          <p:nvPr/>
        </p:nvSpPr>
        <p:spPr>
          <a:xfrm>
            <a:off x="948453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D422BA90-06F3-81E7-AA07-4F21B6529F4A}"/>
              </a:ext>
            </a:extLst>
          </p:cNvPr>
          <p:cNvSpPr/>
          <p:nvPr/>
        </p:nvSpPr>
        <p:spPr>
          <a:xfrm>
            <a:off x="5549643" y="1627890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2240F519-77B2-D0D0-B73F-F8EACE5DCF9E}"/>
              </a:ext>
            </a:extLst>
          </p:cNvPr>
          <p:cNvSpPr/>
          <p:nvPr/>
        </p:nvSpPr>
        <p:spPr>
          <a:xfrm>
            <a:off x="3069443" y="2113384"/>
            <a:ext cx="359557" cy="639147"/>
          </a:xfrm>
          <a:custGeom>
            <a:avLst/>
            <a:gdLst>
              <a:gd name="csX0" fmla="*/ 359557 w 359557"/>
              <a:gd name="csY0" fmla="*/ 0 h 639147"/>
              <a:gd name="csX1" fmla="*/ 32986 w 359557"/>
              <a:gd name="csY1" fmla="*/ 214604 h 639147"/>
              <a:gd name="csX2" fmla="*/ 28320 w 359557"/>
              <a:gd name="csY2" fmla="*/ 639147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9557" h="639147">
                <a:moveTo>
                  <a:pt x="359557" y="0"/>
                </a:moveTo>
                <a:cubicBezTo>
                  <a:pt x="223874" y="54040"/>
                  <a:pt x="88192" y="108080"/>
                  <a:pt x="32986" y="214604"/>
                </a:cubicBezTo>
                <a:cubicBezTo>
                  <a:pt x="-22220" y="321129"/>
                  <a:pt x="3050" y="480138"/>
                  <a:pt x="28320" y="639147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0141190-3897-7CEB-8D60-D1FDAC1E9D87}"/>
              </a:ext>
            </a:extLst>
          </p:cNvPr>
          <p:cNvSpPr/>
          <p:nvPr/>
        </p:nvSpPr>
        <p:spPr>
          <a:xfrm>
            <a:off x="3167743" y="2104053"/>
            <a:ext cx="417875" cy="690465"/>
          </a:xfrm>
          <a:custGeom>
            <a:avLst/>
            <a:gdLst>
              <a:gd name="csX0" fmla="*/ 0 w 417875"/>
              <a:gd name="csY0" fmla="*/ 690465 h 690465"/>
              <a:gd name="csX1" fmla="*/ 382555 w 417875"/>
              <a:gd name="csY1" fmla="*/ 475861 h 690465"/>
              <a:gd name="csX2" fmla="*/ 377890 w 417875"/>
              <a:gd name="csY2" fmla="*/ 0 h 6904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7875" h="690465">
                <a:moveTo>
                  <a:pt x="0" y="690465"/>
                </a:moveTo>
                <a:cubicBezTo>
                  <a:pt x="159786" y="640701"/>
                  <a:pt x="319573" y="590938"/>
                  <a:pt x="382555" y="475861"/>
                </a:cubicBezTo>
                <a:cubicBezTo>
                  <a:pt x="445537" y="360784"/>
                  <a:pt x="411713" y="180392"/>
                  <a:pt x="37789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232CA472-2265-3F2B-316E-6585EBBF4370}"/>
              </a:ext>
            </a:extLst>
          </p:cNvPr>
          <p:cNvSpPr txBox="1"/>
          <p:nvPr/>
        </p:nvSpPr>
        <p:spPr>
          <a:xfrm>
            <a:off x="3228313" y="16066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34150879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19D0-3461-C086-C084-6C4CAD3E4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8E1D95-E835-62C2-87EF-88A0014C26C0}"/>
              </a:ext>
            </a:extLst>
          </p:cNvPr>
          <p:cNvSpPr/>
          <p:nvPr/>
        </p:nvSpPr>
        <p:spPr>
          <a:xfrm>
            <a:off x="3753865" y="11586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9833EFD-2E56-91F2-FC28-B23B9F55AE1E}"/>
              </a:ext>
            </a:extLst>
          </p:cNvPr>
          <p:cNvSpPr/>
          <p:nvPr/>
        </p:nvSpPr>
        <p:spPr>
          <a:xfrm>
            <a:off x="2579802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2887617-D64F-7A98-7045-ECE2974B36C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63429" y="82685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D079F22-046A-D2B5-2B1F-983AD8BCCA8C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313041" y="144319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4831EFD-572B-0486-F4DF-F1E98748DF9C}"/>
              </a:ext>
            </a:extLst>
          </p:cNvPr>
          <p:cNvSpPr/>
          <p:nvPr/>
        </p:nvSpPr>
        <p:spPr>
          <a:xfrm>
            <a:off x="2028528" y="115867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4D0154-A873-500F-0285-A3DF4DDA1DE9}"/>
              </a:ext>
            </a:extLst>
          </p:cNvPr>
          <p:cNvSpPr/>
          <p:nvPr/>
        </p:nvSpPr>
        <p:spPr>
          <a:xfrm>
            <a:off x="1306126" y="1823101"/>
            <a:ext cx="333328" cy="333328"/>
          </a:xfrm>
          <a:prstGeom prst="ellipse">
            <a:avLst/>
          </a:prstGeom>
          <a:solidFill>
            <a:srgbClr val="FFC000"/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6B27F92-C55D-365D-BDC0-B27B5A441BD4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313041" y="82685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F347461-C50C-4FF7-8A3B-39223B83A417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90639" y="144319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71BB5CCF-17C0-985D-100A-7B3A24E7214F}"/>
              </a:ext>
            </a:extLst>
          </p:cNvPr>
          <p:cNvSpPr/>
          <p:nvPr/>
        </p:nvSpPr>
        <p:spPr>
          <a:xfrm>
            <a:off x="2216236" y="25634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B8719B7-F479-14B4-A3FE-36E56F27DE48}"/>
              </a:ext>
            </a:extLst>
          </p:cNvPr>
          <p:cNvSpPr/>
          <p:nvPr/>
        </p:nvSpPr>
        <p:spPr>
          <a:xfrm>
            <a:off x="4270828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28164-FA7C-C32D-40D9-5F78F0199EA9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82900" y="210611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31BCDA2-1C3F-661A-0264-7A52FEAA3801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38378" y="144319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E1C9106E-8AFE-6A20-8FA7-F681FE32BCB2}"/>
              </a:ext>
            </a:extLst>
          </p:cNvPr>
          <p:cNvSpPr/>
          <p:nvPr/>
        </p:nvSpPr>
        <p:spPr>
          <a:xfrm>
            <a:off x="796374" y="25595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B94C5F-FFCB-6A7D-2E11-17F18DD238F1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63038" y="210761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5A05B797-4DBF-9CF5-3A91-A5161295F1C4}"/>
              </a:ext>
            </a:extLst>
          </p:cNvPr>
          <p:cNvSpPr/>
          <p:nvPr/>
        </p:nvSpPr>
        <p:spPr>
          <a:xfrm>
            <a:off x="3339174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35819B1-2D87-291A-2FD9-2E66481889E5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505838" y="144319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14DCA10-3744-87E6-14F9-0093E815710C}"/>
              </a:ext>
            </a:extLst>
          </p:cNvPr>
          <p:cNvSpPr/>
          <p:nvPr/>
        </p:nvSpPr>
        <p:spPr>
          <a:xfrm>
            <a:off x="1617479" y="2564833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43D83-2EAA-A57B-EC57-2CBE59946F59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90639" y="210761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805951E-210C-CDC8-9C3B-71B634F7F8E2}"/>
              </a:ext>
            </a:extLst>
          </p:cNvPr>
          <p:cNvSpPr/>
          <p:nvPr/>
        </p:nvSpPr>
        <p:spPr>
          <a:xfrm>
            <a:off x="2978916" y="5423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32CB04-3E4D-1F0E-F7E2-C1D366366CB4}"/>
              </a:ext>
            </a:extLst>
          </p:cNvPr>
          <p:cNvSpPr txBox="1"/>
          <p:nvPr/>
        </p:nvSpPr>
        <p:spPr>
          <a:xfrm>
            <a:off x="2006590" y="115924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995F57F-D114-0ECA-9848-0776593AA4D3}"/>
              </a:ext>
            </a:extLst>
          </p:cNvPr>
          <p:cNvSpPr txBox="1"/>
          <p:nvPr/>
        </p:nvSpPr>
        <p:spPr>
          <a:xfrm>
            <a:off x="4237758" y="18324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1FA73-A75C-B0D6-BCB5-B241AEED9224}"/>
              </a:ext>
            </a:extLst>
          </p:cNvPr>
          <p:cNvSpPr txBox="1"/>
          <p:nvPr/>
        </p:nvSpPr>
        <p:spPr>
          <a:xfrm>
            <a:off x="1268273" y="18192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906C75D-12E5-A953-4EF7-126AC7FEF2C7}"/>
              </a:ext>
            </a:extLst>
          </p:cNvPr>
          <p:cNvSpPr txBox="1"/>
          <p:nvPr/>
        </p:nvSpPr>
        <p:spPr>
          <a:xfrm>
            <a:off x="1584187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7A09591-AF36-BAA4-705C-BDE7FB7698F3}"/>
              </a:ext>
            </a:extLst>
          </p:cNvPr>
          <p:cNvSpPr txBox="1"/>
          <p:nvPr/>
        </p:nvSpPr>
        <p:spPr>
          <a:xfrm>
            <a:off x="759078" y="25569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B47E700-FD53-563E-6D53-E17D53E764B5}"/>
              </a:ext>
            </a:extLst>
          </p:cNvPr>
          <p:cNvSpPr txBox="1"/>
          <p:nvPr/>
        </p:nvSpPr>
        <p:spPr>
          <a:xfrm>
            <a:off x="2545462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CF0B039-C34C-D334-ADDD-8579AAC60F75}"/>
              </a:ext>
            </a:extLst>
          </p:cNvPr>
          <p:cNvSpPr txBox="1"/>
          <p:nvPr/>
        </p:nvSpPr>
        <p:spPr>
          <a:xfrm>
            <a:off x="3774495" y="115606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C929B5F-967D-803A-C622-3E417BE2E25C}"/>
              </a:ext>
            </a:extLst>
          </p:cNvPr>
          <p:cNvSpPr txBox="1"/>
          <p:nvPr/>
        </p:nvSpPr>
        <p:spPr>
          <a:xfrm>
            <a:off x="3012388" y="5371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4FE7D42-E378-9449-CBC2-EC1662177FC3}"/>
              </a:ext>
            </a:extLst>
          </p:cNvPr>
          <p:cNvSpPr txBox="1"/>
          <p:nvPr/>
        </p:nvSpPr>
        <p:spPr>
          <a:xfrm>
            <a:off x="2183166" y="25596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7172403-F896-7D3D-D9B1-3E45F8B3FFBB}"/>
              </a:ext>
            </a:extLst>
          </p:cNvPr>
          <p:cNvSpPr txBox="1"/>
          <p:nvPr/>
        </p:nvSpPr>
        <p:spPr>
          <a:xfrm>
            <a:off x="3304456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左大括号 30">
            <a:extLst>
              <a:ext uri="{FF2B5EF4-FFF2-40B4-BE49-F238E27FC236}">
                <a16:creationId xmlns:a16="http://schemas.microsoft.com/office/drawing/2014/main" id="{71F8ABAF-0015-EE83-2FD9-454BC1A9E460}"/>
              </a:ext>
            </a:extLst>
          </p:cNvPr>
          <p:cNvSpPr/>
          <p:nvPr/>
        </p:nvSpPr>
        <p:spPr>
          <a:xfrm rot="16200000">
            <a:off x="1211973" y="2565873"/>
            <a:ext cx="285935" cy="1084465"/>
          </a:xfrm>
          <a:prstGeom prst="leftBrace">
            <a:avLst>
              <a:gd name="adj1" fmla="val 25022"/>
              <a:gd name="adj2" fmla="val 485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C837189-A217-B57F-9773-A8EC4300474C}"/>
              </a:ext>
            </a:extLst>
          </p:cNvPr>
          <p:cNvSpPr txBox="1"/>
          <p:nvPr/>
        </p:nvSpPr>
        <p:spPr>
          <a:xfrm>
            <a:off x="385136" y="3323139"/>
            <a:ext cx="18101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两个孩子中，</a:t>
            </a:r>
            <a:r>
              <a:rPr lang="en-US" altLang="zh-CN" sz="1400"/>
              <a:t>66</a:t>
            </a:r>
            <a:r>
              <a:rPr lang="zh-CN" altLang="en-US" sz="1400"/>
              <a:t>更大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1295C865-4AC4-47E2-75D5-7334D45155C0}"/>
              </a:ext>
            </a:extLst>
          </p:cNvPr>
          <p:cNvSpPr/>
          <p:nvPr/>
        </p:nvSpPr>
        <p:spPr>
          <a:xfrm>
            <a:off x="9384407" y="11680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C487A31-9919-6F1C-2566-4044C40A9959}"/>
              </a:ext>
            </a:extLst>
          </p:cNvPr>
          <p:cNvSpPr/>
          <p:nvPr/>
        </p:nvSpPr>
        <p:spPr>
          <a:xfrm>
            <a:off x="8210344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AC0B60C9-1EA6-1C99-8FA9-2A404B96C3A5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8893971" y="8362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87EFF7B-1872-310B-3389-01E49A4966BC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7943583" y="14525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9E7C6173-8792-D6FE-3E2F-0B88C3608B90}"/>
              </a:ext>
            </a:extLst>
          </p:cNvPr>
          <p:cNvSpPr/>
          <p:nvPr/>
        </p:nvSpPr>
        <p:spPr>
          <a:xfrm>
            <a:off x="7659070" y="11680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F1015BD-C128-BF8F-0985-FA9E09495AC7}"/>
              </a:ext>
            </a:extLst>
          </p:cNvPr>
          <p:cNvSpPr/>
          <p:nvPr/>
        </p:nvSpPr>
        <p:spPr>
          <a:xfrm>
            <a:off x="6936668" y="18324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90E5E09-4368-6F92-5ED0-76311EEF8894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7943583" y="8362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77B0A68C-8055-A2DE-1F08-914CA4630B29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221181" y="14525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BE5734ED-C8FF-2CD4-2CE6-99B13760C653}"/>
              </a:ext>
            </a:extLst>
          </p:cNvPr>
          <p:cNvSpPr/>
          <p:nvPr/>
        </p:nvSpPr>
        <p:spPr>
          <a:xfrm>
            <a:off x="7846778" y="25728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CE1E62E-7945-24D1-AFAE-AF3DD656C2B6}"/>
              </a:ext>
            </a:extLst>
          </p:cNvPr>
          <p:cNvSpPr/>
          <p:nvPr/>
        </p:nvSpPr>
        <p:spPr>
          <a:xfrm>
            <a:off x="9901370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09259BF-1171-C483-B1D3-43F30D9BD251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013442" y="2115507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107189D-6AA2-51ED-6292-4DC1E4EF7597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9668920" y="14525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3EC814C6-92A8-A8D7-CAB1-155F86FD6861}"/>
              </a:ext>
            </a:extLst>
          </p:cNvPr>
          <p:cNvSpPr/>
          <p:nvPr/>
        </p:nvSpPr>
        <p:spPr>
          <a:xfrm>
            <a:off x="6426916" y="25689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449579D-9DB3-1DA7-CEED-11C1F1896E9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6593580" y="21170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C9851DD0-28DC-2C72-C6C7-3065A4F9D6E0}"/>
              </a:ext>
            </a:extLst>
          </p:cNvPr>
          <p:cNvSpPr/>
          <p:nvPr/>
        </p:nvSpPr>
        <p:spPr>
          <a:xfrm>
            <a:off x="8969716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D2565B3-82D0-AEC5-5435-48CC409C2D3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136380" y="14525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10BABFA-41DD-9A80-63C8-AC40469FB6FE}"/>
              </a:ext>
            </a:extLst>
          </p:cNvPr>
          <p:cNvSpPr/>
          <p:nvPr/>
        </p:nvSpPr>
        <p:spPr>
          <a:xfrm>
            <a:off x="7248021" y="25742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E3985F9-1F62-57EF-B807-4A934C376A51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221181" y="21170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1F54027-6D3A-F8C1-8D94-F3FA2AE75FEF}"/>
              </a:ext>
            </a:extLst>
          </p:cNvPr>
          <p:cNvSpPr/>
          <p:nvPr/>
        </p:nvSpPr>
        <p:spPr>
          <a:xfrm>
            <a:off x="8609458" y="5517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C6BD1C-0E5D-BAF4-77D0-2DDAE4B62CE5}"/>
              </a:ext>
            </a:extLst>
          </p:cNvPr>
          <p:cNvSpPr txBox="1"/>
          <p:nvPr/>
        </p:nvSpPr>
        <p:spPr>
          <a:xfrm>
            <a:off x="7637132" y="1168637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B3B7634-0FEB-EF23-C492-544B6214C101}"/>
              </a:ext>
            </a:extLst>
          </p:cNvPr>
          <p:cNvSpPr txBox="1"/>
          <p:nvPr/>
        </p:nvSpPr>
        <p:spPr>
          <a:xfrm>
            <a:off x="9868300" y="18418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AD82D8AE-E1CF-F405-5FFE-70D819F15AEF}"/>
              </a:ext>
            </a:extLst>
          </p:cNvPr>
          <p:cNvSpPr txBox="1"/>
          <p:nvPr/>
        </p:nvSpPr>
        <p:spPr>
          <a:xfrm>
            <a:off x="6903598" y="18272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900C844-7E99-B3EF-404D-34936053F9F1}"/>
              </a:ext>
            </a:extLst>
          </p:cNvPr>
          <p:cNvSpPr txBox="1"/>
          <p:nvPr/>
        </p:nvSpPr>
        <p:spPr>
          <a:xfrm>
            <a:off x="7217842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AD99A73-33E0-DFD9-C302-8BC5F9A0687F}"/>
              </a:ext>
            </a:extLst>
          </p:cNvPr>
          <p:cNvSpPr txBox="1"/>
          <p:nvPr/>
        </p:nvSpPr>
        <p:spPr>
          <a:xfrm>
            <a:off x="6389620" y="25663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9842D43-949A-ADFB-7D65-D56239A000EC}"/>
              </a:ext>
            </a:extLst>
          </p:cNvPr>
          <p:cNvSpPr txBox="1"/>
          <p:nvPr/>
        </p:nvSpPr>
        <p:spPr>
          <a:xfrm>
            <a:off x="8176004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7213E6CA-6D9D-C8FF-5F7C-3430AABB320E}"/>
              </a:ext>
            </a:extLst>
          </p:cNvPr>
          <p:cNvSpPr txBox="1"/>
          <p:nvPr/>
        </p:nvSpPr>
        <p:spPr>
          <a:xfrm>
            <a:off x="9405037" y="11654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2F60BBA-E799-539F-7C21-98521B1CFB7B}"/>
              </a:ext>
            </a:extLst>
          </p:cNvPr>
          <p:cNvSpPr txBox="1"/>
          <p:nvPr/>
        </p:nvSpPr>
        <p:spPr>
          <a:xfrm>
            <a:off x="8642930" y="546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8FF7F1-234D-C54D-B660-73C9C3E0BBEC}"/>
              </a:ext>
            </a:extLst>
          </p:cNvPr>
          <p:cNvSpPr txBox="1"/>
          <p:nvPr/>
        </p:nvSpPr>
        <p:spPr>
          <a:xfrm>
            <a:off x="7813708" y="2569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F1003816-D3C9-A3EB-43CA-E2B35000DA0A}"/>
              </a:ext>
            </a:extLst>
          </p:cNvPr>
          <p:cNvSpPr txBox="1"/>
          <p:nvPr/>
        </p:nvSpPr>
        <p:spPr>
          <a:xfrm>
            <a:off x="8934998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3" name="箭头: 右 62">
            <a:extLst>
              <a:ext uri="{FF2B5EF4-FFF2-40B4-BE49-F238E27FC236}">
                <a16:creationId xmlns:a16="http://schemas.microsoft.com/office/drawing/2014/main" id="{49AF18A8-6061-E119-C493-C99934E6BC6E}"/>
              </a:ext>
            </a:extLst>
          </p:cNvPr>
          <p:cNvSpPr/>
          <p:nvPr/>
        </p:nvSpPr>
        <p:spPr>
          <a:xfrm>
            <a:off x="5137990" y="154648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D852D701-76C7-D2DD-0FEB-5B8A167C5A84}"/>
              </a:ext>
            </a:extLst>
          </p:cNvPr>
          <p:cNvSpPr/>
          <p:nvPr/>
        </p:nvSpPr>
        <p:spPr>
          <a:xfrm>
            <a:off x="1765738" y="1968437"/>
            <a:ext cx="351135" cy="644134"/>
          </a:xfrm>
          <a:custGeom>
            <a:avLst/>
            <a:gdLst>
              <a:gd name="csX0" fmla="*/ 0 w 351135"/>
              <a:gd name="csY0" fmla="*/ 0 h 644134"/>
              <a:gd name="csX1" fmla="*/ 342337 w 351135"/>
              <a:gd name="csY1" fmla="*/ 153151 h 644134"/>
              <a:gd name="csX2" fmla="*/ 247744 w 351135"/>
              <a:gd name="csY2" fmla="*/ 644134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1135" h="644134">
                <a:moveTo>
                  <a:pt x="0" y="0"/>
                </a:moveTo>
                <a:cubicBezTo>
                  <a:pt x="150523" y="22897"/>
                  <a:pt x="301046" y="45795"/>
                  <a:pt x="342337" y="153151"/>
                </a:cubicBezTo>
                <a:cubicBezTo>
                  <a:pt x="383628" y="260507"/>
                  <a:pt x="267263" y="566057"/>
                  <a:pt x="247744" y="644134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2343BDE1-C5D5-3CC1-6DA0-080EC51FC523}"/>
              </a:ext>
            </a:extLst>
          </p:cNvPr>
          <p:cNvSpPr/>
          <p:nvPr/>
        </p:nvSpPr>
        <p:spPr>
          <a:xfrm>
            <a:off x="1770890" y="2032276"/>
            <a:ext cx="189882" cy="540532"/>
          </a:xfrm>
          <a:custGeom>
            <a:avLst/>
            <a:gdLst>
              <a:gd name="csX0" fmla="*/ 23218 w 189882"/>
              <a:gd name="csY0" fmla="*/ 0 h 540532"/>
              <a:gd name="csX1" fmla="*/ 14209 w 189882"/>
              <a:gd name="csY1" fmla="*/ 234231 h 540532"/>
              <a:gd name="csX2" fmla="*/ 189882 w 189882"/>
              <a:gd name="csY2" fmla="*/ 540532 h 5405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882" h="540532">
                <a:moveTo>
                  <a:pt x="23218" y="0"/>
                </a:moveTo>
                <a:cubicBezTo>
                  <a:pt x="4825" y="72071"/>
                  <a:pt x="-13568" y="144142"/>
                  <a:pt x="14209" y="234231"/>
                </a:cubicBezTo>
                <a:cubicBezTo>
                  <a:pt x="41986" y="324320"/>
                  <a:pt x="126820" y="478972"/>
                  <a:pt x="189882" y="540532"/>
                </a:cubicBezTo>
              </a:path>
            </a:pathLst>
          </a:custGeom>
          <a:noFill/>
          <a:ln>
            <a:head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8C85EC1-4915-61F1-3F0F-4390C97B773C}"/>
              </a:ext>
            </a:extLst>
          </p:cNvPr>
          <p:cNvSpPr txBox="1"/>
          <p:nvPr/>
        </p:nvSpPr>
        <p:spPr>
          <a:xfrm>
            <a:off x="1068858" y="167820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1390183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5A94D-5475-E70C-C83E-337AD206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08763EE-0732-0183-88D9-2FF3FBF1B5DB}"/>
              </a:ext>
            </a:extLst>
          </p:cNvPr>
          <p:cNvSpPr/>
          <p:nvPr/>
        </p:nvSpPr>
        <p:spPr>
          <a:xfrm>
            <a:off x="3725391" y="1312701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CC32444-9E7D-9913-CCDB-3D47C0C69C01}"/>
              </a:ext>
            </a:extLst>
          </p:cNvPr>
          <p:cNvSpPr/>
          <p:nvPr/>
        </p:nvSpPr>
        <p:spPr>
          <a:xfrm>
            <a:off x="2551328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E0A30F1-D904-8C2B-AEA0-903AE9B9E21A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34955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A4A4BEF-B3CE-B9F6-9411-06F419C6778B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284567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918236F-477F-B71A-F06A-51F229341965}"/>
              </a:ext>
            </a:extLst>
          </p:cNvPr>
          <p:cNvSpPr/>
          <p:nvPr/>
        </p:nvSpPr>
        <p:spPr>
          <a:xfrm>
            <a:off x="2000054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A4B4D04D-9271-E51D-D173-883145A0A0FB}"/>
              </a:ext>
            </a:extLst>
          </p:cNvPr>
          <p:cNvSpPr/>
          <p:nvPr/>
        </p:nvSpPr>
        <p:spPr>
          <a:xfrm>
            <a:off x="1277652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BE44FC-159F-389D-34AE-C3F234AB4577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284567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57F040B-E194-928A-019E-AA53F11ACD43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62165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FECC960-2CF6-6261-F315-4E89F4C2A515}"/>
              </a:ext>
            </a:extLst>
          </p:cNvPr>
          <p:cNvSpPr/>
          <p:nvPr/>
        </p:nvSpPr>
        <p:spPr>
          <a:xfrm>
            <a:off x="2187762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5F440E7-4A4E-7680-B03C-53DE3137DC81}"/>
              </a:ext>
            </a:extLst>
          </p:cNvPr>
          <p:cNvSpPr/>
          <p:nvPr/>
        </p:nvSpPr>
        <p:spPr>
          <a:xfrm>
            <a:off x="4242354" y="197561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77A771B-E1DA-B174-0A4D-24973E9D67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54426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0E14436-04DB-7571-477D-FC2EBB53112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09904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AF023FB-D61C-5D62-3426-DE287033584E}"/>
              </a:ext>
            </a:extLst>
          </p:cNvPr>
          <p:cNvSpPr/>
          <p:nvPr/>
        </p:nvSpPr>
        <p:spPr>
          <a:xfrm>
            <a:off x="767900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9D4A132-1C89-1D81-44DD-92790BF3E9E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34564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E2B21A0B-8621-2156-D7A8-0C4470110C25}"/>
              </a:ext>
            </a:extLst>
          </p:cNvPr>
          <p:cNvSpPr/>
          <p:nvPr/>
        </p:nvSpPr>
        <p:spPr>
          <a:xfrm>
            <a:off x="331070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9D5C650-82D6-3CAC-6B63-515314979CC3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477364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F5A3DDD-794C-4F3C-59EB-7888BC3BFFCB}"/>
              </a:ext>
            </a:extLst>
          </p:cNvPr>
          <p:cNvSpPr/>
          <p:nvPr/>
        </p:nvSpPr>
        <p:spPr>
          <a:xfrm>
            <a:off x="1589005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4CEF409-15A1-0855-A572-3044A8BB4DF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62165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A6E0B36-347B-F489-905C-F460280AD59A}"/>
              </a:ext>
            </a:extLst>
          </p:cNvPr>
          <p:cNvSpPr/>
          <p:nvPr/>
        </p:nvSpPr>
        <p:spPr>
          <a:xfrm>
            <a:off x="2950442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06B491-ED7D-66EA-DEF6-F527488C9302}"/>
              </a:ext>
            </a:extLst>
          </p:cNvPr>
          <p:cNvSpPr txBox="1"/>
          <p:nvPr/>
        </p:nvSpPr>
        <p:spPr>
          <a:xfrm>
            <a:off x="1978116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181EF95-3735-01CF-7823-9C8DC14B5F6B}"/>
              </a:ext>
            </a:extLst>
          </p:cNvPr>
          <p:cNvSpPr txBox="1"/>
          <p:nvPr/>
        </p:nvSpPr>
        <p:spPr>
          <a:xfrm>
            <a:off x="4197357" y="19835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4E5659-29B0-05CE-63A9-3DF29B6E1A38}"/>
              </a:ext>
            </a:extLst>
          </p:cNvPr>
          <p:cNvSpPr txBox="1"/>
          <p:nvPr/>
        </p:nvSpPr>
        <p:spPr>
          <a:xfrm>
            <a:off x="1244582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4B6D3F1-7E43-4029-EFEE-56934D1BB1D8}"/>
              </a:ext>
            </a:extLst>
          </p:cNvPr>
          <p:cNvSpPr txBox="1"/>
          <p:nvPr/>
        </p:nvSpPr>
        <p:spPr>
          <a:xfrm>
            <a:off x="1558826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0A4A971-6A49-BCE7-C4E2-9D25B9BB4A6F}"/>
              </a:ext>
            </a:extLst>
          </p:cNvPr>
          <p:cNvSpPr txBox="1"/>
          <p:nvPr/>
        </p:nvSpPr>
        <p:spPr>
          <a:xfrm>
            <a:off x="730604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5A0F0C-2CD9-E6F7-E088-55F698DC73D2}"/>
              </a:ext>
            </a:extLst>
          </p:cNvPr>
          <p:cNvSpPr txBox="1"/>
          <p:nvPr/>
        </p:nvSpPr>
        <p:spPr>
          <a:xfrm>
            <a:off x="251698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65D4058-171A-1396-AC98-BBA46A61B312}"/>
              </a:ext>
            </a:extLst>
          </p:cNvPr>
          <p:cNvSpPr txBox="1"/>
          <p:nvPr/>
        </p:nvSpPr>
        <p:spPr>
          <a:xfrm>
            <a:off x="3752294" y="1317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0CBF1C7-1391-14FD-5BB3-6569D3D094AD}"/>
              </a:ext>
            </a:extLst>
          </p:cNvPr>
          <p:cNvSpPr txBox="1"/>
          <p:nvPr/>
        </p:nvSpPr>
        <p:spPr>
          <a:xfrm>
            <a:off x="2983914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214BF7-E192-58E6-52BF-38D3FDBD9548}"/>
              </a:ext>
            </a:extLst>
          </p:cNvPr>
          <p:cNvSpPr txBox="1"/>
          <p:nvPr/>
        </p:nvSpPr>
        <p:spPr>
          <a:xfrm>
            <a:off x="2154692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E51505F-D798-9044-128C-86C78712E678}"/>
              </a:ext>
            </a:extLst>
          </p:cNvPr>
          <p:cNvSpPr txBox="1"/>
          <p:nvPr/>
        </p:nvSpPr>
        <p:spPr>
          <a:xfrm>
            <a:off x="3275982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E4143A32-BCBE-E403-F39A-8B427B6BE674}"/>
              </a:ext>
            </a:extLst>
          </p:cNvPr>
          <p:cNvSpPr/>
          <p:nvPr/>
        </p:nvSpPr>
        <p:spPr>
          <a:xfrm>
            <a:off x="9341657" y="13127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0A1AEC0-8166-89DE-16DC-165AC63E3E59}"/>
              </a:ext>
            </a:extLst>
          </p:cNvPr>
          <p:cNvSpPr/>
          <p:nvPr/>
        </p:nvSpPr>
        <p:spPr>
          <a:xfrm>
            <a:off x="8167594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AC785DF-D993-005A-3585-AAF180F60475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851221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7209C04B-3ADE-909E-C9CA-AF80EEA873A9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7900833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CDD96AC1-E26D-2951-B57D-8E86B382EBB2}"/>
              </a:ext>
            </a:extLst>
          </p:cNvPr>
          <p:cNvSpPr/>
          <p:nvPr/>
        </p:nvSpPr>
        <p:spPr>
          <a:xfrm>
            <a:off x="7616320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D7E22C0-09A9-08B1-5E82-4093707349C5}"/>
              </a:ext>
            </a:extLst>
          </p:cNvPr>
          <p:cNvSpPr/>
          <p:nvPr/>
        </p:nvSpPr>
        <p:spPr>
          <a:xfrm>
            <a:off x="6893918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70E123AA-E513-754C-991B-CF84B73D36C3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7900833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FD56254-C3C2-D4C7-2B61-A5841EDA41FA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178431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0FB3F5B4-F798-2F7A-E1F4-4CAF6D96F883}"/>
              </a:ext>
            </a:extLst>
          </p:cNvPr>
          <p:cNvSpPr/>
          <p:nvPr/>
        </p:nvSpPr>
        <p:spPr>
          <a:xfrm>
            <a:off x="7804028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8C91336F-4563-5E57-8E96-416214D6453F}"/>
              </a:ext>
            </a:extLst>
          </p:cNvPr>
          <p:cNvSpPr/>
          <p:nvPr/>
        </p:nvSpPr>
        <p:spPr>
          <a:xfrm>
            <a:off x="985862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99EE360-8EC3-AF43-CA6C-12497389C956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7970692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09D63B0-4A88-9886-5268-7FA244A4F5EE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626170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AF0CC448-FF07-3F9A-3BCB-EF2BF7BB399C}"/>
              </a:ext>
            </a:extLst>
          </p:cNvPr>
          <p:cNvSpPr/>
          <p:nvPr/>
        </p:nvSpPr>
        <p:spPr>
          <a:xfrm>
            <a:off x="6384166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7BC7447-FD8D-AC18-742D-B959D4403A04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550830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B295D874-7579-A264-0901-101BC782FD96}"/>
              </a:ext>
            </a:extLst>
          </p:cNvPr>
          <p:cNvSpPr/>
          <p:nvPr/>
        </p:nvSpPr>
        <p:spPr>
          <a:xfrm>
            <a:off x="8926966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857156C-6E32-E7D1-4772-ACE96BAAC3B3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093630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6F644739-DA65-1FB0-411A-BD83276A2163}"/>
              </a:ext>
            </a:extLst>
          </p:cNvPr>
          <p:cNvSpPr/>
          <p:nvPr/>
        </p:nvSpPr>
        <p:spPr>
          <a:xfrm>
            <a:off x="7205271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89B0C7A2-D0DA-2BDE-3CA4-03EEA01F190E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178431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A154882-4BC7-61FB-1ACB-02DF4FAABC8A}"/>
              </a:ext>
            </a:extLst>
          </p:cNvPr>
          <p:cNvSpPr/>
          <p:nvPr/>
        </p:nvSpPr>
        <p:spPr>
          <a:xfrm>
            <a:off x="8566708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4DF53526-F8F5-E8D1-C713-C9C4EB8007ED}"/>
              </a:ext>
            </a:extLst>
          </p:cNvPr>
          <p:cNvSpPr txBox="1"/>
          <p:nvPr/>
        </p:nvSpPr>
        <p:spPr>
          <a:xfrm>
            <a:off x="7594382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6275D23-E6FC-E8E8-E771-A2751115264B}"/>
              </a:ext>
            </a:extLst>
          </p:cNvPr>
          <p:cNvSpPr txBox="1"/>
          <p:nvPr/>
        </p:nvSpPr>
        <p:spPr>
          <a:xfrm>
            <a:off x="9890042" y="198354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7F907C0-DC8F-79FA-7468-14D2CB946F2E}"/>
              </a:ext>
            </a:extLst>
          </p:cNvPr>
          <p:cNvSpPr txBox="1"/>
          <p:nvPr/>
        </p:nvSpPr>
        <p:spPr>
          <a:xfrm>
            <a:off x="6860848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6528BA7-8F2A-FAE3-F506-52B5B30B041C}"/>
              </a:ext>
            </a:extLst>
          </p:cNvPr>
          <p:cNvSpPr txBox="1"/>
          <p:nvPr/>
        </p:nvSpPr>
        <p:spPr>
          <a:xfrm>
            <a:off x="7175092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4528232-1A65-2870-3F9B-FB53870397E8}"/>
              </a:ext>
            </a:extLst>
          </p:cNvPr>
          <p:cNvSpPr txBox="1"/>
          <p:nvPr/>
        </p:nvSpPr>
        <p:spPr>
          <a:xfrm>
            <a:off x="6346870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F487363-9520-609D-A922-F94C492E13CD}"/>
              </a:ext>
            </a:extLst>
          </p:cNvPr>
          <p:cNvSpPr txBox="1"/>
          <p:nvPr/>
        </p:nvSpPr>
        <p:spPr>
          <a:xfrm>
            <a:off x="8133254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D7D2CB2-9159-2833-426C-A66E981B4B7C}"/>
              </a:ext>
            </a:extLst>
          </p:cNvPr>
          <p:cNvSpPr txBox="1"/>
          <p:nvPr/>
        </p:nvSpPr>
        <p:spPr>
          <a:xfrm>
            <a:off x="9308587" y="13100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C1A0E10-7FA6-CFD6-887B-160285AFB3F3}"/>
              </a:ext>
            </a:extLst>
          </p:cNvPr>
          <p:cNvSpPr txBox="1"/>
          <p:nvPr/>
        </p:nvSpPr>
        <p:spPr>
          <a:xfrm>
            <a:off x="8600180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91A61560-2B55-9203-13FD-334BD5121EF6}"/>
              </a:ext>
            </a:extLst>
          </p:cNvPr>
          <p:cNvSpPr txBox="1"/>
          <p:nvPr/>
        </p:nvSpPr>
        <p:spPr>
          <a:xfrm>
            <a:off x="7770958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6C69EF95-3C9B-38B9-801A-917F80EFFAC3}"/>
              </a:ext>
            </a:extLst>
          </p:cNvPr>
          <p:cNvSpPr txBox="1"/>
          <p:nvPr/>
        </p:nvSpPr>
        <p:spPr>
          <a:xfrm>
            <a:off x="889224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9AC8EE5-A908-EFF2-4E71-51C07A69C6F0}"/>
              </a:ext>
            </a:extLst>
          </p:cNvPr>
          <p:cNvSpPr txBox="1"/>
          <p:nvPr/>
        </p:nvSpPr>
        <p:spPr>
          <a:xfrm>
            <a:off x="3976879" y="108295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62" name="任意多边形: 形状 61">
            <a:extLst>
              <a:ext uri="{FF2B5EF4-FFF2-40B4-BE49-F238E27FC236}">
                <a16:creationId xmlns:a16="http://schemas.microsoft.com/office/drawing/2014/main" id="{BD28AC55-7328-0BDE-013E-9AC6005F5451}"/>
              </a:ext>
            </a:extLst>
          </p:cNvPr>
          <p:cNvSpPr/>
          <p:nvPr/>
        </p:nvSpPr>
        <p:spPr>
          <a:xfrm>
            <a:off x="4323156" y="1394927"/>
            <a:ext cx="132211" cy="517849"/>
          </a:xfrm>
          <a:custGeom>
            <a:avLst/>
            <a:gdLst>
              <a:gd name="csX0" fmla="*/ 71562 w 132211"/>
              <a:gd name="csY0" fmla="*/ 0 h 517849"/>
              <a:gd name="csX1" fmla="*/ 1583 w 132211"/>
              <a:gd name="csY1" fmla="*/ 303244 h 517849"/>
              <a:gd name="csX2" fmla="*/ 132211 w 132211"/>
              <a:gd name="csY2" fmla="*/ 517849 h 517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2211" h="517849">
                <a:moveTo>
                  <a:pt x="71562" y="0"/>
                </a:moveTo>
                <a:cubicBezTo>
                  <a:pt x="31518" y="108468"/>
                  <a:pt x="-8525" y="216936"/>
                  <a:pt x="1583" y="303244"/>
                </a:cubicBezTo>
                <a:cubicBezTo>
                  <a:pt x="11691" y="389552"/>
                  <a:pt x="71951" y="453700"/>
                  <a:pt x="132211" y="517849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9D648AB8-891F-D231-C6C4-9FE253F67E37}"/>
              </a:ext>
            </a:extLst>
          </p:cNvPr>
          <p:cNvSpPr/>
          <p:nvPr/>
        </p:nvSpPr>
        <p:spPr>
          <a:xfrm>
            <a:off x="4520682" y="1376265"/>
            <a:ext cx="121507" cy="536511"/>
          </a:xfrm>
          <a:custGeom>
            <a:avLst/>
            <a:gdLst>
              <a:gd name="csX0" fmla="*/ 23326 w 121507"/>
              <a:gd name="csY0" fmla="*/ 536511 h 536511"/>
              <a:gd name="csX1" fmla="*/ 121298 w 121507"/>
              <a:gd name="csY1" fmla="*/ 303245 h 536511"/>
              <a:gd name="csX2" fmla="*/ 0 w 121507"/>
              <a:gd name="csY2" fmla="*/ 0 h 5365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1507" h="536511">
                <a:moveTo>
                  <a:pt x="23326" y="536511"/>
                </a:moveTo>
                <a:cubicBezTo>
                  <a:pt x="74256" y="464587"/>
                  <a:pt x="125186" y="392663"/>
                  <a:pt x="121298" y="303245"/>
                </a:cubicBezTo>
                <a:cubicBezTo>
                  <a:pt x="117410" y="213827"/>
                  <a:pt x="58705" y="106913"/>
                  <a:pt x="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BD083D3C-F66D-61AE-0319-1E9E27AF84E7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28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C94A7-CD81-700C-60DD-3F9B05BF6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031D780-5CF3-D953-5933-E4BCD25765D1}"/>
              </a:ext>
            </a:extLst>
          </p:cNvPr>
          <p:cNvSpPr/>
          <p:nvPr/>
        </p:nvSpPr>
        <p:spPr>
          <a:xfrm>
            <a:off x="3878583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A420110-487F-8671-9220-440378B6D5B9}"/>
              </a:ext>
            </a:extLst>
          </p:cNvPr>
          <p:cNvSpPr/>
          <p:nvPr/>
        </p:nvSpPr>
        <p:spPr>
          <a:xfrm>
            <a:off x="2704520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4780FC-8958-CC5A-9992-05197049CF83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388147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8008B9B-DB7F-1898-58DF-81CD9F50AB6D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437759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7917902C-6A94-182C-36B9-BA6E4FFF0C56}"/>
              </a:ext>
            </a:extLst>
          </p:cNvPr>
          <p:cNvSpPr/>
          <p:nvPr/>
        </p:nvSpPr>
        <p:spPr>
          <a:xfrm>
            <a:off x="2153246" y="1350024"/>
            <a:ext cx="333328" cy="333328"/>
          </a:xfrm>
          <a:prstGeom prst="ellipse">
            <a:avLst/>
          </a:prstGeom>
          <a:solidFill>
            <a:srgbClr val="FFC000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D3D97A1C-5A83-A7D3-87CA-BBC81BF14C1A}"/>
              </a:ext>
            </a:extLst>
          </p:cNvPr>
          <p:cNvSpPr/>
          <p:nvPr/>
        </p:nvSpPr>
        <p:spPr>
          <a:xfrm>
            <a:off x="1430844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03B4AF-B565-8FA6-7EFB-C99CCFA9AD50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437759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F785A68-2159-2FA0-1272-58491968937A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715357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DEF4C143-43ED-115A-3220-775C5E1009E4}"/>
              </a:ext>
            </a:extLst>
          </p:cNvPr>
          <p:cNvSpPr/>
          <p:nvPr/>
        </p:nvSpPr>
        <p:spPr>
          <a:xfrm>
            <a:off x="2340954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5B4FFCA-6C6A-F228-AE81-3F2905AD86A3}"/>
              </a:ext>
            </a:extLst>
          </p:cNvPr>
          <p:cNvSpPr/>
          <p:nvPr/>
        </p:nvSpPr>
        <p:spPr>
          <a:xfrm>
            <a:off x="4395546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A9F8338-6B32-DC55-0BEE-73BC533AC736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507618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EB58659E-F5F1-A0AE-F2EC-4BFCEE76A52B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163096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5698D8F8-6C78-9078-A906-B6245C2499FF}"/>
              </a:ext>
            </a:extLst>
          </p:cNvPr>
          <p:cNvSpPr/>
          <p:nvPr/>
        </p:nvSpPr>
        <p:spPr>
          <a:xfrm>
            <a:off x="921092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BFA94C-FD35-76B5-78CF-1DBF5CD0DE08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087756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82B31F-0B55-3D79-29CC-4BA6C404077F}"/>
              </a:ext>
            </a:extLst>
          </p:cNvPr>
          <p:cNvSpPr/>
          <p:nvPr/>
        </p:nvSpPr>
        <p:spPr>
          <a:xfrm>
            <a:off x="3463892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EC81D59-E072-DD34-6137-54517F00CBD7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630556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87312CA-39CA-8587-2B92-6F2E25253EDA}"/>
              </a:ext>
            </a:extLst>
          </p:cNvPr>
          <p:cNvSpPr/>
          <p:nvPr/>
        </p:nvSpPr>
        <p:spPr>
          <a:xfrm>
            <a:off x="1742197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3C2FC8-77B2-7B29-7567-83FB5021EB7E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715357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16E29A0-5F7F-EC9D-CF2F-A56F8F95FDB6}"/>
              </a:ext>
            </a:extLst>
          </p:cNvPr>
          <p:cNvSpPr/>
          <p:nvPr/>
        </p:nvSpPr>
        <p:spPr>
          <a:xfrm>
            <a:off x="3103634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9C825E9-CF07-EE51-069A-B25D093ED7AF}"/>
              </a:ext>
            </a:extLst>
          </p:cNvPr>
          <p:cNvSpPr txBox="1"/>
          <p:nvPr/>
        </p:nvSpPr>
        <p:spPr>
          <a:xfrm>
            <a:off x="2137260" y="136079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1306AAE-DBF4-8EF2-C9B3-031A8CD0112D}"/>
              </a:ext>
            </a:extLst>
          </p:cNvPr>
          <p:cNvSpPr txBox="1"/>
          <p:nvPr/>
        </p:nvSpPr>
        <p:spPr>
          <a:xfrm>
            <a:off x="4426968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7F535-4211-B11B-C407-9B26A6199CDB}"/>
              </a:ext>
            </a:extLst>
          </p:cNvPr>
          <p:cNvSpPr txBox="1"/>
          <p:nvPr/>
        </p:nvSpPr>
        <p:spPr>
          <a:xfrm>
            <a:off x="1397774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A1D0C92-3D25-2B19-D90F-22702FC45242}"/>
              </a:ext>
            </a:extLst>
          </p:cNvPr>
          <p:cNvSpPr txBox="1"/>
          <p:nvPr/>
        </p:nvSpPr>
        <p:spPr>
          <a:xfrm>
            <a:off x="1712018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4770846-560D-18FD-95AC-9E310924B4D1}"/>
              </a:ext>
            </a:extLst>
          </p:cNvPr>
          <p:cNvSpPr txBox="1"/>
          <p:nvPr/>
        </p:nvSpPr>
        <p:spPr>
          <a:xfrm>
            <a:off x="883796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8E5C1BE-796D-5196-9F70-E8AF1311011E}"/>
              </a:ext>
            </a:extLst>
          </p:cNvPr>
          <p:cNvSpPr txBox="1"/>
          <p:nvPr/>
        </p:nvSpPr>
        <p:spPr>
          <a:xfrm>
            <a:off x="2670180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0BBA645-B8E9-C49C-544D-9A585181C5C6}"/>
              </a:ext>
            </a:extLst>
          </p:cNvPr>
          <p:cNvSpPr txBox="1"/>
          <p:nvPr/>
        </p:nvSpPr>
        <p:spPr>
          <a:xfrm>
            <a:off x="3845513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66C3DA6-CCEB-52BF-CC37-7B285038BC31}"/>
              </a:ext>
            </a:extLst>
          </p:cNvPr>
          <p:cNvSpPr txBox="1"/>
          <p:nvPr/>
        </p:nvSpPr>
        <p:spPr>
          <a:xfrm>
            <a:off x="3137106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2A03709-FCE7-6D27-831E-C9F4C2CCCE77}"/>
              </a:ext>
            </a:extLst>
          </p:cNvPr>
          <p:cNvSpPr txBox="1"/>
          <p:nvPr/>
        </p:nvSpPr>
        <p:spPr>
          <a:xfrm>
            <a:off x="2307884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75DDA8-036B-8B6A-2B68-59BC89D94A81}"/>
              </a:ext>
            </a:extLst>
          </p:cNvPr>
          <p:cNvSpPr txBox="1"/>
          <p:nvPr/>
        </p:nvSpPr>
        <p:spPr>
          <a:xfrm>
            <a:off x="3429174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692E9DBD-199D-7A18-A5F4-9B8001853D4C}"/>
              </a:ext>
            </a:extLst>
          </p:cNvPr>
          <p:cNvSpPr/>
          <p:nvPr/>
        </p:nvSpPr>
        <p:spPr>
          <a:xfrm>
            <a:off x="9488962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B15E11A1-AA09-38DA-9909-6B6D9664A31E}"/>
              </a:ext>
            </a:extLst>
          </p:cNvPr>
          <p:cNvSpPr/>
          <p:nvPr/>
        </p:nvSpPr>
        <p:spPr>
          <a:xfrm>
            <a:off x="8314899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D7092DBB-7889-F21E-2E74-37532576BE0C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998526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90E015B-8FC6-C3BF-C9B8-A1245C938E1F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8048138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F3B50E39-4D0C-E91B-B97E-7C4AC79FD194}"/>
              </a:ext>
            </a:extLst>
          </p:cNvPr>
          <p:cNvSpPr/>
          <p:nvPr/>
        </p:nvSpPr>
        <p:spPr>
          <a:xfrm>
            <a:off x="7763625" y="135002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14B39A43-3503-1A32-BEF1-FBA28575D96A}"/>
              </a:ext>
            </a:extLst>
          </p:cNvPr>
          <p:cNvSpPr/>
          <p:nvPr/>
        </p:nvSpPr>
        <p:spPr>
          <a:xfrm>
            <a:off x="7041223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F63EBF6-6271-EA8B-77BC-CC3063FECBA1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8048138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13B9C0-F3B7-1ED8-E6A8-9D77011F58A1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325736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B3144E4-B655-55C1-25B9-F5378CB2A374}"/>
              </a:ext>
            </a:extLst>
          </p:cNvPr>
          <p:cNvSpPr/>
          <p:nvPr/>
        </p:nvSpPr>
        <p:spPr>
          <a:xfrm>
            <a:off x="7951333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E716D70-FC0D-80CD-7BEB-6A9CFDA58CCC}"/>
              </a:ext>
            </a:extLst>
          </p:cNvPr>
          <p:cNvSpPr/>
          <p:nvPr/>
        </p:nvSpPr>
        <p:spPr>
          <a:xfrm>
            <a:off x="10005925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8ED0FB6-BEA9-A653-5016-4626D3D2ABD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8117997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CA7FC8F-95CD-2F02-16BE-B9C362F611B2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773475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FFE9446A-E7ED-E74C-0060-01AC5AA16029}"/>
              </a:ext>
            </a:extLst>
          </p:cNvPr>
          <p:cNvSpPr/>
          <p:nvPr/>
        </p:nvSpPr>
        <p:spPr>
          <a:xfrm>
            <a:off x="6531471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89FFF94-BF5A-E0E8-D117-5819DD3BBDBB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698135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4151CEC4-C455-B709-6140-4B450EC8A16D}"/>
              </a:ext>
            </a:extLst>
          </p:cNvPr>
          <p:cNvSpPr/>
          <p:nvPr/>
        </p:nvSpPr>
        <p:spPr>
          <a:xfrm>
            <a:off x="9074271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EAE57CD-2741-5DC7-F719-7B5BC02B89C0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240935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7F9CB2A2-4F99-58D1-6ECF-54CAC8562C66}"/>
              </a:ext>
            </a:extLst>
          </p:cNvPr>
          <p:cNvSpPr/>
          <p:nvPr/>
        </p:nvSpPr>
        <p:spPr>
          <a:xfrm>
            <a:off x="7352576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56C0236-D8CA-CB0B-735A-7EBF3F015830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325736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2DA10A0-BF9F-A641-90B2-FDC71A5A9B84}"/>
              </a:ext>
            </a:extLst>
          </p:cNvPr>
          <p:cNvSpPr/>
          <p:nvPr/>
        </p:nvSpPr>
        <p:spPr>
          <a:xfrm>
            <a:off x="8714013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EDE5138-1D5A-FD90-3491-B1886B5CE81D}"/>
              </a:ext>
            </a:extLst>
          </p:cNvPr>
          <p:cNvSpPr txBox="1"/>
          <p:nvPr/>
        </p:nvSpPr>
        <p:spPr>
          <a:xfrm>
            <a:off x="7741687" y="1350585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7B60D65-D80B-F6B2-CB10-703D13D9237D}"/>
              </a:ext>
            </a:extLst>
          </p:cNvPr>
          <p:cNvSpPr txBox="1"/>
          <p:nvPr/>
        </p:nvSpPr>
        <p:spPr>
          <a:xfrm>
            <a:off x="10037347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9D8DE0-3CC8-C8FB-5171-0D55BDC87781}"/>
              </a:ext>
            </a:extLst>
          </p:cNvPr>
          <p:cNvSpPr txBox="1"/>
          <p:nvPr/>
        </p:nvSpPr>
        <p:spPr>
          <a:xfrm>
            <a:off x="7008153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41E4269-A870-DE38-0B3F-F80335B859D3}"/>
              </a:ext>
            </a:extLst>
          </p:cNvPr>
          <p:cNvSpPr txBox="1"/>
          <p:nvPr/>
        </p:nvSpPr>
        <p:spPr>
          <a:xfrm>
            <a:off x="7322397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8CE0F22-7319-1E82-7482-1BD995182DB2}"/>
              </a:ext>
            </a:extLst>
          </p:cNvPr>
          <p:cNvSpPr txBox="1"/>
          <p:nvPr/>
        </p:nvSpPr>
        <p:spPr>
          <a:xfrm>
            <a:off x="6494175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8F7C3F6-FB7B-8009-1A04-A890158F8161}"/>
              </a:ext>
            </a:extLst>
          </p:cNvPr>
          <p:cNvSpPr txBox="1"/>
          <p:nvPr/>
        </p:nvSpPr>
        <p:spPr>
          <a:xfrm>
            <a:off x="8280559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6C5D347-C3EC-AD06-61C2-266E42A4EDA6}"/>
              </a:ext>
            </a:extLst>
          </p:cNvPr>
          <p:cNvSpPr txBox="1"/>
          <p:nvPr/>
        </p:nvSpPr>
        <p:spPr>
          <a:xfrm>
            <a:off x="9455892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96C4F3E-D3D1-EFF5-F3A9-1BEA595DFC04}"/>
              </a:ext>
            </a:extLst>
          </p:cNvPr>
          <p:cNvSpPr txBox="1"/>
          <p:nvPr/>
        </p:nvSpPr>
        <p:spPr>
          <a:xfrm>
            <a:off x="8747485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358D2D5-08D5-462C-053D-2B3E5E359D42}"/>
              </a:ext>
            </a:extLst>
          </p:cNvPr>
          <p:cNvSpPr txBox="1"/>
          <p:nvPr/>
        </p:nvSpPr>
        <p:spPr>
          <a:xfrm>
            <a:off x="7918263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D8EF70EF-C91C-B530-BD47-89BA386FE761}"/>
              </a:ext>
            </a:extLst>
          </p:cNvPr>
          <p:cNvSpPr txBox="1"/>
          <p:nvPr/>
        </p:nvSpPr>
        <p:spPr>
          <a:xfrm>
            <a:off x="9039553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箭头: 右 89">
            <a:extLst>
              <a:ext uri="{FF2B5EF4-FFF2-40B4-BE49-F238E27FC236}">
                <a16:creationId xmlns:a16="http://schemas.microsoft.com/office/drawing/2014/main" id="{41BCFD96-30AF-E523-AE26-A283E7388625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886A343-5CEB-BCBE-8136-0A2D7F8B0D28}"/>
              </a:ext>
            </a:extLst>
          </p:cNvPr>
          <p:cNvSpPr txBox="1"/>
          <p:nvPr/>
        </p:nvSpPr>
        <p:spPr>
          <a:xfrm>
            <a:off x="1952723" y="11473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E89468C7-8DA8-30FF-DFB4-7A1BF3EF09EB}"/>
              </a:ext>
            </a:extLst>
          </p:cNvPr>
          <p:cNvSpPr txBox="1"/>
          <p:nvPr/>
        </p:nvSpPr>
        <p:spPr>
          <a:xfrm>
            <a:off x="5187149" y="1176127"/>
            <a:ext cx="1159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无需调整</a:t>
            </a:r>
          </a:p>
        </p:txBody>
      </p:sp>
    </p:spTree>
    <p:extLst>
      <p:ext uri="{BB962C8B-B14F-4D97-AF65-F5344CB8AC3E}">
        <p14:creationId xmlns:p14="http://schemas.microsoft.com/office/powerpoint/2010/main" val="17938948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54A3-E1A9-9D10-A0F6-9A74C375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B9EF6ED-8311-A381-2E27-ECBB1A7CE744}"/>
              </a:ext>
            </a:extLst>
          </p:cNvPr>
          <p:cNvSpPr/>
          <p:nvPr/>
        </p:nvSpPr>
        <p:spPr>
          <a:xfrm>
            <a:off x="4333799" y="12660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754D705-52B1-87E1-BDD5-D2D01BDCF59B}"/>
              </a:ext>
            </a:extLst>
          </p:cNvPr>
          <p:cNvSpPr/>
          <p:nvPr/>
        </p:nvSpPr>
        <p:spPr>
          <a:xfrm>
            <a:off x="3159736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3A09D7C-B6F3-F72A-1DDF-A0BD21142192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843363" y="93422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363AF6-C576-730B-4716-41221E350875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892975" y="155056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ADA523DF-F95F-7DBD-B2D1-1871F501683E}"/>
              </a:ext>
            </a:extLst>
          </p:cNvPr>
          <p:cNvSpPr/>
          <p:nvPr/>
        </p:nvSpPr>
        <p:spPr>
          <a:xfrm>
            <a:off x="2608462" y="126604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6CCE536-0B32-0391-6939-83F4A4E8C4AD}"/>
              </a:ext>
            </a:extLst>
          </p:cNvPr>
          <p:cNvSpPr/>
          <p:nvPr/>
        </p:nvSpPr>
        <p:spPr>
          <a:xfrm>
            <a:off x="1886060" y="193047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A1F39C-3AC5-2A95-9E4E-D5F955EE630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892975" y="93422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D9C490-A131-DD03-140D-7A9770BC29F6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170573" y="155056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5EBA7F7-50EE-A36B-3214-C12AA72A3A02}"/>
              </a:ext>
            </a:extLst>
          </p:cNvPr>
          <p:cNvSpPr/>
          <p:nvPr/>
        </p:nvSpPr>
        <p:spPr>
          <a:xfrm>
            <a:off x="2796170" y="26707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74BF005-2554-D0C4-869C-C5D335B49C26}"/>
              </a:ext>
            </a:extLst>
          </p:cNvPr>
          <p:cNvSpPr/>
          <p:nvPr/>
        </p:nvSpPr>
        <p:spPr>
          <a:xfrm>
            <a:off x="4850762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09A5913-6B4B-3B76-159B-AA8171A20E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962834" y="221348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5CE080-7279-93BE-0033-E8F60A36F14C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618312" y="155056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615C05B-B2E0-F944-1C29-967044FAED81}"/>
              </a:ext>
            </a:extLst>
          </p:cNvPr>
          <p:cNvSpPr/>
          <p:nvPr/>
        </p:nvSpPr>
        <p:spPr>
          <a:xfrm>
            <a:off x="1376308" y="266694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3FEE807-4D57-1B42-9753-709B68A848B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542972" y="221498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75A209F0-D9A4-CEFD-B77C-2DB8C554F419}"/>
              </a:ext>
            </a:extLst>
          </p:cNvPr>
          <p:cNvSpPr/>
          <p:nvPr/>
        </p:nvSpPr>
        <p:spPr>
          <a:xfrm>
            <a:off x="3919108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81B5383-954C-AF13-5C2A-3EE7A289DC51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4085772" y="155056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4B56DAE-1C42-9B12-89FC-8F9DDA2BBD8E}"/>
              </a:ext>
            </a:extLst>
          </p:cNvPr>
          <p:cNvSpPr/>
          <p:nvPr/>
        </p:nvSpPr>
        <p:spPr>
          <a:xfrm>
            <a:off x="2197413" y="267220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0CAD690-3103-0BBA-5D5D-5939D12DFA7D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170573" y="221498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ABFD1CE8-F4ED-D602-2075-77EFC72BA75A}"/>
              </a:ext>
            </a:extLst>
          </p:cNvPr>
          <p:cNvSpPr/>
          <p:nvPr/>
        </p:nvSpPr>
        <p:spPr>
          <a:xfrm>
            <a:off x="3558850" y="649709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B5CABD2-2E80-9A5E-D9C2-51717340691D}"/>
              </a:ext>
            </a:extLst>
          </p:cNvPr>
          <p:cNvSpPr txBox="1"/>
          <p:nvPr/>
        </p:nvSpPr>
        <p:spPr>
          <a:xfrm>
            <a:off x="2575392" y="12634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50EC62E-42E7-EF1F-43D4-60D0B4E0ECB0}"/>
              </a:ext>
            </a:extLst>
          </p:cNvPr>
          <p:cNvSpPr txBox="1"/>
          <p:nvPr/>
        </p:nvSpPr>
        <p:spPr>
          <a:xfrm>
            <a:off x="4882184" y="19368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06B464E-1E85-64A8-F34C-23364D6BEF6C}"/>
              </a:ext>
            </a:extLst>
          </p:cNvPr>
          <p:cNvSpPr txBox="1"/>
          <p:nvPr/>
        </p:nvSpPr>
        <p:spPr>
          <a:xfrm>
            <a:off x="1852990" y="19252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A69F9F-9C54-84A8-CC0C-7AA5653C2CA5}"/>
              </a:ext>
            </a:extLst>
          </p:cNvPr>
          <p:cNvSpPr txBox="1"/>
          <p:nvPr/>
        </p:nvSpPr>
        <p:spPr>
          <a:xfrm>
            <a:off x="2167234" y="26707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4D41D7C-E4D9-3E82-8390-93D8182E6BE5}"/>
              </a:ext>
            </a:extLst>
          </p:cNvPr>
          <p:cNvSpPr txBox="1"/>
          <p:nvPr/>
        </p:nvSpPr>
        <p:spPr>
          <a:xfrm>
            <a:off x="1339012" y="266433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5FFDF1-E85B-576E-0A2F-E09CD1C070C9}"/>
              </a:ext>
            </a:extLst>
          </p:cNvPr>
          <p:cNvSpPr txBox="1"/>
          <p:nvPr/>
        </p:nvSpPr>
        <p:spPr>
          <a:xfrm>
            <a:off x="3125396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42239A7-CC87-0155-2A69-C99FAE12B556}"/>
              </a:ext>
            </a:extLst>
          </p:cNvPr>
          <p:cNvSpPr txBox="1"/>
          <p:nvPr/>
        </p:nvSpPr>
        <p:spPr>
          <a:xfrm>
            <a:off x="4300729" y="12634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39D5B52-C15F-D250-01C6-72A36EF2C1B6}"/>
              </a:ext>
            </a:extLst>
          </p:cNvPr>
          <p:cNvSpPr txBox="1"/>
          <p:nvPr/>
        </p:nvSpPr>
        <p:spPr>
          <a:xfrm>
            <a:off x="3579480" y="6497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07C6121-A15D-160C-C65A-270AD0E123E4}"/>
              </a:ext>
            </a:extLst>
          </p:cNvPr>
          <p:cNvSpPr txBox="1"/>
          <p:nvPr/>
        </p:nvSpPr>
        <p:spPr>
          <a:xfrm>
            <a:off x="2763100" y="26592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B928F0-1B39-EAF8-95C2-F58275DA06F1}"/>
              </a:ext>
            </a:extLst>
          </p:cNvPr>
          <p:cNvSpPr txBox="1"/>
          <p:nvPr/>
        </p:nvSpPr>
        <p:spPr>
          <a:xfrm>
            <a:off x="3884390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4B21EF-054B-1891-17DB-DDF70285012B}"/>
              </a:ext>
            </a:extLst>
          </p:cNvPr>
          <p:cNvSpPr txBox="1"/>
          <p:nvPr/>
        </p:nvSpPr>
        <p:spPr>
          <a:xfrm>
            <a:off x="3441706" y="38112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3A63778-A1E9-C789-6307-ACF6488619D3}"/>
              </a:ext>
            </a:extLst>
          </p:cNvPr>
          <p:cNvSpPr/>
          <p:nvPr/>
        </p:nvSpPr>
        <p:spPr>
          <a:xfrm>
            <a:off x="2234417" y="101522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68C8367-A575-EEC9-B11C-3536F2914989}"/>
              </a:ext>
            </a:extLst>
          </p:cNvPr>
          <p:cNvSpPr txBox="1"/>
          <p:nvPr/>
        </p:nvSpPr>
        <p:spPr>
          <a:xfrm>
            <a:off x="2204279" y="1028768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8B9147E6-CF72-FE08-8A4D-DDDDF7FFD7F5}"/>
              </a:ext>
            </a:extLst>
          </p:cNvPr>
          <p:cNvSpPr/>
          <p:nvPr/>
        </p:nvSpPr>
        <p:spPr>
          <a:xfrm>
            <a:off x="2355980" y="349073"/>
            <a:ext cx="1082351" cy="546666"/>
          </a:xfrm>
          <a:custGeom>
            <a:avLst/>
            <a:gdLst>
              <a:gd name="csX0" fmla="*/ 1082351 w 1082351"/>
              <a:gd name="csY0" fmla="*/ 341393 h 546666"/>
              <a:gd name="csX1" fmla="*/ 751114 w 1082351"/>
              <a:gd name="csY1" fmla="*/ 112793 h 546666"/>
              <a:gd name="csX2" fmla="*/ 228600 w 1082351"/>
              <a:gd name="csY2" fmla="*/ 24152 h 546666"/>
              <a:gd name="csX3" fmla="*/ 0 w 1082351"/>
              <a:gd name="csY3" fmla="*/ 546666 h 546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82351" h="546666">
                <a:moveTo>
                  <a:pt x="1082351" y="341393"/>
                </a:moveTo>
                <a:cubicBezTo>
                  <a:pt x="987878" y="253529"/>
                  <a:pt x="893406" y="165666"/>
                  <a:pt x="751114" y="112793"/>
                </a:cubicBezTo>
                <a:cubicBezTo>
                  <a:pt x="608822" y="59920"/>
                  <a:pt x="353786" y="-48160"/>
                  <a:pt x="228600" y="24152"/>
                </a:cubicBezTo>
                <a:cubicBezTo>
                  <a:pt x="103414" y="96464"/>
                  <a:pt x="51707" y="321565"/>
                  <a:pt x="0" y="546666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0525F4F9-8820-C9CE-E0FE-0AFF63D386F1}"/>
              </a:ext>
            </a:extLst>
          </p:cNvPr>
          <p:cNvSpPr/>
          <p:nvPr/>
        </p:nvSpPr>
        <p:spPr>
          <a:xfrm>
            <a:off x="3930470" y="41713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9BFEFA-AFD8-A98F-D850-3F1A23EC201E}"/>
              </a:ext>
            </a:extLst>
          </p:cNvPr>
          <p:cNvSpPr txBox="1"/>
          <p:nvPr/>
        </p:nvSpPr>
        <p:spPr>
          <a:xfrm>
            <a:off x="3905369" y="420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7879DB19-9CDF-3CAA-F662-E65937D29D4C}"/>
              </a:ext>
            </a:extLst>
          </p:cNvPr>
          <p:cNvSpPr/>
          <p:nvPr/>
        </p:nvSpPr>
        <p:spPr>
          <a:xfrm>
            <a:off x="3051110" y="811764"/>
            <a:ext cx="1139832" cy="639147"/>
          </a:xfrm>
          <a:custGeom>
            <a:avLst/>
            <a:gdLst>
              <a:gd name="csX0" fmla="*/ 0 w 1139832"/>
              <a:gd name="csY0" fmla="*/ 639147 h 639147"/>
              <a:gd name="csX1" fmla="*/ 993711 w 1139832"/>
              <a:gd name="csY1" fmla="*/ 527179 h 639147"/>
              <a:gd name="csX2" fmla="*/ 1115009 w 1139832"/>
              <a:gd name="csY2" fmla="*/ 0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39832" h="639147">
                <a:moveTo>
                  <a:pt x="0" y="639147"/>
                </a:moveTo>
                <a:cubicBezTo>
                  <a:pt x="403938" y="636425"/>
                  <a:pt x="807876" y="633703"/>
                  <a:pt x="993711" y="527179"/>
                </a:cubicBezTo>
                <a:cubicBezTo>
                  <a:pt x="1179546" y="420655"/>
                  <a:pt x="1147277" y="210327"/>
                  <a:pt x="1115009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6F6DC3A-A657-8B82-7F82-680C24FAB323}"/>
              </a:ext>
            </a:extLst>
          </p:cNvPr>
          <p:cNvSpPr/>
          <p:nvPr/>
        </p:nvSpPr>
        <p:spPr>
          <a:xfrm>
            <a:off x="1402232" y="16855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6A54068-7AD3-A02F-CEF4-5D67D31DF0D1}"/>
              </a:ext>
            </a:extLst>
          </p:cNvPr>
          <p:cNvSpPr txBox="1"/>
          <p:nvPr/>
        </p:nvSpPr>
        <p:spPr>
          <a:xfrm>
            <a:off x="1372094" y="1699077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7562F3E-3987-082C-AE1E-748694B1A80D}"/>
              </a:ext>
            </a:extLst>
          </p:cNvPr>
          <p:cNvSpPr/>
          <p:nvPr/>
        </p:nvSpPr>
        <p:spPr>
          <a:xfrm>
            <a:off x="836250" y="272117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B7A1C8B-4998-1685-060E-CAEE5C348C2A}"/>
              </a:ext>
            </a:extLst>
          </p:cNvPr>
          <p:cNvSpPr txBox="1"/>
          <p:nvPr/>
        </p:nvSpPr>
        <p:spPr>
          <a:xfrm>
            <a:off x="806112" y="2734715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865D75A-DCDC-C2D1-5DAF-E65152589DB5}"/>
              </a:ext>
            </a:extLst>
          </p:cNvPr>
          <p:cNvSpPr/>
          <p:nvPr/>
        </p:nvSpPr>
        <p:spPr>
          <a:xfrm>
            <a:off x="2299996" y="1707503"/>
            <a:ext cx="447870" cy="476412"/>
          </a:xfrm>
          <a:custGeom>
            <a:avLst/>
            <a:gdLst>
              <a:gd name="csX0" fmla="*/ 0 w 447870"/>
              <a:gd name="csY0" fmla="*/ 424542 h 476412"/>
              <a:gd name="csX1" fmla="*/ 270588 w 447870"/>
              <a:gd name="csY1" fmla="*/ 438538 h 476412"/>
              <a:gd name="csX2" fmla="*/ 447870 w 447870"/>
              <a:gd name="csY2" fmla="*/ 0 h 4764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7870" h="476412">
                <a:moveTo>
                  <a:pt x="0" y="424542"/>
                </a:moveTo>
                <a:cubicBezTo>
                  <a:pt x="97971" y="466918"/>
                  <a:pt x="195943" y="509295"/>
                  <a:pt x="270588" y="438538"/>
                </a:cubicBezTo>
                <a:cubicBezTo>
                  <a:pt x="345233" y="367781"/>
                  <a:pt x="396551" y="183890"/>
                  <a:pt x="447870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60683FA6-7A70-E1D7-C6A1-C9D0D89DDBFC}"/>
              </a:ext>
            </a:extLst>
          </p:cNvPr>
          <p:cNvSpPr/>
          <p:nvPr/>
        </p:nvSpPr>
        <p:spPr>
          <a:xfrm>
            <a:off x="1772817" y="2397968"/>
            <a:ext cx="256591" cy="536474"/>
          </a:xfrm>
          <a:custGeom>
            <a:avLst/>
            <a:gdLst>
              <a:gd name="csX0" fmla="*/ 0 w 256591"/>
              <a:gd name="csY0" fmla="*/ 461865 h 536474"/>
              <a:gd name="csX1" fmla="*/ 167951 w 256591"/>
              <a:gd name="csY1" fmla="*/ 499188 h 536474"/>
              <a:gd name="csX2" fmla="*/ 256591 w 256591"/>
              <a:gd name="csY2" fmla="*/ 0 h 536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56591" h="536474">
                <a:moveTo>
                  <a:pt x="0" y="461865"/>
                </a:moveTo>
                <a:cubicBezTo>
                  <a:pt x="62593" y="519015"/>
                  <a:pt x="125186" y="576165"/>
                  <a:pt x="167951" y="499188"/>
                </a:cubicBezTo>
                <a:cubicBezTo>
                  <a:pt x="210716" y="422211"/>
                  <a:pt x="233653" y="211105"/>
                  <a:pt x="256591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4053BA7-DF8E-D239-3054-D6A9354ADAE4}"/>
              </a:ext>
            </a:extLst>
          </p:cNvPr>
          <p:cNvSpPr/>
          <p:nvPr/>
        </p:nvSpPr>
        <p:spPr>
          <a:xfrm>
            <a:off x="1609531" y="1202961"/>
            <a:ext cx="564502" cy="359917"/>
          </a:xfrm>
          <a:custGeom>
            <a:avLst/>
            <a:gdLst>
              <a:gd name="csX0" fmla="*/ 564502 w 564502"/>
              <a:gd name="csY0" fmla="*/ 689 h 359917"/>
              <a:gd name="csX1" fmla="*/ 195943 w 564502"/>
              <a:gd name="csY1" fmla="*/ 56672 h 359917"/>
              <a:gd name="csX2" fmla="*/ 0 w 564502"/>
              <a:gd name="csY2" fmla="*/ 359917 h 359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4502" h="359917">
                <a:moveTo>
                  <a:pt x="564502" y="689"/>
                </a:moveTo>
                <a:cubicBezTo>
                  <a:pt x="427264" y="-1255"/>
                  <a:pt x="290027" y="-3199"/>
                  <a:pt x="195943" y="56672"/>
                </a:cubicBezTo>
                <a:cubicBezTo>
                  <a:pt x="101859" y="116543"/>
                  <a:pt x="50929" y="238230"/>
                  <a:pt x="0" y="35991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75A0A63-E5E5-E675-2DA9-2A4869B762CC}"/>
              </a:ext>
            </a:extLst>
          </p:cNvPr>
          <p:cNvSpPr/>
          <p:nvPr/>
        </p:nvSpPr>
        <p:spPr>
          <a:xfrm>
            <a:off x="989045" y="1931437"/>
            <a:ext cx="326572" cy="709127"/>
          </a:xfrm>
          <a:custGeom>
            <a:avLst/>
            <a:gdLst>
              <a:gd name="csX0" fmla="*/ 326572 w 326572"/>
              <a:gd name="csY0" fmla="*/ 0 h 709127"/>
              <a:gd name="csX1" fmla="*/ 65314 w 326572"/>
              <a:gd name="csY1" fmla="*/ 181947 h 709127"/>
              <a:gd name="csX2" fmla="*/ 0 w 326572"/>
              <a:gd name="csY2" fmla="*/ 709127 h 709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572" h="709127">
                <a:moveTo>
                  <a:pt x="326572" y="0"/>
                </a:moveTo>
                <a:cubicBezTo>
                  <a:pt x="223157" y="31879"/>
                  <a:pt x="119743" y="63759"/>
                  <a:pt x="65314" y="181947"/>
                </a:cubicBezTo>
                <a:cubicBezTo>
                  <a:pt x="10885" y="300135"/>
                  <a:pt x="5442" y="504631"/>
                  <a:pt x="0" y="70912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08B7B168-8FE7-CED2-EBAC-D180C70C25DD}"/>
              </a:ext>
            </a:extLst>
          </p:cNvPr>
          <p:cNvSpPr/>
          <p:nvPr/>
        </p:nvSpPr>
        <p:spPr>
          <a:xfrm>
            <a:off x="5706810" y="1534475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B283432C-3231-462E-3691-A8FE2EAC037C}"/>
              </a:ext>
            </a:extLst>
          </p:cNvPr>
          <p:cNvSpPr/>
          <p:nvPr/>
        </p:nvSpPr>
        <p:spPr>
          <a:xfrm>
            <a:off x="9852510" y="12783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FD95737C-52B7-D63D-856A-E7F294319B8F}"/>
              </a:ext>
            </a:extLst>
          </p:cNvPr>
          <p:cNvSpPr/>
          <p:nvPr/>
        </p:nvSpPr>
        <p:spPr>
          <a:xfrm>
            <a:off x="8678447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A96FA0A-0552-E1CF-2ACF-762EAB15AD9F}"/>
              </a:ext>
            </a:extLst>
          </p:cNvPr>
          <p:cNvCxnSpPr>
            <a:cxnSpLocks/>
            <a:stCxn id="79" idx="5"/>
            <a:endCxn id="61" idx="1"/>
          </p:cNvCxnSpPr>
          <p:nvPr/>
        </p:nvCxnSpPr>
        <p:spPr>
          <a:xfrm>
            <a:off x="9362074" y="94653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8576970-C640-133A-0E17-092710787DA0}"/>
              </a:ext>
            </a:extLst>
          </p:cNvPr>
          <p:cNvCxnSpPr>
            <a:cxnSpLocks/>
            <a:stCxn id="65" idx="5"/>
            <a:endCxn id="62" idx="0"/>
          </p:cNvCxnSpPr>
          <p:nvPr/>
        </p:nvCxnSpPr>
        <p:spPr>
          <a:xfrm>
            <a:off x="8411686" y="156287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98A5076D-40BC-6A65-C1CE-9D4A9E01964D}"/>
              </a:ext>
            </a:extLst>
          </p:cNvPr>
          <p:cNvSpPr/>
          <p:nvPr/>
        </p:nvSpPr>
        <p:spPr>
          <a:xfrm>
            <a:off x="8127173" y="127836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27C543-271F-54B0-7035-C470468B9ADF}"/>
              </a:ext>
            </a:extLst>
          </p:cNvPr>
          <p:cNvSpPr/>
          <p:nvPr/>
        </p:nvSpPr>
        <p:spPr>
          <a:xfrm>
            <a:off x="7404771" y="194278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DF5D01-5D5A-0C67-9DF9-2C702F77CAC6}"/>
              </a:ext>
            </a:extLst>
          </p:cNvPr>
          <p:cNvCxnSpPr>
            <a:stCxn id="79" idx="3"/>
            <a:endCxn id="65" idx="7"/>
          </p:cNvCxnSpPr>
          <p:nvPr/>
        </p:nvCxnSpPr>
        <p:spPr>
          <a:xfrm flipH="1">
            <a:off x="8411686" y="94653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A84FBAD-9058-744C-C117-5650EDBD8D43}"/>
              </a:ext>
            </a:extLst>
          </p:cNvPr>
          <p:cNvCxnSpPr>
            <a:cxnSpLocks/>
            <a:stCxn id="65" idx="3"/>
            <a:endCxn id="66" idx="7"/>
          </p:cNvCxnSpPr>
          <p:nvPr/>
        </p:nvCxnSpPr>
        <p:spPr>
          <a:xfrm flipH="1">
            <a:off x="7689284" y="156287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B4BC914F-FBF1-8707-2B92-755B27FCE473}"/>
              </a:ext>
            </a:extLst>
          </p:cNvPr>
          <p:cNvSpPr/>
          <p:nvPr/>
        </p:nvSpPr>
        <p:spPr>
          <a:xfrm>
            <a:off x="8314881" y="26830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7872AD8-7AA0-617D-E385-33984AE58569}"/>
              </a:ext>
            </a:extLst>
          </p:cNvPr>
          <p:cNvSpPr/>
          <p:nvPr/>
        </p:nvSpPr>
        <p:spPr>
          <a:xfrm>
            <a:off x="10369473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0EFE967-0692-723C-7717-38FE8697D590}"/>
              </a:ext>
            </a:extLst>
          </p:cNvPr>
          <p:cNvCxnSpPr>
            <a:cxnSpLocks/>
            <a:stCxn id="62" idx="3"/>
            <a:endCxn id="69" idx="0"/>
          </p:cNvCxnSpPr>
          <p:nvPr/>
        </p:nvCxnSpPr>
        <p:spPr>
          <a:xfrm flipH="1">
            <a:off x="8481545" y="222579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92BBEB2E-4A51-F241-CB6A-87C4A8D5CB3D}"/>
              </a:ext>
            </a:extLst>
          </p:cNvPr>
          <p:cNvCxnSpPr>
            <a:stCxn id="61" idx="5"/>
            <a:endCxn id="70" idx="1"/>
          </p:cNvCxnSpPr>
          <p:nvPr/>
        </p:nvCxnSpPr>
        <p:spPr>
          <a:xfrm>
            <a:off x="10137023" y="156287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957EF727-5CAF-0BCB-A23A-1438EBFC7526}"/>
              </a:ext>
            </a:extLst>
          </p:cNvPr>
          <p:cNvSpPr/>
          <p:nvPr/>
        </p:nvSpPr>
        <p:spPr>
          <a:xfrm>
            <a:off x="6895019" y="267926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C4EB5A36-E69C-D03F-AFCE-D996C6C3BCBE}"/>
              </a:ext>
            </a:extLst>
          </p:cNvPr>
          <p:cNvCxnSpPr>
            <a:stCxn id="66" idx="3"/>
            <a:endCxn id="73" idx="0"/>
          </p:cNvCxnSpPr>
          <p:nvPr/>
        </p:nvCxnSpPr>
        <p:spPr>
          <a:xfrm flipH="1">
            <a:off x="7061683" y="222730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FA8D8E44-6F1F-CA25-B9B6-BDC7D913D704}"/>
              </a:ext>
            </a:extLst>
          </p:cNvPr>
          <p:cNvSpPr/>
          <p:nvPr/>
        </p:nvSpPr>
        <p:spPr>
          <a:xfrm>
            <a:off x="9437819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3A95BA32-5254-8179-C27D-5A00196E2893}"/>
              </a:ext>
            </a:extLst>
          </p:cNvPr>
          <p:cNvCxnSpPr>
            <a:stCxn id="61" idx="3"/>
            <a:endCxn id="75" idx="0"/>
          </p:cNvCxnSpPr>
          <p:nvPr/>
        </p:nvCxnSpPr>
        <p:spPr>
          <a:xfrm flipH="1">
            <a:off x="9604483" y="156287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椭圆 76">
            <a:extLst>
              <a:ext uri="{FF2B5EF4-FFF2-40B4-BE49-F238E27FC236}">
                <a16:creationId xmlns:a16="http://schemas.microsoft.com/office/drawing/2014/main" id="{89BB640F-3E43-8890-6AAA-A7E3F61DC338}"/>
              </a:ext>
            </a:extLst>
          </p:cNvPr>
          <p:cNvSpPr/>
          <p:nvPr/>
        </p:nvSpPr>
        <p:spPr>
          <a:xfrm>
            <a:off x="7716124" y="26845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BCDD642B-A41D-001E-DFB3-1A1DF7978526}"/>
              </a:ext>
            </a:extLst>
          </p:cNvPr>
          <p:cNvCxnSpPr>
            <a:stCxn id="66" idx="5"/>
            <a:endCxn id="77" idx="0"/>
          </p:cNvCxnSpPr>
          <p:nvPr/>
        </p:nvCxnSpPr>
        <p:spPr>
          <a:xfrm>
            <a:off x="7689284" y="222730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826E4285-BA94-A125-E591-83C0097445DC}"/>
              </a:ext>
            </a:extLst>
          </p:cNvPr>
          <p:cNvSpPr/>
          <p:nvPr/>
        </p:nvSpPr>
        <p:spPr>
          <a:xfrm>
            <a:off x="9077561" y="6620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938BA2F-3480-DC26-706D-C93389D309A2}"/>
              </a:ext>
            </a:extLst>
          </p:cNvPr>
          <p:cNvSpPr txBox="1"/>
          <p:nvPr/>
        </p:nvSpPr>
        <p:spPr>
          <a:xfrm>
            <a:off x="8105235" y="127892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D40EA1B8-A20F-30FA-39FB-6AF1682D7907}"/>
              </a:ext>
            </a:extLst>
          </p:cNvPr>
          <p:cNvSpPr txBox="1"/>
          <p:nvPr/>
        </p:nvSpPr>
        <p:spPr>
          <a:xfrm>
            <a:off x="10400895" y="19492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446D147-E53A-DE65-F898-AA52A221715A}"/>
              </a:ext>
            </a:extLst>
          </p:cNvPr>
          <p:cNvSpPr txBox="1"/>
          <p:nvPr/>
        </p:nvSpPr>
        <p:spPr>
          <a:xfrm>
            <a:off x="7371701" y="19375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CDDF0DD-3895-8BAA-749C-0879A67AE735}"/>
              </a:ext>
            </a:extLst>
          </p:cNvPr>
          <p:cNvSpPr txBox="1"/>
          <p:nvPr/>
        </p:nvSpPr>
        <p:spPr>
          <a:xfrm>
            <a:off x="7685945" y="26830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7A5F0F5-CBFA-7D17-13C4-4D0A0298C5ED}"/>
              </a:ext>
            </a:extLst>
          </p:cNvPr>
          <p:cNvSpPr txBox="1"/>
          <p:nvPr/>
        </p:nvSpPr>
        <p:spPr>
          <a:xfrm>
            <a:off x="6904922" y="2683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71279453-9689-A661-34E4-9F1CDE2FB8D2}"/>
              </a:ext>
            </a:extLst>
          </p:cNvPr>
          <p:cNvSpPr txBox="1"/>
          <p:nvPr/>
        </p:nvSpPr>
        <p:spPr>
          <a:xfrm>
            <a:off x="8644107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3F687E3-0087-A241-F282-7113E9283FFC}"/>
              </a:ext>
            </a:extLst>
          </p:cNvPr>
          <p:cNvSpPr txBox="1"/>
          <p:nvPr/>
        </p:nvSpPr>
        <p:spPr>
          <a:xfrm>
            <a:off x="9819440" y="12757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A6A3F082-6595-133D-E9A9-4553F864B9AD}"/>
              </a:ext>
            </a:extLst>
          </p:cNvPr>
          <p:cNvSpPr txBox="1"/>
          <p:nvPr/>
        </p:nvSpPr>
        <p:spPr>
          <a:xfrm>
            <a:off x="9049713" y="64970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E722412-3DE7-34C1-9AA6-A9E99BD77D89}"/>
              </a:ext>
            </a:extLst>
          </p:cNvPr>
          <p:cNvSpPr txBox="1"/>
          <p:nvPr/>
        </p:nvSpPr>
        <p:spPr>
          <a:xfrm>
            <a:off x="8281811" y="26792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4F08A60-C462-B733-D53D-49861BB92A4E}"/>
              </a:ext>
            </a:extLst>
          </p:cNvPr>
          <p:cNvSpPr txBox="1"/>
          <p:nvPr/>
        </p:nvSpPr>
        <p:spPr>
          <a:xfrm>
            <a:off x="9403101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2442E33-86BC-50F4-A282-728BA8934DD8}"/>
              </a:ext>
            </a:extLst>
          </p:cNvPr>
          <p:cNvSpPr txBox="1"/>
          <p:nvPr/>
        </p:nvSpPr>
        <p:spPr>
          <a:xfrm>
            <a:off x="8620908" y="32364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建堆完毕</a:t>
            </a:r>
          </a:p>
        </p:txBody>
      </p:sp>
    </p:spTree>
    <p:extLst>
      <p:ext uri="{BB962C8B-B14F-4D97-AF65-F5344CB8AC3E}">
        <p14:creationId xmlns:p14="http://schemas.microsoft.com/office/powerpoint/2010/main" val="2942034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3AEA1-F79B-BD53-C5F3-D61F4139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6235D9F-4B63-826E-850E-6D061016384F}"/>
              </a:ext>
            </a:extLst>
          </p:cNvPr>
          <p:cNvSpPr txBox="1"/>
          <p:nvPr/>
        </p:nvSpPr>
        <p:spPr>
          <a:xfrm>
            <a:off x="2049517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7317E-2661-1CDC-0B29-3CA45EE82460}"/>
              </a:ext>
            </a:extLst>
          </p:cNvPr>
          <p:cNvSpPr txBox="1"/>
          <p:nvPr/>
        </p:nvSpPr>
        <p:spPr>
          <a:xfrm>
            <a:off x="1405384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88C8C-8B0B-7107-C382-E64374148367}"/>
              </a:ext>
            </a:extLst>
          </p:cNvPr>
          <p:cNvSpPr txBox="1"/>
          <p:nvPr/>
        </p:nvSpPr>
        <p:spPr>
          <a:xfrm>
            <a:off x="2666624" y="116214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02364CB-820F-BCA6-83EB-660F0C4E5068}"/>
              </a:ext>
            </a:extLst>
          </p:cNvPr>
          <p:cNvSpPr txBox="1"/>
          <p:nvPr/>
        </p:nvSpPr>
        <p:spPr>
          <a:xfrm>
            <a:off x="977062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2BFD9A1-F3AD-F58D-D763-D94C1525CB98}"/>
              </a:ext>
            </a:extLst>
          </p:cNvPr>
          <p:cNvCxnSpPr>
            <a:stCxn id="3" idx="2"/>
            <a:endCxn id="4" idx="0"/>
          </p:cNvCxnSpPr>
          <p:nvPr/>
        </p:nvCxnSpPr>
        <p:spPr>
          <a:xfrm flipH="1">
            <a:off x="1619545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05416AF-A39E-4070-D849-FBE90A9CD2F9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2263678" y="914369"/>
            <a:ext cx="55619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07DA2E7-FBCF-4CED-6F2F-71EE5FAE0A58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91223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5B599DA0-A35F-AFF4-FC6A-1392A68C012B}"/>
              </a:ext>
            </a:extLst>
          </p:cNvPr>
          <p:cNvSpPr txBox="1"/>
          <p:nvPr/>
        </p:nvSpPr>
        <p:spPr>
          <a:xfrm>
            <a:off x="4577814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7CB3209-1650-FCC6-AC39-77A32EF2B96A}"/>
              </a:ext>
            </a:extLst>
          </p:cNvPr>
          <p:cNvSpPr txBox="1"/>
          <p:nvPr/>
        </p:nvSpPr>
        <p:spPr>
          <a:xfrm>
            <a:off x="393368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B35E7F-CEC9-3A49-79C7-AFCBAB92D66D}"/>
              </a:ext>
            </a:extLst>
          </p:cNvPr>
          <p:cNvSpPr txBox="1"/>
          <p:nvPr/>
        </p:nvSpPr>
        <p:spPr>
          <a:xfrm>
            <a:off x="519492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60DB2C2-DE03-4F60-E208-AE53B5E5955D}"/>
              </a:ext>
            </a:extLst>
          </p:cNvPr>
          <p:cNvSpPr txBox="1"/>
          <p:nvPr/>
        </p:nvSpPr>
        <p:spPr>
          <a:xfrm>
            <a:off x="3505359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55</a:t>
            </a:r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38D13EF-01B4-F12A-E6FA-6EF7BD3527CF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 flipH="1">
            <a:off x="4147842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985126F-38E4-A624-926E-AC99004A9250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4791975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409742B-655D-CA28-5CE3-7C5C251AB755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 flipH="1">
            <a:off x="3719520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1C1387DA-57AD-306A-3AF7-C9230EFD1122}"/>
              </a:ext>
            </a:extLst>
          </p:cNvPr>
          <p:cNvSpPr txBox="1"/>
          <p:nvPr/>
        </p:nvSpPr>
        <p:spPr>
          <a:xfrm>
            <a:off x="425574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70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DE2ADB0-DCDA-3482-C4D5-7AA6CD5574C2}"/>
              </a:ext>
            </a:extLst>
          </p:cNvPr>
          <p:cNvSpPr txBox="1"/>
          <p:nvPr/>
        </p:nvSpPr>
        <p:spPr>
          <a:xfrm>
            <a:off x="4937018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53D8EBA-ED2C-97BA-C1E5-498EF5F1EBBD}"/>
              </a:ext>
            </a:extLst>
          </p:cNvPr>
          <p:cNvCxnSpPr>
            <a:cxnSpLocks/>
            <a:stCxn id="16" idx="2"/>
            <a:endCxn id="23" idx="0"/>
          </p:cNvCxnSpPr>
          <p:nvPr/>
        </p:nvCxnSpPr>
        <p:spPr>
          <a:xfrm>
            <a:off x="4147842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07291A8-8925-ECE4-DAA3-3E77D505A4F5}"/>
              </a:ext>
            </a:extLst>
          </p:cNvPr>
          <p:cNvCxnSpPr>
            <a:cxnSpLocks/>
            <a:stCxn id="17" idx="2"/>
            <a:endCxn id="25" idx="0"/>
          </p:cNvCxnSpPr>
          <p:nvPr/>
        </p:nvCxnSpPr>
        <p:spPr>
          <a:xfrm flipH="1">
            <a:off x="5151179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36CB81EA-4BCE-6B41-E0E7-7C58154BEE1C}"/>
              </a:ext>
            </a:extLst>
          </p:cNvPr>
          <p:cNvSpPr txBox="1"/>
          <p:nvPr/>
        </p:nvSpPr>
        <p:spPr>
          <a:xfrm>
            <a:off x="7106111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F32E6A2-DD2A-0735-81F8-862FA255EDD6}"/>
              </a:ext>
            </a:extLst>
          </p:cNvPr>
          <p:cNvSpPr txBox="1"/>
          <p:nvPr/>
        </p:nvSpPr>
        <p:spPr>
          <a:xfrm>
            <a:off x="646197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728C6C7-A43E-47BE-7DFD-5653132D27A1}"/>
              </a:ext>
            </a:extLst>
          </p:cNvPr>
          <p:cNvSpPr txBox="1"/>
          <p:nvPr/>
        </p:nvSpPr>
        <p:spPr>
          <a:xfrm>
            <a:off x="772321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14DD6DC5-8DD8-EE3B-028A-302A6790818B}"/>
              </a:ext>
            </a:extLst>
          </p:cNvPr>
          <p:cNvSpPr txBox="1"/>
          <p:nvPr/>
        </p:nvSpPr>
        <p:spPr>
          <a:xfrm>
            <a:off x="6033656" y="18333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6AA57AF-5100-64BC-C397-2B075BE9DE0D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 flipH="1">
            <a:off x="6676139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F1A434-AE71-006D-7618-A2CAF26DD7FA}"/>
              </a:ext>
            </a:extLst>
          </p:cNvPr>
          <p:cNvCxnSpPr>
            <a:cxnSpLocks/>
            <a:stCxn id="32" idx="2"/>
            <a:endCxn id="34" idx="0"/>
          </p:cNvCxnSpPr>
          <p:nvPr/>
        </p:nvCxnSpPr>
        <p:spPr>
          <a:xfrm>
            <a:off x="7320272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A02352C-7A9D-F0B9-ABF6-0FC8422F578C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 flipH="1">
            <a:off x="6186903" y="1531476"/>
            <a:ext cx="48923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2C89B565-FE74-809C-3B56-ED311EA417EC}"/>
              </a:ext>
            </a:extLst>
          </p:cNvPr>
          <p:cNvSpPr txBox="1"/>
          <p:nvPr/>
        </p:nvSpPr>
        <p:spPr>
          <a:xfrm>
            <a:off x="6784044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29DBF750-E068-A086-CF48-10079B14BD6C}"/>
              </a:ext>
            </a:extLst>
          </p:cNvPr>
          <p:cNvSpPr txBox="1"/>
          <p:nvPr/>
        </p:nvSpPr>
        <p:spPr>
          <a:xfrm>
            <a:off x="746531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951E84C3-BED8-A0E8-EA18-01E273E1D0B1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>
            <a:off x="6676139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440B228-B596-DBAC-C08E-6D524336A4FE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>
          <a:xfrm flipH="1">
            <a:off x="7679476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E461AA6-55CF-9C8B-AFA6-3E583D371FF4}"/>
              </a:ext>
            </a:extLst>
          </p:cNvPr>
          <p:cNvSpPr txBox="1"/>
          <p:nvPr/>
        </p:nvSpPr>
        <p:spPr>
          <a:xfrm>
            <a:off x="9842752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56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DAEED3C-D8FB-ADA9-9F53-0DBAAEC20509}"/>
              </a:ext>
            </a:extLst>
          </p:cNvPr>
          <p:cNvSpPr txBox="1"/>
          <p:nvPr/>
        </p:nvSpPr>
        <p:spPr>
          <a:xfrm>
            <a:off x="919861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38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5596AFAC-269C-F52C-6828-97D9BBC0EDFA}"/>
              </a:ext>
            </a:extLst>
          </p:cNvPr>
          <p:cNvSpPr txBox="1"/>
          <p:nvPr/>
        </p:nvSpPr>
        <p:spPr>
          <a:xfrm>
            <a:off x="1045985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6874AB6-3829-EE9A-A8A8-42723B50F327}"/>
              </a:ext>
            </a:extLst>
          </p:cNvPr>
          <p:cNvSpPr txBox="1"/>
          <p:nvPr/>
        </p:nvSpPr>
        <p:spPr>
          <a:xfrm>
            <a:off x="877029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9F5E175-850C-BCEE-1E01-D95F59B7907A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flipH="1">
            <a:off x="9412780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CEC6531-5F9F-B17C-45DE-09EF1BB7CB62}"/>
              </a:ext>
            </a:extLst>
          </p:cNvPr>
          <p:cNvCxnSpPr>
            <a:cxnSpLocks/>
            <a:stCxn id="43" idx="2"/>
            <a:endCxn id="45" idx="0"/>
          </p:cNvCxnSpPr>
          <p:nvPr/>
        </p:nvCxnSpPr>
        <p:spPr>
          <a:xfrm>
            <a:off x="10056913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DC4B92E-0B62-53DE-A414-6ECAEB15DEEB}"/>
              </a:ext>
            </a:extLst>
          </p:cNvPr>
          <p:cNvCxnSpPr>
            <a:cxnSpLocks/>
            <a:stCxn id="44" idx="2"/>
            <a:endCxn id="46" idx="0"/>
          </p:cNvCxnSpPr>
          <p:nvPr/>
        </p:nvCxnSpPr>
        <p:spPr>
          <a:xfrm flipH="1">
            <a:off x="8984458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1251A95A-730B-B9EA-0C45-5FB853427ADA}"/>
              </a:ext>
            </a:extLst>
          </p:cNvPr>
          <p:cNvSpPr txBox="1"/>
          <p:nvPr/>
        </p:nvSpPr>
        <p:spPr>
          <a:xfrm>
            <a:off x="952068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D8AA165-8961-4668-96BB-4568512FDCE6}"/>
              </a:ext>
            </a:extLst>
          </p:cNvPr>
          <p:cNvSpPr txBox="1"/>
          <p:nvPr/>
        </p:nvSpPr>
        <p:spPr>
          <a:xfrm>
            <a:off x="10201956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59B2C54-54C4-DD13-9973-E0D325F2A0EB}"/>
              </a:ext>
            </a:extLst>
          </p:cNvPr>
          <p:cNvCxnSpPr>
            <a:cxnSpLocks/>
            <a:stCxn id="44" idx="2"/>
            <a:endCxn id="50" idx="0"/>
          </p:cNvCxnSpPr>
          <p:nvPr/>
        </p:nvCxnSpPr>
        <p:spPr>
          <a:xfrm>
            <a:off x="9412780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71F87E1-C899-E4E1-7773-D7F011AE7085}"/>
              </a:ext>
            </a:extLst>
          </p:cNvPr>
          <p:cNvCxnSpPr>
            <a:cxnSpLocks/>
            <a:stCxn id="45" idx="2"/>
            <a:endCxn id="51" idx="0"/>
          </p:cNvCxnSpPr>
          <p:nvPr/>
        </p:nvCxnSpPr>
        <p:spPr>
          <a:xfrm flipH="1">
            <a:off x="10416117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A18D041E-1E27-B4B0-9E1B-EB49E8FFA968}"/>
              </a:ext>
            </a:extLst>
          </p:cNvPr>
          <p:cNvSpPr txBox="1"/>
          <p:nvPr/>
        </p:nvSpPr>
        <p:spPr>
          <a:xfrm>
            <a:off x="2049517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50</a:t>
            </a:r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2D704B6-7979-71BE-62BC-34E11D2B5775}"/>
              </a:ext>
            </a:extLst>
          </p:cNvPr>
          <p:cNvSpPr txBox="1"/>
          <p:nvPr/>
        </p:nvSpPr>
        <p:spPr>
          <a:xfrm>
            <a:off x="140538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73</a:t>
            </a:r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B1E0F05-992D-FAC4-1C29-C9C6806AEC04}"/>
              </a:ext>
            </a:extLst>
          </p:cNvPr>
          <p:cNvSpPr txBox="1"/>
          <p:nvPr/>
        </p:nvSpPr>
        <p:spPr>
          <a:xfrm>
            <a:off x="266662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2E8FCA-3441-56AB-BDD8-3DF49EE4A33B}"/>
              </a:ext>
            </a:extLst>
          </p:cNvPr>
          <p:cNvSpPr txBox="1"/>
          <p:nvPr/>
        </p:nvSpPr>
        <p:spPr>
          <a:xfrm>
            <a:off x="97706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80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0793476-C001-37B2-7DBF-3752C3475CE8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1619545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41A95A0-759B-F812-5026-C8867B4F88C6}"/>
              </a:ext>
            </a:extLst>
          </p:cNvPr>
          <p:cNvCxnSpPr>
            <a:cxnSpLocks/>
            <a:stCxn id="57" idx="2"/>
            <a:endCxn id="59" idx="0"/>
          </p:cNvCxnSpPr>
          <p:nvPr/>
        </p:nvCxnSpPr>
        <p:spPr>
          <a:xfrm>
            <a:off x="2263678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56DFC-BFD4-A74C-214F-00A4F18F17EE}"/>
              </a:ext>
            </a:extLst>
          </p:cNvPr>
          <p:cNvCxnSpPr>
            <a:cxnSpLocks/>
            <a:stCxn id="58" idx="2"/>
            <a:endCxn id="60" idx="0"/>
          </p:cNvCxnSpPr>
          <p:nvPr/>
        </p:nvCxnSpPr>
        <p:spPr>
          <a:xfrm flipH="1">
            <a:off x="1191223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9C754BB-09B0-B4DD-59CE-8E0FE46CDBC0}"/>
              </a:ext>
            </a:extLst>
          </p:cNvPr>
          <p:cNvSpPr txBox="1"/>
          <p:nvPr/>
        </p:nvSpPr>
        <p:spPr>
          <a:xfrm>
            <a:off x="1674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421200E-4D24-5E40-165A-1B38A851EBD6}"/>
              </a:ext>
            </a:extLst>
          </p:cNvPr>
          <p:cNvCxnSpPr>
            <a:cxnSpLocks/>
            <a:stCxn id="58" idx="2"/>
            <a:endCxn id="65" idx="0"/>
          </p:cNvCxnSpPr>
          <p:nvPr/>
        </p:nvCxnSpPr>
        <p:spPr>
          <a:xfrm>
            <a:off x="1619545" y="3798332"/>
            <a:ext cx="269115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5231BDB7-50E5-CE04-6149-058B1B81F08C}"/>
              </a:ext>
            </a:extLst>
          </p:cNvPr>
          <p:cNvSpPr txBox="1"/>
          <p:nvPr/>
        </p:nvSpPr>
        <p:spPr>
          <a:xfrm>
            <a:off x="4636931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2F1689AE-8793-9467-DCE0-4B079DC126C6}"/>
              </a:ext>
            </a:extLst>
          </p:cNvPr>
          <p:cNvSpPr txBox="1"/>
          <p:nvPr/>
        </p:nvSpPr>
        <p:spPr>
          <a:xfrm>
            <a:off x="399279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EB3A7D0-080A-623C-88D0-343AE265BDA5}"/>
              </a:ext>
            </a:extLst>
          </p:cNvPr>
          <p:cNvSpPr txBox="1"/>
          <p:nvPr/>
        </p:nvSpPr>
        <p:spPr>
          <a:xfrm>
            <a:off x="525403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0901EC6-5A26-EFA2-7B9F-BA96BED7C9A3}"/>
              </a:ext>
            </a:extLst>
          </p:cNvPr>
          <p:cNvSpPr txBox="1"/>
          <p:nvPr/>
        </p:nvSpPr>
        <p:spPr>
          <a:xfrm>
            <a:off x="356447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31D0AA3-D2CB-F5BD-C92B-9A1B12229562}"/>
              </a:ext>
            </a:extLst>
          </p:cNvPr>
          <p:cNvCxnSpPr>
            <a:stCxn id="69" idx="2"/>
            <a:endCxn id="70" idx="0"/>
          </p:cNvCxnSpPr>
          <p:nvPr/>
        </p:nvCxnSpPr>
        <p:spPr>
          <a:xfrm flipH="1">
            <a:off x="4206959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2ED4A5B2-8B70-AF0D-A1F7-B302F86DDBFA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>
            <a:off x="4851092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75865EA-CD36-737B-D0CF-E5D433E1697D}"/>
              </a:ext>
            </a:extLst>
          </p:cNvPr>
          <p:cNvCxnSpPr>
            <a:cxnSpLocks/>
            <a:stCxn id="70" idx="2"/>
            <a:endCxn id="72" idx="0"/>
          </p:cNvCxnSpPr>
          <p:nvPr/>
        </p:nvCxnSpPr>
        <p:spPr>
          <a:xfrm flipH="1">
            <a:off x="3778637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7F964EA0-233D-4BBC-FA53-B293380B011A}"/>
              </a:ext>
            </a:extLst>
          </p:cNvPr>
          <p:cNvSpPr txBox="1"/>
          <p:nvPr/>
        </p:nvSpPr>
        <p:spPr>
          <a:xfrm>
            <a:off x="4314864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E5BB3088-6939-CDA6-A91F-4F55C4C0A872}"/>
              </a:ext>
            </a:extLst>
          </p:cNvPr>
          <p:cNvSpPr txBox="1"/>
          <p:nvPr/>
        </p:nvSpPr>
        <p:spPr>
          <a:xfrm>
            <a:off x="499613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59FA95F-A82B-B1CF-CE8E-A0443022BDF1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>
            <a:off x="4206959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4D87EFD2-1565-CAF9-31DC-772D63FC59AA}"/>
              </a:ext>
            </a:extLst>
          </p:cNvPr>
          <p:cNvCxnSpPr>
            <a:cxnSpLocks/>
            <a:stCxn id="71" idx="2"/>
            <a:endCxn id="77" idx="0"/>
          </p:cNvCxnSpPr>
          <p:nvPr/>
        </p:nvCxnSpPr>
        <p:spPr>
          <a:xfrm flipH="1">
            <a:off x="5210296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A20FA38E-EE31-E8FC-29BB-6D5870215485}"/>
              </a:ext>
            </a:extLst>
          </p:cNvPr>
          <p:cNvSpPr txBox="1"/>
          <p:nvPr/>
        </p:nvSpPr>
        <p:spPr>
          <a:xfrm>
            <a:off x="7153775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DC3D518-934E-5A13-B0EA-42E0E7D74BF9}"/>
              </a:ext>
            </a:extLst>
          </p:cNvPr>
          <p:cNvSpPr txBox="1"/>
          <p:nvPr/>
        </p:nvSpPr>
        <p:spPr>
          <a:xfrm>
            <a:off x="650964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58</a:t>
            </a:r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34B3F89-6988-C38D-3CF9-3169BA5FCE3A}"/>
              </a:ext>
            </a:extLst>
          </p:cNvPr>
          <p:cNvSpPr txBox="1"/>
          <p:nvPr/>
        </p:nvSpPr>
        <p:spPr>
          <a:xfrm>
            <a:off x="777088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CFFBF86E-EB07-C30F-D979-A4B11FDFB323}"/>
              </a:ext>
            </a:extLst>
          </p:cNvPr>
          <p:cNvSpPr txBox="1"/>
          <p:nvPr/>
        </p:nvSpPr>
        <p:spPr>
          <a:xfrm>
            <a:off x="6081320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BF64668-E5D7-3627-0A63-9BBEA4AEDEEF}"/>
              </a:ext>
            </a:extLst>
          </p:cNvPr>
          <p:cNvCxnSpPr>
            <a:stCxn id="80" idx="2"/>
            <a:endCxn id="81" idx="0"/>
          </p:cNvCxnSpPr>
          <p:nvPr/>
        </p:nvCxnSpPr>
        <p:spPr>
          <a:xfrm flipH="1">
            <a:off x="6723803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F7F10F6-6E74-EE9B-513E-AA96AACE4399}"/>
              </a:ext>
            </a:extLst>
          </p:cNvPr>
          <p:cNvCxnSpPr>
            <a:cxnSpLocks/>
            <a:stCxn id="80" idx="2"/>
            <a:endCxn id="82" idx="0"/>
          </p:cNvCxnSpPr>
          <p:nvPr/>
        </p:nvCxnSpPr>
        <p:spPr>
          <a:xfrm>
            <a:off x="7367936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4E3EDD3-933A-EAA2-207D-8DBFC1BD528A}"/>
              </a:ext>
            </a:extLst>
          </p:cNvPr>
          <p:cNvCxnSpPr>
            <a:cxnSpLocks/>
            <a:stCxn id="81" idx="2"/>
            <a:endCxn id="83" idx="0"/>
          </p:cNvCxnSpPr>
          <p:nvPr/>
        </p:nvCxnSpPr>
        <p:spPr>
          <a:xfrm flipH="1">
            <a:off x="6295481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8169F842-D972-7AEC-E60D-874DD316D812}"/>
              </a:ext>
            </a:extLst>
          </p:cNvPr>
          <p:cNvSpPr txBox="1"/>
          <p:nvPr/>
        </p:nvSpPr>
        <p:spPr>
          <a:xfrm>
            <a:off x="6831708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76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6323C73-2532-D7F6-42A8-BE3965E8F5BF}"/>
              </a:ext>
            </a:extLst>
          </p:cNvPr>
          <p:cNvSpPr txBox="1"/>
          <p:nvPr/>
        </p:nvSpPr>
        <p:spPr>
          <a:xfrm>
            <a:off x="751297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45</a:t>
            </a:r>
            <a:endParaRPr lang="zh-CN" altLang="en-US"/>
          </a:p>
        </p:txBody>
      </p: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81234F5-E966-327C-132E-D4A9A0734B18}"/>
              </a:ext>
            </a:extLst>
          </p:cNvPr>
          <p:cNvCxnSpPr>
            <a:cxnSpLocks/>
            <a:stCxn id="81" idx="2"/>
            <a:endCxn id="87" idx="0"/>
          </p:cNvCxnSpPr>
          <p:nvPr/>
        </p:nvCxnSpPr>
        <p:spPr>
          <a:xfrm>
            <a:off x="6723803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188B0F8-46A1-8F36-DBEA-A017FFA6540E}"/>
              </a:ext>
            </a:extLst>
          </p:cNvPr>
          <p:cNvCxnSpPr>
            <a:cxnSpLocks/>
            <a:stCxn id="82" idx="2"/>
            <a:endCxn id="88" idx="0"/>
          </p:cNvCxnSpPr>
          <p:nvPr/>
        </p:nvCxnSpPr>
        <p:spPr>
          <a:xfrm flipH="1">
            <a:off x="7727140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FC72F86-0D9B-52BC-6074-86B3BFE4FF5C}"/>
              </a:ext>
            </a:extLst>
          </p:cNvPr>
          <p:cNvSpPr txBox="1"/>
          <p:nvPr/>
        </p:nvSpPr>
        <p:spPr>
          <a:xfrm>
            <a:off x="804395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B20F04D-52A1-3ACF-4AF7-DAEE5EAD4C1C}"/>
              </a:ext>
            </a:extLst>
          </p:cNvPr>
          <p:cNvCxnSpPr>
            <a:cxnSpLocks/>
            <a:stCxn id="82" idx="2"/>
            <a:endCxn id="92" idx="0"/>
          </p:cNvCxnSpPr>
          <p:nvPr/>
        </p:nvCxnSpPr>
        <p:spPr>
          <a:xfrm>
            <a:off x="7985043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DC8087-D50B-5E0B-DFF2-57C2ACFA1A69}"/>
              </a:ext>
            </a:extLst>
          </p:cNvPr>
          <p:cNvSpPr txBox="1"/>
          <p:nvPr/>
        </p:nvSpPr>
        <p:spPr>
          <a:xfrm>
            <a:off x="9928322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A6FD9A46-D4F0-E5C4-2C8E-3893B6933643}"/>
              </a:ext>
            </a:extLst>
          </p:cNvPr>
          <p:cNvSpPr txBox="1"/>
          <p:nvPr/>
        </p:nvSpPr>
        <p:spPr>
          <a:xfrm>
            <a:off x="928418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7A024FCC-A0E9-1393-58CD-44AC20E5B4F5}"/>
              </a:ext>
            </a:extLst>
          </p:cNvPr>
          <p:cNvSpPr txBox="1"/>
          <p:nvPr/>
        </p:nvSpPr>
        <p:spPr>
          <a:xfrm>
            <a:off x="1054542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C98888D-8E36-29F1-91F5-6975A9E98E59}"/>
              </a:ext>
            </a:extLst>
          </p:cNvPr>
          <p:cNvSpPr txBox="1"/>
          <p:nvPr/>
        </p:nvSpPr>
        <p:spPr>
          <a:xfrm>
            <a:off x="8855867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DE4D74-7001-D5DB-67DC-EAC56217F10A}"/>
              </a:ext>
            </a:extLst>
          </p:cNvPr>
          <p:cNvCxnSpPr>
            <a:stCxn id="97" idx="2"/>
            <a:endCxn id="98" idx="0"/>
          </p:cNvCxnSpPr>
          <p:nvPr/>
        </p:nvCxnSpPr>
        <p:spPr>
          <a:xfrm flipH="1">
            <a:off x="9498350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32F6ED4A-47CB-CBA1-DEC5-DF30B2656725}"/>
              </a:ext>
            </a:extLst>
          </p:cNvPr>
          <p:cNvCxnSpPr>
            <a:cxnSpLocks/>
            <a:stCxn id="97" idx="2"/>
            <a:endCxn id="99" idx="0"/>
          </p:cNvCxnSpPr>
          <p:nvPr/>
        </p:nvCxnSpPr>
        <p:spPr>
          <a:xfrm>
            <a:off x="10142483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1BCAFE91-02AB-38A6-D3CF-8BA8EECAB4AF}"/>
              </a:ext>
            </a:extLst>
          </p:cNvPr>
          <p:cNvCxnSpPr>
            <a:cxnSpLocks/>
            <a:stCxn id="98" idx="2"/>
            <a:endCxn id="100" idx="0"/>
          </p:cNvCxnSpPr>
          <p:nvPr/>
        </p:nvCxnSpPr>
        <p:spPr>
          <a:xfrm flipH="1">
            <a:off x="9070028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9D700476-CD4D-D867-5067-F05ABE652AF4}"/>
              </a:ext>
            </a:extLst>
          </p:cNvPr>
          <p:cNvSpPr txBox="1"/>
          <p:nvPr/>
        </p:nvSpPr>
        <p:spPr>
          <a:xfrm>
            <a:off x="960625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C2F8CCA-0859-37D9-7614-09986E608C3C}"/>
              </a:ext>
            </a:extLst>
          </p:cNvPr>
          <p:cNvSpPr txBox="1"/>
          <p:nvPr/>
        </p:nvSpPr>
        <p:spPr>
          <a:xfrm>
            <a:off x="1028752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0DC510E-D111-A6D9-A262-D56486452941}"/>
              </a:ext>
            </a:extLst>
          </p:cNvPr>
          <p:cNvCxnSpPr>
            <a:cxnSpLocks/>
            <a:stCxn id="98" idx="2"/>
            <a:endCxn id="104" idx="0"/>
          </p:cNvCxnSpPr>
          <p:nvPr/>
        </p:nvCxnSpPr>
        <p:spPr>
          <a:xfrm>
            <a:off x="9498350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7E8B909-968A-BCBD-86ED-3E94942F4760}"/>
              </a:ext>
            </a:extLst>
          </p:cNvPr>
          <p:cNvCxnSpPr>
            <a:cxnSpLocks/>
            <a:stCxn id="99" idx="2"/>
            <a:endCxn id="105" idx="0"/>
          </p:cNvCxnSpPr>
          <p:nvPr/>
        </p:nvCxnSpPr>
        <p:spPr>
          <a:xfrm flipH="1">
            <a:off x="10501687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D206305-ACCA-9D3E-994E-C3DF65A9FE54}"/>
              </a:ext>
            </a:extLst>
          </p:cNvPr>
          <p:cNvSpPr txBox="1"/>
          <p:nvPr/>
        </p:nvSpPr>
        <p:spPr>
          <a:xfrm>
            <a:off x="10818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72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49F41E64-AFA0-A20D-04B4-962B6FF9EAFE}"/>
              </a:ext>
            </a:extLst>
          </p:cNvPr>
          <p:cNvCxnSpPr>
            <a:cxnSpLocks/>
            <a:stCxn id="99" idx="2"/>
            <a:endCxn id="108" idx="0"/>
          </p:cNvCxnSpPr>
          <p:nvPr/>
        </p:nvCxnSpPr>
        <p:spPr>
          <a:xfrm>
            <a:off x="10759590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7F194A6-D757-0165-7B7E-08A123175920}"/>
              </a:ext>
            </a:extLst>
          </p:cNvPr>
          <p:cNvSpPr txBox="1"/>
          <p:nvPr/>
        </p:nvSpPr>
        <p:spPr>
          <a:xfrm>
            <a:off x="1765328" y="2156295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C24C4785-56DB-8A27-28F6-B147595DA1B0}"/>
              </a:ext>
            </a:extLst>
          </p:cNvPr>
          <p:cNvSpPr txBox="1"/>
          <p:nvPr/>
        </p:nvSpPr>
        <p:spPr>
          <a:xfrm>
            <a:off x="4332024" y="2183323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2842B957-CBD7-D13D-20F9-F752F567F727}"/>
              </a:ext>
            </a:extLst>
          </p:cNvPr>
          <p:cNvSpPr txBox="1"/>
          <p:nvPr/>
        </p:nvSpPr>
        <p:spPr>
          <a:xfrm>
            <a:off x="1754102" y="4571267"/>
            <a:ext cx="8306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94A2EFB-9259-389D-49B3-3B25F40DC0DC}"/>
              </a:ext>
            </a:extLst>
          </p:cNvPr>
          <p:cNvSpPr txBox="1"/>
          <p:nvPr/>
        </p:nvSpPr>
        <p:spPr>
          <a:xfrm>
            <a:off x="4310017" y="46245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84918A5-8041-04AC-98F7-608505441515}"/>
              </a:ext>
            </a:extLst>
          </p:cNvPr>
          <p:cNvSpPr txBox="1"/>
          <p:nvPr/>
        </p:nvSpPr>
        <p:spPr>
          <a:xfrm>
            <a:off x="6904266" y="2202637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B8CA9A32-587C-D060-A746-7F32ED77A690}"/>
              </a:ext>
            </a:extLst>
          </p:cNvPr>
          <p:cNvSpPr txBox="1"/>
          <p:nvPr/>
        </p:nvSpPr>
        <p:spPr>
          <a:xfrm>
            <a:off x="9675919" y="2202637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4207E175-A862-ECAE-2E78-45346EC12EB1}"/>
              </a:ext>
            </a:extLst>
          </p:cNvPr>
          <p:cNvSpPr txBox="1"/>
          <p:nvPr/>
        </p:nvSpPr>
        <p:spPr>
          <a:xfrm>
            <a:off x="6933361" y="4678639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4E686F16-3945-C426-317F-FAFFABB3FB51}"/>
              </a:ext>
            </a:extLst>
          </p:cNvPr>
          <p:cNvSpPr txBox="1"/>
          <p:nvPr/>
        </p:nvSpPr>
        <p:spPr>
          <a:xfrm>
            <a:off x="9743854" y="465536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H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4999669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77853-C244-0FBF-4CE2-730A93062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8F882F-523C-918A-4411-0EC18F19768F}"/>
              </a:ext>
            </a:extLst>
          </p:cNvPr>
          <p:cNvSpPr/>
          <p:nvPr/>
        </p:nvSpPr>
        <p:spPr>
          <a:xfrm>
            <a:off x="5839060" y="13909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55D9CE-3663-284D-2A00-9E8716BD36C3}"/>
              </a:ext>
            </a:extLst>
          </p:cNvPr>
          <p:cNvSpPr/>
          <p:nvPr/>
        </p:nvSpPr>
        <p:spPr>
          <a:xfrm>
            <a:off x="4664997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AD1C9DE-6447-6BC7-9A4D-F4F5CBE0D05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5348624" y="10591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2A0EA98-1078-AF2D-2640-5C8A33F7E22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4398236" y="16754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54A0CCC5-1599-A529-56EF-7CE50FDE4B5E}"/>
              </a:ext>
            </a:extLst>
          </p:cNvPr>
          <p:cNvSpPr/>
          <p:nvPr/>
        </p:nvSpPr>
        <p:spPr>
          <a:xfrm>
            <a:off x="4113723" y="13909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D9F7773-CD5B-E499-77DA-BC381687C9B4}"/>
              </a:ext>
            </a:extLst>
          </p:cNvPr>
          <p:cNvSpPr/>
          <p:nvPr/>
        </p:nvSpPr>
        <p:spPr>
          <a:xfrm>
            <a:off x="3391321" y="20553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54B9CE0-A710-67F4-F32B-A36B0B707202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4398236" y="10591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6704128-A49E-22FD-0122-357FB4B63931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3675834" y="16754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625DFC07-B13B-0A38-8A12-1280E3B55730}"/>
              </a:ext>
            </a:extLst>
          </p:cNvPr>
          <p:cNvSpPr/>
          <p:nvPr/>
        </p:nvSpPr>
        <p:spPr>
          <a:xfrm>
            <a:off x="6356023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A7DEF1-2228-3245-1C04-FDBFFC48E40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123573" y="16754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11CF3BB1-8CB9-72DA-4205-2BCDA6485BBB}"/>
              </a:ext>
            </a:extLst>
          </p:cNvPr>
          <p:cNvSpPr/>
          <p:nvPr/>
        </p:nvSpPr>
        <p:spPr>
          <a:xfrm>
            <a:off x="2881569" y="27918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FEC8D91-02D9-4A75-B907-A63EBCDBEB8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048233" y="23399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A05B54-86C2-F271-35BB-B28379742990}"/>
              </a:ext>
            </a:extLst>
          </p:cNvPr>
          <p:cNvSpPr/>
          <p:nvPr/>
        </p:nvSpPr>
        <p:spPr>
          <a:xfrm>
            <a:off x="5424369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738F79-3FBC-3095-3A6E-A23EA43F093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5591033" y="16754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7DC01F0-27E5-E1E2-D57F-F33C57048BFB}"/>
              </a:ext>
            </a:extLst>
          </p:cNvPr>
          <p:cNvSpPr/>
          <p:nvPr/>
        </p:nvSpPr>
        <p:spPr>
          <a:xfrm>
            <a:off x="3702674" y="27971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1F2E17-F010-06A2-DE46-E8B29BACF78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3675834" y="23399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2D984E9-DB8B-8E97-3BCB-1F479A21EDC8}"/>
              </a:ext>
            </a:extLst>
          </p:cNvPr>
          <p:cNvSpPr/>
          <p:nvPr/>
        </p:nvSpPr>
        <p:spPr>
          <a:xfrm>
            <a:off x="5064111" y="7746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D0AA2A-A0FD-CDD9-71F0-A61A5121AA8D}"/>
              </a:ext>
            </a:extLst>
          </p:cNvPr>
          <p:cNvSpPr txBox="1"/>
          <p:nvPr/>
        </p:nvSpPr>
        <p:spPr>
          <a:xfrm>
            <a:off x="4142756" y="138836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555EDB-6E84-0AD7-A8F3-8A99D54A4D71}"/>
              </a:ext>
            </a:extLst>
          </p:cNvPr>
          <p:cNvSpPr txBox="1"/>
          <p:nvPr/>
        </p:nvSpPr>
        <p:spPr>
          <a:xfrm>
            <a:off x="6380739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3D3972F-B4C6-06AA-FC8D-1686756C9D61}"/>
              </a:ext>
            </a:extLst>
          </p:cNvPr>
          <p:cNvSpPr txBox="1"/>
          <p:nvPr/>
        </p:nvSpPr>
        <p:spPr>
          <a:xfrm>
            <a:off x="3426825" y="20439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F8115AF-D4F2-2B7D-E323-855D894F1716}"/>
              </a:ext>
            </a:extLst>
          </p:cNvPr>
          <p:cNvSpPr txBox="1"/>
          <p:nvPr/>
        </p:nvSpPr>
        <p:spPr>
          <a:xfrm>
            <a:off x="3707202" y="2786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AAF1AD8-F38F-CE03-8A6B-3A74869EC421}"/>
              </a:ext>
            </a:extLst>
          </p:cNvPr>
          <p:cNvSpPr txBox="1"/>
          <p:nvPr/>
        </p:nvSpPr>
        <p:spPr>
          <a:xfrm>
            <a:off x="2891472" y="27957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739AB60-23F2-D095-E670-F6FC0CB73A73}"/>
              </a:ext>
            </a:extLst>
          </p:cNvPr>
          <p:cNvSpPr txBox="1"/>
          <p:nvPr/>
        </p:nvSpPr>
        <p:spPr>
          <a:xfrm>
            <a:off x="4675923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6E6E245-6B8D-EE92-1C93-C0692CF1ADAE}"/>
              </a:ext>
            </a:extLst>
          </p:cNvPr>
          <p:cNvSpPr txBox="1"/>
          <p:nvPr/>
        </p:nvSpPr>
        <p:spPr>
          <a:xfrm>
            <a:off x="5859690" y="140284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13FB1E7-DA93-00CC-E7D2-7E2CBD418225}"/>
              </a:ext>
            </a:extLst>
          </p:cNvPr>
          <p:cNvSpPr txBox="1"/>
          <p:nvPr/>
        </p:nvSpPr>
        <p:spPr>
          <a:xfrm>
            <a:off x="5036263" y="7623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16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5CC5312-7572-4FCB-8399-DEEFAE96258E}"/>
              </a:ext>
            </a:extLst>
          </p:cNvPr>
          <p:cNvSpPr txBox="1"/>
          <p:nvPr/>
        </p:nvSpPr>
        <p:spPr>
          <a:xfrm>
            <a:off x="5438084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2612B96-E84D-597D-D470-EE30FC294304}"/>
              </a:ext>
            </a:extLst>
          </p:cNvPr>
          <p:cNvSpPr txBox="1"/>
          <p:nvPr/>
        </p:nvSpPr>
        <p:spPr>
          <a:xfrm>
            <a:off x="2784259" y="312520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B65E228-222D-1F1C-8F63-37FD5F61B2ED}"/>
              </a:ext>
            </a:extLst>
          </p:cNvPr>
          <p:cNvSpPr txBox="1"/>
          <p:nvPr/>
        </p:nvSpPr>
        <p:spPr>
          <a:xfrm>
            <a:off x="3642241" y="312071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E40B71C-09D7-46DF-53EB-FCFD3BCF4D44}"/>
              </a:ext>
            </a:extLst>
          </p:cNvPr>
          <p:cNvSpPr txBox="1"/>
          <p:nvPr/>
        </p:nvSpPr>
        <p:spPr>
          <a:xfrm>
            <a:off x="4490044" y="2398102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3B89A57-425D-0B0D-2360-51E0CC64A5C5}"/>
              </a:ext>
            </a:extLst>
          </p:cNvPr>
          <p:cNvSpPr txBox="1"/>
          <p:nvPr/>
        </p:nvSpPr>
        <p:spPr>
          <a:xfrm>
            <a:off x="5285995" y="23981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348897D-206E-342B-55FE-C83DFE238AB2}"/>
              </a:ext>
            </a:extLst>
          </p:cNvPr>
          <p:cNvSpPr txBox="1"/>
          <p:nvPr/>
        </p:nvSpPr>
        <p:spPr>
          <a:xfrm>
            <a:off x="6328478" y="239241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499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CA78-7B6D-0806-5613-9B3AB6633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F80311A-E1C8-BBA0-9295-EBF2BCB7CF26}"/>
              </a:ext>
            </a:extLst>
          </p:cNvPr>
          <p:cNvSpPr txBox="1"/>
          <p:nvPr/>
        </p:nvSpPr>
        <p:spPr>
          <a:xfrm>
            <a:off x="64208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0ED766A-7C63-AF80-A6F9-0A0FE8ACC398}"/>
              </a:ext>
            </a:extLst>
          </p:cNvPr>
          <p:cNvSpPr txBox="1"/>
          <p:nvPr/>
        </p:nvSpPr>
        <p:spPr>
          <a:xfrm>
            <a:off x="1360339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D168329-2EFB-6715-90C1-617A69657CD8}"/>
              </a:ext>
            </a:extLst>
          </p:cNvPr>
          <p:cNvSpPr txBox="1"/>
          <p:nvPr/>
        </p:nvSpPr>
        <p:spPr>
          <a:xfrm>
            <a:off x="999984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E59669E-B74D-48E9-2C52-95975E65AA88}"/>
              </a:ext>
            </a:extLst>
          </p:cNvPr>
          <p:cNvCxnSpPr>
            <a:stCxn id="4" idx="2"/>
            <a:endCxn id="2" idx="0"/>
          </p:cNvCxnSpPr>
          <p:nvPr/>
        </p:nvCxnSpPr>
        <p:spPr>
          <a:xfrm flipH="1">
            <a:off x="856244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239F13-A908-2C6D-DE5A-EE74346E76B0}"/>
              </a:ext>
            </a:extLst>
          </p:cNvPr>
          <p:cNvCxnSpPr>
            <a:stCxn id="4" idx="2"/>
            <a:endCxn id="3" idx="0"/>
          </p:cNvCxnSpPr>
          <p:nvPr/>
        </p:nvCxnSpPr>
        <p:spPr>
          <a:xfrm>
            <a:off x="1214145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8BF0AD9-AF4E-546F-8242-C978EFEDB4EB}"/>
              </a:ext>
            </a:extLst>
          </p:cNvPr>
          <p:cNvSpPr txBox="1"/>
          <p:nvPr/>
        </p:nvSpPr>
        <p:spPr>
          <a:xfrm>
            <a:off x="239355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02AEB55-12C8-4887-BB42-934845AEE84F}"/>
              </a:ext>
            </a:extLst>
          </p:cNvPr>
          <p:cNvSpPr txBox="1"/>
          <p:nvPr/>
        </p:nvSpPr>
        <p:spPr>
          <a:xfrm>
            <a:off x="311181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FF90E8-A079-7F5D-9FEA-1C3E4998F0BB}"/>
              </a:ext>
            </a:extLst>
          </p:cNvPr>
          <p:cNvSpPr txBox="1"/>
          <p:nvPr/>
        </p:nvSpPr>
        <p:spPr>
          <a:xfrm>
            <a:off x="275145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0A0DDEF-EB3D-E3BE-FCCF-3D2CF9FC3752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flipH="1">
            <a:off x="260771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0F0623B-3751-6575-9EF3-BA537E10D57B}"/>
              </a:ext>
            </a:extLst>
          </p:cNvPr>
          <p:cNvCxnSpPr>
            <a:stCxn id="11" idx="2"/>
            <a:endCxn id="10" idx="0"/>
          </p:cNvCxnSpPr>
          <p:nvPr/>
        </p:nvCxnSpPr>
        <p:spPr>
          <a:xfrm>
            <a:off x="296561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371B8C7A-6B0B-93AC-D543-5C17B1151A78}"/>
              </a:ext>
            </a:extLst>
          </p:cNvPr>
          <p:cNvSpPr txBox="1"/>
          <p:nvPr/>
        </p:nvSpPr>
        <p:spPr>
          <a:xfrm>
            <a:off x="3570515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3E600E-701E-F15A-D870-9F2847FD58D5}"/>
              </a:ext>
            </a:extLst>
          </p:cNvPr>
          <p:cNvSpPr txBox="1"/>
          <p:nvPr/>
        </p:nvSpPr>
        <p:spPr>
          <a:xfrm>
            <a:off x="4288771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2FACF1E-B0B2-3050-B260-B71864DB12CC}"/>
              </a:ext>
            </a:extLst>
          </p:cNvPr>
          <p:cNvSpPr txBox="1"/>
          <p:nvPr/>
        </p:nvSpPr>
        <p:spPr>
          <a:xfrm>
            <a:off x="3928416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7B83D74-30B0-A7BC-5F2D-C721D9241DFB}"/>
              </a:ext>
            </a:extLst>
          </p:cNvPr>
          <p:cNvCxnSpPr>
            <a:stCxn id="16" idx="2"/>
            <a:endCxn id="14" idx="0"/>
          </p:cNvCxnSpPr>
          <p:nvPr/>
        </p:nvCxnSpPr>
        <p:spPr>
          <a:xfrm flipH="1">
            <a:off x="3784676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67E33E-98DB-8711-22B0-64EBB73ED70D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>
            <a:off x="4142577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F69406C-5316-BF26-4DAC-08D477BA93C0}"/>
              </a:ext>
            </a:extLst>
          </p:cNvPr>
          <p:cNvSpPr txBox="1"/>
          <p:nvPr/>
        </p:nvSpPr>
        <p:spPr>
          <a:xfrm>
            <a:off x="525156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A67DA48-55E5-C12D-39B4-FC92CC1EB09E}"/>
              </a:ext>
            </a:extLst>
          </p:cNvPr>
          <p:cNvSpPr txBox="1"/>
          <p:nvPr/>
        </p:nvSpPr>
        <p:spPr>
          <a:xfrm>
            <a:off x="596982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F269F49-EEE4-7D14-AA50-C4B860C8807D}"/>
              </a:ext>
            </a:extLst>
          </p:cNvPr>
          <p:cNvSpPr txBox="1"/>
          <p:nvPr/>
        </p:nvSpPr>
        <p:spPr>
          <a:xfrm>
            <a:off x="560946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93FCA38-7E12-8BB7-238B-9E97B279F393}"/>
              </a:ext>
            </a:extLst>
          </p:cNvPr>
          <p:cNvCxnSpPr>
            <a:stCxn id="21" idx="2"/>
            <a:endCxn id="19" idx="0"/>
          </p:cNvCxnSpPr>
          <p:nvPr/>
        </p:nvCxnSpPr>
        <p:spPr>
          <a:xfrm flipH="1">
            <a:off x="546572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8D330F-62D1-12AA-2954-CF6C8DCEE7D7}"/>
              </a:ext>
            </a:extLst>
          </p:cNvPr>
          <p:cNvCxnSpPr>
            <a:stCxn id="21" idx="2"/>
            <a:endCxn id="20" idx="0"/>
          </p:cNvCxnSpPr>
          <p:nvPr/>
        </p:nvCxnSpPr>
        <p:spPr>
          <a:xfrm>
            <a:off x="582362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9C197BB8-17FA-9F1E-6268-422BA03BBAEE}"/>
              </a:ext>
            </a:extLst>
          </p:cNvPr>
          <p:cNvSpPr txBox="1"/>
          <p:nvPr/>
        </p:nvSpPr>
        <p:spPr>
          <a:xfrm>
            <a:off x="668324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F665DFB-8B81-2088-DE8D-11709C4F1A07}"/>
              </a:ext>
            </a:extLst>
          </p:cNvPr>
          <p:cNvSpPr txBox="1"/>
          <p:nvPr/>
        </p:nvSpPr>
        <p:spPr>
          <a:xfrm>
            <a:off x="740150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E26891-90C5-22BC-B49A-A2E516ACCB41}"/>
              </a:ext>
            </a:extLst>
          </p:cNvPr>
          <p:cNvSpPr txBox="1"/>
          <p:nvPr/>
        </p:nvSpPr>
        <p:spPr>
          <a:xfrm>
            <a:off x="704114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4FB5ED1-00D1-1A34-67A7-8A7E68794D10}"/>
              </a:ext>
            </a:extLst>
          </p:cNvPr>
          <p:cNvCxnSpPr>
            <a:stCxn id="26" idx="2"/>
            <a:endCxn id="24" idx="0"/>
          </p:cNvCxnSpPr>
          <p:nvPr/>
        </p:nvCxnSpPr>
        <p:spPr>
          <a:xfrm flipH="1">
            <a:off x="689740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E0EE0B5-ADF4-B2DA-E0F9-557D1701842E}"/>
              </a:ext>
            </a:extLst>
          </p:cNvPr>
          <p:cNvCxnSpPr>
            <a:stCxn id="26" idx="2"/>
            <a:endCxn id="25" idx="0"/>
          </p:cNvCxnSpPr>
          <p:nvPr/>
        </p:nvCxnSpPr>
        <p:spPr>
          <a:xfrm>
            <a:off x="725530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96595BB8-9DE2-B9B4-9689-D3987914099B}"/>
              </a:ext>
            </a:extLst>
          </p:cNvPr>
          <p:cNvSpPr txBox="1"/>
          <p:nvPr/>
        </p:nvSpPr>
        <p:spPr>
          <a:xfrm>
            <a:off x="6340307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3CED2A-3D13-DFAF-82D0-B92E6D740FAD}"/>
              </a:ext>
            </a:extLst>
          </p:cNvPr>
          <p:cNvSpPr txBox="1"/>
          <p:nvPr/>
        </p:nvSpPr>
        <p:spPr>
          <a:xfrm>
            <a:off x="5969823" y="207659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688C87C-4B6A-6704-8929-B674E2CA6507}"/>
              </a:ext>
            </a:extLst>
          </p:cNvPr>
          <p:cNvCxnSpPr>
            <a:cxnSpLocks/>
            <a:stCxn id="32" idx="2"/>
            <a:endCxn id="21" idx="0"/>
          </p:cNvCxnSpPr>
          <p:nvPr/>
        </p:nvCxnSpPr>
        <p:spPr>
          <a:xfrm flipH="1">
            <a:off x="5823629" y="2445923"/>
            <a:ext cx="360355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65FE596-BB87-0706-6FDC-86FAE6A3331E}"/>
              </a:ext>
            </a:extLst>
          </p:cNvPr>
          <p:cNvCxnSpPr>
            <a:cxnSpLocks/>
            <a:stCxn id="32" idx="2"/>
            <a:endCxn id="31" idx="0"/>
          </p:cNvCxnSpPr>
          <p:nvPr/>
        </p:nvCxnSpPr>
        <p:spPr>
          <a:xfrm>
            <a:off x="6183984" y="2445923"/>
            <a:ext cx="370484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A8711B7C-6BC1-C555-FF27-6176BC518E35}"/>
              </a:ext>
            </a:extLst>
          </p:cNvPr>
          <p:cNvSpPr txBox="1"/>
          <p:nvPr/>
        </p:nvSpPr>
        <p:spPr>
          <a:xfrm>
            <a:off x="8537900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05EE1F5-C5F9-BBA0-10E7-B10BB503F8E4}"/>
              </a:ext>
            </a:extLst>
          </p:cNvPr>
          <p:cNvSpPr txBox="1"/>
          <p:nvPr/>
        </p:nvSpPr>
        <p:spPr>
          <a:xfrm>
            <a:off x="9256156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4813B61-81EA-6362-BD8C-839857A8E710}"/>
              </a:ext>
            </a:extLst>
          </p:cNvPr>
          <p:cNvSpPr txBox="1"/>
          <p:nvPr/>
        </p:nvSpPr>
        <p:spPr>
          <a:xfrm>
            <a:off x="8895801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227601BE-1297-6AB0-A9DE-EF2007C9BE0C}"/>
              </a:ext>
            </a:extLst>
          </p:cNvPr>
          <p:cNvCxnSpPr>
            <a:stCxn id="41" idx="2"/>
            <a:endCxn id="39" idx="0"/>
          </p:cNvCxnSpPr>
          <p:nvPr/>
        </p:nvCxnSpPr>
        <p:spPr>
          <a:xfrm flipH="1">
            <a:off x="8752061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9AD9B259-D79F-1555-0C5C-A45EF350CFE1}"/>
              </a:ext>
            </a:extLst>
          </p:cNvPr>
          <p:cNvCxnSpPr>
            <a:stCxn id="41" idx="2"/>
            <a:endCxn id="40" idx="0"/>
          </p:cNvCxnSpPr>
          <p:nvPr/>
        </p:nvCxnSpPr>
        <p:spPr>
          <a:xfrm>
            <a:off x="9109962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6132F273-4399-2567-D089-397293FDE6F3}"/>
              </a:ext>
            </a:extLst>
          </p:cNvPr>
          <p:cNvSpPr txBox="1"/>
          <p:nvPr/>
        </p:nvSpPr>
        <p:spPr>
          <a:xfrm>
            <a:off x="10344896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D7A5266-0924-4EC1-BB6A-0F70F40AB39A}"/>
              </a:ext>
            </a:extLst>
          </p:cNvPr>
          <p:cNvSpPr txBox="1"/>
          <p:nvPr/>
        </p:nvSpPr>
        <p:spPr>
          <a:xfrm>
            <a:off x="11063152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4FE39F2-4E86-AF4E-86B4-A7C31D4DFAD5}"/>
              </a:ext>
            </a:extLst>
          </p:cNvPr>
          <p:cNvSpPr txBox="1"/>
          <p:nvPr/>
        </p:nvSpPr>
        <p:spPr>
          <a:xfrm>
            <a:off x="10715380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F2912981-DC75-3921-3639-462640A71DB6}"/>
              </a:ext>
            </a:extLst>
          </p:cNvPr>
          <p:cNvCxnSpPr>
            <a:stCxn id="46" idx="2"/>
            <a:endCxn id="44" idx="0"/>
          </p:cNvCxnSpPr>
          <p:nvPr/>
        </p:nvCxnSpPr>
        <p:spPr>
          <a:xfrm flipH="1">
            <a:off x="1055905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47E79837-F9B1-38DB-F1F8-010F75679AF6}"/>
              </a:ext>
            </a:extLst>
          </p:cNvPr>
          <p:cNvCxnSpPr>
            <a:stCxn id="46" idx="2"/>
            <a:endCxn id="45" idx="0"/>
          </p:cNvCxnSpPr>
          <p:nvPr/>
        </p:nvCxnSpPr>
        <p:spPr>
          <a:xfrm>
            <a:off x="10929541" y="2373805"/>
            <a:ext cx="347772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7F5315E9-D0C3-6606-CD7B-5EB7EA61E1B7}"/>
              </a:ext>
            </a:extLst>
          </p:cNvPr>
          <p:cNvSpPr txBox="1"/>
          <p:nvPr/>
        </p:nvSpPr>
        <p:spPr>
          <a:xfrm>
            <a:off x="9626640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5415309-1383-D2B5-432A-CD0CF424EE06}"/>
              </a:ext>
            </a:extLst>
          </p:cNvPr>
          <p:cNvSpPr txBox="1"/>
          <p:nvPr/>
        </p:nvSpPr>
        <p:spPr>
          <a:xfrm>
            <a:off x="9256156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3ED3CB60-F38C-7ABD-50EE-8FF9C5DBD403}"/>
              </a:ext>
            </a:extLst>
          </p:cNvPr>
          <p:cNvCxnSpPr>
            <a:cxnSpLocks/>
            <a:stCxn id="50" idx="2"/>
            <a:endCxn id="41" idx="0"/>
          </p:cNvCxnSpPr>
          <p:nvPr/>
        </p:nvCxnSpPr>
        <p:spPr>
          <a:xfrm flipH="1">
            <a:off x="9109962" y="2373805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BD9F90D5-5B97-3348-D17B-EEB1DC370668}"/>
              </a:ext>
            </a:extLst>
          </p:cNvPr>
          <p:cNvCxnSpPr>
            <a:cxnSpLocks/>
            <a:stCxn id="50" idx="2"/>
            <a:endCxn id="49" idx="0"/>
          </p:cNvCxnSpPr>
          <p:nvPr/>
        </p:nvCxnSpPr>
        <p:spPr>
          <a:xfrm>
            <a:off x="947031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58BFC519-7BF4-C03F-AA0D-E6002D3FA822}"/>
              </a:ext>
            </a:extLst>
          </p:cNvPr>
          <p:cNvSpPr txBox="1"/>
          <p:nvPr/>
        </p:nvSpPr>
        <p:spPr>
          <a:xfrm>
            <a:off x="10004346" y="134232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89</a:t>
            </a:r>
            <a:endParaRPr lang="zh-CN" altLang="en-US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5AA89AA-551C-FF43-CD8C-B353E304E6B7}"/>
              </a:ext>
            </a:extLst>
          </p:cNvPr>
          <p:cNvCxnSpPr>
            <a:cxnSpLocks/>
            <a:stCxn id="57" idx="2"/>
            <a:endCxn id="50" idx="0"/>
          </p:cNvCxnSpPr>
          <p:nvPr/>
        </p:nvCxnSpPr>
        <p:spPr>
          <a:xfrm flipH="1">
            <a:off x="9470317" y="1711653"/>
            <a:ext cx="748190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1AAD2F1-DEE7-335A-9DDC-61B11B96CF61}"/>
              </a:ext>
            </a:extLst>
          </p:cNvPr>
          <p:cNvCxnSpPr>
            <a:cxnSpLocks/>
            <a:stCxn id="57" idx="2"/>
            <a:endCxn id="46" idx="0"/>
          </p:cNvCxnSpPr>
          <p:nvPr/>
        </p:nvCxnSpPr>
        <p:spPr>
          <a:xfrm>
            <a:off x="10218507" y="1711653"/>
            <a:ext cx="711034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B904915B-E799-F30F-CDC8-D20D0F239DF3}"/>
              </a:ext>
            </a:extLst>
          </p:cNvPr>
          <p:cNvSpPr txBox="1"/>
          <p:nvPr/>
        </p:nvSpPr>
        <p:spPr>
          <a:xfrm>
            <a:off x="769151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4644F0E-FFB9-81DF-DC9A-ACA8EE79ED7D}"/>
              </a:ext>
            </a:extLst>
          </p:cNvPr>
          <p:cNvSpPr txBox="1"/>
          <p:nvPr/>
        </p:nvSpPr>
        <p:spPr>
          <a:xfrm>
            <a:off x="312932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15792F4-FAAF-7C37-1C1E-83F0018EB5BF}"/>
              </a:ext>
            </a:extLst>
          </p:cNvPr>
          <p:cNvSpPr txBox="1"/>
          <p:nvPr/>
        </p:nvSpPr>
        <p:spPr>
          <a:xfrm>
            <a:off x="603779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52EDA7-40B8-936B-D84A-2FBA9DA0E09D}"/>
              </a:ext>
            </a:extLst>
          </p:cNvPr>
          <p:cNvSpPr txBox="1"/>
          <p:nvPr/>
        </p:nvSpPr>
        <p:spPr>
          <a:xfrm>
            <a:off x="9773513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第四步</a:t>
            </a:r>
          </a:p>
        </p:txBody>
      </p:sp>
    </p:spTree>
    <p:extLst>
      <p:ext uri="{BB962C8B-B14F-4D97-AF65-F5344CB8AC3E}">
        <p14:creationId xmlns:p14="http://schemas.microsoft.com/office/powerpoint/2010/main" val="373417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A5421-FFE0-2669-E332-E67D92C85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DF5570F-6E78-0F9E-C3B6-4F485FE07D45}"/>
              </a:ext>
            </a:extLst>
          </p:cNvPr>
          <p:cNvSpPr/>
          <p:nvPr/>
        </p:nvSpPr>
        <p:spPr>
          <a:xfrm>
            <a:off x="2471415" y="1039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E6F37E8-07FD-EF24-7C22-DCD15B26B447}"/>
              </a:ext>
            </a:extLst>
          </p:cNvPr>
          <p:cNvSpPr/>
          <p:nvPr/>
        </p:nvSpPr>
        <p:spPr>
          <a:xfrm>
            <a:off x="4590019" y="786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5D5FBA7-EEFE-BCF0-C0C5-207F788EF8BE}"/>
              </a:ext>
            </a:extLst>
          </p:cNvPr>
          <p:cNvSpPr/>
          <p:nvPr/>
        </p:nvSpPr>
        <p:spPr>
          <a:xfrm>
            <a:off x="4165852" y="1220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C971A5-3758-72BC-26EF-172651002519}"/>
              </a:ext>
            </a:extLst>
          </p:cNvPr>
          <p:cNvSpPr/>
          <p:nvPr/>
        </p:nvSpPr>
        <p:spPr>
          <a:xfrm>
            <a:off x="5009682" y="12199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D2C9834-CC77-67FF-CFBA-03D5558D1C68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4450365" y="1071285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8321D9E-9A92-3ED4-9548-CFFA0839DD97}"/>
              </a:ext>
            </a:extLst>
          </p:cNvPr>
          <p:cNvCxnSpPr>
            <a:stCxn id="5" idx="5"/>
            <a:endCxn id="7" idx="1"/>
          </p:cNvCxnSpPr>
          <p:nvPr/>
        </p:nvCxnSpPr>
        <p:spPr>
          <a:xfrm>
            <a:off x="4874532" y="1071285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DD87EE21-AC87-13AB-D709-EF0411F8981B}"/>
              </a:ext>
            </a:extLst>
          </p:cNvPr>
          <p:cNvSpPr/>
          <p:nvPr/>
        </p:nvSpPr>
        <p:spPr>
          <a:xfrm>
            <a:off x="7457859" y="519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2736EAC9-CA80-C9E8-C628-2D7921C8F214}"/>
              </a:ext>
            </a:extLst>
          </p:cNvPr>
          <p:cNvSpPr/>
          <p:nvPr/>
        </p:nvSpPr>
        <p:spPr>
          <a:xfrm>
            <a:off x="7038196" y="9966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04ACB5C-4BDD-0FA7-CB65-D216EBA03BFE}"/>
              </a:ext>
            </a:extLst>
          </p:cNvPr>
          <p:cNvSpPr/>
          <p:nvPr/>
        </p:nvSpPr>
        <p:spPr>
          <a:xfrm>
            <a:off x="6614029" y="14305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792FC56-F9C0-E0FF-57FA-63E6DC9F0935}"/>
              </a:ext>
            </a:extLst>
          </p:cNvPr>
          <p:cNvSpPr/>
          <p:nvPr/>
        </p:nvSpPr>
        <p:spPr>
          <a:xfrm>
            <a:off x="7457859" y="1429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0BC307-17A6-66EF-4754-16B5392E7791}"/>
              </a:ext>
            </a:extLst>
          </p:cNvPr>
          <p:cNvCxnSpPr>
            <a:stCxn id="11" idx="3"/>
            <a:endCxn id="12" idx="7"/>
          </p:cNvCxnSpPr>
          <p:nvPr/>
        </p:nvCxnSpPr>
        <p:spPr>
          <a:xfrm flipH="1">
            <a:off x="7322709" y="803649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64551B9-5103-3CCD-9C25-5259FC91687C}"/>
              </a:ext>
            </a:extLst>
          </p:cNvPr>
          <p:cNvCxnSpPr>
            <a:cxnSpLocks/>
            <a:stCxn id="12" idx="3"/>
            <a:endCxn id="13" idx="7"/>
          </p:cNvCxnSpPr>
          <p:nvPr/>
        </p:nvCxnSpPr>
        <p:spPr>
          <a:xfrm flipH="1">
            <a:off x="6898542" y="128111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0DDCF8-8982-F3A2-A7EC-4DFABBDF30F7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322709" y="128111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4D50F19B-2241-C7F1-79B2-0BFCE8EB06B4}"/>
              </a:ext>
            </a:extLst>
          </p:cNvPr>
          <p:cNvSpPr/>
          <p:nvPr/>
        </p:nvSpPr>
        <p:spPr>
          <a:xfrm>
            <a:off x="3555886" y="23404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1DED3936-6525-9DA1-36D3-E9870F3F4285}"/>
              </a:ext>
            </a:extLst>
          </p:cNvPr>
          <p:cNvSpPr/>
          <p:nvPr/>
        </p:nvSpPr>
        <p:spPr>
          <a:xfrm>
            <a:off x="3136223" y="2817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EB52F62-D2CB-56AF-2B09-01D29DF14249}"/>
              </a:ext>
            </a:extLst>
          </p:cNvPr>
          <p:cNvSpPr/>
          <p:nvPr/>
        </p:nvSpPr>
        <p:spPr>
          <a:xfrm>
            <a:off x="2712056" y="32518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D3E2BD22-6EE2-CBA5-8EED-E7AB58FE1FEE}"/>
              </a:ext>
            </a:extLst>
          </p:cNvPr>
          <p:cNvSpPr/>
          <p:nvPr/>
        </p:nvSpPr>
        <p:spPr>
          <a:xfrm>
            <a:off x="3555886" y="32510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48235D9-D1F3-CA19-22D7-0885B062A075}"/>
              </a:ext>
            </a:extLst>
          </p:cNvPr>
          <p:cNvCxnSpPr>
            <a:stCxn id="19" idx="3"/>
            <a:endCxn id="20" idx="7"/>
          </p:cNvCxnSpPr>
          <p:nvPr/>
        </p:nvCxnSpPr>
        <p:spPr>
          <a:xfrm flipH="1">
            <a:off x="3420736" y="2624941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4D9293E-9563-5AAC-AC43-A4361316D9C4}"/>
              </a:ext>
            </a:extLst>
          </p:cNvPr>
          <p:cNvCxnSpPr>
            <a:cxnSpLocks/>
            <a:stCxn id="20" idx="3"/>
            <a:endCxn id="21" idx="7"/>
          </p:cNvCxnSpPr>
          <p:nvPr/>
        </p:nvCxnSpPr>
        <p:spPr>
          <a:xfrm flipH="1">
            <a:off x="2996569" y="3102409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39EF1BF-3C89-C201-B6FD-E094CBD2E44D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420736" y="3102409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5D4E2A25-13F4-56A5-6DB2-8056EB0B6E78}"/>
              </a:ext>
            </a:extLst>
          </p:cNvPr>
          <p:cNvSpPr/>
          <p:nvPr/>
        </p:nvSpPr>
        <p:spPr>
          <a:xfrm>
            <a:off x="2301026" y="37112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0BCEC5-7DAA-A161-D047-15039C16C67F}"/>
              </a:ext>
            </a:extLst>
          </p:cNvPr>
          <p:cNvCxnSpPr>
            <a:cxnSpLocks/>
            <a:endCxn id="27" idx="7"/>
          </p:cNvCxnSpPr>
          <p:nvPr/>
        </p:nvCxnSpPr>
        <p:spPr>
          <a:xfrm flipH="1">
            <a:off x="2585539" y="3561824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82D53D2F-7B7F-485D-6AEF-C50F1ABD8F7F}"/>
              </a:ext>
            </a:extLst>
          </p:cNvPr>
          <p:cNvSpPr/>
          <p:nvPr/>
        </p:nvSpPr>
        <p:spPr>
          <a:xfrm>
            <a:off x="3975552" y="2817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263EBDE-7A58-A195-6369-2233B15978A5}"/>
              </a:ext>
            </a:extLst>
          </p:cNvPr>
          <p:cNvCxnSpPr>
            <a:cxnSpLocks/>
            <a:stCxn id="19" idx="5"/>
            <a:endCxn id="29" idx="1"/>
          </p:cNvCxnSpPr>
          <p:nvPr/>
        </p:nvCxnSpPr>
        <p:spPr>
          <a:xfrm>
            <a:off x="3840399" y="2624941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273F75A0-6822-0047-4002-D031872E0F7D}"/>
              </a:ext>
            </a:extLst>
          </p:cNvPr>
          <p:cNvSpPr/>
          <p:nvPr/>
        </p:nvSpPr>
        <p:spPr>
          <a:xfrm>
            <a:off x="6989381" y="23459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8946E8E-8BAC-2395-2BAC-C43423C7A560}"/>
              </a:ext>
            </a:extLst>
          </p:cNvPr>
          <p:cNvSpPr/>
          <p:nvPr/>
        </p:nvSpPr>
        <p:spPr>
          <a:xfrm>
            <a:off x="6067849" y="27690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F15DE30-5EEF-4A8C-49A0-5F74BB3BA063}"/>
              </a:ext>
            </a:extLst>
          </p:cNvPr>
          <p:cNvSpPr/>
          <p:nvPr/>
        </p:nvSpPr>
        <p:spPr>
          <a:xfrm>
            <a:off x="5614781" y="32390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9ED805A9-F665-C8CF-099A-C4DFC50E2518}"/>
              </a:ext>
            </a:extLst>
          </p:cNvPr>
          <p:cNvSpPr/>
          <p:nvPr/>
        </p:nvSpPr>
        <p:spPr>
          <a:xfrm>
            <a:off x="6479632" y="32292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78D6F85D-5777-5B8E-6B19-0C77E5B8CCCB}"/>
              </a:ext>
            </a:extLst>
          </p:cNvPr>
          <p:cNvCxnSpPr>
            <a:stCxn id="32" idx="3"/>
            <a:endCxn id="33" idx="7"/>
          </p:cNvCxnSpPr>
          <p:nvPr/>
        </p:nvCxnSpPr>
        <p:spPr>
          <a:xfrm flipH="1">
            <a:off x="6352362" y="2630476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E55D123F-8FDD-1361-4D96-B7553697AA07}"/>
              </a:ext>
            </a:extLst>
          </p:cNvPr>
          <p:cNvCxnSpPr>
            <a:cxnSpLocks/>
            <a:stCxn id="33" idx="3"/>
            <a:endCxn id="34" idx="7"/>
          </p:cNvCxnSpPr>
          <p:nvPr/>
        </p:nvCxnSpPr>
        <p:spPr>
          <a:xfrm flipH="1">
            <a:off x="5899294" y="3053594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1A927CF-73FE-F39F-7C84-F396646D2CAB}"/>
              </a:ext>
            </a:extLst>
          </p:cNvPr>
          <p:cNvCxnSpPr>
            <a:stCxn id="33" idx="5"/>
            <a:endCxn id="35" idx="1"/>
          </p:cNvCxnSpPr>
          <p:nvPr/>
        </p:nvCxnSpPr>
        <p:spPr>
          <a:xfrm>
            <a:off x="6352362" y="3053594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3395138B-B64B-B02F-175E-FA856F85EEBF}"/>
              </a:ext>
            </a:extLst>
          </p:cNvPr>
          <p:cNvSpPr/>
          <p:nvPr/>
        </p:nvSpPr>
        <p:spPr>
          <a:xfrm>
            <a:off x="5362663" y="37284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CFD40A5-43A3-525E-1244-17C99220220E}"/>
              </a:ext>
            </a:extLst>
          </p:cNvPr>
          <p:cNvCxnSpPr>
            <a:cxnSpLocks/>
            <a:stCxn id="34" idx="3"/>
            <a:endCxn id="39" idx="0"/>
          </p:cNvCxnSpPr>
          <p:nvPr/>
        </p:nvCxnSpPr>
        <p:spPr>
          <a:xfrm flipH="1">
            <a:off x="5529327" y="3523552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22C72FD3-3743-629E-8784-8948BB34A3F5}"/>
              </a:ext>
            </a:extLst>
          </p:cNvPr>
          <p:cNvSpPr/>
          <p:nvPr/>
        </p:nvSpPr>
        <p:spPr>
          <a:xfrm>
            <a:off x="7849746" y="27251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3BE2FCA-DE0A-5F26-700E-193C62C01E94}"/>
              </a:ext>
            </a:extLst>
          </p:cNvPr>
          <p:cNvCxnSpPr>
            <a:cxnSpLocks/>
            <a:stCxn id="32" idx="5"/>
            <a:endCxn id="41" idx="1"/>
          </p:cNvCxnSpPr>
          <p:nvPr/>
        </p:nvCxnSpPr>
        <p:spPr>
          <a:xfrm>
            <a:off x="7273894" y="2630476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173AD748-8F93-1616-4874-4BF732BD7DCA}"/>
              </a:ext>
            </a:extLst>
          </p:cNvPr>
          <p:cNvSpPr/>
          <p:nvPr/>
        </p:nvSpPr>
        <p:spPr>
          <a:xfrm>
            <a:off x="5835645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1C288E3E-CD32-A0F8-E884-07F2FBA60CC9}"/>
              </a:ext>
            </a:extLst>
          </p:cNvPr>
          <p:cNvSpPr/>
          <p:nvPr/>
        </p:nvSpPr>
        <p:spPr>
          <a:xfrm>
            <a:off x="6273740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0B5038BB-264B-5594-04C2-D205F786F031}"/>
              </a:ext>
            </a:extLst>
          </p:cNvPr>
          <p:cNvSpPr/>
          <p:nvPr/>
        </p:nvSpPr>
        <p:spPr>
          <a:xfrm>
            <a:off x="6719510" y="3738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5F04A273-23A1-4ACF-850A-AAF6272928D0}"/>
              </a:ext>
            </a:extLst>
          </p:cNvPr>
          <p:cNvSpPr/>
          <p:nvPr/>
        </p:nvSpPr>
        <p:spPr>
          <a:xfrm>
            <a:off x="7456715" y="32390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EC26D702-B2E4-CEF0-6690-89C4F1B1FF68}"/>
              </a:ext>
            </a:extLst>
          </p:cNvPr>
          <p:cNvSpPr/>
          <p:nvPr/>
        </p:nvSpPr>
        <p:spPr>
          <a:xfrm>
            <a:off x="8394639" y="32249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4801D191-6CAA-8C8B-28BE-EAF83C060E66}"/>
              </a:ext>
            </a:extLst>
          </p:cNvPr>
          <p:cNvSpPr/>
          <p:nvPr/>
        </p:nvSpPr>
        <p:spPr>
          <a:xfrm>
            <a:off x="722077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1A730CC0-BC0B-58C0-BB6A-2BCF8F45A23F}"/>
              </a:ext>
            </a:extLst>
          </p:cNvPr>
          <p:cNvSpPr/>
          <p:nvPr/>
        </p:nvSpPr>
        <p:spPr>
          <a:xfrm>
            <a:off x="766654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EF9403D5-3801-C1E3-269F-FB3E04A3DD52}"/>
              </a:ext>
            </a:extLst>
          </p:cNvPr>
          <p:cNvSpPr/>
          <p:nvPr/>
        </p:nvSpPr>
        <p:spPr>
          <a:xfrm>
            <a:off x="811231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F935243D-D3F9-AD0D-BF2D-2F625389CD78}"/>
              </a:ext>
            </a:extLst>
          </p:cNvPr>
          <p:cNvSpPr/>
          <p:nvPr/>
        </p:nvSpPr>
        <p:spPr>
          <a:xfrm>
            <a:off x="8636054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482EDD02-40D5-8BB9-C901-7F83822D0DD5}"/>
              </a:ext>
            </a:extLst>
          </p:cNvPr>
          <p:cNvCxnSpPr>
            <a:cxnSpLocks/>
            <a:stCxn id="34" idx="5"/>
            <a:endCxn id="66" idx="0"/>
          </p:cNvCxnSpPr>
          <p:nvPr/>
        </p:nvCxnSpPr>
        <p:spPr>
          <a:xfrm>
            <a:off x="5899294" y="3523552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62A43086-7166-32F4-1F07-CE2D1BCA4BFD}"/>
              </a:ext>
            </a:extLst>
          </p:cNvPr>
          <p:cNvCxnSpPr>
            <a:cxnSpLocks/>
            <a:stCxn id="35" idx="3"/>
            <a:endCxn id="68" idx="0"/>
          </p:cNvCxnSpPr>
          <p:nvPr/>
        </p:nvCxnSpPr>
        <p:spPr>
          <a:xfrm flipH="1">
            <a:off x="6440404" y="3513775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11282A5-3A39-D37B-9988-05ACAE3AC0EE}"/>
              </a:ext>
            </a:extLst>
          </p:cNvPr>
          <p:cNvCxnSpPr>
            <a:cxnSpLocks/>
            <a:stCxn id="35" idx="5"/>
            <a:endCxn id="71" idx="0"/>
          </p:cNvCxnSpPr>
          <p:nvPr/>
        </p:nvCxnSpPr>
        <p:spPr>
          <a:xfrm>
            <a:off x="6764145" y="3513775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324AE0CC-3634-6ECC-3D1F-8D79E03A0CDC}"/>
              </a:ext>
            </a:extLst>
          </p:cNvPr>
          <p:cNvCxnSpPr>
            <a:cxnSpLocks/>
            <a:stCxn id="73" idx="3"/>
            <a:endCxn id="77" idx="0"/>
          </p:cNvCxnSpPr>
          <p:nvPr/>
        </p:nvCxnSpPr>
        <p:spPr>
          <a:xfrm flipH="1">
            <a:off x="7387441" y="3523552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DFAEC97A-0DC0-4858-B523-B53352629BC6}"/>
              </a:ext>
            </a:extLst>
          </p:cNvPr>
          <p:cNvCxnSpPr>
            <a:cxnSpLocks/>
            <a:stCxn id="73" idx="5"/>
            <a:endCxn id="79" idx="0"/>
          </p:cNvCxnSpPr>
          <p:nvPr/>
        </p:nvCxnSpPr>
        <p:spPr>
          <a:xfrm>
            <a:off x="7741228" y="3523552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BFEC1031-2847-5218-DF56-0E3EF6CA532D}"/>
              </a:ext>
            </a:extLst>
          </p:cNvPr>
          <p:cNvCxnSpPr>
            <a:cxnSpLocks/>
            <a:stCxn id="41" idx="3"/>
            <a:endCxn id="73" idx="0"/>
          </p:cNvCxnSpPr>
          <p:nvPr/>
        </p:nvCxnSpPr>
        <p:spPr>
          <a:xfrm flipH="1">
            <a:off x="7623379" y="3009637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13FE5490-195F-6633-F71A-4136F1CBB586}"/>
              </a:ext>
            </a:extLst>
          </p:cNvPr>
          <p:cNvCxnSpPr>
            <a:cxnSpLocks/>
            <a:stCxn id="41" idx="5"/>
            <a:endCxn id="75" idx="1"/>
          </p:cNvCxnSpPr>
          <p:nvPr/>
        </p:nvCxnSpPr>
        <p:spPr>
          <a:xfrm>
            <a:off x="8134259" y="3009637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76EB09B6-11BD-F302-3B94-88D4C10C4554}"/>
              </a:ext>
            </a:extLst>
          </p:cNvPr>
          <p:cNvCxnSpPr>
            <a:cxnSpLocks/>
            <a:stCxn id="75" idx="3"/>
            <a:endCxn id="81" idx="0"/>
          </p:cNvCxnSpPr>
          <p:nvPr/>
        </p:nvCxnSpPr>
        <p:spPr>
          <a:xfrm flipH="1">
            <a:off x="8278981" y="3509439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155EAE7A-D8D1-8DB0-47C1-08DE19CBF4D1}"/>
              </a:ext>
            </a:extLst>
          </p:cNvPr>
          <p:cNvCxnSpPr>
            <a:cxnSpLocks/>
            <a:stCxn id="75" idx="5"/>
            <a:endCxn id="83" idx="0"/>
          </p:cNvCxnSpPr>
          <p:nvPr/>
        </p:nvCxnSpPr>
        <p:spPr>
          <a:xfrm>
            <a:off x="8679152" y="3509439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7D3CC62F-B531-FFFF-D8C9-714FFE1A94C0}"/>
              </a:ext>
            </a:extLst>
          </p:cNvPr>
          <p:cNvSpPr txBox="1"/>
          <p:nvPr/>
        </p:nvSpPr>
        <p:spPr>
          <a:xfrm>
            <a:off x="4970681" y="12199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1D90897C-99B5-7E08-E78A-AB0FF67940A3}"/>
              </a:ext>
            </a:extLst>
          </p:cNvPr>
          <p:cNvSpPr txBox="1"/>
          <p:nvPr/>
        </p:nvSpPr>
        <p:spPr>
          <a:xfrm>
            <a:off x="6956311" y="234518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E956EAA3-78CE-A033-0D6B-D88B699862EC}"/>
              </a:ext>
            </a:extLst>
          </p:cNvPr>
          <p:cNvSpPr txBox="1"/>
          <p:nvPr/>
        </p:nvSpPr>
        <p:spPr>
          <a:xfrm>
            <a:off x="6681749" y="372472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D534CEEE-E435-3AC0-6934-8A36BB1F5C99}"/>
              </a:ext>
            </a:extLst>
          </p:cNvPr>
          <p:cNvSpPr txBox="1"/>
          <p:nvPr/>
        </p:nvSpPr>
        <p:spPr>
          <a:xfrm>
            <a:off x="7800141" y="27123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9947F863-159F-1FCF-B7F3-7D3EFAAB7F9F}"/>
              </a:ext>
            </a:extLst>
          </p:cNvPr>
          <p:cNvSpPr txBox="1"/>
          <p:nvPr/>
        </p:nvSpPr>
        <p:spPr>
          <a:xfrm>
            <a:off x="7411304" y="32292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1FE8909-C6F5-5416-85D6-ED26726B53C7}"/>
              </a:ext>
            </a:extLst>
          </p:cNvPr>
          <p:cNvSpPr txBox="1"/>
          <p:nvPr/>
        </p:nvSpPr>
        <p:spPr>
          <a:xfrm>
            <a:off x="7630587" y="37284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9A3BF543-2E1E-EB8D-FA26-B65E6B002220}"/>
              </a:ext>
            </a:extLst>
          </p:cNvPr>
          <p:cNvSpPr txBox="1"/>
          <p:nvPr/>
        </p:nvSpPr>
        <p:spPr>
          <a:xfrm>
            <a:off x="7193358" y="37284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AA1F59A3-7961-9ABF-C702-2679C06B2069}"/>
              </a:ext>
            </a:extLst>
          </p:cNvPr>
          <p:cNvSpPr txBox="1"/>
          <p:nvPr/>
        </p:nvSpPr>
        <p:spPr>
          <a:xfrm>
            <a:off x="8367067" y="3217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D76FFD2-C54C-BC3F-EF59-FD8AE9507905}"/>
              </a:ext>
            </a:extLst>
          </p:cNvPr>
          <p:cNvSpPr txBox="1"/>
          <p:nvPr/>
        </p:nvSpPr>
        <p:spPr>
          <a:xfrm>
            <a:off x="8078806" y="371950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15C6174-0E4E-79D2-2475-AA6DBDD8E8CA}"/>
              </a:ext>
            </a:extLst>
          </p:cNvPr>
          <p:cNvSpPr txBox="1"/>
          <p:nvPr/>
        </p:nvSpPr>
        <p:spPr>
          <a:xfrm>
            <a:off x="8602984" y="37247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6859048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0A4E-EEDA-2640-3033-49BD7ED45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55A19B2E-6A90-C337-7E4E-FC92432FAC2A}"/>
              </a:ext>
            </a:extLst>
          </p:cNvPr>
          <p:cNvSpPr/>
          <p:nvPr/>
        </p:nvSpPr>
        <p:spPr>
          <a:xfrm>
            <a:off x="4993917" y="7919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5D4D7E9-A35B-E2A7-38DE-A24AF8112637}"/>
              </a:ext>
            </a:extLst>
          </p:cNvPr>
          <p:cNvSpPr/>
          <p:nvPr/>
        </p:nvSpPr>
        <p:spPr>
          <a:xfrm>
            <a:off x="4072385" y="12150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2A83C2F-D8A3-EF23-B0DF-5183316201E4}"/>
              </a:ext>
            </a:extLst>
          </p:cNvPr>
          <p:cNvSpPr/>
          <p:nvPr/>
        </p:nvSpPr>
        <p:spPr>
          <a:xfrm>
            <a:off x="3619317" y="16850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7827257-81B7-57DE-C2E1-04E18B832A8B}"/>
              </a:ext>
            </a:extLst>
          </p:cNvPr>
          <p:cNvSpPr/>
          <p:nvPr/>
        </p:nvSpPr>
        <p:spPr>
          <a:xfrm>
            <a:off x="4484168" y="16752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CCF26BC-186B-F13B-CD48-FFB6D080D2F8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56898" y="1076446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0061A6D-26D3-3D2E-79D3-3D8949061AA8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3903830" y="1499564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261F8C7-9895-5B2A-3C6A-72FFD63C3625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4356898" y="1499564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62A1CB47-2BB0-7B0A-2016-70FE6A69C1FF}"/>
              </a:ext>
            </a:extLst>
          </p:cNvPr>
          <p:cNvSpPr/>
          <p:nvPr/>
        </p:nvSpPr>
        <p:spPr>
          <a:xfrm>
            <a:off x="3367199" y="21744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AA2E274-AE7C-71BC-0828-70A3C6AEE1AA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3533863" y="1969522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09CAC0EF-E4D8-328E-76F3-51635285008A}"/>
              </a:ext>
            </a:extLst>
          </p:cNvPr>
          <p:cNvSpPr/>
          <p:nvPr/>
        </p:nvSpPr>
        <p:spPr>
          <a:xfrm>
            <a:off x="5854282" y="11710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F0B7052-9C5C-4120-6E5D-26CB450A7046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5278430" y="1076446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E5C8A91E-2096-7931-A2C2-3DA25CD87070}"/>
              </a:ext>
            </a:extLst>
          </p:cNvPr>
          <p:cNvSpPr/>
          <p:nvPr/>
        </p:nvSpPr>
        <p:spPr>
          <a:xfrm>
            <a:off x="3840181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6831412-CDE0-A8A8-5EE0-BAD3AFDCCCC1}"/>
              </a:ext>
            </a:extLst>
          </p:cNvPr>
          <p:cNvSpPr/>
          <p:nvPr/>
        </p:nvSpPr>
        <p:spPr>
          <a:xfrm>
            <a:off x="4278276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E128898-E7A6-4CFC-668B-1C749DDCAEF1}"/>
              </a:ext>
            </a:extLst>
          </p:cNvPr>
          <p:cNvSpPr/>
          <p:nvPr/>
        </p:nvSpPr>
        <p:spPr>
          <a:xfrm>
            <a:off x="4724046" y="21842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6E622407-9FA6-26E7-CF6B-BA075C7B4BBF}"/>
              </a:ext>
            </a:extLst>
          </p:cNvPr>
          <p:cNvSpPr/>
          <p:nvPr/>
        </p:nvSpPr>
        <p:spPr>
          <a:xfrm>
            <a:off x="5461251" y="16850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55DFFA0-3592-F61F-2BE1-354CF27DFEF9}"/>
              </a:ext>
            </a:extLst>
          </p:cNvPr>
          <p:cNvSpPr/>
          <p:nvPr/>
        </p:nvSpPr>
        <p:spPr>
          <a:xfrm>
            <a:off x="6399175" y="1670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00AE2664-83BF-3EFD-837E-F88EFA2C40FC}"/>
              </a:ext>
            </a:extLst>
          </p:cNvPr>
          <p:cNvSpPr/>
          <p:nvPr/>
        </p:nvSpPr>
        <p:spPr>
          <a:xfrm>
            <a:off x="522531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0C7687A-A396-E619-1839-4474EA87091B}"/>
              </a:ext>
            </a:extLst>
          </p:cNvPr>
          <p:cNvSpPr/>
          <p:nvPr/>
        </p:nvSpPr>
        <p:spPr>
          <a:xfrm>
            <a:off x="567108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44E757D-4BDD-3CFE-2A84-19CA07440897}"/>
              </a:ext>
            </a:extLst>
          </p:cNvPr>
          <p:cNvSpPr/>
          <p:nvPr/>
        </p:nvSpPr>
        <p:spPr>
          <a:xfrm>
            <a:off x="611685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695863-FD40-3583-97CE-218F648B3A7A}"/>
              </a:ext>
            </a:extLst>
          </p:cNvPr>
          <p:cNvSpPr/>
          <p:nvPr/>
        </p:nvSpPr>
        <p:spPr>
          <a:xfrm>
            <a:off x="6640590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158BA05-3770-A985-F7D3-F388C0646088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3903830" y="1969522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59870A7-061A-F588-755A-0736C1A99907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4444940" y="1959745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35F1FBF-C7CF-242F-5081-30BF726576DF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4768681" y="1959745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F22A49A-6A25-1D2C-266E-C48311B5943E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5391977" y="1969522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6FBE74C-6B6B-329D-5679-BED243D95D51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5745764" y="1969522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DD6E2B1-9274-2902-DFAE-9D49EFA7A5AB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5627915" y="1455607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5BDA38B-B4FE-EAEF-1138-87D2A9B4271F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6138795" y="1455607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C0D202-F6EF-8067-8304-9D622E9CCCB9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6283517" y="1955409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96027E6-644C-8BB9-7725-0D8FF3921209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6683688" y="1955409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C46AF6AE-80B6-DBAB-BB1A-3ADA4AC0E944}"/>
              </a:ext>
            </a:extLst>
          </p:cNvPr>
          <p:cNvSpPr txBox="1"/>
          <p:nvPr/>
        </p:nvSpPr>
        <p:spPr>
          <a:xfrm>
            <a:off x="4960847" y="7911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93E752E-5FF3-B448-2F3B-1A137925E5E7}"/>
              </a:ext>
            </a:extLst>
          </p:cNvPr>
          <p:cNvSpPr txBox="1"/>
          <p:nvPr/>
        </p:nvSpPr>
        <p:spPr>
          <a:xfrm>
            <a:off x="4686285" y="21706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58D3D11-B30F-36C0-D996-1198AA8AB4F0}"/>
              </a:ext>
            </a:extLst>
          </p:cNvPr>
          <p:cNvSpPr txBox="1"/>
          <p:nvPr/>
        </p:nvSpPr>
        <p:spPr>
          <a:xfrm>
            <a:off x="5804677" y="11582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BDDEF94-A151-B671-627E-01944528B99B}"/>
              </a:ext>
            </a:extLst>
          </p:cNvPr>
          <p:cNvSpPr txBox="1"/>
          <p:nvPr/>
        </p:nvSpPr>
        <p:spPr>
          <a:xfrm>
            <a:off x="5415840" y="167523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46BD5D2-B5AB-28CD-9A0F-4731CD9D701A}"/>
              </a:ext>
            </a:extLst>
          </p:cNvPr>
          <p:cNvSpPr txBox="1"/>
          <p:nvPr/>
        </p:nvSpPr>
        <p:spPr>
          <a:xfrm>
            <a:off x="5635123" y="21744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025AF98-FA9A-72B9-0A18-A3941C4F6941}"/>
              </a:ext>
            </a:extLst>
          </p:cNvPr>
          <p:cNvSpPr txBox="1"/>
          <p:nvPr/>
        </p:nvSpPr>
        <p:spPr>
          <a:xfrm>
            <a:off x="5197894" y="21744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4258B530-4ABE-27A8-873F-7CBB86FF1038}"/>
              </a:ext>
            </a:extLst>
          </p:cNvPr>
          <p:cNvSpPr txBox="1"/>
          <p:nvPr/>
        </p:nvSpPr>
        <p:spPr>
          <a:xfrm>
            <a:off x="6371603" y="16630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3FB1841-3850-99BB-CC31-27019D7FAE03}"/>
              </a:ext>
            </a:extLst>
          </p:cNvPr>
          <p:cNvSpPr txBox="1"/>
          <p:nvPr/>
        </p:nvSpPr>
        <p:spPr>
          <a:xfrm>
            <a:off x="6083342" y="21654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85A43CD-E3AF-0A3D-A4EC-C885C67AD643}"/>
              </a:ext>
            </a:extLst>
          </p:cNvPr>
          <p:cNvSpPr txBox="1"/>
          <p:nvPr/>
        </p:nvSpPr>
        <p:spPr>
          <a:xfrm>
            <a:off x="6607520" y="21706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931239A-3D01-A0A6-B370-0453FC973E5E}"/>
              </a:ext>
            </a:extLst>
          </p:cNvPr>
          <p:cNvCxnSpPr>
            <a:cxnSpLocks/>
          </p:cNvCxnSpPr>
          <p:nvPr/>
        </p:nvCxnSpPr>
        <p:spPr>
          <a:xfrm>
            <a:off x="5160581" y="481974"/>
            <a:ext cx="0" cy="240086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AD01EA1-826F-839F-A2CD-1BEC82ADF9FF}"/>
              </a:ext>
            </a:extLst>
          </p:cNvPr>
          <p:cNvSpPr txBox="1"/>
          <p:nvPr/>
        </p:nvSpPr>
        <p:spPr>
          <a:xfrm>
            <a:off x="4014084" y="112642"/>
            <a:ext cx="2422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若</a:t>
            </a:r>
            <a:r>
              <a:rPr lang="en-US" altLang="zh-CN"/>
              <a:t>e&gt;12, </a:t>
            </a:r>
            <a:r>
              <a:rPr lang="zh-CN" altLang="en-US"/>
              <a:t>一定进入右侧</a:t>
            </a:r>
          </a:p>
        </p:txBody>
      </p:sp>
    </p:spTree>
    <p:extLst>
      <p:ext uri="{BB962C8B-B14F-4D97-AF65-F5344CB8AC3E}">
        <p14:creationId xmlns:p14="http://schemas.microsoft.com/office/powerpoint/2010/main" val="19790296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0DD34FE-0E6C-D526-BF26-D067B75E4253}"/>
              </a:ext>
            </a:extLst>
          </p:cNvPr>
          <p:cNvSpPr/>
          <p:nvPr/>
        </p:nvSpPr>
        <p:spPr>
          <a:xfrm>
            <a:off x="3304755" y="20126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78A0688-C32F-AB8E-2FEB-80A9526B8484}"/>
              </a:ext>
            </a:extLst>
          </p:cNvPr>
          <p:cNvSpPr/>
          <p:nvPr/>
        </p:nvSpPr>
        <p:spPr>
          <a:xfrm>
            <a:off x="2383223" y="24357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ADF9FF8-F561-47B1-768F-B45285FA2D6D}"/>
              </a:ext>
            </a:extLst>
          </p:cNvPr>
          <p:cNvSpPr/>
          <p:nvPr/>
        </p:nvSpPr>
        <p:spPr>
          <a:xfrm>
            <a:off x="1930155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97EA44C-E460-2578-69A9-35F4AD1F9007}"/>
              </a:ext>
            </a:extLst>
          </p:cNvPr>
          <p:cNvSpPr/>
          <p:nvPr/>
        </p:nvSpPr>
        <p:spPr>
          <a:xfrm>
            <a:off x="2795006" y="2895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872CD6B-6C78-237A-39C9-ABB996A3397A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667736" y="2297148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4C6691D-CC5A-87FF-A20E-3A779CC5BE1C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2214668" y="2720266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AE0543C-AE03-8536-5693-625329D768A5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667736" y="2720266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7DED5ECA-47ED-FB6C-61DF-725184FA6D28}"/>
              </a:ext>
            </a:extLst>
          </p:cNvPr>
          <p:cNvSpPr/>
          <p:nvPr/>
        </p:nvSpPr>
        <p:spPr>
          <a:xfrm>
            <a:off x="1678037" y="33951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DD2AC7F-257B-04B6-F49C-77A41FF36DE7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844701" y="3190224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033F296-5999-4B6C-EBF0-81E33B731D43}"/>
              </a:ext>
            </a:extLst>
          </p:cNvPr>
          <p:cNvSpPr/>
          <p:nvPr/>
        </p:nvSpPr>
        <p:spPr>
          <a:xfrm>
            <a:off x="4165120" y="2391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1865658-008B-E3D9-2299-926FEF6810D0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589268" y="2297148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BB75BC37-964B-33FB-F69F-92CD8B2C9224}"/>
              </a:ext>
            </a:extLst>
          </p:cNvPr>
          <p:cNvSpPr/>
          <p:nvPr/>
        </p:nvSpPr>
        <p:spPr>
          <a:xfrm>
            <a:off x="215101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AB78783-B4D9-4B30-0C68-CCB5F4FE2A32}"/>
              </a:ext>
            </a:extLst>
          </p:cNvPr>
          <p:cNvSpPr/>
          <p:nvPr/>
        </p:nvSpPr>
        <p:spPr>
          <a:xfrm>
            <a:off x="2589114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A2053419-255D-4E34-CFA5-F8C6402737A3}"/>
              </a:ext>
            </a:extLst>
          </p:cNvPr>
          <p:cNvSpPr/>
          <p:nvPr/>
        </p:nvSpPr>
        <p:spPr>
          <a:xfrm>
            <a:off x="3034884" y="34049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58599646-752F-69B4-5E18-58D6E712B4C6}"/>
              </a:ext>
            </a:extLst>
          </p:cNvPr>
          <p:cNvSpPr/>
          <p:nvPr/>
        </p:nvSpPr>
        <p:spPr>
          <a:xfrm>
            <a:off x="3772089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57A0E94E-8506-14B0-1609-8832F6BC14D8}"/>
              </a:ext>
            </a:extLst>
          </p:cNvPr>
          <p:cNvSpPr/>
          <p:nvPr/>
        </p:nvSpPr>
        <p:spPr>
          <a:xfrm>
            <a:off x="4710013" y="2891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4511AE01-4870-5DE3-8EFE-BDAFBF64ECFF}"/>
              </a:ext>
            </a:extLst>
          </p:cNvPr>
          <p:cNvSpPr/>
          <p:nvPr/>
        </p:nvSpPr>
        <p:spPr>
          <a:xfrm>
            <a:off x="353615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86A0749-D222-174F-4327-2CF9DE545AED}"/>
              </a:ext>
            </a:extLst>
          </p:cNvPr>
          <p:cNvSpPr/>
          <p:nvPr/>
        </p:nvSpPr>
        <p:spPr>
          <a:xfrm>
            <a:off x="398192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999D39AB-0473-1A8C-D56C-E0832DD1600E}"/>
              </a:ext>
            </a:extLst>
          </p:cNvPr>
          <p:cNvSpPr/>
          <p:nvPr/>
        </p:nvSpPr>
        <p:spPr>
          <a:xfrm>
            <a:off x="442769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AA9ACB94-2026-AA5C-A53A-0055B6D6B4E4}"/>
              </a:ext>
            </a:extLst>
          </p:cNvPr>
          <p:cNvSpPr/>
          <p:nvPr/>
        </p:nvSpPr>
        <p:spPr>
          <a:xfrm>
            <a:off x="4951428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18727CD-FB53-90A7-9034-EA64D81B5100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2214668" y="3190224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70C8A99-CBBE-BD10-BA7A-6B11473DDD6F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755778" y="3180447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9156FD2-47C6-2DBB-0792-154DBBFA353B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3079519" y="3180447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4005C0-3942-091C-753E-43704A1ED27E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702815" y="3190224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03BD3A4-3572-FB6F-9ADB-238C692F936E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056602" y="3190224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66D8872-C9C4-109C-BA79-3EDD6BAA9CC3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938753" y="2676309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6E15587-299B-09C8-80E2-4A00A368CA99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4449633" y="2676309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36B0C01-ED47-04E9-B6A6-69709CC2C9F9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594355" y="3176111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B3C79F0-9E8B-3B43-C407-4D8DC0488B9D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994526" y="3176111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2C4E6B6-B353-FAB4-F536-07FBE030F701}"/>
              </a:ext>
            </a:extLst>
          </p:cNvPr>
          <p:cNvSpPr txBox="1"/>
          <p:nvPr/>
        </p:nvSpPr>
        <p:spPr>
          <a:xfrm>
            <a:off x="3271685" y="2011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D266C-DEAD-EF90-C741-5A4F17792B00}"/>
              </a:ext>
            </a:extLst>
          </p:cNvPr>
          <p:cNvSpPr txBox="1"/>
          <p:nvPr/>
        </p:nvSpPr>
        <p:spPr>
          <a:xfrm>
            <a:off x="2997123" y="33913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0F0277F-8EF1-25F8-C13D-294808A0C016}"/>
              </a:ext>
            </a:extLst>
          </p:cNvPr>
          <p:cNvSpPr txBox="1"/>
          <p:nvPr/>
        </p:nvSpPr>
        <p:spPr>
          <a:xfrm>
            <a:off x="4115515" y="23789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BF27EA4-9443-209B-60AE-9D666F21C4C5}"/>
              </a:ext>
            </a:extLst>
          </p:cNvPr>
          <p:cNvSpPr txBox="1"/>
          <p:nvPr/>
        </p:nvSpPr>
        <p:spPr>
          <a:xfrm>
            <a:off x="3726678" y="28959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580440-A9A4-1220-DF9E-CF7DD4AFF129}"/>
              </a:ext>
            </a:extLst>
          </p:cNvPr>
          <p:cNvSpPr txBox="1"/>
          <p:nvPr/>
        </p:nvSpPr>
        <p:spPr>
          <a:xfrm>
            <a:off x="3945961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540513C-C57F-88B5-2E88-89908297079E}"/>
              </a:ext>
            </a:extLst>
          </p:cNvPr>
          <p:cNvSpPr txBox="1"/>
          <p:nvPr/>
        </p:nvSpPr>
        <p:spPr>
          <a:xfrm>
            <a:off x="3508732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789C790-5BC6-43AC-06C3-F291D041FBD6}"/>
              </a:ext>
            </a:extLst>
          </p:cNvPr>
          <p:cNvSpPr txBox="1"/>
          <p:nvPr/>
        </p:nvSpPr>
        <p:spPr>
          <a:xfrm>
            <a:off x="4682441" y="288375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054AE4-E1E5-52FA-7607-C5B6AA49C081}"/>
              </a:ext>
            </a:extLst>
          </p:cNvPr>
          <p:cNvSpPr txBox="1"/>
          <p:nvPr/>
        </p:nvSpPr>
        <p:spPr>
          <a:xfrm>
            <a:off x="4394180" y="338617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E873257-54ED-8FAB-5DE7-63F8BA55F9E5}"/>
              </a:ext>
            </a:extLst>
          </p:cNvPr>
          <p:cNvSpPr txBox="1"/>
          <p:nvPr/>
        </p:nvSpPr>
        <p:spPr>
          <a:xfrm>
            <a:off x="4918358" y="33913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35B5E48-D719-97F3-0DE5-72B5E7FA0CEF}"/>
              </a:ext>
            </a:extLst>
          </p:cNvPr>
          <p:cNvSpPr/>
          <p:nvPr/>
        </p:nvSpPr>
        <p:spPr>
          <a:xfrm>
            <a:off x="8070830" y="19991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A46C153-90EA-F5D7-9C86-55E2A97AE261}"/>
              </a:ext>
            </a:extLst>
          </p:cNvPr>
          <p:cNvSpPr/>
          <p:nvPr/>
        </p:nvSpPr>
        <p:spPr>
          <a:xfrm>
            <a:off x="7149298" y="24222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93BB81BF-0A92-B4A0-F684-F18E30555BB8}"/>
              </a:ext>
            </a:extLst>
          </p:cNvPr>
          <p:cNvSpPr/>
          <p:nvPr/>
        </p:nvSpPr>
        <p:spPr>
          <a:xfrm>
            <a:off x="6696230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189D57BF-D749-DC45-3A81-A1880B6027D6}"/>
              </a:ext>
            </a:extLst>
          </p:cNvPr>
          <p:cNvSpPr/>
          <p:nvPr/>
        </p:nvSpPr>
        <p:spPr>
          <a:xfrm>
            <a:off x="7561081" y="2882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71642243-5397-D789-BBD7-FD2CF9091783}"/>
              </a:ext>
            </a:extLst>
          </p:cNvPr>
          <p:cNvCxnSpPr>
            <a:stCxn id="40" idx="3"/>
            <a:endCxn id="41" idx="7"/>
          </p:cNvCxnSpPr>
          <p:nvPr/>
        </p:nvCxnSpPr>
        <p:spPr>
          <a:xfrm flipH="1">
            <a:off x="7433811" y="2283617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59B6EC9-5AAF-5B63-AFBA-9CE4443BDF9D}"/>
              </a:ext>
            </a:extLst>
          </p:cNvPr>
          <p:cNvCxnSpPr>
            <a:cxnSpLocks/>
            <a:stCxn id="41" idx="3"/>
            <a:endCxn id="42" idx="7"/>
          </p:cNvCxnSpPr>
          <p:nvPr/>
        </p:nvCxnSpPr>
        <p:spPr>
          <a:xfrm flipH="1">
            <a:off x="6980743" y="2706735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E0F332D5-BFE2-6A03-543B-50796AD9F345}"/>
              </a:ext>
            </a:extLst>
          </p:cNvPr>
          <p:cNvCxnSpPr>
            <a:stCxn id="41" idx="5"/>
            <a:endCxn id="43" idx="1"/>
          </p:cNvCxnSpPr>
          <p:nvPr/>
        </p:nvCxnSpPr>
        <p:spPr>
          <a:xfrm>
            <a:off x="7433811" y="2706735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A2ED45B0-89A8-2327-0E36-50D5D07750A3}"/>
              </a:ext>
            </a:extLst>
          </p:cNvPr>
          <p:cNvSpPr/>
          <p:nvPr/>
        </p:nvSpPr>
        <p:spPr>
          <a:xfrm>
            <a:off x="6444112" y="33816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164D7F5-2B72-A87C-9810-3E04859B34B3}"/>
              </a:ext>
            </a:extLst>
          </p:cNvPr>
          <p:cNvCxnSpPr>
            <a:cxnSpLocks/>
            <a:stCxn id="42" idx="3"/>
            <a:endCxn id="47" idx="0"/>
          </p:cNvCxnSpPr>
          <p:nvPr/>
        </p:nvCxnSpPr>
        <p:spPr>
          <a:xfrm flipH="1">
            <a:off x="6610776" y="3176693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2CDF173A-6F39-10A8-24B4-E1557FE0578B}"/>
              </a:ext>
            </a:extLst>
          </p:cNvPr>
          <p:cNvSpPr/>
          <p:nvPr/>
        </p:nvSpPr>
        <p:spPr>
          <a:xfrm>
            <a:off x="8931195" y="23782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B4B6C58-BB7C-9ED5-3203-EA7210DF6457}"/>
              </a:ext>
            </a:extLst>
          </p:cNvPr>
          <p:cNvCxnSpPr>
            <a:cxnSpLocks/>
            <a:stCxn id="40" idx="5"/>
            <a:endCxn id="49" idx="1"/>
          </p:cNvCxnSpPr>
          <p:nvPr/>
        </p:nvCxnSpPr>
        <p:spPr>
          <a:xfrm>
            <a:off x="8355343" y="2283617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06627B97-D9E1-C13E-1677-2846FA14A2A6}"/>
              </a:ext>
            </a:extLst>
          </p:cNvPr>
          <p:cNvSpPr/>
          <p:nvPr/>
        </p:nvSpPr>
        <p:spPr>
          <a:xfrm>
            <a:off x="6917094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E359F136-619A-A4DB-A8CC-344044DDAC7B}"/>
              </a:ext>
            </a:extLst>
          </p:cNvPr>
          <p:cNvSpPr/>
          <p:nvPr/>
        </p:nvSpPr>
        <p:spPr>
          <a:xfrm>
            <a:off x="7355189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348949D0-A443-556B-6485-B36378C18AF8}"/>
              </a:ext>
            </a:extLst>
          </p:cNvPr>
          <p:cNvSpPr/>
          <p:nvPr/>
        </p:nvSpPr>
        <p:spPr>
          <a:xfrm>
            <a:off x="780095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472E4FBD-70F8-83E1-3122-583A9DF1C7F5}"/>
              </a:ext>
            </a:extLst>
          </p:cNvPr>
          <p:cNvSpPr/>
          <p:nvPr/>
        </p:nvSpPr>
        <p:spPr>
          <a:xfrm>
            <a:off x="8538164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58C7E2E-DF7C-2942-F8BB-16BDDE439D1A}"/>
              </a:ext>
            </a:extLst>
          </p:cNvPr>
          <p:cNvSpPr/>
          <p:nvPr/>
        </p:nvSpPr>
        <p:spPr>
          <a:xfrm>
            <a:off x="9476088" y="28780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95269E4-6E37-F7B4-C103-8D562182DDEF}"/>
              </a:ext>
            </a:extLst>
          </p:cNvPr>
          <p:cNvSpPr/>
          <p:nvPr/>
        </p:nvSpPr>
        <p:spPr>
          <a:xfrm>
            <a:off x="830222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A09F058-C0BB-28B4-7CBD-32E08222CDC9}"/>
              </a:ext>
            </a:extLst>
          </p:cNvPr>
          <p:cNvSpPr/>
          <p:nvPr/>
        </p:nvSpPr>
        <p:spPr>
          <a:xfrm>
            <a:off x="874799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0DEEA5E-A3F1-9A67-5941-8207657C113E}"/>
              </a:ext>
            </a:extLst>
          </p:cNvPr>
          <p:cNvSpPr/>
          <p:nvPr/>
        </p:nvSpPr>
        <p:spPr>
          <a:xfrm>
            <a:off x="919376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72E75CAB-2D61-9DF6-091E-5BF99499C67C}"/>
              </a:ext>
            </a:extLst>
          </p:cNvPr>
          <p:cNvSpPr/>
          <p:nvPr/>
        </p:nvSpPr>
        <p:spPr>
          <a:xfrm>
            <a:off x="9717503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BB180435-11E5-BFC0-908B-26D781130ECB}"/>
              </a:ext>
            </a:extLst>
          </p:cNvPr>
          <p:cNvCxnSpPr>
            <a:cxnSpLocks/>
            <a:stCxn id="42" idx="5"/>
            <a:endCxn id="51" idx="0"/>
          </p:cNvCxnSpPr>
          <p:nvPr/>
        </p:nvCxnSpPr>
        <p:spPr>
          <a:xfrm>
            <a:off x="6980743" y="3176693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DD70D821-42BB-45E4-119B-2362E96E780E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H="1">
            <a:off x="7521853" y="3166916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75D25FEC-294F-2E82-600F-6A7E83C0DC38}"/>
              </a:ext>
            </a:extLst>
          </p:cNvPr>
          <p:cNvCxnSpPr>
            <a:cxnSpLocks/>
            <a:stCxn id="43" idx="5"/>
            <a:endCxn id="53" idx="0"/>
          </p:cNvCxnSpPr>
          <p:nvPr/>
        </p:nvCxnSpPr>
        <p:spPr>
          <a:xfrm>
            <a:off x="7845594" y="3166916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D72DCB1-1436-6590-37AE-1F39164F7858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8468890" y="3176693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D85A695-A41A-1AAA-C153-262D55B85EE7}"/>
              </a:ext>
            </a:extLst>
          </p:cNvPr>
          <p:cNvCxnSpPr>
            <a:cxnSpLocks/>
            <a:stCxn id="54" idx="5"/>
            <a:endCxn id="57" idx="0"/>
          </p:cNvCxnSpPr>
          <p:nvPr/>
        </p:nvCxnSpPr>
        <p:spPr>
          <a:xfrm>
            <a:off x="8822677" y="3176693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EBA10D4-AFF4-4DD7-4E44-058944FF9E9F}"/>
              </a:ext>
            </a:extLst>
          </p:cNvPr>
          <p:cNvCxnSpPr>
            <a:cxnSpLocks/>
            <a:stCxn id="49" idx="3"/>
            <a:endCxn id="54" idx="0"/>
          </p:cNvCxnSpPr>
          <p:nvPr/>
        </p:nvCxnSpPr>
        <p:spPr>
          <a:xfrm flipH="1">
            <a:off x="8704828" y="2662778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EA22189-603A-4C06-5230-9ADF57667732}"/>
              </a:ext>
            </a:extLst>
          </p:cNvPr>
          <p:cNvCxnSpPr>
            <a:cxnSpLocks/>
            <a:stCxn id="49" idx="5"/>
            <a:endCxn id="55" idx="1"/>
          </p:cNvCxnSpPr>
          <p:nvPr/>
        </p:nvCxnSpPr>
        <p:spPr>
          <a:xfrm>
            <a:off x="9215708" y="2662778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FCD8E2E-40BC-4C9C-3715-80F1DFAB61E6}"/>
              </a:ext>
            </a:extLst>
          </p:cNvPr>
          <p:cNvCxnSpPr>
            <a:cxnSpLocks/>
            <a:stCxn id="55" idx="3"/>
            <a:endCxn id="58" idx="0"/>
          </p:cNvCxnSpPr>
          <p:nvPr/>
        </p:nvCxnSpPr>
        <p:spPr>
          <a:xfrm flipH="1">
            <a:off x="9360430" y="3162580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9C389B79-E5B6-FB50-84B7-0A3236E88C8B}"/>
              </a:ext>
            </a:extLst>
          </p:cNvPr>
          <p:cNvCxnSpPr>
            <a:cxnSpLocks/>
            <a:stCxn id="55" idx="5"/>
            <a:endCxn id="59" idx="0"/>
          </p:cNvCxnSpPr>
          <p:nvPr/>
        </p:nvCxnSpPr>
        <p:spPr>
          <a:xfrm>
            <a:off x="9760601" y="3162580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8E8700B5-8FFF-405D-BD75-33C3B38CE2B6}"/>
              </a:ext>
            </a:extLst>
          </p:cNvPr>
          <p:cNvSpPr txBox="1"/>
          <p:nvPr/>
        </p:nvSpPr>
        <p:spPr>
          <a:xfrm>
            <a:off x="8037760" y="199832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94488CF-696C-8C93-0424-65CF34D52B54}"/>
              </a:ext>
            </a:extLst>
          </p:cNvPr>
          <p:cNvSpPr txBox="1"/>
          <p:nvPr/>
        </p:nvSpPr>
        <p:spPr>
          <a:xfrm>
            <a:off x="7763198" y="33778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D4A9FA78-5BD8-83C8-2C0A-5B43DAC985C9}"/>
              </a:ext>
            </a:extLst>
          </p:cNvPr>
          <p:cNvSpPr txBox="1"/>
          <p:nvPr/>
        </p:nvSpPr>
        <p:spPr>
          <a:xfrm>
            <a:off x="8881590" y="23654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31014783-6809-A0B5-EBE3-14489848B38B}"/>
              </a:ext>
            </a:extLst>
          </p:cNvPr>
          <p:cNvSpPr txBox="1"/>
          <p:nvPr/>
        </p:nvSpPr>
        <p:spPr>
          <a:xfrm>
            <a:off x="8492753" y="2882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2260722-501E-7BF3-CDA5-7E85FA8BA7CA}"/>
              </a:ext>
            </a:extLst>
          </p:cNvPr>
          <p:cNvSpPr txBox="1"/>
          <p:nvPr/>
        </p:nvSpPr>
        <p:spPr>
          <a:xfrm>
            <a:off x="8712036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41421FB-9792-94C7-A408-ACFF314CFA4D}"/>
              </a:ext>
            </a:extLst>
          </p:cNvPr>
          <p:cNvSpPr txBox="1"/>
          <p:nvPr/>
        </p:nvSpPr>
        <p:spPr>
          <a:xfrm>
            <a:off x="8274807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46D4965-DD5A-C3F1-3980-0587D020A95D}"/>
              </a:ext>
            </a:extLst>
          </p:cNvPr>
          <p:cNvSpPr txBox="1"/>
          <p:nvPr/>
        </p:nvSpPr>
        <p:spPr>
          <a:xfrm>
            <a:off x="9448516" y="287022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0E231E9C-F496-C126-E722-B91B7470A7EE}"/>
              </a:ext>
            </a:extLst>
          </p:cNvPr>
          <p:cNvSpPr txBox="1"/>
          <p:nvPr/>
        </p:nvSpPr>
        <p:spPr>
          <a:xfrm>
            <a:off x="9160255" y="337264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B3712C1-13BE-D862-9898-505B4C34265F}"/>
              </a:ext>
            </a:extLst>
          </p:cNvPr>
          <p:cNvSpPr txBox="1"/>
          <p:nvPr/>
        </p:nvSpPr>
        <p:spPr>
          <a:xfrm>
            <a:off x="9684433" y="3377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8D54F88-6DDB-51D5-2544-C48A6C833C82}"/>
              </a:ext>
            </a:extLst>
          </p:cNvPr>
          <p:cNvSpPr txBox="1"/>
          <p:nvPr/>
        </p:nvSpPr>
        <p:spPr>
          <a:xfrm>
            <a:off x="2716551" y="11050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查找</a:t>
            </a:r>
            <a:r>
              <a:rPr lang="en-US" altLang="zh-CN"/>
              <a:t>8</a:t>
            </a:r>
            <a:r>
              <a:rPr lang="zh-CN" altLang="en-US"/>
              <a:t>的路线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2B924E0C-63A8-3DD6-04AA-B2A2B1A162FF}"/>
              </a:ext>
            </a:extLst>
          </p:cNvPr>
          <p:cNvSpPr txBox="1"/>
          <p:nvPr/>
        </p:nvSpPr>
        <p:spPr>
          <a:xfrm>
            <a:off x="7427549" y="1106610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查找</a:t>
            </a:r>
            <a:r>
              <a:rPr lang="en-US" altLang="zh-CN"/>
              <a:t>21</a:t>
            </a:r>
            <a:r>
              <a:rPr lang="zh-CN" altLang="en-US"/>
              <a:t>的路线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A8F9114F-6FC3-BFED-B064-2C1980A22E2F}"/>
              </a:ext>
            </a:extLst>
          </p:cNvPr>
          <p:cNvSpPr/>
          <p:nvPr/>
        </p:nvSpPr>
        <p:spPr>
          <a:xfrm>
            <a:off x="2517978" y="1767755"/>
            <a:ext cx="617108" cy="579055"/>
          </a:xfrm>
          <a:custGeom>
            <a:avLst/>
            <a:gdLst>
              <a:gd name="csX0" fmla="*/ 617108 w 617108"/>
              <a:gd name="csY0" fmla="*/ 38523 h 579055"/>
              <a:gd name="csX1" fmla="*/ 162160 w 617108"/>
              <a:gd name="csY1" fmla="*/ 56541 h 579055"/>
              <a:gd name="csX2" fmla="*/ 0 w 617108"/>
              <a:gd name="csY2" fmla="*/ 579055 h 579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7108" h="579055">
                <a:moveTo>
                  <a:pt x="617108" y="38523"/>
                </a:moveTo>
                <a:cubicBezTo>
                  <a:pt x="441059" y="2487"/>
                  <a:pt x="265011" y="-33548"/>
                  <a:pt x="162160" y="56541"/>
                </a:cubicBezTo>
                <a:cubicBezTo>
                  <a:pt x="59309" y="146630"/>
                  <a:pt x="29654" y="362842"/>
                  <a:pt x="0" y="579055"/>
                </a:cubicBezTo>
              </a:path>
            </a:pathLst>
          </a:custGeom>
          <a:noFill/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E2DF6A6C-47DC-494A-7198-317518BAF398}"/>
              </a:ext>
            </a:extLst>
          </p:cNvPr>
          <p:cNvSpPr txBox="1"/>
          <p:nvPr/>
        </p:nvSpPr>
        <p:spPr>
          <a:xfrm>
            <a:off x="3149856" y="1614914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8&lt;12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63A1D3E4-1ED2-7D84-70CF-166813775BED}"/>
              </a:ext>
            </a:extLst>
          </p:cNvPr>
          <p:cNvSpPr txBox="1"/>
          <p:nvPr/>
        </p:nvSpPr>
        <p:spPr>
          <a:xfrm>
            <a:off x="2851186" y="2343350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8&gt;7</a:t>
            </a:r>
            <a:endParaRPr lang="zh-CN" altLang="en-US" sz="1400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7405B487-6176-5597-4F39-8A1FE8C9EA18}"/>
              </a:ext>
            </a:extLst>
          </p:cNvPr>
          <p:cNvSpPr/>
          <p:nvPr/>
        </p:nvSpPr>
        <p:spPr>
          <a:xfrm>
            <a:off x="3101670" y="2634268"/>
            <a:ext cx="168920" cy="337833"/>
          </a:xfrm>
          <a:custGeom>
            <a:avLst/>
            <a:gdLst>
              <a:gd name="csX0" fmla="*/ 0 w 168920"/>
              <a:gd name="csY0" fmla="*/ 0 h 337833"/>
              <a:gd name="csX1" fmla="*/ 166664 w 168920"/>
              <a:gd name="csY1" fmla="*/ 117115 h 337833"/>
              <a:gd name="csX2" fmla="*/ 81080 w 16892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920" h="337833">
                <a:moveTo>
                  <a:pt x="0" y="0"/>
                </a:moveTo>
                <a:cubicBezTo>
                  <a:pt x="76575" y="30405"/>
                  <a:pt x="153151" y="60810"/>
                  <a:pt x="166664" y="117115"/>
                </a:cubicBezTo>
                <a:cubicBezTo>
                  <a:pt x="180177" y="173420"/>
                  <a:pt x="130628" y="255626"/>
                  <a:pt x="81080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B0958D22-B3F3-246B-8BCC-54E825D64FA5}"/>
              </a:ext>
            </a:extLst>
          </p:cNvPr>
          <p:cNvSpPr/>
          <p:nvPr/>
        </p:nvSpPr>
        <p:spPr>
          <a:xfrm>
            <a:off x="2608542" y="3008962"/>
            <a:ext cx="107631" cy="351345"/>
          </a:xfrm>
          <a:custGeom>
            <a:avLst/>
            <a:gdLst>
              <a:gd name="csX0" fmla="*/ 107631 w 107631"/>
              <a:gd name="csY0" fmla="*/ 0 h 351345"/>
              <a:gd name="csX1" fmla="*/ 4029 w 107631"/>
              <a:gd name="csY1" fmla="*/ 103602 h 351345"/>
              <a:gd name="csX2" fmla="*/ 31056 w 107631"/>
              <a:gd name="csY2" fmla="*/ 351345 h 351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631" h="351345">
                <a:moveTo>
                  <a:pt x="107631" y="0"/>
                </a:moveTo>
                <a:cubicBezTo>
                  <a:pt x="62211" y="22522"/>
                  <a:pt x="16792" y="45044"/>
                  <a:pt x="4029" y="103602"/>
                </a:cubicBezTo>
                <a:cubicBezTo>
                  <a:pt x="-8734" y="162160"/>
                  <a:pt x="11161" y="256752"/>
                  <a:pt x="31056" y="35134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E6D8C1F-ED0B-3B58-2986-3DC231B11D13}"/>
              </a:ext>
            </a:extLst>
          </p:cNvPr>
          <p:cNvSpPr txBox="1"/>
          <p:nvPr/>
        </p:nvSpPr>
        <p:spPr>
          <a:xfrm>
            <a:off x="2284334" y="3828272"/>
            <a:ext cx="94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8=8, </a:t>
            </a:r>
            <a:r>
              <a:rPr lang="zh-CN" altLang="en-US" sz="1400"/>
              <a:t>成功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57CF6984-53EC-83CA-63DA-8A1C1C15DA7C}"/>
              </a:ext>
            </a:extLst>
          </p:cNvPr>
          <p:cNvSpPr txBox="1"/>
          <p:nvPr/>
        </p:nvSpPr>
        <p:spPr>
          <a:xfrm>
            <a:off x="7844734" y="16732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21&gt;12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711C0CD-74D5-94D2-991F-31B88638C095}"/>
              </a:ext>
            </a:extLst>
          </p:cNvPr>
          <p:cNvSpPr txBox="1"/>
          <p:nvPr/>
        </p:nvSpPr>
        <p:spPr>
          <a:xfrm>
            <a:off x="9166103" y="2150159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21&gt;19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6016BAFA-F36C-F5AA-0D49-AB225CC9DBDC}"/>
              </a:ext>
            </a:extLst>
          </p:cNvPr>
          <p:cNvSpPr txBox="1"/>
          <p:nvPr/>
        </p:nvSpPr>
        <p:spPr>
          <a:xfrm>
            <a:off x="9767761" y="268350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21&lt;22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8DE5148C-1BE2-0980-5426-EA2A0BBCB86E}"/>
              </a:ext>
            </a:extLst>
          </p:cNvPr>
          <p:cNvSpPr txBox="1"/>
          <p:nvPr/>
        </p:nvSpPr>
        <p:spPr>
          <a:xfrm>
            <a:off x="8756259" y="370664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21&gt;20</a:t>
            </a:r>
            <a:endParaRPr lang="zh-CN" altLang="en-US" sz="1400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3FFC893D-1F88-06F6-F296-FEABB26CDB15}"/>
              </a:ext>
            </a:extLst>
          </p:cNvPr>
          <p:cNvSpPr/>
          <p:nvPr/>
        </p:nvSpPr>
        <p:spPr>
          <a:xfrm>
            <a:off x="9550839" y="3990292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42D16946-65AF-CA79-8FC3-0761D5BF6DFF}"/>
              </a:ext>
            </a:extLst>
          </p:cNvPr>
          <p:cNvSpPr txBox="1"/>
          <p:nvPr/>
        </p:nvSpPr>
        <p:spPr>
          <a:xfrm>
            <a:off x="9055119" y="4390229"/>
            <a:ext cx="1410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NULL, </a:t>
            </a:r>
            <a:r>
              <a:rPr lang="zh-CN" altLang="en-US" sz="1400"/>
              <a:t>查找失败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23CE5251-A9AA-73C0-B61A-E44A1BAF0910}"/>
              </a:ext>
            </a:extLst>
          </p:cNvPr>
          <p:cNvSpPr/>
          <p:nvPr/>
        </p:nvSpPr>
        <p:spPr>
          <a:xfrm>
            <a:off x="8517884" y="1959115"/>
            <a:ext cx="572063" cy="347155"/>
          </a:xfrm>
          <a:custGeom>
            <a:avLst/>
            <a:gdLst>
              <a:gd name="csX0" fmla="*/ 0 w 572063"/>
              <a:gd name="csY0" fmla="*/ 94907 h 347155"/>
              <a:gd name="csX1" fmla="*/ 373868 w 572063"/>
              <a:gd name="csY1" fmla="*/ 13827 h 347155"/>
              <a:gd name="csX2" fmla="*/ 572063 w 572063"/>
              <a:gd name="csY2" fmla="*/ 347155 h 347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2063" h="347155">
                <a:moveTo>
                  <a:pt x="0" y="94907"/>
                </a:moveTo>
                <a:cubicBezTo>
                  <a:pt x="139262" y="33346"/>
                  <a:pt x="278524" y="-28214"/>
                  <a:pt x="373868" y="13827"/>
                </a:cubicBezTo>
                <a:cubicBezTo>
                  <a:pt x="469212" y="55868"/>
                  <a:pt x="520637" y="201511"/>
                  <a:pt x="572063" y="34715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1952E313-7FA5-AF0B-74BD-EBDF74D94300}"/>
              </a:ext>
            </a:extLst>
          </p:cNvPr>
          <p:cNvSpPr/>
          <p:nvPr/>
        </p:nvSpPr>
        <p:spPr>
          <a:xfrm>
            <a:off x="9400753" y="2448942"/>
            <a:ext cx="287401" cy="339302"/>
          </a:xfrm>
          <a:custGeom>
            <a:avLst/>
            <a:gdLst>
              <a:gd name="csX0" fmla="*/ 0 w 287401"/>
              <a:gd name="csY0" fmla="*/ 14983 h 339302"/>
              <a:gd name="csX1" fmla="*/ 252248 w 287401"/>
              <a:gd name="csY1" fmla="*/ 37505 h 339302"/>
              <a:gd name="csX2" fmla="*/ 279275 w 287401"/>
              <a:gd name="csY2" fmla="*/ 339302 h 33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401" h="339302">
                <a:moveTo>
                  <a:pt x="0" y="14983"/>
                </a:moveTo>
                <a:cubicBezTo>
                  <a:pt x="102851" y="-783"/>
                  <a:pt x="205702" y="-16548"/>
                  <a:pt x="252248" y="37505"/>
                </a:cubicBezTo>
                <a:cubicBezTo>
                  <a:pt x="298794" y="91558"/>
                  <a:pt x="289034" y="215430"/>
                  <a:pt x="279275" y="339302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321F2FCA-11B0-2660-7623-A01E21501BAD}"/>
              </a:ext>
            </a:extLst>
          </p:cNvPr>
          <p:cNvSpPr/>
          <p:nvPr/>
        </p:nvSpPr>
        <p:spPr>
          <a:xfrm>
            <a:off x="9171015" y="2978511"/>
            <a:ext cx="238747" cy="354770"/>
          </a:xfrm>
          <a:custGeom>
            <a:avLst/>
            <a:gdLst>
              <a:gd name="csX0" fmla="*/ 238747 w 238747"/>
              <a:gd name="csY0" fmla="*/ 34955 h 354770"/>
              <a:gd name="csX1" fmla="*/ 72083 w 238747"/>
              <a:gd name="csY1" fmla="*/ 3424 h 354770"/>
              <a:gd name="csX2" fmla="*/ 12 w 238747"/>
              <a:gd name="csY2" fmla="*/ 107026 h 354770"/>
              <a:gd name="csX3" fmla="*/ 76587 w 238747"/>
              <a:gd name="csY3" fmla="*/ 354770 h 354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8747" h="354770">
                <a:moveTo>
                  <a:pt x="238747" y="34955"/>
                </a:moveTo>
                <a:cubicBezTo>
                  <a:pt x="175309" y="13183"/>
                  <a:pt x="111872" y="-8588"/>
                  <a:pt x="72083" y="3424"/>
                </a:cubicBezTo>
                <a:cubicBezTo>
                  <a:pt x="32294" y="15436"/>
                  <a:pt x="-739" y="48468"/>
                  <a:pt x="12" y="107026"/>
                </a:cubicBezTo>
                <a:cubicBezTo>
                  <a:pt x="763" y="165584"/>
                  <a:pt x="38675" y="260177"/>
                  <a:pt x="76587" y="35477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1A285016-FC5B-A385-50CA-7D47FFA75D97}"/>
              </a:ext>
            </a:extLst>
          </p:cNvPr>
          <p:cNvSpPr/>
          <p:nvPr/>
        </p:nvSpPr>
        <p:spPr>
          <a:xfrm>
            <a:off x="9513364" y="3689131"/>
            <a:ext cx="165563" cy="234231"/>
          </a:xfrm>
          <a:custGeom>
            <a:avLst/>
            <a:gdLst>
              <a:gd name="csX0" fmla="*/ 0 w 165563"/>
              <a:gd name="csY0" fmla="*/ 0 h 234231"/>
              <a:gd name="csX1" fmla="*/ 144141 w 165563"/>
              <a:gd name="csY1" fmla="*/ 58558 h 234231"/>
              <a:gd name="csX2" fmla="*/ 162159 w 165563"/>
              <a:gd name="csY2" fmla="*/ 234231 h 234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5563" h="234231">
                <a:moveTo>
                  <a:pt x="0" y="0"/>
                </a:moveTo>
                <a:cubicBezTo>
                  <a:pt x="58557" y="9759"/>
                  <a:pt x="117114" y="19519"/>
                  <a:pt x="144141" y="58558"/>
                </a:cubicBezTo>
                <a:cubicBezTo>
                  <a:pt x="171168" y="97597"/>
                  <a:pt x="166663" y="165914"/>
                  <a:pt x="162159" y="23423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A42C6-2F3D-496F-7135-37985281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AFC4948-4C4B-B680-8B82-ACEE4FA95ACE}"/>
              </a:ext>
            </a:extLst>
          </p:cNvPr>
          <p:cNvSpPr/>
          <p:nvPr/>
        </p:nvSpPr>
        <p:spPr>
          <a:xfrm>
            <a:off x="3304755" y="20126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C71D9F3-E98A-0A3E-01A7-23121A3A2B02}"/>
              </a:ext>
            </a:extLst>
          </p:cNvPr>
          <p:cNvSpPr/>
          <p:nvPr/>
        </p:nvSpPr>
        <p:spPr>
          <a:xfrm>
            <a:off x="2383223" y="24357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15C03E-F87F-1E36-0606-F44CDE685EE5}"/>
              </a:ext>
            </a:extLst>
          </p:cNvPr>
          <p:cNvSpPr/>
          <p:nvPr/>
        </p:nvSpPr>
        <p:spPr>
          <a:xfrm>
            <a:off x="1930155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EE7F8BB-AABF-1098-105C-613FF9FEEC02}"/>
              </a:ext>
            </a:extLst>
          </p:cNvPr>
          <p:cNvSpPr/>
          <p:nvPr/>
        </p:nvSpPr>
        <p:spPr>
          <a:xfrm>
            <a:off x="2795006" y="2895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283CEA8-4B28-2015-588F-B6DAF6290984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667736" y="2297148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529BC20-DD5B-F6AB-A2F0-816043252A0A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2214668" y="2720266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B2B4EF-DC05-53A9-9518-008664CF1734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667736" y="2720266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19E44B7E-EFE3-8D1F-8E45-D4B3FDCE9116}"/>
              </a:ext>
            </a:extLst>
          </p:cNvPr>
          <p:cNvSpPr/>
          <p:nvPr/>
        </p:nvSpPr>
        <p:spPr>
          <a:xfrm>
            <a:off x="1678037" y="33951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6A05F8-4235-76D0-E64D-46BD970D8513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844701" y="3190224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03C0854E-B966-E757-2267-9ADC1504E476}"/>
              </a:ext>
            </a:extLst>
          </p:cNvPr>
          <p:cNvSpPr/>
          <p:nvPr/>
        </p:nvSpPr>
        <p:spPr>
          <a:xfrm>
            <a:off x="4165120" y="2391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3793D5F-9E93-1757-B5A7-600CB975B95D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589268" y="2297148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4363A519-B75D-7E9D-4ADF-70D00900874C}"/>
              </a:ext>
            </a:extLst>
          </p:cNvPr>
          <p:cNvSpPr/>
          <p:nvPr/>
        </p:nvSpPr>
        <p:spPr>
          <a:xfrm>
            <a:off x="215101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9F4C46B-F499-9CB3-F146-E79FA7D32B1C}"/>
              </a:ext>
            </a:extLst>
          </p:cNvPr>
          <p:cNvSpPr/>
          <p:nvPr/>
        </p:nvSpPr>
        <p:spPr>
          <a:xfrm>
            <a:off x="2589114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7342C9C3-F5D2-8190-D9EA-09D162193763}"/>
              </a:ext>
            </a:extLst>
          </p:cNvPr>
          <p:cNvSpPr/>
          <p:nvPr/>
        </p:nvSpPr>
        <p:spPr>
          <a:xfrm>
            <a:off x="3034884" y="34049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4647DB4D-E241-DE52-F988-FB14A6762670}"/>
              </a:ext>
            </a:extLst>
          </p:cNvPr>
          <p:cNvSpPr/>
          <p:nvPr/>
        </p:nvSpPr>
        <p:spPr>
          <a:xfrm>
            <a:off x="3772089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391CF18B-A15E-BF7C-6329-96031FBE1163}"/>
              </a:ext>
            </a:extLst>
          </p:cNvPr>
          <p:cNvSpPr/>
          <p:nvPr/>
        </p:nvSpPr>
        <p:spPr>
          <a:xfrm>
            <a:off x="4710013" y="2891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88B6C93A-C492-BCCB-26EE-EF0CAFBE438D}"/>
              </a:ext>
            </a:extLst>
          </p:cNvPr>
          <p:cNvSpPr/>
          <p:nvPr/>
        </p:nvSpPr>
        <p:spPr>
          <a:xfrm>
            <a:off x="353615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DE7EBC-5ABC-7B61-03AA-3E9D5859ADE4}"/>
              </a:ext>
            </a:extLst>
          </p:cNvPr>
          <p:cNvSpPr/>
          <p:nvPr/>
        </p:nvSpPr>
        <p:spPr>
          <a:xfrm>
            <a:off x="398192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939AA3E-B902-3E39-EF2C-2BFCC7E2A389}"/>
              </a:ext>
            </a:extLst>
          </p:cNvPr>
          <p:cNvSpPr/>
          <p:nvPr/>
        </p:nvSpPr>
        <p:spPr>
          <a:xfrm>
            <a:off x="442769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C29372E-1F8A-08B9-E6E2-5AB9CA1FE4C1}"/>
              </a:ext>
            </a:extLst>
          </p:cNvPr>
          <p:cNvSpPr/>
          <p:nvPr/>
        </p:nvSpPr>
        <p:spPr>
          <a:xfrm>
            <a:off x="4951428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D0CAA94-C13C-02BA-D76F-8CB2AC5BF22D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2214668" y="3190224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0EC1041-9CD9-9D77-CD16-A4D176B29CAB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755778" y="3180447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4793287-1944-9B88-F442-61AA1EAE35CA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3079519" y="3180447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CC1AEFC-3246-0F32-7C38-B767C5099D94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702815" y="3190224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CB707D2-724C-6632-6DCF-E8C08C053CA4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056602" y="3190224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A0AA77B-D1BB-0262-87AB-576AE9E8244D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938753" y="2676309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5E4AC61-CE07-3627-6099-15CE529A286B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4449633" y="2676309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1523D2-3BF5-81E7-B73F-916C0E03D544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594355" y="3176111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2DA1BFA-FD35-B8C4-E73D-FB391368790D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994526" y="3176111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83E04B3B-672F-79BA-4526-3292A0125287}"/>
              </a:ext>
            </a:extLst>
          </p:cNvPr>
          <p:cNvSpPr txBox="1"/>
          <p:nvPr/>
        </p:nvSpPr>
        <p:spPr>
          <a:xfrm>
            <a:off x="3271685" y="2011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D9DC8AD-8A53-79D7-F3CE-FD8B2FFC388D}"/>
              </a:ext>
            </a:extLst>
          </p:cNvPr>
          <p:cNvSpPr txBox="1"/>
          <p:nvPr/>
        </p:nvSpPr>
        <p:spPr>
          <a:xfrm>
            <a:off x="2997123" y="33913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C388415-3191-FE32-0A68-F9CEA3C06412}"/>
              </a:ext>
            </a:extLst>
          </p:cNvPr>
          <p:cNvSpPr txBox="1"/>
          <p:nvPr/>
        </p:nvSpPr>
        <p:spPr>
          <a:xfrm>
            <a:off x="4115515" y="23789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A24D3DE-A740-B9CD-3106-3D6EEDD20A1D}"/>
              </a:ext>
            </a:extLst>
          </p:cNvPr>
          <p:cNvSpPr txBox="1"/>
          <p:nvPr/>
        </p:nvSpPr>
        <p:spPr>
          <a:xfrm>
            <a:off x="3726678" y="28959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C8A5BF-17A2-8662-59BA-BA74FD37A1FB}"/>
              </a:ext>
            </a:extLst>
          </p:cNvPr>
          <p:cNvSpPr txBox="1"/>
          <p:nvPr/>
        </p:nvSpPr>
        <p:spPr>
          <a:xfrm>
            <a:off x="3945961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E9681B4-5495-C2CF-4E60-316C5D31DC6F}"/>
              </a:ext>
            </a:extLst>
          </p:cNvPr>
          <p:cNvSpPr txBox="1"/>
          <p:nvPr/>
        </p:nvSpPr>
        <p:spPr>
          <a:xfrm>
            <a:off x="3508732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6FE0702-CFDD-F5EC-78F2-3B23D340F59C}"/>
              </a:ext>
            </a:extLst>
          </p:cNvPr>
          <p:cNvSpPr txBox="1"/>
          <p:nvPr/>
        </p:nvSpPr>
        <p:spPr>
          <a:xfrm>
            <a:off x="4682441" y="288375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D7582AC-8121-6480-EE4C-782417B8FA39}"/>
              </a:ext>
            </a:extLst>
          </p:cNvPr>
          <p:cNvSpPr txBox="1"/>
          <p:nvPr/>
        </p:nvSpPr>
        <p:spPr>
          <a:xfrm>
            <a:off x="4394180" y="338617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A9C4345-FCCA-C377-1408-A3E2CF9D2D4C}"/>
              </a:ext>
            </a:extLst>
          </p:cNvPr>
          <p:cNvSpPr txBox="1"/>
          <p:nvPr/>
        </p:nvSpPr>
        <p:spPr>
          <a:xfrm>
            <a:off x="4918358" y="33913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B1E411-21A6-955E-9831-BA9A116D9A70}"/>
              </a:ext>
            </a:extLst>
          </p:cNvPr>
          <p:cNvSpPr/>
          <p:nvPr/>
        </p:nvSpPr>
        <p:spPr>
          <a:xfrm>
            <a:off x="8070830" y="19991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32FBAAA-01FC-423E-7B13-95BE5A10BD47}"/>
              </a:ext>
            </a:extLst>
          </p:cNvPr>
          <p:cNvSpPr/>
          <p:nvPr/>
        </p:nvSpPr>
        <p:spPr>
          <a:xfrm>
            <a:off x="7149298" y="24222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C204AFE-83AA-8448-EE63-5D381A927876}"/>
              </a:ext>
            </a:extLst>
          </p:cNvPr>
          <p:cNvSpPr/>
          <p:nvPr/>
        </p:nvSpPr>
        <p:spPr>
          <a:xfrm>
            <a:off x="6696230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E7F83A43-5635-9DEB-F77E-11410A18C1A1}"/>
              </a:ext>
            </a:extLst>
          </p:cNvPr>
          <p:cNvSpPr/>
          <p:nvPr/>
        </p:nvSpPr>
        <p:spPr>
          <a:xfrm>
            <a:off x="7561081" y="2882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D1B4A11-19CA-EEA6-E739-7F37A380940E}"/>
              </a:ext>
            </a:extLst>
          </p:cNvPr>
          <p:cNvCxnSpPr>
            <a:stCxn id="40" idx="3"/>
            <a:endCxn id="41" idx="7"/>
          </p:cNvCxnSpPr>
          <p:nvPr/>
        </p:nvCxnSpPr>
        <p:spPr>
          <a:xfrm flipH="1">
            <a:off x="7433811" y="2283617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B6F07C11-9377-3452-F333-FEF55674F404}"/>
              </a:ext>
            </a:extLst>
          </p:cNvPr>
          <p:cNvCxnSpPr>
            <a:cxnSpLocks/>
            <a:stCxn id="41" idx="3"/>
            <a:endCxn id="42" idx="7"/>
          </p:cNvCxnSpPr>
          <p:nvPr/>
        </p:nvCxnSpPr>
        <p:spPr>
          <a:xfrm flipH="1">
            <a:off x="6980743" y="2706735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AB89E77-B68C-23C8-B6D8-C7EB18BEA2D1}"/>
              </a:ext>
            </a:extLst>
          </p:cNvPr>
          <p:cNvCxnSpPr>
            <a:stCxn id="41" idx="5"/>
            <a:endCxn id="43" idx="1"/>
          </p:cNvCxnSpPr>
          <p:nvPr/>
        </p:nvCxnSpPr>
        <p:spPr>
          <a:xfrm>
            <a:off x="7433811" y="2706735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8E337C1E-0432-FD0F-7760-D6882CBB3711}"/>
              </a:ext>
            </a:extLst>
          </p:cNvPr>
          <p:cNvSpPr/>
          <p:nvPr/>
        </p:nvSpPr>
        <p:spPr>
          <a:xfrm>
            <a:off x="6444112" y="33816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730BB78-62FA-B71B-50B4-AD0DD6CEC40C}"/>
              </a:ext>
            </a:extLst>
          </p:cNvPr>
          <p:cNvCxnSpPr>
            <a:cxnSpLocks/>
            <a:stCxn id="42" idx="3"/>
            <a:endCxn id="47" idx="0"/>
          </p:cNvCxnSpPr>
          <p:nvPr/>
        </p:nvCxnSpPr>
        <p:spPr>
          <a:xfrm flipH="1">
            <a:off x="6610776" y="3176693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B1CD1F2-70E2-4DE1-F86A-B1C20E2BA867}"/>
              </a:ext>
            </a:extLst>
          </p:cNvPr>
          <p:cNvSpPr/>
          <p:nvPr/>
        </p:nvSpPr>
        <p:spPr>
          <a:xfrm>
            <a:off x="8931195" y="23782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32701D8-DAF4-BB51-2C23-1904E09807B9}"/>
              </a:ext>
            </a:extLst>
          </p:cNvPr>
          <p:cNvCxnSpPr>
            <a:cxnSpLocks/>
            <a:stCxn id="40" idx="5"/>
            <a:endCxn id="49" idx="1"/>
          </p:cNvCxnSpPr>
          <p:nvPr/>
        </p:nvCxnSpPr>
        <p:spPr>
          <a:xfrm>
            <a:off x="8355343" y="2283617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AB9466E5-436B-A86B-9E1A-D0E1F5E9DEE5}"/>
              </a:ext>
            </a:extLst>
          </p:cNvPr>
          <p:cNvSpPr/>
          <p:nvPr/>
        </p:nvSpPr>
        <p:spPr>
          <a:xfrm>
            <a:off x="6917094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9D947312-6A00-48D5-89BA-BF52222DC424}"/>
              </a:ext>
            </a:extLst>
          </p:cNvPr>
          <p:cNvSpPr/>
          <p:nvPr/>
        </p:nvSpPr>
        <p:spPr>
          <a:xfrm>
            <a:off x="7355189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53592D79-852E-D1EE-6A73-9FF7A03DCCD7}"/>
              </a:ext>
            </a:extLst>
          </p:cNvPr>
          <p:cNvSpPr/>
          <p:nvPr/>
        </p:nvSpPr>
        <p:spPr>
          <a:xfrm>
            <a:off x="780095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E8D21F4-CD15-D211-CE43-F69D0B9C016B}"/>
              </a:ext>
            </a:extLst>
          </p:cNvPr>
          <p:cNvSpPr/>
          <p:nvPr/>
        </p:nvSpPr>
        <p:spPr>
          <a:xfrm>
            <a:off x="8538164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B9945AC-386D-90DA-4BEF-919439D9DA50}"/>
              </a:ext>
            </a:extLst>
          </p:cNvPr>
          <p:cNvSpPr/>
          <p:nvPr/>
        </p:nvSpPr>
        <p:spPr>
          <a:xfrm>
            <a:off x="9476088" y="28780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6A66CF6B-5CAD-95C5-A898-EEA436751CAC}"/>
              </a:ext>
            </a:extLst>
          </p:cNvPr>
          <p:cNvSpPr/>
          <p:nvPr/>
        </p:nvSpPr>
        <p:spPr>
          <a:xfrm>
            <a:off x="830222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38CF72F2-14B9-BDBE-DD1F-F070750588CE}"/>
              </a:ext>
            </a:extLst>
          </p:cNvPr>
          <p:cNvSpPr/>
          <p:nvPr/>
        </p:nvSpPr>
        <p:spPr>
          <a:xfrm>
            <a:off x="874799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E5A16F9-3715-F064-CF27-C1FE35C80D75}"/>
              </a:ext>
            </a:extLst>
          </p:cNvPr>
          <p:cNvSpPr/>
          <p:nvPr/>
        </p:nvSpPr>
        <p:spPr>
          <a:xfrm>
            <a:off x="919376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109B8169-2ABF-2C73-AE22-B51C6C84CDD9}"/>
              </a:ext>
            </a:extLst>
          </p:cNvPr>
          <p:cNvSpPr/>
          <p:nvPr/>
        </p:nvSpPr>
        <p:spPr>
          <a:xfrm>
            <a:off x="9717503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900B0500-D3AD-2D3B-07CF-A5FA5E30CE5E}"/>
              </a:ext>
            </a:extLst>
          </p:cNvPr>
          <p:cNvCxnSpPr>
            <a:cxnSpLocks/>
            <a:stCxn id="42" idx="5"/>
            <a:endCxn id="51" idx="0"/>
          </p:cNvCxnSpPr>
          <p:nvPr/>
        </p:nvCxnSpPr>
        <p:spPr>
          <a:xfrm>
            <a:off x="6980743" y="3176693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6DE83D1-2524-382E-EBC6-6ACABC4F858E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H="1">
            <a:off x="7521853" y="3166916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681777E2-EBFD-D486-D9F3-13F00139A216}"/>
              </a:ext>
            </a:extLst>
          </p:cNvPr>
          <p:cNvCxnSpPr>
            <a:cxnSpLocks/>
            <a:stCxn id="43" idx="5"/>
            <a:endCxn id="53" idx="0"/>
          </p:cNvCxnSpPr>
          <p:nvPr/>
        </p:nvCxnSpPr>
        <p:spPr>
          <a:xfrm>
            <a:off x="7845594" y="3166916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DD40791-27EC-785D-2AEF-28AD81C18047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8468890" y="3176693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13F1A4B-6F5A-E3EC-9461-C3E8991BC902}"/>
              </a:ext>
            </a:extLst>
          </p:cNvPr>
          <p:cNvCxnSpPr>
            <a:cxnSpLocks/>
            <a:stCxn id="54" idx="5"/>
            <a:endCxn id="57" idx="0"/>
          </p:cNvCxnSpPr>
          <p:nvPr/>
        </p:nvCxnSpPr>
        <p:spPr>
          <a:xfrm>
            <a:off x="8822677" y="3176693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2CC2ED8-3441-511B-E4D5-458C5EB81A5C}"/>
              </a:ext>
            </a:extLst>
          </p:cNvPr>
          <p:cNvCxnSpPr>
            <a:cxnSpLocks/>
            <a:stCxn id="49" idx="3"/>
            <a:endCxn id="54" idx="0"/>
          </p:cNvCxnSpPr>
          <p:nvPr/>
        </p:nvCxnSpPr>
        <p:spPr>
          <a:xfrm flipH="1">
            <a:off x="8704828" y="2662778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DFBA6D2-96C7-FB4D-FE57-4BA57F41F201}"/>
              </a:ext>
            </a:extLst>
          </p:cNvPr>
          <p:cNvCxnSpPr>
            <a:cxnSpLocks/>
            <a:stCxn id="49" idx="5"/>
            <a:endCxn id="55" idx="1"/>
          </p:cNvCxnSpPr>
          <p:nvPr/>
        </p:nvCxnSpPr>
        <p:spPr>
          <a:xfrm>
            <a:off x="9215708" y="2662778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2C41043-3D07-0D58-C423-D1FCAD7E3FFB}"/>
              </a:ext>
            </a:extLst>
          </p:cNvPr>
          <p:cNvCxnSpPr>
            <a:cxnSpLocks/>
            <a:stCxn id="55" idx="3"/>
            <a:endCxn id="58" idx="0"/>
          </p:cNvCxnSpPr>
          <p:nvPr/>
        </p:nvCxnSpPr>
        <p:spPr>
          <a:xfrm flipH="1">
            <a:off x="9360430" y="3162580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31F9EE3B-04F2-2B0D-5C44-9B753CF74DC8}"/>
              </a:ext>
            </a:extLst>
          </p:cNvPr>
          <p:cNvCxnSpPr>
            <a:cxnSpLocks/>
            <a:stCxn id="55" idx="5"/>
            <a:endCxn id="59" idx="0"/>
          </p:cNvCxnSpPr>
          <p:nvPr/>
        </p:nvCxnSpPr>
        <p:spPr>
          <a:xfrm>
            <a:off x="9760601" y="3162580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B7E47029-EBED-8803-AB04-D431C0FA821B}"/>
              </a:ext>
            </a:extLst>
          </p:cNvPr>
          <p:cNvSpPr txBox="1"/>
          <p:nvPr/>
        </p:nvSpPr>
        <p:spPr>
          <a:xfrm>
            <a:off x="8037760" y="199832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8D7CFC-0487-37E6-E2E2-290D27B21294}"/>
              </a:ext>
            </a:extLst>
          </p:cNvPr>
          <p:cNvSpPr txBox="1"/>
          <p:nvPr/>
        </p:nvSpPr>
        <p:spPr>
          <a:xfrm>
            <a:off x="7763198" y="33778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7FD20A-FBCD-7E06-F883-254855986003}"/>
              </a:ext>
            </a:extLst>
          </p:cNvPr>
          <p:cNvSpPr txBox="1"/>
          <p:nvPr/>
        </p:nvSpPr>
        <p:spPr>
          <a:xfrm>
            <a:off x="8881590" y="23654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0BC8B04-C9E1-3139-998C-FC90A9BF6A7A}"/>
              </a:ext>
            </a:extLst>
          </p:cNvPr>
          <p:cNvSpPr txBox="1"/>
          <p:nvPr/>
        </p:nvSpPr>
        <p:spPr>
          <a:xfrm>
            <a:off x="8492753" y="2882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1F21E7B-6732-6DD2-1256-0E3EE4047C02}"/>
              </a:ext>
            </a:extLst>
          </p:cNvPr>
          <p:cNvSpPr txBox="1"/>
          <p:nvPr/>
        </p:nvSpPr>
        <p:spPr>
          <a:xfrm>
            <a:off x="8712036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3336BEF-3141-1FF9-B056-4D65819CEF28}"/>
              </a:ext>
            </a:extLst>
          </p:cNvPr>
          <p:cNvSpPr txBox="1"/>
          <p:nvPr/>
        </p:nvSpPr>
        <p:spPr>
          <a:xfrm>
            <a:off x="8274807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7DA1458-6B31-D3D2-1E13-552C38A7B5C8}"/>
              </a:ext>
            </a:extLst>
          </p:cNvPr>
          <p:cNvSpPr txBox="1"/>
          <p:nvPr/>
        </p:nvSpPr>
        <p:spPr>
          <a:xfrm>
            <a:off x="9448516" y="287022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48E5915-B044-95A3-3120-D50452476FC6}"/>
              </a:ext>
            </a:extLst>
          </p:cNvPr>
          <p:cNvSpPr txBox="1"/>
          <p:nvPr/>
        </p:nvSpPr>
        <p:spPr>
          <a:xfrm>
            <a:off x="9160255" y="337264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F1FBF6A-FDF4-1A71-78CE-F1B71A8EBF7F}"/>
              </a:ext>
            </a:extLst>
          </p:cNvPr>
          <p:cNvSpPr txBox="1"/>
          <p:nvPr/>
        </p:nvSpPr>
        <p:spPr>
          <a:xfrm>
            <a:off x="9684433" y="3377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6998620-4BC0-E544-C49F-CCA9B756D0D9}"/>
              </a:ext>
            </a:extLst>
          </p:cNvPr>
          <p:cNvSpPr txBox="1"/>
          <p:nvPr/>
        </p:nvSpPr>
        <p:spPr>
          <a:xfrm>
            <a:off x="2716551" y="11050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8</a:t>
            </a:r>
            <a:r>
              <a:rPr lang="zh-CN" altLang="en-US"/>
              <a:t>的路线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E3702C34-FFBA-64D7-8DB6-91208E0744E6}"/>
              </a:ext>
            </a:extLst>
          </p:cNvPr>
          <p:cNvSpPr txBox="1"/>
          <p:nvPr/>
        </p:nvSpPr>
        <p:spPr>
          <a:xfrm>
            <a:off x="7427549" y="1106610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21</a:t>
            </a:r>
            <a:r>
              <a:rPr lang="zh-CN" altLang="en-US"/>
              <a:t>的路线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7C262BF9-BED4-CA7D-48A5-75BACA63AD0B}"/>
              </a:ext>
            </a:extLst>
          </p:cNvPr>
          <p:cNvSpPr/>
          <p:nvPr/>
        </p:nvSpPr>
        <p:spPr>
          <a:xfrm>
            <a:off x="2517978" y="1767755"/>
            <a:ext cx="617108" cy="579055"/>
          </a:xfrm>
          <a:custGeom>
            <a:avLst/>
            <a:gdLst>
              <a:gd name="csX0" fmla="*/ 617108 w 617108"/>
              <a:gd name="csY0" fmla="*/ 38523 h 579055"/>
              <a:gd name="csX1" fmla="*/ 162160 w 617108"/>
              <a:gd name="csY1" fmla="*/ 56541 h 579055"/>
              <a:gd name="csX2" fmla="*/ 0 w 617108"/>
              <a:gd name="csY2" fmla="*/ 579055 h 579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7108" h="579055">
                <a:moveTo>
                  <a:pt x="617108" y="38523"/>
                </a:moveTo>
                <a:cubicBezTo>
                  <a:pt x="441059" y="2487"/>
                  <a:pt x="265011" y="-33548"/>
                  <a:pt x="162160" y="56541"/>
                </a:cubicBezTo>
                <a:cubicBezTo>
                  <a:pt x="59309" y="146630"/>
                  <a:pt x="29654" y="362842"/>
                  <a:pt x="0" y="579055"/>
                </a:cubicBezTo>
              </a:path>
            </a:pathLst>
          </a:custGeom>
          <a:noFill/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8535380-4E6A-B10E-775E-33B2BB09F790}"/>
              </a:ext>
            </a:extLst>
          </p:cNvPr>
          <p:cNvSpPr txBox="1"/>
          <p:nvPr/>
        </p:nvSpPr>
        <p:spPr>
          <a:xfrm>
            <a:off x="3149856" y="1614914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8&lt;12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4BA53E1-7D7C-7770-52DD-39977B99AECD}"/>
              </a:ext>
            </a:extLst>
          </p:cNvPr>
          <p:cNvSpPr txBox="1"/>
          <p:nvPr/>
        </p:nvSpPr>
        <p:spPr>
          <a:xfrm>
            <a:off x="2851186" y="2343350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8&gt;7</a:t>
            </a:r>
            <a:endParaRPr lang="zh-CN" altLang="en-US" sz="1400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E1F2FDED-05FD-6139-7DF5-EF480D08D4B1}"/>
              </a:ext>
            </a:extLst>
          </p:cNvPr>
          <p:cNvSpPr/>
          <p:nvPr/>
        </p:nvSpPr>
        <p:spPr>
          <a:xfrm>
            <a:off x="3101670" y="2634268"/>
            <a:ext cx="168920" cy="337833"/>
          </a:xfrm>
          <a:custGeom>
            <a:avLst/>
            <a:gdLst>
              <a:gd name="csX0" fmla="*/ 0 w 168920"/>
              <a:gd name="csY0" fmla="*/ 0 h 337833"/>
              <a:gd name="csX1" fmla="*/ 166664 w 168920"/>
              <a:gd name="csY1" fmla="*/ 117115 h 337833"/>
              <a:gd name="csX2" fmla="*/ 81080 w 16892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920" h="337833">
                <a:moveTo>
                  <a:pt x="0" y="0"/>
                </a:moveTo>
                <a:cubicBezTo>
                  <a:pt x="76575" y="30405"/>
                  <a:pt x="153151" y="60810"/>
                  <a:pt x="166664" y="117115"/>
                </a:cubicBezTo>
                <a:cubicBezTo>
                  <a:pt x="180177" y="173420"/>
                  <a:pt x="130628" y="255626"/>
                  <a:pt x="81080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992E3BFB-A1B9-4F99-B2D9-BB6334FAF5AD}"/>
              </a:ext>
            </a:extLst>
          </p:cNvPr>
          <p:cNvSpPr/>
          <p:nvPr/>
        </p:nvSpPr>
        <p:spPr>
          <a:xfrm>
            <a:off x="2608542" y="3008962"/>
            <a:ext cx="107631" cy="351345"/>
          </a:xfrm>
          <a:custGeom>
            <a:avLst/>
            <a:gdLst>
              <a:gd name="csX0" fmla="*/ 107631 w 107631"/>
              <a:gd name="csY0" fmla="*/ 0 h 351345"/>
              <a:gd name="csX1" fmla="*/ 4029 w 107631"/>
              <a:gd name="csY1" fmla="*/ 103602 h 351345"/>
              <a:gd name="csX2" fmla="*/ 31056 w 107631"/>
              <a:gd name="csY2" fmla="*/ 351345 h 351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631" h="351345">
                <a:moveTo>
                  <a:pt x="107631" y="0"/>
                </a:moveTo>
                <a:cubicBezTo>
                  <a:pt x="62211" y="22522"/>
                  <a:pt x="16792" y="45044"/>
                  <a:pt x="4029" y="103602"/>
                </a:cubicBezTo>
                <a:cubicBezTo>
                  <a:pt x="-8734" y="162160"/>
                  <a:pt x="11161" y="256752"/>
                  <a:pt x="31056" y="35134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6356450-D15B-9571-4B2F-E94DA219E559}"/>
              </a:ext>
            </a:extLst>
          </p:cNvPr>
          <p:cNvSpPr txBox="1"/>
          <p:nvPr/>
        </p:nvSpPr>
        <p:spPr>
          <a:xfrm>
            <a:off x="1513963" y="4477669"/>
            <a:ext cx="1680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</a:t>
            </a:r>
            <a:r>
              <a:rPr lang="zh-CN" altLang="en-US" sz="1400"/>
              <a:t>，即插入位置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682C46A-BE73-6F7D-77F1-0C3CD657CD94}"/>
              </a:ext>
            </a:extLst>
          </p:cNvPr>
          <p:cNvSpPr txBox="1"/>
          <p:nvPr/>
        </p:nvSpPr>
        <p:spPr>
          <a:xfrm>
            <a:off x="7844734" y="16732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21&gt;12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5BCC855C-D080-2A72-11BD-88A8F7928DB4}"/>
              </a:ext>
            </a:extLst>
          </p:cNvPr>
          <p:cNvSpPr txBox="1"/>
          <p:nvPr/>
        </p:nvSpPr>
        <p:spPr>
          <a:xfrm>
            <a:off x="9166103" y="2150159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21&gt;19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5C90C48-2E48-8480-49E1-61134069BE25}"/>
              </a:ext>
            </a:extLst>
          </p:cNvPr>
          <p:cNvSpPr txBox="1"/>
          <p:nvPr/>
        </p:nvSpPr>
        <p:spPr>
          <a:xfrm>
            <a:off x="9767761" y="268350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21&lt;22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046DBDF-830C-AEBE-73FD-F5F9EF3A821A}"/>
              </a:ext>
            </a:extLst>
          </p:cNvPr>
          <p:cNvSpPr txBox="1"/>
          <p:nvPr/>
        </p:nvSpPr>
        <p:spPr>
          <a:xfrm>
            <a:off x="8756259" y="370664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21&gt;20</a:t>
            </a:r>
            <a:endParaRPr lang="zh-CN" altLang="en-US" sz="1400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EC3D7CBA-EB11-940A-A97E-01384CE3948D}"/>
              </a:ext>
            </a:extLst>
          </p:cNvPr>
          <p:cNvSpPr/>
          <p:nvPr/>
        </p:nvSpPr>
        <p:spPr>
          <a:xfrm>
            <a:off x="9550839" y="399029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F1EEA877-416A-7F50-6D3E-CC932F49E0EF}"/>
              </a:ext>
            </a:extLst>
          </p:cNvPr>
          <p:cNvSpPr txBox="1"/>
          <p:nvPr/>
        </p:nvSpPr>
        <p:spPr>
          <a:xfrm>
            <a:off x="8892221" y="4390229"/>
            <a:ext cx="159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NULL, </a:t>
            </a:r>
            <a:r>
              <a:rPr lang="zh-CN" altLang="en-US" sz="1400"/>
              <a:t>即插入位置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96074337-0CC8-4C04-F465-86E6E3537C83}"/>
              </a:ext>
            </a:extLst>
          </p:cNvPr>
          <p:cNvSpPr/>
          <p:nvPr/>
        </p:nvSpPr>
        <p:spPr>
          <a:xfrm>
            <a:off x="8517884" y="1959115"/>
            <a:ext cx="572063" cy="347155"/>
          </a:xfrm>
          <a:custGeom>
            <a:avLst/>
            <a:gdLst>
              <a:gd name="csX0" fmla="*/ 0 w 572063"/>
              <a:gd name="csY0" fmla="*/ 94907 h 347155"/>
              <a:gd name="csX1" fmla="*/ 373868 w 572063"/>
              <a:gd name="csY1" fmla="*/ 13827 h 347155"/>
              <a:gd name="csX2" fmla="*/ 572063 w 572063"/>
              <a:gd name="csY2" fmla="*/ 347155 h 347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2063" h="347155">
                <a:moveTo>
                  <a:pt x="0" y="94907"/>
                </a:moveTo>
                <a:cubicBezTo>
                  <a:pt x="139262" y="33346"/>
                  <a:pt x="278524" y="-28214"/>
                  <a:pt x="373868" y="13827"/>
                </a:cubicBezTo>
                <a:cubicBezTo>
                  <a:pt x="469212" y="55868"/>
                  <a:pt x="520637" y="201511"/>
                  <a:pt x="572063" y="34715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35DD5567-516C-4F36-1027-D1E31F8C7DC2}"/>
              </a:ext>
            </a:extLst>
          </p:cNvPr>
          <p:cNvSpPr/>
          <p:nvPr/>
        </p:nvSpPr>
        <p:spPr>
          <a:xfrm>
            <a:off x="9400753" y="2448942"/>
            <a:ext cx="287401" cy="339302"/>
          </a:xfrm>
          <a:custGeom>
            <a:avLst/>
            <a:gdLst>
              <a:gd name="csX0" fmla="*/ 0 w 287401"/>
              <a:gd name="csY0" fmla="*/ 14983 h 339302"/>
              <a:gd name="csX1" fmla="*/ 252248 w 287401"/>
              <a:gd name="csY1" fmla="*/ 37505 h 339302"/>
              <a:gd name="csX2" fmla="*/ 279275 w 287401"/>
              <a:gd name="csY2" fmla="*/ 339302 h 33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401" h="339302">
                <a:moveTo>
                  <a:pt x="0" y="14983"/>
                </a:moveTo>
                <a:cubicBezTo>
                  <a:pt x="102851" y="-783"/>
                  <a:pt x="205702" y="-16548"/>
                  <a:pt x="252248" y="37505"/>
                </a:cubicBezTo>
                <a:cubicBezTo>
                  <a:pt x="298794" y="91558"/>
                  <a:pt x="289034" y="215430"/>
                  <a:pt x="279275" y="339302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30E2C076-6DF4-17B4-6998-B5C3051DB4BA}"/>
              </a:ext>
            </a:extLst>
          </p:cNvPr>
          <p:cNvSpPr/>
          <p:nvPr/>
        </p:nvSpPr>
        <p:spPr>
          <a:xfrm>
            <a:off x="9171015" y="2978511"/>
            <a:ext cx="238747" cy="354770"/>
          </a:xfrm>
          <a:custGeom>
            <a:avLst/>
            <a:gdLst>
              <a:gd name="csX0" fmla="*/ 238747 w 238747"/>
              <a:gd name="csY0" fmla="*/ 34955 h 354770"/>
              <a:gd name="csX1" fmla="*/ 72083 w 238747"/>
              <a:gd name="csY1" fmla="*/ 3424 h 354770"/>
              <a:gd name="csX2" fmla="*/ 12 w 238747"/>
              <a:gd name="csY2" fmla="*/ 107026 h 354770"/>
              <a:gd name="csX3" fmla="*/ 76587 w 238747"/>
              <a:gd name="csY3" fmla="*/ 354770 h 354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8747" h="354770">
                <a:moveTo>
                  <a:pt x="238747" y="34955"/>
                </a:moveTo>
                <a:cubicBezTo>
                  <a:pt x="175309" y="13183"/>
                  <a:pt x="111872" y="-8588"/>
                  <a:pt x="72083" y="3424"/>
                </a:cubicBezTo>
                <a:cubicBezTo>
                  <a:pt x="32294" y="15436"/>
                  <a:pt x="-739" y="48468"/>
                  <a:pt x="12" y="107026"/>
                </a:cubicBezTo>
                <a:cubicBezTo>
                  <a:pt x="763" y="165584"/>
                  <a:pt x="38675" y="260177"/>
                  <a:pt x="76587" y="35477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EA202ECE-B025-5084-15A7-F4977996F51B}"/>
              </a:ext>
            </a:extLst>
          </p:cNvPr>
          <p:cNvSpPr/>
          <p:nvPr/>
        </p:nvSpPr>
        <p:spPr>
          <a:xfrm>
            <a:off x="9513364" y="3689131"/>
            <a:ext cx="165563" cy="234231"/>
          </a:xfrm>
          <a:custGeom>
            <a:avLst/>
            <a:gdLst>
              <a:gd name="csX0" fmla="*/ 0 w 165563"/>
              <a:gd name="csY0" fmla="*/ 0 h 234231"/>
              <a:gd name="csX1" fmla="*/ 144141 w 165563"/>
              <a:gd name="csY1" fmla="*/ 58558 h 234231"/>
              <a:gd name="csX2" fmla="*/ 162159 w 165563"/>
              <a:gd name="csY2" fmla="*/ 234231 h 234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5563" h="234231">
                <a:moveTo>
                  <a:pt x="0" y="0"/>
                </a:moveTo>
                <a:cubicBezTo>
                  <a:pt x="58557" y="9759"/>
                  <a:pt x="117114" y="19519"/>
                  <a:pt x="144141" y="58558"/>
                </a:cubicBezTo>
                <a:cubicBezTo>
                  <a:pt x="171168" y="97597"/>
                  <a:pt x="166663" y="165914"/>
                  <a:pt x="162159" y="23423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556134D0-75CC-CDDA-AF73-9818870ABB00}"/>
              </a:ext>
            </a:extLst>
          </p:cNvPr>
          <p:cNvSpPr/>
          <p:nvPr/>
        </p:nvSpPr>
        <p:spPr>
          <a:xfrm>
            <a:off x="2255786" y="399493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13C488A9-E07C-3EFA-ADAC-73D3BD6CA411}"/>
              </a:ext>
            </a:extLst>
          </p:cNvPr>
          <p:cNvSpPr/>
          <p:nvPr/>
        </p:nvSpPr>
        <p:spPr>
          <a:xfrm>
            <a:off x="2432038" y="3738258"/>
            <a:ext cx="216569" cy="222074"/>
          </a:xfrm>
          <a:custGeom>
            <a:avLst/>
            <a:gdLst>
              <a:gd name="csX0" fmla="*/ 217305 w 217305"/>
              <a:gd name="csY0" fmla="*/ 1357 h 136490"/>
              <a:gd name="csX1" fmla="*/ 32623 w 217305"/>
              <a:gd name="csY1" fmla="*/ 19375 h 136490"/>
              <a:gd name="csX2" fmla="*/ 1092 w 217305"/>
              <a:gd name="csY2" fmla="*/ 136490 h 136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7305" h="136490">
                <a:moveTo>
                  <a:pt x="217305" y="1357"/>
                </a:moveTo>
                <a:cubicBezTo>
                  <a:pt x="142981" y="-895"/>
                  <a:pt x="68658" y="-3147"/>
                  <a:pt x="32623" y="19375"/>
                </a:cubicBezTo>
                <a:cubicBezTo>
                  <a:pt x="-3412" y="41897"/>
                  <a:pt x="-1160" y="89193"/>
                  <a:pt x="1092" y="13649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681DBC7-CD1A-BC87-DCE1-7A81FF8D2792}"/>
              </a:ext>
            </a:extLst>
          </p:cNvPr>
          <p:cNvSpPr txBox="1"/>
          <p:nvPr/>
        </p:nvSpPr>
        <p:spPr>
          <a:xfrm>
            <a:off x="9530847" y="39876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0782509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18936-1D20-2BA0-BFE0-C127E8C8E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C02012CA-D6BC-150D-074A-CC9D9A1CC99A}"/>
              </a:ext>
            </a:extLst>
          </p:cNvPr>
          <p:cNvSpPr/>
          <p:nvPr/>
        </p:nvSpPr>
        <p:spPr>
          <a:xfrm>
            <a:off x="3304755" y="8279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2AE4929E-EC22-ADB2-38D1-34D0C1102D51}"/>
              </a:ext>
            </a:extLst>
          </p:cNvPr>
          <p:cNvSpPr/>
          <p:nvPr/>
        </p:nvSpPr>
        <p:spPr>
          <a:xfrm>
            <a:off x="2383223" y="12510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24890480-91AA-AECF-EF67-9782E3AE8453}"/>
              </a:ext>
            </a:extLst>
          </p:cNvPr>
          <p:cNvSpPr/>
          <p:nvPr/>
        </p:nvSpPr>
        <p:spPr>
          <a:xfrm>
            <a:off x="1930155" y="17210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17EF676E-97E8-3B78-78B3-B79EA6C24BE4}"/>
              </a:ext>
            </a:extLst>
          </p:cNvPr>
          <p:cNvSpPr/>
          <p:nvPr/>
        </p:nvSpPr>
        <p:spPr>
          <a:xfrm>
            <a:off x="2795006" y="17112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876B10E7-AEB8-6A09-5E52-5BDE1E681AD6}"/>
              </a:ext>
            </a:extLst>
          </p:cNvPr>
          <p:cNvCxnSpPr>
            <a:stCxn id="82" idx="3"/>
            <a:endCxn id="88" idx="7"/>
          </p:cNvCxnSpPr>
          <p:nvPr/>
        </p:nvCxnSpPr>
        <p:spPr>
          <a:xfrm flipH="1">
            <a:off x="2667736" y="1112482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8256761D-ED24-0743-62FC-53AA1222CBFC}"/>
              </a:ext>
            </a:extLst>
          </p:cNvPr>
          <p:cNvCxnSpPr>
            <a:cxnSpLocks/>
            <a:stCxn id="88" idx="3"/>
            <a:endCxn id="90" idx="7"/>
          </p:cNvCxnSpPr>
          <p:nvPr/>
        </p:nvCxnSpPr>
        <p:spPr>
          <a:xfrm flipH="1">
            <a:off x="2214668" y="1535600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D4D9F581-B9E1-6C2F-53F1-D6DDCB00A9B0}"/>
              </a:ext>
            </a:extLst>
          </p:cNvPr>
          <p:cNvCxnSpPr>
            <a:stCxn id="88" idx="5"/>
            <a:endCxn id="92" idx="1"/>
          </p:cNvCxnSpPr>
          <p:nvPr/>
        </p:nvCxnSpPr>
        <p:spPr>
          <a:xfrm>
            <a:off x="2667736" y="1535600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椭圆 102">
            <a:extLst>
              <a:ext uri="{FF2B5EF4-FFF2-40B4-BE49-F238E27FC236}">
                <a16:creationId xmlns:a16="http://schemas.microsoft.com/office/drawing/2014/main" id="{14543249-4724-1D5B-E94A-84CA1269C9C9}"/>
              </a:ext>
            </a:extLst>
          </p:cNvPr>
          <p:cNvSpPr/>
          <p:nvPr/>
        </p:nvSpPr>
        <p:spPr>
          <a:xfrm>
            <a:off x="1678037" y="22104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47DDE7C-743A-BFA5-CB3B-89D84DA41C79}"/>
              </a:ext>
            </a:extLst>
          </p:cNvPr>
          <p:cNvCxnSpPr>
            <a:cxnSpLocks/>
            <a:stCxn id="90" idx="3"/>
            <a:endCxn id="103" idx="0"/>
          </p:cNvCxnSpPr>
          <p:nvPr/>
        </p:nvCxnSpPr>
        <p:spPr>
          <a:xfrm flipH="1">
            <a:off x="1844701" y="2005558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3D50C1F5-29D4-F008-4BC2-C8C319E24FE4}"/>
              </a:ext>
            </a:extLst>
          </p:cNvPr>
          <p:cNvSpPr/>
          <p:nvPr/>
        </p:nvSpPr>
        <p:spPr>
          <a:xfrm>
            <a:off x="4165120" y="12071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59861AC1-ABC7-6674-CAE4-DCF239FDBE2E}"/>
              </a:ext>
            </a:extLst>
          </p:cNvPr>
          <p:cNvCxnSpPr>
            <a:cxnSpLocks/>
            <a:stCxn id="82" idx="5"/>
            <a:endCxn id="105" idx="1"/>
          </p:cNvCxnSpPr>
          <p:nvPr/>
        </p:nvCxnSpPr>
        <p:spPr>
          <a:xfrm>
            <a:off x="3589268" y="1112482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椭圆 106">
            <a:extLst>
              <a:ext uri="{FF2B5EF4-FFF2-40B4-BE49-F238E27FC236}">
                <a16:creationId xmlns:a16="http://schemas.microsoft.com/office/drawing/2014/main" id="{5807380C-CF34-BD23-C525-C2657B97826B}"/>
              </a:ext>
            </a:extLst>
          </p:cNvPr>
          <p:cNvSpPr/>
          <p:nvPr/>
        </p:nvSpPr>
        <p:spPr>
          <a:xfrm>
            <a:off x="2151019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B409061E-0F5D-5186-9275-05B674526BB2}"/>
              </a:ext>
            </a:extLst>
          </p:cNvPr>
          <p:cNvSpPr/>
          <p:nvPr/>
        </p:nvSpPr>
        <p:spPr>
          <a:xfrm>
            <a:off x="2589114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F8282FE5-5C74-EBF6-4A0A-213806EEA6B0}"/>
              </a:ext>
            </a:extLst>
          </p:cNvPr>
          <p:cNvSpPr/>
          <p:nvPr/>
        </p:nvSpPr>
        <p:spPr>
          <a:xfrm>
            <a:off x="3034884" y="22202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1C64D6AD-8888-F9AB-0F1F-1B40C699316B}"/>
              </a:ext>
            </a:extLst>
          </p:cNvPr>
          <p:cNvSpPr/>
          <p:nvPr/>
        </p:nvSpPr>
        <p:spPr>
          <a:xfrm>
            <a:off x="3772089" y="17210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4C716D74-FAEC-1DA0-A158-4BD316EEB07C}"/>
              </a:ext>
            </a:extLst>
          </p:cNvPr>
          <p:cNvSpPr/>
          <p:nvPr/>
        </p:nvSpPr>
        <p:spPr>
          <a:xfrm>
            <a:off x="4710013" y="17069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63BCD967-8BB1-7013-D403-78E0946B890D}"/>
              </a:ext>
            </a:extLst>
          </p:cNvPr>
          <p:cNvSpPr/>
          <p:nvPr/>
        </p:nvSpPr>
        <p:spPr>
          <a:xfrm>
            <a:off x="353615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88CBE174-EFC9-C95A-5CB1-A5EC8632D5AE}"/>
              </a:ext>
            </a:extLst>
          </p:cNvPr>
          <p:cNvSpPr/>
          <p:nvPr/>
        </p:nvSpPr>
        <p:spPr>
          <a:xfrm>
            <a:off x="398192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AD34E696-EFDF-F03A-7000-DC70474A314E}"/>
              </a:ext>
            </a:extLst>
          </p:cNvPr>
          <p:cNvSpPr/>
          <p:nvPr/>
        </p:nvSpPr>
        <p:spPr>
          <a:xfrm>
            <a:off x="442769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79DF37C4-FA3C-B742-B7DC-759E47A0E59C}"/>
              </a:ext>
            </a:extLst>
          </p:cNvPr>
          <p:cNvSpPr/>
          <p:nvPr/>
        </p:nvSpPr>
        <p:spPr>
          <a:xfrm>
            <a:off x="4951428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D1D64CBB-BAC9-DB6F-18E0-FDC04DB372BA}"/>
              </a:ext>
            </a:extLst>
          </p:cNvPr>
          <p:cNvCxnSpPr>
            <a:cxnSpLocks/>
            <a:stCxn id="90" idx="5"/>
            <a:endCxn id="107" idx="0"/>
          </p:cNvCxnSpPr>
          <p:nvPr/>
        </p:nvCxnSpPr>
        <p:spPr>
          <a:xfrm>
            <a:off x="2214668" y="2005558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2D02947-DA88-A1AE-7B25-EE29FE6140AA}"/>
              </a:ext>
            </a:extLst>
          </p:cNvPr>
          <p:cNvCxnSpPr>
            <a:cxnSpLocks/>
            <a:stCxn id="92" idx="3"/>
            <a:endCxn id="108" idx="0"/>
          </p:cNvCxnSpPr>
          <p:nvPr/>
        </p:nvCxnSpPr>
        <p:spPr>
          <a:xfrm flipH="1">
            <a:off x="2755778" y="1995781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57E7BA3-6741-38E3-D55C-7F25E303A557}"/>
              </a:ext>
            </a:extLst>
          </p:cNvPr>
          <p:cNvCxnSpPr>
            <a:cxnSpLocks/>
            <a:stCxn id="92" idx="5"/>
            <a:endCxn id="109" idx="0"/>
          </p:cNvCxnSpPr>
          <p:nvPr/>
        </p:nvCxnSpPr>
        <p:spPr>
          <a:xfrm>
            <a:off x="3079519" y="1995781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5A8BC12A-3B38-6F88-6D52-46675AE1CE70}"/>
              </a:ext>
            </a:extLst>
          </p:cNvPr>
          <p:cNvCxnSpPr>
            <a:cxnSpLocks/>
            <a:stCxn id="110" idx="3"/>
            <a:endCxn id="112" idx="0"/>
          </p:cNvCxnSpPr>
          <p:nvPr/>
        </p:nvCxnSpPr>
        <p:spPr>
          <a:xfrm flipH="1">
            <a:off x="3702815" y="2005558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AEA65585-2853-12B5-F654-64E965EF2123}"/>
              </a:ext>
            </a:extLst>
          </p:cNvPr>
          <p:cNvCxnSpPr>
            <a:cxnSpLocks/>
            <a:stCxn id="110" idx="5"/>
            <a:endCxn id="113" idx="0"/>
          </p:cNvCxnSpPr>
          <p:nvPr/>
        </p:nvCxnSpPr>
        <p:spPr>
          <a:xfrm>
            <a:off x="4056602" y="2005558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4F28F6DD-DB49-2D59-08C4-C51EFD55CC93}"/>
              </a:ext>
            </a:extLst>
          </p:cNvPr>
          <p:cNvCxnSpPr>
            <a:cxnSpLocks/>
            <a:stCxn id="105" idx="3"/>
            <a:endCxn id="110" idx="0"/>
          </p:cNvCxnSpPr>
          <p:nvPr/>
        </p:nvCxnSpPr>
        <p:spPr>
          <a:xfrm flipH="1">
            <a:off x="3938753" y="1491643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6179C5C7-C7DA-7E9A-0509-4B7FB577BC54}"/>
              </a:ext>
            </a:extLst>
          </p:cNvPr>
          <p:cNvCxnSpPr>
            <a:cxnSpLocks/>
            <a:stCxn id="105" idx="5"/>
            <a:endCxn id="111" idx="1"/>
          </p:cNvCxnSpPr>
          <p:nvPr/>
        </p:nvCxnSpPr>
        <p:spPr>
          <a:xfrm>
            <a:off x="4449633" y="1491643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C289B613-12E0-DB91-D9B4-96DA5CE274CD}"/>
              </a:ext>
            </a:extLst>
          </p:cNvPr>
          <p:cNvCxnSpPr>
            <a:cxnSpLocks/>
            <a:stCxn id="111" idx="3"/>
            <a:endCxn id="114" idx="0"/>
          </p:cNvCxnSpPr>
          <p:nvPr/>
        </p:nvCxnSpPr>
        <p:spPr>
          <a:xfrm flipH="1">
            <a:off x="4594355" y="1991445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5022884C-4B88-A510-53D0-FB1B63EA1323}"/>
              </a:ext>
            </a:extLst>
          </p:cNvPr>
          <p:cNvCxnSpPr>
            <a:cxnSpLocks/>
            <a:stCxn id="111" idx="5"/>
            <a:endCxn id="115" idx="0"/>
          </p:cNvCxnSpPr>
          <p:nvPr/>
        </p:nvCxnSpPr>
        <p:spPr>
          <a:xfrm>
            <a:off x="4994526" y="1991445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文本框 124">
            <a:extLst>
              <a:ext uri="{FF2B5EF4-FFF2-40B4-BE49-F238E27FC236}">
                <a16:creationId xmlns:a16="http://schemas.microsoft.com/office/drawing/2014/main" id="{38297D2B-9792-5E20-94E1-9CB8C8E944DE}"/>
              </a:ext>
            </a:extLst>
          </p:cNvPr>
          <p:cNvSpPr txBox="1"/>
          <p:nvPr/>
        </p:nvSpPr>
        <p:spPr>
          <a:xfrm>
            <a:off x="3271685" y="827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1FFE3F0-E364-D1A6-4279-0F08018EA2AB}"/>
              </a:ext>
            </a:extLst>
          </p:cNvPr>
          <p:cNvSpPr txBox="1"/>
          <p:nvPr/>
        </p:nvSpPr>
        <p:spPr>
          <a:xfrm>
            <a:off x="2997123" y="22067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DAEF80B-8EA9-918C-1D2A-B22891440CAC}"/>
              </a:ext>
            </a:extLst>
          </p:cNvPr>
          <p:cNvSpPr txBox="1"/>
          <p:nvPr/>
        </p:nvSpPr>
        <p:spPr>
          <a:xfrm>
            <a:off x="4115515" y="11943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26BC6AFC-922D-B315-E727-914D4783353D}"/>
              </a:ext>
            </a:extLst>
          </p:cNvPr>
          <p:cNvSpPr txBox="1"/>
          <p:nvPr/>
        </p:nvSpPr>
        <p:spPr>
          <a:xfrm>
            <a:off x="3726678" y="17112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128049E6-E741-B90F-6ACB-7BFBDB298EE7}"/>
              </a:ext>
            </a:extLst>
          </p:cNvPr>
          <p:cNvSpPr txBox="1"/>
          <p:nvPr/>
        </p:nvSpPr>
        <p:spPr>
          <a:xfrm>
            <a:off x="3945961" y="22104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4830069A-4247-E3A1-DDDA-F43F25D05264}"/>
              </a:ext>
            </a:extLst>
          </p:cNvPr>
          <p:cNvSpPr txBox="1"/>
          <p:nvPr/>
        </p:nvSpPr>
        <p:spPr>
          <a:xfrm>
            <a:off x="3508732" y="22104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36DB8D14-888E-AED1-01FE-B1E3A84D13F6}"/>
              </a:ext>
            </a:extLst>
          </p:cNvPr>
          <p:cNvSpPr txBox="1"/>
          <p:nvPr/>
        </p:nvSpPr>
        <p:spPr>
          <a:xfrm>
            <a:off x="4682441" y="16990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777E479-34E4-C9EE-B360-FBB8052F320E}"/>
              </a:ext>
            </a:extLst>
          </p:cNvPr>
          <p:cNvSpPr txBox="1"/>
          <p:nvPr/>
        </p:nvSpPr>
        <p:spPr>
          <a:xfrm>
            <a:off x="4394180" y="22015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D0433E9-96CA-1DE9-B798-A3C7CE4C277B}"/>
              </a:ext>
            </a:extLst>
          </p:cNvPr>
          <p:cNvSpPr txBox="1"/>
          <p:nvPr/>
        </p:nvSpPr>
        <p:spPr>
          <a:xfrm>
            <a:off x="4918358" y="2206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34" name="任意多边形: 形状 133">
            <a:extLst>
              <a:ext uri="{FF2B5EF4-FFF2-40B4-BE49-F238E27FC236}">
                <a16:creationId xmlns:a16="http://schemas.microsoft.com/office/drawing/2014/main" id="{7135C272-1FC1-1EA8-6724-5EB0ED0D0234}"/>
              </a:ext>
            </a:extLst>
          </p:cNvPr>
          <p:cNvSpPr/>
          <p:nvPr/>
        </p:nvSpPr>
        <p:spPr>
          <a:xfrm>
            <a:off x="2545005" y="703938"/>
            <a:ext cx="747736" cy="467215"/>
          </a:xfrm>
          <a:custGeom>
            <a:avLst/>
            <a:gdLst>
              <a:gd name="csX0" fmla="*/ 747736 w 747736"/>
              <a:gd name="csY0" fmla="*/ 34789 h 467215"/>
              <a:gd name="csX1" fmla="*/ 202699 w 747736"/>
              <a:gd name="csY1" fmla="*/ 43798 h 467215"/>
              <a:gd name="csX2" fmla="*/ 0 w 747736"/>
              <a:gd name="csY2" fmla="*/ 467215 h 46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7736" h="467215">
                <a:moveTo>
                  <a:pt x="747736" y="34789"/>
                </a:moveTo>
                <a:cubicBezTo>
                  <a:pt x="537529" y="3258"/>
                  <a:pt x="327322" y="-28273"/>
                  <a:pt x="202699" y="43798"/>
                </a:cubicBezTo>
                <a:cubicBezTo>
                  <a:pt x="78076" y="115869"/>
                  <a:pt x="20270" y="390640"/>
                  <a:pt x="0" y="46721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2438F8EA-5FDB-D147-5FBE-42CA09BA706A}"/>
              </a:ext>
            </a:extLst>
          </p:cNvPr>
          <p:cNvSpPr/>
          <p:nvPr/>
        </p:nvSpPr>
        <p:spPr>
          <a:xfrm flipH="1">
            <a:off x="2795004" y="1346821"/>
            <a:ext cx="260891" cy="333328"/>
          </a:xfrm>
          <a:custGeom>
            <a:avLst/>
            <a:gdLst>
              <a:gd name="csX0" fmla="*/ 426781 w 426781"/>
              <a:gd name="csY0" fmla="*/ 0 h 418913"/>
              <a:gd name="csX1" fmla="*/ 61922 w 426781"/>
              <a:gd name="csY1" fmla="*/ 85585 h 418913"/>
              <a:gd name="csX2" fmla="*/ 3364 w 426781"/>
              <a:gd name="csY2" fmla="*/ 418913 h 418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781" h="418913">
                <a:moveTo>
                  <a:pt x="426781" y="0"/>
                </a:moveTo>
                <a:cubicBezTo>
                  <a:pt x="279636" y="7883"/>
                  <a:pt x="132492" y="15766"/>
                  <a:pt x="61922" y="85585"/>
                </a:cubicBezTo>
                <a:cubicBezTo>
                  <a:pt x="-8648" y="155404"/>
                  <a:pt x="-2642" y="287158"/>
                  <a:pt x="3364" y="41891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任意多边形: 形状 137">
            <a:extLst>
              <a:ext uri="{FF2B5EF4-FFF2-40B4-BE49-F238E27FC236}">
                <a16:creationId xmlns:a16="http://schemas.microsoft.com/office/drawing/2014/main" id="{8B244152-0D6B-C0BD-AF02-470DDA7CCA65}"/>
              </a:ext>
            </a:extLst>
          </p:cNvPr>
          <p:cNvSpPr/>
          <p:nvPr/>
        </p:nvSpPr>
        <p:spPr>
          <a:xfrm>
            <a:off x="3193643" y="1795594"/>
            <a:ext cx="214054" cy="411578"/>
          </a:xfrm>
          <a:custGeom>
            <a:avLst/>
            <a:gdLst>
              <a:gd name="csX0" fmla="*/ 0 w 214054"/>
              <a:gd name="csY0" fmla="*/ 6179 h 411578"/>
              <a:gd name="csX1" fmla="*/ 211709 w 214054"/>
              <a:gd name="csY1" fmla="*/ 55728 h 411578"/>
              <a:gd name="csX2" fmla="*/ 94593 w 214054"/>
              <a:gd name="csY2" fmla="*/ 411578 h 4115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4054" h="411578">
                <a:moveTo>
                  <a:pt x="0" y="6179"/>
                </a:moveTo>
                <a:cubicBezTo>
                  <a:pt x="97972" y="-2830"/>
                  <a:pt x="195944" y="-11838"/>
                  <a:pt x="211709" y="55728"/>
                </a:cubicBezTo>
                <a:cubicBezTo>
                  <a:pt x="227474" y="123294"/>
                  <a:pt x="161033" y="267436"/>
                  <a:pt x="94593" y="411578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89A4AD-CC41-CFA1-590C-DA8762B389D9}"/>
              </a:ext>
            </a:extLst>
          </p:cNvPr>
          <p:cNvSpPr txBox="1"/>
          <p:nvPr/>
        </p:nvSpPr>
        <p:spPr>
          <a:xfrm>
            <a:off x="2600025" y="184252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找</a:t>
            </a:r>
            <a:r>
              <a:rPr lang="en-US" altLang="zh-CN"/>
              <a:t>12</a:t>
            </a:r>
            <a:r>
              <a:rPr lang="zh-CN" altLang="en-US"/>
              <a:t>的中序前驱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F0F69658-2076-E41E-8BBC-F080D9FCA17B}"/>
              </a:ext>
            </a:extLst>
          </p:cNvPr>
          <p:cNvSpPr txBox="1"/>
          <p:nvPr/>
        </p:nvSpPr>
        <p:spPr>
          <a:xfrm>
            <a:off x="8028637" y="184252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找</a:t>
            </a:r>
            <a:r>
              <a:rPr lang="en-US" altLang="zh-CN"/>
              <a:t>12</a:t>
            </a:r>
            <a:r>
              <a:rPr lang="zh-CN" altLang="en-US"/>
              <a:t>的中序后继</a:t>
            </a:r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E66AE68A-6380-E6E1-FEF3-EBB96D834C2E}"/>
              </a:ext>
            </a:extLst>
          </p:cNvPr>
          <p:cNvSpPr/>
          <p:nvPr/>
        </p:nvSpPr>
        <p:spPr>
          <a:xfrm>
            <a:off x="8736811" y="8144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62DD975C-4952-85EB-5135-5FDD830ACDF6}"/>
              </a:ext>
            </a:extLst>
          </p:cNvPr>
          <p:cNvSpPr/>
          <p:nvPr/>
        </p:nvSpPr>
        <p:spPr>
          <a:xfrm>
            <a:off x="7815279" y="12375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EF4ABF89-66CA-2A8C-DFB9-A6764FE152D2}"/>
              </a:ext>
            </a:extLst>
          </p:cNvPr>
          <p:cNvSpPr/>
          <p:nvPr/>
        </p:nvSpPr>
        <p:spPr>
          <a:xfrm>
            <a:off x="7362211" y="1707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FAF1B6D7-18EC-D7F8-9B3E-3F22FF55DC4B}"/>
              </a:ext>
            </a:extLst>
          </p:cNvPr>
          <p:cNvSpPr/>
          <p:nvPr/>
        </p:nvSpPr>
        <p:spPr>
          <a:xfrm>
            <a:off x="8227062" y="16977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126738A7-6D46-0B32-C979-1540C90CB6EE}"/>
              </a:ext>
            </a:extLst>
          </p:cNvPr>
          <p:cNvCxnSpPr>
            <a:stCxn id="142" idx="3"/>
            <a:endCxn id="143" idx="7"/>
          </p:cNvCxnSpPr>
          <p:nvPr/>
        </p:nvCxnSpPr>
        <p:spPr>
          <a:xfrm flipH="1">
            <a:off x="8099792" y="1098951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E9446EE-32A4-F866-B032-7102382DAB1E}"/>
              </a:ext>
            </a:extLst>
          </p:cNvPr>
          <p:cNvCxnSpPr>
            <a:cxnSpLocks/>
            <a:stCxn id="143" idx="3"/>
            <a:endCxn id="144" idx="7"/>
          </p:cNvCxnSpPr>
          <p:nvPr/>
        </p:nvCxnSpPr>
        <p:spPr>
          <a:xfrm flipH="1">
            <a:off x="7646724" y="1522069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790C9F8D-12C2-1F2B-6D39-6F67A5E97D10}"/>
              </a:ext>
            </a:extLst>
          </p:cNvPr>
          <p:cNvCxnSpPr>
            <a:stCxn id="143" idx="5"/>
            <a:endCxn id="145" idx="1"/>
          </p:cNvCxnSpPr>
          <p:nvPr/>
        </p:nvCxnSpPr>
        <p:spPr>
          <a:xfrm>
            <a:off x="8099792" y="1522069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4E0407E1-291C-6FC2-0182-FDDED7B4CBA3}"/>
              </a:ext>
            </a:extLst>
          </p:cNvPr>
          <p:cNvSpPr/>
          <p:nvPr/>
        </p:nvSpPr>
        <p:spPr>
          <a:xfrm>
            <a:off x="7110093" y="21969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F6D2669-486D-4E80-2787-3A21A9D9C664}"/>
              </a:ext>
            </a:extLst>
          </p:cNvPr>
          <p:cNvCxnSpPr>
            <a:cxnSpLocks/>
            <a:stCxn id="144" idx="3"/>
            <a:endCxn id="149" idx="0"/>
          </p:cNvCxnSpPr>
          <p:nvPr/>
        </p:nvCxnSpPr>
        <p:spPr>
          <a:xfrm flipH="1">
            <a:off x="7276757" y="1992027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椭圆 150">
            <a:extLst>
              <a:ext uri="{FF2B5EF4-FFF2-40B4-BE49-F238E27FC236}">
                <a16:creationId xmlns:a16="http://schemas.microsoft.com/office/drawing/2014/main" id="{B8042954-A7FF-DDE8-B993-2E75010DE0DE}"/>
              </a:ext>
            </a:extLst>
          </p:cNvPr>
          <p:cNvSpPr/>
          <p:nvPr/>
        </p:nvSpPr>
        <p:spPr>
          <a:xfrm>
            <a:off x="9597176" y="11935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524159D6-3EC1-5202-F0BE-C4CD0DE9DCE6}"/>
              </a:ext>
            </a:extLst>
          </p:cNvPr>
          <p:cNvCxnSpPr>
            <a:cxnSpLocks/>
            <a:stCxn id="142" idx="5"/>
            <a:endCxn id="151" idx="1"/>
          </p:cNvCxnSpPr>
          <p:nvPr/>
        </p:nvCxnSpPr>
        <p:spPr>
          <a:xfrm>
            <a:off x="9021324" y="1098951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3" name="椭圆 152">
            <a:extLst>
              <a:ext uri="{FF2B5EF4-FFF2-40B4-BE49-F238E27FC236}">
                <a16:creationId xmlns:a16="http://schemas.microsoft.com/office/drawing/2014/main" id="{8B16E6D6-93C0-1CA8-27F8-7CB1B4CDAEB1}"/>
              </a:ext>
            </a:extLst>
          </p:cNvPr>
          <p:cNvSpPr/>
          <p:nvPr/>
        </p:nvSpPr>
        <p:spPr>
          <a:xfrm>
            <a:off x="7583075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0D492C2E-2A44-15D6-CEAF-592F5FC7603A}"/>
              </a:ext>
            </a:extLst>
          </p:cNvPr>
          <p:cNvSpPr/>
          <p:nvPr/>
        </p:nvSpPr>
        <p:spPr>
          <a:xfrm>
            <a:off x="8021170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5" name="椭圆 154">
            <a:extLst>
              <a:ext uri="{FF2B5EF4-FFF2-40B4-BE49-F238E27FC236}">
                <a16:creationId xmlns:a16="http://schemas.microsoft.com/office/drawing/2014/main" id="{05098CDF-4DFF-ECCB-ED2E-3C7A86035B79}"/>
              </a:ext>
            </a:extLst>
          </p:cNvPr>
          <p:cNvSpPr/>
          <p:nvPr/>
        </p:nvSpPr>
        <p:spPr>
          <a:xfrm>
            <a:off x="8466940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6" name="椭圆 155">
            <a:extLst>
              <a:ext uri="{FF2B5EF4-FFF2-40B4-BE49-F238E27FC236}">
                <a16:creationId xmlns:a16="http://schemas.microsoft.com/office/drawing/2014/main" id="{1BC45C61-B49D-E94A-583F-8CC76117966F}"/>
              </a:ext>
            </a:extLst>
          </p:cNvPr>
          <p:cNvSpPr/>
          <p:nvPr/>
        </p:nvSpPr>
        <p:spPr>
          <a:xfrm>
            <a:off x="9204145" y="1707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7" name="椭圆 156">
            <a:extLst>
              <a:ext uri="{FF2B5EF4-FFF2-40B4-BE49-F238E27FC236}">
                <a16:creationId xmlns:a16="http://schemas.microsoft.com/office/drawing/2014/main" id="{9460114A-9F5C-5803-55E8-5E148D4E86C3}"/>
              </a:ext>
            </a:extLst>
          </p:cNvPr>
          <p:cNvSpPr/>
          <p:nvPr/>
        </p:nvSpPr>
        <p:spPr>
          <a:xfrm>
            <a:off x="10142069" y="16934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8" name="椭圆 157">
            <a:extLst>
              <a:ext uri="{FF2B5EF4-FFF2-40B4-BE49-F238E27FC236}">
                <a16:creationId xmlns:a16="http://schemas.microsoft.com/office/drawing/2014/main" id="{5C4423DA-569A-F39C-4F3B-02FE0A6670DC}"/>
              </a:ext>
            </a:extLst>
          </p:cNvPr>
          <p:cNvSpPr/>
          <p:nvPr/>
        </p:nvSpPr>
        <p:spPr>
          <a:xfrm>
            <a:off x="896820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D72F1E2A-AC59-A35A-E251-27B1F2011367}"/>
              </a:ext>
            </a:extLst>
          </p:cNvPr>
          <p:cNvSpPr/>
          <p:nvPr/>
        </p:nvSpPr>
        <p:spPr>
          <a:xfrm>
            <a:off x="941397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E97B2D8B-526E-4D06-8263-60B44AC362BC}"/>
              </a:ext>
            </a:extLst>
          </p:cNvPr>
          <p:cNvSpPr/>
          <p:nvPr/>
        </p:nvSpPr>
        <p:spPr>
          <a:xfrm>
            <a:off x="985974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1" name="椭圆 160">
            <a:extLst>
              <a:ext uri="{FF2B5EF4-FFF2-40B4-BE49-F238E27FC236}">
                <a16:creationId xmlns:a16="http://schemas.microsoft.com/office/drawing/2014/main" id="{882831A6-1E2B-EB3F-196C-4F84FF757A99}"/>
              </a:ext>
            </a:extLst>
          </p:cNvPr>
          <p:cNvSpPr/>
          <p:nvPr/>
        </p:nvSpPr>
        <p:spPr>
          <a:xfrm>
            <a:off x="10383484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EF1755EA-05C0-D256-590E-E74A58591EFD}"/>
              </a:ext>
            </a:extLst>
          </p:cNvPr>
          <p:cNvCxnSpPr>
            <a:cxnSpLocks/>
            <a:stCxn id="144" idx="5"/>
            <a:endCxn id="153" idx="0"/>
          </p:cNvCxnSpPr>
          <p:nvPr/>
        </p:nvCxnSpPr>
        <p:spPr>
          <a:xfrm>
            <a:off x="7646724" y="1992027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1D031DE1-2633-F300-48AA-F16CF4CE82CE}"/>
              </a:ext>
            </a:extLst>
          </p:cNvPr>
          <p:cNvCxnSpPr>
            <a:cxnSpLocks/>
            <a:stCxn id="145" idx="3"/>
            <a:endCxn id="154" idx="0"/>
          </p:cNvCxnSpPr>
          <p:nvPr/>
        </p:nvCxnSpPr>
        <p:spPr>
          <a:xfrm flipH="1">
            <a:off x="8187834" y="1982250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E796AC6D-0C72-57B6-1957-5D9B5AAC2A52}"/>
              </a:ext>
            </a:extLst>
          </p:cNvPr>
          <p:cNvCxnSpPr>
            <a:cxnSpLocks/>
            <a:stCxn id="145" idx="5"/>
            <a:endCxn id="155" idx="0"/>
          </p:cNvCxnSpPr>
          <p:nvPr/>
        </p:nvCxnSpPr>
        <p:spPr>
          <a:xfrm>
            <a:off x="8511575" y="1982250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14CA55BF-C0A6-BAC5-069D-03D5BA453308}"/>
              </a:ext>
            </a:extLst>
          </p:cNvPr>
          <p:cNvCxnSpPr>
            <a:cxnSpLocks/>
            <a:stCxn id="156" idx="3"/>
            <a:endCxn id="158" idx="0"/>
          </p:cNvCxnSpPr>
          <p:nvPr/>
        </p:nvCxnSpPr>
        <p:spPr>
          <a:xfrm flipH="1">
            <a:off x="9134871" y="1992027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F6AA1B17-BC50-2F45-3A4C-C238F4F845C4}"/>
              </a:ext>
            </a:extLst>
          </p:cNvPr>
          <p:cNvCxnSpPr>
            <a:cxnSpLocks/>
            <a:stCxn id="156" idx="5"/>
            <a:endCxn id="159" idx="0"/>
          </p:cNvCxnSpPr>
          <p:nvPr/>
        </p:nvCxnSpPr>
        <p:spPr>
          <a:xfrm>
            <a:off x="9488658" y="1992027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94F4AAF0-086E-05ED-D90B-F3E255409417}"/>
              </a:ext>
            </a:extLst>
          </p:cNvPr>
          <p:cNvCxnSpPr>
            <a:cxnSpLocks/>
            <a:stCxn id="151" idx="3"/>
            <a:endCxn id="156" idx="0"/>
          </p:cNvCxnSpPr>
          <p:nvPr/>
        </p:nvCxnSpPr>
        <p:spPr>
          <a:xfrm flipH="1">
            <a:off x="9370809" y="1478112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65B38868-FC4C-2028-531D-AC5E0D1A808C}"/>
              </a:ext>
            </a:extLst>
          </p:cNvPr>
          <p:cNvCxnSpPr>
            <a:cxnSpLocks/>
            <a:stCxn id="151" idx="5"/>
            <a:endCxn id="157" idx="1"/>
          </p:cNvCxnSpPr>
          <p:nvPr/>
        </p:nvCxnSpPr>
        <p:spPr>
          <a:xfrm>
            <a:off x="9881689" y="1478112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8F64DE3A-844A-A81D-2D82-0A5C4FB4A10B}"/>
              </a:ext>
            </a:extLst>
          </p:cNvPr>
          <p:cNvCxnSpPr>
            <a:cxnSpLocks/>
            <a:stCxn id="157" idx="3"/>
            <a:endCxn id="160" idx="0"/>
          </p:cNvCxnSpPr>
          <p:nvPr/>
        </p:nvCxnSpPr>
        <p:spPr>
          <a:xfrm flipH="1">
            <a:off x="10026411" y="1977914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C341AB92-5B41-F707-CE8D-1DEB814E4A15}"/>
              </a:ext>
            </a:extLst>
          </p:cNvPr>
          <p:cNvCxnSpPr>
            <a:cxnSpLocks/>
            <a:stCxn id="157" idx="5"/>
            <a:endCxn id="161" idx="0"/>
          </p:cNvCxnSpPr>
          <p:nvPr/>
        </p:nvCxnSpPr>
        <p:spPr>
          <a:xfrm>
            <a:off x="10426582" y="1977914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7C82867F-B3D3-A8C3-AD2C-98AA6DDFD6A5}"/>
              </a:ext>
            </a:extLst>
          </p:cNvPr>
          <p:cNvSpPr txBox="1"/>
          <p:nvPr/>
        </p:nvSpPr>
        <p:spPr>
          <a:xfrm>
            <a:off x="8703741" y="81365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C5E3A5B9-C374-B2B3-A923-F2B4A633D9DE}"/>
              </a:ext>
            </a:extLst>
          </p:cNvPr>
          <p:cNvSpPr txBox="1"/>
          <p:nvPr/>
        </p:nvSpPr>
        <p:spPr>
          <a:xfrm>
            <a:off x="8429179" y="219320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E193D80B-FA36-FF42-609F-1735FDA8B9B5}"/>
              </a:ext>
            </a:extLst>
          </p:cNvPr>
          <p:cNvSpPr txBox="1"/>
          <p:nvPr/>
        </p:nvSpPr>
        <p:spPr>
          <a:xfrm>
            <a:off x="9547571" y="1180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DA16A20D-AD93-2231-35E7-FA99805C4BAB}"/>
              </a:ext>
            </a:extLst>
          </p:cNvPr>
          <p:cNvSpPr txBox="1"/>
          <p:nvPr/>
        </p:nvSpPr>
        <p:spPr>
          <a:xfrm>
            <a:off x="9158734" y="169773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8457DB22-4E3A-6C7F-1922-140099BF295F}"/>
              </a:ext>
            </a:extLst>
          </p:cNvPr>
          <p:cNvSpPr txBox="1"/>
          <p:nvPr/>
        </p:nvSpPr>
        <p:spPr>
          <a:xfrm>
            <a:off x="9378017" y="21969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6D3C51DC-D569-9A7D-A39D-0314180384A6}"/>
              </a:ext>
            </a:extLst>
          </p:cNvPr>
          <p:cNvSpPr txBox="1"/>
          <p:nvPr/>
        </p:nvSpPr>
        <p:spPr>
          <a:xfrm>
            <a:off x="8940788" y="21969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48D5639A-4495-D604-1E1D-B7F139EEDFAF}"/>
              </a:ext>
            </a:extLst>
          </p:cNvPr>
          <p:cNvSpPr txBox="1"/>
          <p:nvPr/>
        </p:nvSpPr>
        <p:spPr>
          <a:xfrm>
            <a:off x="10114497" y="16855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0BF12821-331C-FE18-C90F-E5D2D17A4544}"/>
              </a:ext>
            </a:extLst>
          </p:cNvPr>
          <p:cNvSpPr txBox="1"/>
          <p:nvPr/>
        </p:nvSpPr>
        <p:spPr>
          <a:xfrm>
            <a:off x="9826236" y="218797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043565ED-CDAB-7365-550A-51F7FF5D80D9}"/>
              </a:ext>
            </a:extLst>
          </p:cNvPr>
          <p:cNvSpPr txBox="1"/>
          <p:nvPr/>
        </p:nvSpPr>
        <p:spPr>
          <a:xfrm>
            <a:off x="10350414" y="2193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80" name="任意多边形: 形状 179">
            <a:extLst>
              <a:ext uri="{FF2B5EF4-FFF2-40B4-BE49-F238E27FC236}">
                <a16:creationId xmlns:a16="http://schemas.microsoft.com/office/drawing/2014/main" id="{B56CC5DC-5DC9-952F-72BB-B8A4BEFE657E}"/>
              </a:ext>
            </a:extLst>
          </p:cNvPr>
          <p:cNvSpPr/>
          <p:nvPr/>
        </p:nvSpPr>
        <p:spPr>
          <a:xfrm>
            <a:off x="9085442" y="628232"/>
            <a:ext cx="824922" cy="484363"/>
          </a:xfrm>
          <a:custGeom>
            <a:avLst/>
            <a:gdLst>
              <a:gd name="csX0" fmla="*/ 0 w 824922"/>
              <a:gd name="csY0" fmla="*/ 164548 h 484363"/>
              <a:gd name="csX1" fmla="*/ 441435 w 824922"/>
              <a:gd name="csY1" fmla="*/ 24911 h 484363"/>
              <a:gd name="csX2" fmla="*/ 806294 w 824922"/>
              <a:gd name="csY2" fmla="*/ 47433 h 484363"/>
              <a:gd name="csX3" fmla="*/ 738727 w 824922"/>
              <a:gd name="csY3" fmla="*/ 484363 h 484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24922" h="484363">
                <a:moveTo>
                  <a:pt x="0" y="164548"/>
                </a:moveTo>
                <a:cubicBezTo>
                  <a:pt x="153526" y="104489"/>
                  <a:pt x="307053" y="44430"/>
                  <a:pt x="441435" y="24911"/>
                </a:cubicBezTo>
                <a:cubicBezTo>
                  <a:pt x="575817" y="5392"/>
                  <a:pt x="756745" y="-29142"/>
                  <a:pt x="806294" y="47433"/>
                </a:cubicBezTo>
                <a:cubicBezTo>
                  <a:pt x="855843" y="124008"/>
                  <a:pt x="797285" y="304185"/>
                  <a:pt x="738727" y="48436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任意多边形: 形状 181">
            <a:extLst>
              <a:ext uri="{FF2B5EF4-FFF2-40B4-BE49-F238E27FC236}">
                <a16:creationId xmlns:a16="http://schemas.microsoft.com/office/drawing/2014/main" id="{C7DE537D-8046-09D0-6659-ED85F9B5C81D}"/>
              </a:ext>
            </a:extLst>
          </p:cNvPr>
          <p:cNvSpPr/>
          <p:nvPr/>
        </p:nvSpPr>
        <p:spPr>
          <a:xfrm>
            <a:off x="9036244" y="1279717"/>
            <a:ext cx="486128" cy="440977"/>
          </a:xfrm>
          <a:custGeom>
            <a:avLst/>
            <a:gdLst>
              <a:gd name="csX0" fmla="*/ 486128 w 486128"/>
              <a:gd name="csY0" fmla="*/ 76117 h 440977"/>
              <a:gd name="csX1" fmla="*/ 22172 w 486128"/>
              <a:gd name="csY1" fmla="*/ 26569 h 440977"/>
              <a:gd name="csX2" fmla="*/ 116765 w 486128"/>
              <a:gd name="csY2" fmla="*/ 440977 h 4409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6128" h="440977">
                <a:moveTo>
                  <a:pt x="486128" y="76117"/>
                </a:moveTo>
                <a:cubicBezTo>
                  <a:pt x="284930" y="20938"/>
                  <a:pt x="83733" y="-34241"/>
                  <a:pt x="22172" y="26569"/>
                </a:cubicBezTo>
                <a:cubicBezTo>
                  <a:pt x="-39389" y="87379"/>
                  <a:pt x="38688" y="264178"/>
                  <a:pt x="116765" y="440977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任意多边形: 形状 182">
            <a:extLst>
              <a:ext uri="{FF2B5EF4-FFF2-40B4-BE49-F238E27FC236}">
                <a16:creationId xmlns:a16="http://schemas.microsoft.com/office/drawing/2014/main" id="{3D507933-A4B3-5648-E0B4-E8FA32477B60}"/>
              </a:ext>
            </a:extLst>
          </p:cNvPr>
          <p:cNvSpPr/>
          <p:nvPr/>
        </p:nvSpPr>
        <p:spPr>
          <a:xfrm>
            <a:off x="8929363" y="1842313"/>
            <a:ext cx="187610" cy="337833"/>
          </a:xfrm>
          <a:custGeom>
            <a:avLst/>
            <a:gdLst>
              <a:gd name="csX0" fmla="*/ 187610 w 187610"/>
              <a:gd name="csY0" fmla="*/ 0 h 337833"/>
              <a:gd name="csX1" fmla="*/ 11937 w 187610"/>
              <a:gd name="csY1" fmla="*/ 162160 h 337833"/>
              <a:gd name="csX2" fmla="*/ 29955 w 18761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7610" h="337833">
                <a:moveTo>
                  <a:pt x="187610" y="0"/>
                </a:moveTo>
                <a:cubicBezTo>
                  <a:pt x="112911" y="52927"/>
                  <a:pt x="38213" y="105854"/>
                  <a:pt x="11937" y="162160"/>
                </a:cubicBezTo>
                <a:cubicBezTo>
                  <a:pt x="-14339" y="218466"/>
                  <a:pt x="7808" y="278149"/>
                  <a:pt x="29955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803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1A3CE-CE4C-C8D7-2A38-FEB85914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椭圆 4">
            <a:extLst>
              <a:ext uri="{FF2B5EF4-FFF2-40B4-BE49-F238E27FC236}">
                <a16:creationId xmlns:a16="http://schemas.microsoft.com/office/drawing/2014/main" id="{4CD9E70E-0E81-7CC4-B4E3-AE8172493E4F}"/>
              </a:ext>
            </a:extLst>
          </p:cNvPr>
          <p:cNvSpPr/>
          <p:nvPr/>
        </p:nvSpPr>
        <p:spPr>
          <a:xfrm>
            <a:off x="3039168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B14D70A-4C38-EC13-DEDC-25760816BC26}"/>
              </a:ext>
            </a:extLst>
          </p:cNvPr>
          <p:cNvSpPr/>
          <p:nvPr/>
        </p:nvSpPr>
        <p:spPr>
          <a:xfrm>
            <a:off x="3511382" y="1166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83FA19FB-609C-843F-E1AF-AF65204895D6}"/>
              </a:ext>
            </a:extLst>
          </p:cNvPr>
          <p:cNvSpPr/>
          <p:nvPr/>
        </p:nvSpPr>
        <p:spPr>
          <a:xfrm>
            <a:off x="1329140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949EE591-BBB4-6948-074B-5C2B96B29CB6}"/>
              </a:ext>
            </a:extLst>
          </p:cNvPr>
          <p:cNvSpPr/>
          <p:nvPr/>
        </p:nvSpPr>
        <p:spPr>
          <a:xfrm>
            <a:off x="5221410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18595BB-6788-6566-045D-C9648CDC83F0}"/>
              </a:ext>
            </a:extLst>
          </p:cNvPr>
          <p:cNvSpPr/>
          <p:nvPr/>
        </p:nvSpPr>
        <p:spPr>
          <a:xfrm>
            <a:off x="5788217" y="1166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1A1DC7DF-9D9F-B2E2-A5C6-5979425E3CDC}"/>
              </a:ext>
            </a:extLst>
          </p:cNvPr>
          <p:cNvSpPr/>
          <p:nvPr/>
        </p:nvSpPr>
        <p:spPr>
          <a:xfrm>
            <a:off x="6355775" y="17421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2BC84BE-F7B6-A935-5775-1D8FA77EC8A7}"/>
              </a:ext>
            </a:extLst>
          </p:cNvPr>
          <p:cNvSpPr/>
          <p:nvPr/>
        </p:nvSpPr>
        <p:spPr>
          <a:xfrm>
            <a:off x="7970413" y="11032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D670A115-02A6-845B-0B44-941F26C26691}"/>
              </a:ext>
            </a:extLst>
          </p:cNvPr>
          <p:cNvSpPr/>
          <p:nvPr/>
        </p:nvSpPr>
        <p:spPr>
          <a:xfrm>
            <a:off x="8492175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703F26FB-5BBC-0B9E-11EC-46525B56D40C}"/>
              </a:ext>
            </a:extLst>
          </p:cNvPr>
          <p:cNvSpPr/>
          <p:nvPr/>
        </p:nvSpPr>
        <p:spPr>
          <a:xfrm>
            <a:off x="9059733" y="11032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76FBB078-A4C8-FDEA-BB8D-2906091D5EB2}"/>
              </a:ext>
            </a:extLst>
          </p:cNvPr>
          <p:cNvSpPr/>
          <p:nvPr/>
        </p:nvSpPr>
        <p:spPr>
          <a:xfrm>
            <a:off x="135525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96E166DA-C32C-2EC0-6A97-B8CA6024908C}"/>
              </a:ext>
            </a:extLst>
          </p:cNvPr>
          <p:cNvSpPr/>
          <p:nvPr/>
        </p:nvSpPr>
        <p:spPr>
          <a:xfrm>
            <a:off x="1877017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B414793-A988-C1EF-48FD-6EE35F7D4297}"/>
              </a:ext>
            </a:extLst>
          </p:cNvPr>
          <p:cNvSpPr/>
          <p:nvPr/>
        </p:nvSpPr>
        <p:spPr>
          <a:xfrm>
            <a:off x="244457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E821039-D667-3116-071C-37845C8F3D2D}"/>
              </a:ext>
            </a:extLst>
          </p:cNvPr>
          <p:cNvSpPr/>
          <p:nvPr/>
        </p:nvSpPr>
        <p:spPr>
          <a:xfrm>
            <a:off x="3043667" y="41031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5948B61D-0C63-D2E0-AB0C-C998A7D1EF8A}"/>
              </a:ext>
            </a:extLst>
          </p:cNvPr>
          <p:cNvSpPr/>
          <p:nvPr/>
        </p:nvSpPr>
        <p:spPr>
          <a:xfrm>
            <a:off x="4864827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E180824B-E503-5035-BC30-958CF09EBB89}"/>
              </a:ext>
            </a:extLst>
          </p:cNvPr>
          <p:cNvSpPr/>
          <p:nvPr/>
        </p:nvSpPr>
        <p:spPr>
          <a:xfrm>
            <a:off x="5386589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66D5BAAB-06A4-1C27-9254-A716D99504AF}"/>
              </a:ext>
            </a:extLst>
          </p:cNvPr>
          <p:cNvSpPr/>
          <p:nvPr/>
        </p:nvSpPr>
        <p:spPr>
          <a:xfrm>
            <a:off x="5954147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FD5D0E95-9203-AC50-575D-158AC8ED27EC}"/>
              </a:ext>
            </a:extLst>
          </p:cNvPr>
          <p:cNvSpPr/>
          <p:nvPr/>
        </p:nvSpPr>
        <p:spPr>
          <a:xfrm>
            <a:off x="6553239" y="41031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4BC8081-E3DA-02E6-9193-33D4622504DF}"/>
              </a:ext>
            </a:extLst>
          </p:cNvPr>
          <p:cNvSpPr/>
          <p:nvPr/>
        </p:nvSpPr>
        <p:spPr>
          <a:xfrm>
            <a:off x="7070499" y="47195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D090FC3B-117D-1DEE-E5D9-7A1BD0EE9F71}"/>
              </a:ext>
            </a:extLst>
          </p:cNvPr>
          <p:cNvSpPr/>
          <p:nvPr/>
        </p:nvSpPr>
        <p:spPr>
          <a:xfrm>
            <a:off x="8972684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4B80EED-2074-2DAC-A350-7ACA66A26B63}"/>
              </a:ext>
            </a:extLst>
          </p:cNvPr>
          <p:cNvSpPr/>
          <p:nvPr/>
        </p:nvSpPr>
        <p:spPr>
          <a:xfrm>
            <a:off x="9494446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FB964C9D-9F2B-FA4F-AB75-CDE579F40832}"/>
              </a:ext>
            </a:extLst>
          </p:cNvPr>
          <p:cNvSpPr/>
          <p:nvPr/>
        </p:nvSpPr>
        <p:spPr>
          <a:xfrm>
            <a:off x="9612295" y="4115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51DEB1F2-C397-C3A1-B011-404AEA211538}"/>
              </a:ext>
            </a:extLst>
          </p:cNvPr>
          <p:cNvSpPr/>
          <p:nvPr/>
        </p:nvSpPr>
        <p:spPr>
          <a:xfrm>
            <a:off x="1004325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F3D00E3-FC0D-0C1C-E6EB-06759D080653}"/>
              </a:ext>
            </a:extLst>
          </p:cNvPr>
          <p:cNvSpPr/>
          <p:nvPr/>
        </p:nvSpPr>
        <p:spPr>
          <a:xfrm>
            <a:off x="10461569" y="40958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6A44E14-E5FC-30FB-E877-B62D3AEB9BE5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3323681" y="811934"/>
            <a:ext cx="236516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E342B42B-008B-2736-9E52-E35B421666BC}"/>
              </a:ext>
            </a:extLst>
          </p:cNvPr>
          <p:cNvCxnSpPr>
            <a:cxnSpLocks/>
            <a:stCxn id="11" idx="5"/>
            <a:endCxn id="15" idx="1"/>
          </p:cNvCxnSpPr>
          <p:nvPr/>
        </p:nvCxnSpPr>
        <p:spPr>
          <a:xfrm>
            <a:off x="5505923" y="811934"/>
            <a:ext cx="331109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C3957E3-E474-114E-4891-5956A8168FC3}"/>
              </a:ext>
            </a:extLst>
          </p:cNvPr>
          <p:cNvCxnSpPr>
            <a:cxnSpLocks/>
            <a:stCxn id="15" idx="5"/>
            <a:endCxn id="17" idx="1"/>
          </p:cNvCxnSpPr>
          <p:nvPr/>
        </p:nvCxnSpPr>
        <p:spPr>
          <a:xfrm>
            <a:off x="6072730" y="1450812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A09E131B-0B58-ACCA-0B97-B3F4DA517E0B}"/>
              </a:ext>
            </a:extLst>
          </p:cNvPr>
          <p:cNvCxnSpPr>
            <a:cxnSpLocks/>
            <a:stCxn id="21" idx="3"/>
            <a:endCxn id="19" idx="7"/>
          </p:cNvCxnSpPr>
          <p:nvPr/>
        </p:nvCxnSpPr>
        <p:spPr>
          <a:xfrm flipH="1">
            <a:off x="8254926" y="811934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A1F2093-27B7-A042-C66B-752ADCA1B176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8776688" y="811934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D84F0FC-2957-85C2-9CBB-49F883456849}"/>
              </a:ext>
            </a:extLst>
          </p:cNvPr>
          <p:cNvCxnSpPr>
            <a:cxnSpLocks/>
            <a:stCxn id="27" idx="3"/>
            <a:endCxn id="25" idx="7"/>
          </p:cNvCxnSpPr>
          <p:nvPr/>
        </p:nvCxnSpPr>
        <p:spPr>
          <a:xfrm flipH="1">
            <a:off x="1639768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DF411BE2-9720-A5CE-D6EC-AA6E4ABD33B0}"/>
              </a:ext>
            </a:extLst>
          </p:cNvPr>
          <p:cNvCxnSpPr>
            <a:cxnSpLocks/>
            <a:stCxn id="27" idx="5"/>
            <a:endCxn id="29" idx="1"/>
          </p:cNvCxnSpPr>
          <p:nvPr/>
        </p:nvCxnSpPr>
        <p:spPr>
          <a:xfrm>
            <a:off x="2161530" y="3172981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5F143652-3DAC-88FD-4634-C42B90D6DBFD}"/>
              </a:ext>
            </a:extLst>
          </p:cNvPr>
          <p:cNvCxnSpPr>
            <a:cxnSpLocks/>
            <a:stCxn id="29" idx="5"/>
            <a:endCxn id="31" idx="1"/>
          </p:cNvCxnSpPr>
          <p:nvPr/>
        </p:nvCxnSpPr>
        <p:spPr>
          <a:xfrm>
            <a:off x="2729088" y="3748798"/>
            <a:ext cx="363394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0B94CF-BE7D-18D9-F65E-173B3E0336B5}"/>
              </a:ext>
            </a:extLst>
          </p:cNvPr>
          <p:cNvCxnSpPr>
            <a:cxnSpLocks/>
            <a:stCxn id="35" idx="3"/>
            <a:endCxn id="33" idx="7"/>
          </p:cNvCxnSpPr>
          <p:nvPr/>
        </p:nvCxnSpPr>
        <p:spPr>
          <a:xfrm flipH="1">
            <a:off x="5149340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E24CA3A8-1055-1157-38C1-3E36C5666D6B}"/>
              </a:ext>
            </a:extLst>
          </p:cNvPr>
          <p:cNvCxnSpPr>
            <a:cxnSpLocks/>
            <a:stCxn id="35" idx="5"/>
            <a:endCxn id="37" idx="1"/>
          </p:cNvCxnSpPr>
          <p:nvPr/>
        </p:nvCxnSpPr>
        <p:spPr>
          <a:xfrm>
            <a:off x="5671102" y="3172981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D9A0A3A-E491-F595-B7D8-2641E8DDEE56}"/>
              </a:ext>
            </a:extLst>
          </p:cNvPr>
          <p:cNvCxnSpPr>
            <a:cxnSpLocks/>
            <a:stCxn id="37" idx="5"/>
            <a:endCxn id="39" idx="1"/>
          </p:cNvCxnSpPr>
          <p:nvPr/>
        </p:nvCxnSpPr>
        <p:spPr>
          <a:xfrm>
            <a:off x="6238660" y="3748798"/>
            <a:ext cx="363394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1B954C50-0DA2-7367-8E92-79ECD6C20EE2}"/>
              </a:ext>
            </a:extLst>
          </p:cNvPr>
          <p:cNvCxnSpPr>
            <a:cxnSpLocks/>
            <a:stCxn id="39" idx="5"/>
            <a:endCxn id="41" idx="1"/>
          </p:cNvCxnSpPr>
          <p:nvPr/>
        </p:nvCxnSpPr>
        <p:spPr>
          <a:xfrm>
            <a:off x="6837752" y="4387676"/>
            <a:ext cx="281562" cy="380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AE9B870C-5510-9B85-1130-4CF2E39FAFA4}"/>
              </a:ext>
            </a:extLst>
          </p:cNvPr>
          <p:cNvCxnSpPr>
            <a:cxnSpLocks/>
            <a:stCxn id="45" idx="3"/>
            <a:endCxn id="43" idx="7"/>
          </p:cNvCxnSpPr>
          <p:nvPr/>
        </p:nvCxnSpPr>
        <p:spPr>
          <a:xfrm flipH="1">
            <a:off x="9257197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F1586773-2917-83DB-E0B2-F494A49F6285}"/>
              </a:ext>
            </a:extLst>
          </p:cNvPr>
          <p:cNvCxnSpPr>
            <a:cxnSpLocks/>
            <a:stCxn id="45" idx="5"/>
            <a:endCxn id="49" idx="1"/>
          </p:cNvCxnSpPr>
          <p:nvPr/>
        </p:nvCxnSpPr>
        <p:spPr>
          <a:xfrm>
            <a:off x="9778959" y="3172981"/>
            <a:ext cx="313111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D88B911F-461E-62DF-3933-019A1BD34BFD}"/>
              </a:ext>
            </a:extLst>
          </p:cNvPr>
          <p:cNvCxnSpPr>
            <a:cxnSpLocks/>
            <a:stCxn id="49" idx="3"/>
            <a:endCxn id="47" idx="0"/>
          </p:cNvCxnSpPr>
          <p:nvPr/>
        </p:nvCxnSpPr>
        <p:spPr>
          <a:xfrm flipH="1">
            <a:off x="9778959" y="3748798"/>
            <a:ext cx="313111" cy="36699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B749ECE6-CBA6-5E25-1D08-9F10876B3271}"/>
              </a:ext>
            </a:extLst>
          </p:cNvPr>
          <p:cNvCxnSpPr>
            <a:cxnSpLocks/>
            <a:stCxn id="49" idx="5"/>
            <a:endCxn id="51" idx="0"/>
          </p:cNvCxnSpPr>
          <p:nvPr/>
        </p:nvCxnSpPr>
        <p:spPr>
          <a:xfrm>
            <a:off x="10327768" y="3748798"/>
            <a:ext cx="300465" cy="3470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8778EB8-A201-D69B-D603-4BDFD5C16094}"/>
              </a:ext>
            </a:extLst>
          </p:cNvPr>
          <p:cNvSpPr txBox="1"/>
          <p:nvPr/>
        </p:nvSpPr>
        <p:spPr>
          <a:xfrm>
            <a:off x="964715" y="2250792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）插入</a:t>
            </a:r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C112A1F7-006C-F314-2642-70DF57A9C846}"/>
              </a:ext>
            </a:extLst>
          </p:cNvPr>
          <p:cNvSpPr txBox="1"/>
          <p:nvPr/>
        </p:nvSpPr>
        <p:spPr>
          <a:xfrm>
            <a:off x="3278689" y="2297290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）插入</a:t>
            </a:r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07B0EBED-8062-176F-F2E6-CC8D401D1027}"/>
              </a:ext>
            </a:extLst>
          </p:cNvPr>
          <p:cNvSpPr txBox="1"/>
          <p:nvPr/>
        </p:nvSpPr>
        <p:spPr>
          <a:xfrm>
            <a:off x="6355775" y="2250792"/>
            <a:ext cx="2257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）插入</a:t>
            </a:r>
            <a:r>
              <a:rPr lang="en-US" altLang="zh-CN"/>
              <a:t>3</a:t>
            </a:r>
            <a:r>
              <a:rPr lang="zh-CN" altLang="en-US"/>
              <a:t>（需调整）</a:t>
            </a: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BE9A910E-A1DE-E655-F9FB-FDC31AC4DBBA}"/>
              </a:ext>
            </a:extLst>
          </p:cNvPr>
          <p:cNvCxnSpPr>
            <a:cxnSpLocks/>
          </p:cNvCxnSpPr>
          <p:nvPr/>
        </p:nvCxnSpPr>
        <p:spPr>
          <a:xfrm>
            <a:off x="6741676" y="1039480"/>
            <a:ext cx="8971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1449ABC3-70CC-8B88-3BBD-DA27804F6446}"/>
              </a:ext>
            </a:extLst>
          </p:cNvPr>
          <p:cNvSpPr txBox="1"/>
          <p:nvPr/>
        </p:nvSpPr>
        <p:spPr>
          <a:xfrm>
            <a:off x="6738633" y="68917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调整为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3602A18-FF84-1D9D-8F67-F92F6664C564}"/>
              </a:ext>
            </a:extLst>
          </p:cNvPr>
          <p:cNvSpPr txBox="1"/>
          <p:nvPr/>
        </p:nvSpPr>
        <p:spPr>
          <a:xfrm>
            <a:off x="1301781" y="5144063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）插入</a:t>
            </a:r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94821026-E7EE-6238-8548-CB1D9EA1B55F}"/>
              </a:ext>
            </a:extLst>
          </p:cNvPr>
          <p:cNvSpPr txBox="1"/>
          <p:nvPr/>
        </p:nvSpPr>
        <p:spPr>
          <a:xfrm>
            <a:off x="6644981" y="5144063"/>
            <a:ext cx="2271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r>
              <a:rPr lang="zh-CN" altLang="en-US"/>
              <a:t>）插入</a:t>
            </a:r>
            <a:r>
              <a:rPr lang="en-US" altLang="zh-CN"/>
              <a:t>5</a:t>
            </a:r>
            <a:r>
              <a:rPr lang="zh-CN" altLang="en-US"/>
              <a:t>（需调整）</a:t>
            </a:r>
          </a:p>
        </p:txBody>
      </p: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CD58E06C-6FD4-25FA-686A-787DFFF7FC6B}"/>
              </a:ext>
            </a:extLst>
          </p:cNvPr>
          <p:cNvCxnSpPr>
            <a:cxnSpLocks/>
          </p:cNvCxnSpPr>
          <p:nvPr/>
        </p:nvCxnSpPr>
        <p:spPr>
          <a:xfrm>
            <a:off x="7440389" y="3748085"/>
            <a:ext cx="8971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2FBF3E9-61CE-CCF4-EA76-572D6617ABB9}"/>
              </a:ext>
            </a:extLst>
          </p:cNvPr>
          <p:cNvSpPr txBox="1"/>
          <p:nvPr/>
        </p:nvSpPr>
        <p:spPr>
          <a:xfrm>
            <a:off x="7437346" y="339778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调整为</a:t>
            </a:r>
          </a:p>
        </p:txBody>
      </p:sp>
    </p:spTree>
    <p:extLst>
      <p:ext uri="{BB962C8B-B14F-4D97-AF65-F5344CB8AC3E}">
        <p14:creationId xmlns:p14="http://schemas.microsoft.com/office/powerpoint/2010/main" val="3437255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D780-E278-C38D-9BFA-08B30858E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4E69D0B-358A-8F46-3947-859A34ACD326}"/>
              </a:ext>
            </a:extLst>
          </p:cNvPr>
          <p:cNvSpPr/>
          <p:nvPr/>
        </p:nvSpPr>
        <p:spPr>
          <a:xfrm>
            <a:off x="1784087" y="6805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48793B06-FD6E-D866-5A94-CED9757C1969}"/>
              </a:ext>
            </a:extLst>
          </p:cNvPr>
          <p:cNvSpPr/>
          <p:nvPr/>
        </p:nvSpPr>
        <p:spPr>
          <a:xfrm>
            <a:off x="2319363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15E8840-6949-3C66-E637-3CE8095D0868}"/>
              </a:ext>
            </a:extLst>
          </p:cNvPr>
          <p:cNvCxnSpPr>
            <a:cxnSpLocks/>
            <a:stCxn id="3" idx="3"/>
          </p:cNvCxnSpPr>
          <p:nvPr/>
        </p:nvCxnSpPr>
        <p:spPr>
          <a:xfrm flipH="1">
            <a:off x="1382861" y="965085"/>
            <a:ext cx="450041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D7B4D1C-F3DF-1491-63CC-B6D65C13AB79}"/>
              </a:ext>
            </a:extLst>
          </p:cNvPr>
          <p:cNvCxnSpPr>
            <a:stCxn id="3" idx="5"/>
            <a:endCxn id="5" idx="0"/>
          </p:cNvCxnSpPr>
          <p:nvPr/>
        </p:nvCxnSpPr>
        <p:spPr>
          <a:xfrm>
            <a:off x="2068600" y="965085"/>
            <a:ext cx="417427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05FB918-0762-5BEF-956F-5824AE399FC4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2068600" y="1594955"/>
            <a:ext cx="299578" cy="38179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CA050783-A342-9212-5060-53E48E671BFD}"/>
              </a:ext>
            </a:extLst>
          </p:cNvPr>
          <p:cNvCxnSpPr>
            <a:cxnSpLocks/>
            <a:stCxn id="5" idx="5"/>
            <a:endCxn id="29" idx="3"/>
          </p:cNvCxnSpPr>
          <p:nvPr/>
        </p:nvCxnSpPr>
        <p:spPr>
          <a:xfrm>
            <a:off x="2603876" y="1594955"/>
            <a:ext cx="265028" cy="4012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DF1B1DD0-5277-6FEE-5EFB-2204FC26364B}"/>
              </a:ext>
            </a:extLst>
          </p:cNvPr>
          <p:cNvGrpSpPr/>
          <p:nvPr/>
        </p:nvGrpSpPr>
        <p:grpSpPr>
          <a:xfrm>
            <a:off x="1174148" y="1310442"/>
            <a:ext cx="340158" cy="333328"/>
            <a:chOff x="1174148" y="1310442"/>
            <a:chExt cx="340158" cy="333328"/>
          </a:xfrm>
        </p:grpSpPr>
        <p:sp>
          <p:nvSpPr>
            <p:cNvPr id="8" name="云形 7">
              <a:extLst>
                <a:ext uri="{FF2B5EF4-FFF2-40B4-BE49-F238E27FC236}">
                  <a16:creationId xmlns:a16="http://schemas.microsoft.com/office/drawing/2014/main" id="{2438C5BD-E4E9-995F-B154-D6FF9C2A7DA1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BB22C8F3-BE9B-4702-C222-E7C878CE48B8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FC6487D0-9220-64A9-695A-3F0085E82C2B}"/>
              </a:ext>
            </a:extLst>
          </p:cNvPr>
          <p:cNvGrpSpPr/>
          <p:nvPr/>
        </p:nvGrpSpPr>
        <p:grpSpPr>
          <a:xfrm>
            <a:off x="1885061" y="1965863"/>
            <a:ext cx="340158" cy="344563"/>
            <a:chOff x="1885061" y="1965863"/>
            <a:chExt cx="340158" cy="344563"/>
          </a:xfrm>
        </p:grpSpPr>
        <p:sp>
          <p:nvSpPr>
            <p:cNvPr id="27" name="云形 26">
              <a:extLst>
                <a:ext uri="{FF2B5EF4-FFF2-40B4-BE49-F238E27FC236}">
                  <a16:creationId xmlns:a16="http://schemas.microsoft.com/office/drawing/2014/main" id="{2D944BDE-1F39-56BB-1597-99CC0B9645F4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DF50403B-6B55-BE0A-7041-AC9BEB3D5632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7384FEFB-1821-3772-4B41-4CB151773314}"/>
              </a:ext>
            </a:extLst>
          </p:cNvPr>
          <p:cNvGrpSpPr/>
          <p:nvPr/>
        </p:nvGrpSpPr>
        <p:grpSpPr>
          <a:xfrm>
            <a:off x="2702240" y="1965862"/>
            <a:ext cx="340158" cy="344564"/>
            <a:chOff x="2702240" y="1965862"/>
            <a:chExt cx="340158" cy="344564"/>
          </a:xfrm>
        </p:grpSpPr>
        <p:sp>
          <p:nvSpPr>
            <p:cNvPr id="29" name="云形 28">
              <a:extLst>
                <a:ext uri="{FF2B5EF4-FFF2-40B4-BE49-F238E27FC236}">
                  <a16:creationId xmlns:a16="http://schemas.microsoft.com/office/drawing/2014/main" id="{61E2980F-AB3F-40D2-5E71-AABB6C6ADD2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2FDE04C-9D8E-FE42-0F63-2C63BE4212EE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36" name="椭圆 35">
            <a:extLst>
              <a:ext uri="{FF2B5EF4-FFF2-40B4-BE49-F238E27FC236}">
                <a16:creationId xmlns:a16="http://schemas.microsoft.com/office/drawing/2014/main" id="{150FD2BC-A1DF-41F5-DE78-A7EC80606567}"/>
              </a:ext>
            </a:extLst>
          </p:cNvPr>
          <p:cNvSpPr/>
          <p:nvPr/>
        </p:nvSpPr>
        <p:spPr>
          <a:xfrm>
            <a:off x="4310324" y="6847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E95D84B-BFED-2B73-D689-F9326A908FA3}"/>
              </a:ext>
            </a:extLst>
          </p:cNvPr>
          <p:cNvSpPr/>
          <p:nvPr/>
        </p:nvSpPr>
        <p:spPr>
          <a:xfrm>
            <a:off x="4845600" y="1314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38" name="云形 37">
            <a:extLst>
              <a:ext uri="{FF2B5EF4-FFF2-40B4-BE49-F238E27FC236}">
                <a16:creationId xmlns:a16="http://schemas.microsoft.com/office/drawing/2014/main" id="{0D9E9485-42EC-95CF-7111-AF95F54C64D0}"/>
              </a:ext>
            </a:extLst>
          </p:cNvPr>
          <p:cNvSpPr/>
          <p:nvPr/>
        </p:nvSpPr>
        <p:spPr>
          <a:xfrm>
            <a:off x="3700385" y="1314598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39659B4-8FCB-0296-FB7E-43EF310DD642}"/>
              </a:ext>
            </a:extLst>
          </p:cNvPr>
          <p:cNvCxnSpPr>
            <a:cxnSpLocks/>
            <a:stCxn id="36" idx="3"/>
          </p:cNvCxnSpPr>
          <p:nvPr/>
        </p:nvCxnSpPr>
        <p:spPr>
          <a:xfrm flipH="1">
            <a:off x="3909098" y="969241"/>
            <a:ext cx="450041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66BA122-1E0F-832F-0C68-BF546141DA87}"/>
              </a:ext>
            </a:extLst>
          </p:cNvPr>
          <p:cNvCxnSpPr>
            <a:cxnSpLocks/>
            <a:stCxn id="36" idx="5"/>
            <a:endCxn id="46" idx="0"/>
          </p:cNvCxnSpPr>
          <p:nvPr/>
        </p:nvCxnSpPr>
        <p:spPr>
          <a:xfrm flipH="1">
            <a:off x="4581377" y="969241"/>
            <a:ext cx="13460" cy="10007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17C7C513-90B3-E5C9-6536-43A6955885D8}"/>
              </a:ext>
            </a:extLst>
          </p:cNvPr>
          <p:cNvCxnSpPr>
            <a:cxnSpLocks/>
            <a:stCxn id="37" idx="3"/>
          </p:cNvCxnSpPr>
          <p:nvPr/>
        </p:nvCxnSpPr>
        <p:spPr>
          <a:xfrm flipH="1">
            <a:off x="4594837" y="1599111"/>
            <a:ext cx="299578" cy="38179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A17E2AB-A616-7EAC-F8AD-C4FEB82D8040}"/>
              </a:ext>
            </a:extLst>
          </p:cNvPr>
          <p:cNvCxnSpPr>
            <a:cxnSpLocks/>
            <a:stCxn id="37" idx="5"/>
            <a:endCxn id="44" idx="3"/>
          </p:cNvCxnSpPr>
          <p:nvPr/>
        </p:nvCxnSpPr>
        <p:spPr>
          <a:xfrm>
            <a:off x="5130113" y="1599111"/>
            <a:ext cx="265028" cy="4012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云形 42">
            <a:extLst>
              <a:ext uri="{FF2B5EF4-FFF2-40B4-BE49-F238E27FC236}">
                <a16:creationId xmlns:a16="http://schemas.microsoft.com/office/drawing/2014/main" id="{F460CAA5-94B7-9907-D505-363942026F7D}"/>
              </a:ext>
            </a:extLst>
          </p:cNvPr>
          <p:cNvSpPr/>
          <p:nvPr/>
        </p:nvSpPr>
        <p:spPr>
          <a:xfrm>
            <a:off x="4411298" y="1981254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云形 43">
            <a:extLst>
              <a:ext uri="{FF2B5EF4-FFF2-40B4-BE49-F238E27FC236}">
                <a16:creationId xmlns:a16="http://schemas.microsoft.com/office/drawing/2014/main" id="{65997CC6-C2B4-085B-FE49-B3A40A16F82E}"/>
              </a:ext>
            </a:extLst>
          </p:cNvPr>
          <p:cNvSpPr/>
          <p:nvPr/>
        </p:nvSpPr>
        <p:spPr>
          <a:xfrm>
            <a:off x="5228477" y="1981254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75BAC4F-30F5-C764-28BA-F0D80D2898AB}"/>
              </a:ext>
            </a:extLst>
          </p:cNvPr>
          <p:cNvSpPr txBox="1"/>
          <p:nvPr/>
        </p:nvSpPr>
        <p:spPr>
          <a:xfrm>
            <a:off x="3700385" y="1314598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1</a:t>
            </a:r>
            <a:endParaRPr lang="zh-CN" altLang="en-US" sz="1400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CC0DAA6-6998-B9B1-22DC-C99F994D36DB}"/>
              </a:ext>
            </a:extLst>
          </p:cNvPr>
          <p:cNvSpPr txBox="1"/>
          <p:nvPr/>
        </p:nvSpPr>
        <p:spPr>
          <a:xfrm>
            <a:off x="4411298" y="1970019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2</a:t>
            </a:r>
            <a:endParaRPr lang="zh-CN" altLang="en-US" sz="1400" baseline="-250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91DD617-BA42-7450-A5E4-762080D6E7FE}"/>
              </a:ext>
            </a:extLst>
          </p:cNvPr>
          <p:cNvSpPr txBox="1"/>
          <p:nvPr/>
        </p:nvSpPr>
        <p:spPr>
          <a:xfrm>
            <a:off x="5228477" y="1970018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3</a:t>
            </a:r>
            <a:endParaRPr lang="zh-CN" altLang="en-US" sz="1400" baseline="-25000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65362260-9FA5-C83C-F9ED-62295CBA3CF8}"/>
              </a:ext>
            </a:extLst>
          </p:cNvPr>
          <p:cNvSpPr/>
          <p:nvPr/>
        </p:nvSpPr>
        <p:spPr>
          <a:xfrm>
            <a:off x="6653590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BD2F5715-4ABF-23A8-6621-827A0AD48208}"/>
              </a:ext>
            </a:extLst>
          </p:cNvPr>
          <p:cNvSpPr/>
          <p:nvPr/>
        </p:nvSpPr>
        <p:spPr>
          <a:xfrm>
            <a:off x="7120570" y="653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947F6934-AED6-0B97-7B25-2E5D45B7CAAF}"/>
              </a:ext>
            </a:extLst>
          </p:cNvPr>
          <p:cNvCxnSpPr>
            <a:cxnSpLocks/>
            <a:stCxn id="77" idx="3"/>
            <a:endCxn id="85" idx="0"/>
          </p:cNvCxnSpPr>
          <p:nvPr/>
        </p:nvCxnSpPr>
        <p:spPr>
          <a:xfrm flipH="1">
            <a:off x="6406204" y="1594955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5FC9528-636B-91BB-CA98-4F5629AD31E5}"/>
              </a:ext>
            </a:extLst>
          </p:cNvPr>
          <p:cNvCxnSpPr>
            <a:cxnSpLocks/>
            <a:stCxn id="77" idx="5"/>
            <a:endCxn id="88" idx="0"/>
          </p:cNvCxnSpPr>
          <p:nvPr/>
        </p:nvCxnSpPr>
        <p:spPr>
          <a:xfrm>
            <a:off x="6938103" y="1594955"/>
            <a:ext cx="345716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42C03D7C-889A-4429-17C2-4CC5CC2D8056}"/>
              </a:ext>
            </a:extLst>
          </p:cNvPr>
          <p:cNvCxnSpPr>
            <a:cxnSpLocks/>
            <a:stCxn id="78" idx="3"/>
            <a:endCxn id="77" idx="0"/>
          </p:cNvCxnSpPr>
          <p:nvPr/>
        </p:nvCxnSpPr>
        <p:spPr>
          <a:xfrm flipH="1">
            <a:off x="6820254" y="937710"/>
            <a:ext cx="349131" cy="37273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F45EFC36-1BAB-D0EC-43E2-17D3F4F4A03C}"/>
              </a:ext>
            </a:extLst>
          </p:cNvPr>
          <p:cNvCxnSpPr>
            <a:cxnSpLocks/>
            <a:stCxn id="78" idx="5"/>
            <a:endCxn id="90" idx="3"/>
          </p:cNvCxnSpPr>
          <p:nvPr/>
        </p:nvCxnSpPr>
        <p:spPr>
          <a:xfrm>
            <a:off x="7405083" y="937710"/>
            <a:ext cx="692500" cy="10584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AC8B81CF-D1B9-C67C-E1F7-B13B20F20E0D}"/>
              </a:ext>
            </a:extLst>
          </p:cNvPr>
          <p:cNvGrpSpPr/>
          <p:nvPr/>
        </p:nvGrpSpPr>
        <p:grpSpPr>
          <a:xfrm>
            <a:off x="6236125" y="1991303"/>
            <a:ext cx="340158" cy="333328"/>
            <a:chOff x="1174148" y="1310442"/>
            <a:chExt cx="340158" cy="333328"/>
          </a:xfrm>
        </p:grpSpPr>
        <p:sp>
          <p:nvSpPr>
            <p:cNvPr id="84" name="云形 83">
              <a:extLst>
                <a:ext uri="{FF2B5EF4-FFF2-40B4-BE49-F238E27FC236}">
                  <a16:creationId xmlns:a16="http://schemas.microsoft.com/office/drawing/2014/main" id="{5CFBF0A3-6A46-25DB-C90E-98D899815691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F6F280B1-A252-3722-7266-64140CEF7678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1C363960-E0D8-E88E-488B-C281CF7A1C8B}"/>
              </a:ext>
            </a:extLst>
          </p:cNvPr>
          <p:cNvGrpSpPr/>
          <p:nvPr/>
        </p:nvGrpSpPr>
        <p:grpSpPr>
          <a:xfrm>
            <a:off x="7113740" y="1965863"/>
            <a:ext cx="340158" cy="344563"/>
            <a:chOff x="1885061" y="1965863"/>
            <a:chExt cx="340158" cy="344563"/>
          </a:xfrm>
        </p:grpSpPr>
        <p:sp>
          <p:nvSpPr>
            <p:cNvPr id="87" name="云形 86">
              <a:extLst>
                <a:ext uri="{FF2B5EF4-FFF2-40B4-BE49-F238E27FC236}">
                  <a16:creationId xmlns:a16="http://schemas.microsoft.com/office/drawing/2014/main" id="{5E8BC709-39FD-764E-7A3A-7C723B31DCFD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E69854F0-529C-32A5-401C-E4BC0B45E7AD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233D1BBD-D529-E7AE-84CF-A4128EDFF615}"/>
              </a:ext>
            </a:extLst>
          </p:cNvPr>
          <p:cNvGrpSpPr/>
          <p:nvPr/>
        </p:nvGrpSpPr>
        <p:grpSpPr>
          <a:xfrm>
            <a:off x="7930919" y="1965862"/>
            <a:ext cx="340158" cy="344564"/>
            <a:chOff x="2702240" y="1965862"/>
            <a:chExt cx="340158" cy="344564"/>
          </a:xfrm>
        </p:grpSpPr>
        <p:sp>
          <p:nvSpPr>
            <p:cNvPr id="90" name="云形 89">
              <a:extLst>
                <a:ext uri="{FF2B5EF4-FFF2-40B4-BE49-F238E27FC236}">
                  <a16:creationId xmlns:a16="http://schemas.microsoft.com/office/drawing/2014/main" id="{1741FB18-2F54-4E6A-10C3-45ADC1B55C31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F0BC3E7D-4A49-7AB2-B078-E3D28067364D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01" name="椭圆 100">
            <a:extLst>
              <a:ext uri="{FF2B5EF4-FFF2-40B4-BE49-F238E27FC236}">
                <a16:creationId xmlns:a16="http://schemas.microsoft.com/office/drawing/2014/main" id="{5EFB8A96-2D42-B20E-94E9-66CFEDDF658A}"/>
              </a:ext>
            </a:extLst>
          </p:cNvPr>
          <p:cNvSpPr/>
          <p:nvPr/>
        </p:nvSpPr>
        <p:spPr>
          <a:xfrm>
            <a:off x="9356842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4DBB2B1-A0A9-7E81-D8C1-D463EA839068}"/>
              </a:ext>
            </a:extLst>
          </p:cNvPr>
          <p:cNvSpPr/>
          <p:nvPr/>
        </p:nvSpPr>
        <p:spPr>
          <a:xfrm>
            <a:off x="9823822" y="653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67F165E-E23E-71AE-4851-E4C6521A63A0}"/>
              </a:ext>
            </a:extLst>
          </p:cNvPr>
          <p:cNvCxnSpPr>
            <a:cxnSpLocks/>
            <a:stCxn id="101" idx="3"/>
            <a:endCxn id="109" idx="0"/>
          </p:cNvCxnSpPr>
          <p:nvPr/>
        </p:nvCxnSpPr>
        <p:spPr>
          <a:xfrm flipH="1">
            <a:off x="9109456" y="1594955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F2EF0F2A-9603-B384-DDBD-D69DFD5DC9A8}"/>
              </a:ext>
            </a:extLst>
          </p:cNvPr>
          <p:cNvCxnSpPr>
            <a:cxnSpLocks/>
            <a:stCxn id="101" idx="5"/>
            <a:endCxn id="112" idx="0"/>
          </p:cNvCxnSpPr>
          <p:nvPr/>
        </p:nvCxnSpPr>
        <p:spPr>
          <a:xfrm>
            <a:off x="9641355" y="1594955"/>
            <a:ext cx="345716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4A8C59D9-8CEF-035A-DE7B-8237F41241FB}"/>
              </a:ext>
            </a:extLst>
          </p:cNvPr>
          <p:cNvCxnSpPr>
            <a:cxnSpLocks/>
            <a:stCxn id="102" idx="3"/>
            <a:endCxn id="101" idx="0"/>
          </p:cNvCxnSpPr>
          <p:nvPr/>
        </p:nvCxnSpPr>
        <p:spPr>
          <a:xfrm flipH="1">
            <a:off x="9523506" y="937710"/>
            <a:ext cx="349131" cy="3727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3A7A84C7-7DA6-43A0-7199-3226465E9710}"/>
              </a:ext>
            </a:extLst>
          </p:cNvPr>
          <p:cNvCxnSpPr>
            <a:cxnSpLocks/>
            <a:stCxn id="102" idx="5"/>
            <a:endCxn id="114" idx="3"/>
          </p:cNvCxnSpPr>
          <p:nvPr/>
        </p:nvCxnSpPr>
        <p:spPr>
          <a:xfrm>
            <a:off x="10108335" y="937710"/>
            <a:ext cx="497584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8516E79-ACDB-9552-855F-014D2C295E59}"/>
              </a:ext>
            </a:extLst>
          </p:cNvPr>
          <p:cNvGrpSpPr/>
          <p:nvPr/>
        </p:nvGrpSpPr>
        <p:grpSpPr>
          <a:xfrm>
            <a:off x="8939377" y="1991303"/>
            <a:ext cx="340158" cy="333328"/>
            <a:chOff x="1174148" y="1310442"/>
            <a:chExt cx="340158" cy="333328"/>
          </a:xfrm>
        </p:grpSpPr>
        <p:sp>
          <p:nvSpPr>
            <p:cNvPr id="108" name="云形 107">
              <a:extLst>
                <a:ext uri="{FF2B5EF4-FFF2-40B4-BE49-F238E27FC236}">
                  <a16:creationId xmlns:a16="http://schemas.microsoft.com/office/drawing/2014/main" id="{ACAE24D4-60D6-714D-33F1-FE12E879A276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AB46D933-EB07-9C72-44AF-4378674CE0C5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70EC953A-BB9E-9183-D489-4033EE63A0AC}"/>
              </a:ext>
            </a:extLst>
          </p:cNvPr>
          <p:cNvGrpSpPr/>
          <p:nvPr/>
        </p:nvGrpSpPr>
        <p:grpSpPr>
          <a:xfrm>
            <a:off x="9816992" y="1965863"/>
            <a:ext cx="340158" cy="344563"/>
            <a:chOff x="1885061" y="1965863"/>
            <a:chExt cx="340158" cy="344563"/>
          </a:xfrm>
        </p:grpSpPr>
        <p:sp>
          <p:nvSpPr>
            <p:cNvPr id="111" name="云形 110">
              <a:extLst>
                <a:ext uri="{FF2B5EF4-FFF2-40B4-BE49-F238E27FC236}">
                  <a16:creationId xmlns:a16="http://schemas.microsoft.com/office/drawing/2014/main" id="{A6F2AFB5-5EF2-9DFE-9D9E-626BC08B6956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FD79D783-A583-9645-F6F5-B0B65B6E028A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66859C21-7848-996A-ECA0-AA138338B2AE}"/>
              </a:ext>
            </a:extLst>
          </p:cNvPr>
          <p:cNvGrpSpPr/>
          <p:nvPr/>
        </p:nvGrpSpPr>
        <p:grpSpPr>
          <a:xfrm>
            <a:off x="10439255" y="1310442"/>
            <a:ext cx="340158" cy="344564"/>
            <a:chOff x="2702240" y="1965862"/>
            <a:chExt cx="340158" cy="344564"/>
          </a:xfrm>
        </p:grpSpPr>
        <p:sp>
          <p:nvSpPr>
            <p:cNvPr id="114" name="云形 113">
              <a:extLst>
                <a:ext uri="{FF2B5EF4-FFF2-40B4-BE49-F238E27FC236}">
                  <a16:creationId xmlns:a16="http://schemas.microsoft.com/office/drawing/2014/main" id="{5D4F5A3A-1CDA-BC76-5F83-94322710AB50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BEB00CD2-FA78-5FE4-93DB-EC4A550B43E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D4A9132-B651-0B44-37FB-96044E6BEE84}"/>
              </a:ext>
            </a:extLst>
          </p:cNvPr>
          <p:cNvSpPr txBox="1"/>
          <p:nvPr/>
        </p:nvSpPr>
        <p:spPr>
          <a:xfrm>
            <a:off x="1157939" y="2632170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）初始状态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E77CF4C8-65E3-0BDE-AF6F-5BFB78D3AE3E}"/>
              </a:ext>
            </a:extLst>
          </p:cNvPr>
          <p:cNvSpPr txBox="1"/>
          <p:nvPr/>
        </p:nvSpPr>
        <p:spPr>
          <a:xfrm>
            <a:off x="3867049" y="2632170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）步骤一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59750287-EFE8-BCF5-6B8E-932EC0444295}"/>
              </a:ext>
            </a:extLst>
          </p:cNvPr>
          <p:cNvSpPr txBox="1"/>
          <p:nvPr/>
        </p:nvSpPr>
        <p:spPr>
          <a:xfrm>
            <a:off x="6576283" y="264454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）步骤二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1E2A030-B898-34A8-EF75-C105E1D3155B}"/>
              </a:ext>
            </a:extLst>
          </p:cNvPr>
          <p:cNvSpPr txBox="1"/>
          <p:nvPr/>
        </p:nvSpPr>
        <p:spPr>
          <a:xfrm>
            <a:off x="9279535" y="2644548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）步骤三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943D06C2-522F-99BA-0596-14ED8B7CABCA}"/>
              </a:ext>
            </a:extLst>
          </p:cNvPr>
          <p:cNvSpPr txBox="1"/>
          <p:nvPr/>
        </p:nvSpPr>
        <p:spPr>
          <a:xfrm>
            <a:off x="1885061" y="36903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AC7E9AB-E08C-2306-2E45-7FD55CE7D6C3}"/>
              </a:ext>
            </a:extLst>
          </p:cNvPr>
          <p:cNvSpPr txBox="1"/>
          <p:nvPr/>
        </p:nvSpPr>
        <p:spPr>
          <a:xfrm>
            <a:off x="2494097" y="102363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8FC572D7-E8CD-E345-1B45-E7977C1C18C0}"/>
              </a:ext>
            </a:extLst>
          </p:cNvPr>
          <p:cNvSpPr txBox="1"/>
          <p:nvPr/>
        </p:nvSpPr>
        <p:spPr>
          <a:xfrm>
            <a:off x="5037532" y="102363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6C868575-15EA-6A44-2067-E15B870B5763}"/>
              </a:ext>
            </a:extLst>
          </p:cNvPr>
          <p:cNvSpPr txBox="1"/>
          <p:nvPr/>
        </p:nvSpPr>
        <p:spPr>
          <a:xfrm>
            <a:off x="7110961" y="314643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A583EF95-00B6-C7D5-A1B0-C2287E7CC6C7}"/>
              </a:ext>
            </a:extLst>
          </p:cNvPr>
          <p:cNvSpPr txBox="1"/>
          <p:nvPr/>
        </p:nvSpPr>
        <p:spPr>
          <a:xfrm>
            <a:off x="3999973" y="36903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C3799ED0-6088-4895-9F21-E6789F6F1FC2}"/>
              </a:ext>
            </a:extLst>
          </p:cNvPr>
          <p:cNvSpPr txBox="1"/>
          <p:nvPr/>
        </p:nvSpPr>
        <p:spPr>
          <a:xfrm>
            <a:off x="6149048" y="1058227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24A5F2BA-A59C-199F-14F4-0352D6516EBB}"/>
              </a:ext>
            </a:extLst>
          </p:cNvPr>
          <p:cNvSpPr txBox="1"/>
          <p:nvPr/>
        </p:nvSpPr>
        <p:spPr>
          <a:xfrm>
            <a:off x="9710868" y="333397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8885227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212D-F278-5450-B9E9-E2BEAC593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椭圆 100">
            <a:extLst>
              <a:ext uri="{FF2B5EF4-FFF2-40B4-BE49-F238E27FC236}">
                <a16:creationId xmlns:a16="http://schemas.microsoft.com/office/drawing/2014/main" id="{F6894F27-973B-7FAF-31D4-C075416D89F6}"/>
              </a:ext>
            </a:extLst>
          </p:cNvPr>
          <p:cNvSpPr/>
          <p:nvPr/>
        </p:nvSpPr>
        <p:spPr>
          <a:xfrm>
            <a:off x="1476307" y="13870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637A333C-1F95-58B0-3BB6-8A6D907F766B}"/>
              </a:ext>
            </a:extLst>
          </p:cNvPr>
          <p:cNvSpPr/>
          <p:nvPr/>
        </p:nvSpPr>
        <p:spPr>
          <a:xfrm>
            <a:off x="1943287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193BE02B-84D8-1C61-3E46-A586000A968B}"/>
              </a:ext>
            </a:extLst>
          </p:cNvPr>
          <p:cNvCxnSpPr>
            <a:cxnSpLocks/>
            <a:stCxn id="101" idx="3"/>
            <a:endCxn id="109" idx="0"/>
          </p:cNvCxnSpPr>
          <p:nvPr/>
        </p:nvCxnSpPr>
        <p:spPr>
          <a:xfrm flipH="1">
            <a:off x="1228921" y="1671531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6EDBE92-E569-CFAA-4AC3-01E6DF3B0021}"/>
              </a:ext>
            </a:extLst>
          </p:cNvPr>
          <p:cNvCxnSpPr>
            <a:cxnSpLocks/>
            <a:stCxn id="101" idx="5"/>
            <a:endCxn id="112" idx="0"/>
          </p:cNvCxnSpPr>
          <p:nvPr/>
        </p:nvCxnSpPr>
        <p:spPr>
          <a:xfrm>
            <a:off x="1760820" y="1671531"/>
            <a:ext cx="212764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0CE672B-A19A-6F12-11F9-85CC177E30E0}"/>
              </a:ext>
            </a:extLst>
          </p:cNvPr>
          <p:cNvCxnSpPr>
            <a:cxnSpLocks/>
            <a:stCxn id="102" idx="3"/>
            <a:endCxn id="101" idx="0"/>
          </p:cNvCxnSpPr>
          <p:nvPr/>
        </p:nvCxnSpPr>
        <p:spPr>
          <a:xfrm flipH="1">
            <a:off x="1642971" y="1014286"/>
            <a:ext cx="349131" cy="3727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4D3B29CC-E6FC-E1AA-1AD6-09F1245613CD}"/>
              </a:ext>
            </a:extLst>
          </p:cNvPr>
          <p:cNvCxnSpPr>
            <a:cxnSpLocks/>
            <a:stCxn id="102" idx="5"/>
            <a:endCxn id="114" idx="3"/>
          </p:cNvCxnSpPr>
          <p:nvPr/>
        </p:nvCxnSpPr>
        <p:spPr>
          <a:xfrm>
            <a:off x="2227800" y="1014286"/>
            <a:ext cx="497584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8B92341E-7186-0423-B24E-7FB5086026EE}"/>
              </a:ext>
            </a:extLst>
          </p:cNvPr>
          <p:cNvGrpSpPr/>
          <p:nvPr/>
        </p:nvGrpSpPr>
        <p:grpSpPr>
          <a:xfrm>
            <a:off x="1058842" y="2067879"/>
            <a:ext cx="340158" cy="333328"/>
            <a:chOff x="1174148" y="1310442"/>
            <a:chExt cx="340158" cy="333328"/>
          </a:xfrm>
        </p:grpSpPr>
        <p:sp>
          <p:nvSpPr>
            <p:cNvPr id="108" name="云形 107">
              <a:extLst>
                <a:ext uri="{FF2B5EF4-FFF2-40B4-BE49-F238E27FC236}">
                  <a16:creationId xmlns:a16="http://schemas.microsoft.com/office/drawing/2014/main" id="{ECEB57FF-47D4-0EB7-DA81-A968B0D1D480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C362CE49-BE0D-48F9-6E43-89EA9C29AD59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607F7606-5D11-0547-EFA5-1ECAE1F71AD6}"/>
              </a:ext>
            </a:extLst>
          </p:cNvPr>
          <p:cNvGrpSpPr/>
          <p:nvPr/>
        </p:nvGrpSpPr>
        <p:grpSpPr>
          <a:xfrm>
            <a:off x="1803505" y="2042439"/>
            <a:ext cx="340158" cy="344563"/>
            <a:chOff x="1885061" y="1965863"/>
            <a:chExt cx="340158" cy="344563"/>
          </a:xfrm>
        </p:grpSpPr>
        <p:sp>
          <p:nvSpPr>
            <p:cNvPr id="111" name="云形 110">
              <a:extLst>
                <a:ext uri="{FF2B5EF4-FFF2-40B4-BE49-F238E27FC236}">
                  <a16:creationId xmlns:a16="http://schemas.microsoft.com/office/drawing/2014/main" id="{519F1D36-717C-9749-F2CE-BFA347822466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721C70B8-5C84-9BDF-43EC-C90A6475A3C6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91EA578-3C15-413E-1C2E-CE422776BC2F}"/>
              </a:ext>
            </a:extLst>
          </p:cNvPr>
          <p:cNvGrpSpPr/>
          <p:nvPr/>
        </p:nvGrpSpPr>
        <p:grpSpPr>
          <a:xfrm>
            <a:off x="2558720" y="1387018"/>
            <a:ext cx="340158" cy="344564"/>
            <a:chOff x="2702240" y="1965862"/>
            <a:chExt cx="340158" cy="344564"/>
          </a:xfrm>
        </p:grpSpPr>
        <p:sp>
          <p:nvSpPr>
            <p:cNvPr id="114" name="云形 113">
              <a:extLst>
                <a:ext uri="{FF2B5EF4-FFF2-40B4-BE49-F238E27FC236}">
                  <a16:creationId xmlns:a16="http://schemas.microsoft.com/office/drawing/2014/main" id="{E37403A0-1085-275C-A53B-21158CB5659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56856EB5-51D1-F798-37DB-F0677781317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16" name="文本框 115">
            <a:extLst>
              <a:ext uri="{FF2B5EF4-FFF2-40B4-BE49-F238E27FC236}">
                <a16:creationId xmlns:a16="http://schemas.microsoft.com/office/drawing/2014/main" id="{01C35298-DBDD-07F6-9DB4-AA3F02F1B2D4}"/>
              </a:ext>
            </a:extLst>
          </p:cNvPr>
          <p:cNvSpPr txBox="1"/>
          <p:nvPr/>
        </p:nvSpPr>
        <p:spPr>
          <a:xfrm>
            <a:off x="1157939" y="2632170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）初始状态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A41856C0-5CDA-A30D-776B-E9F38458D836}"/>
              </a:ext>
            </a:extLst>
          </p:cNvPr>
          <p:cNvSpPr txBox="1"/>
          <p:nvPr/>
        </p:nvSpPr>
        <p:spPr>
          <a:xfrm>
            <a:off x="3867049" y="2632170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）步骤一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6054D32-4F38-DFF9-7DE5-CFB525A00B6A}"/>
              </a:ext>
            </a:extLst>
          </p:cNvPr>
          <p:cNvSpPr txBox="1"/>
          <p:nvPr/>
        </p:nvSpPr>
        <p:spPr>
          <a:xfrm>
            <a:off x="6576283" y="264454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）步骤二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04DBAF0-2995-8B8F-16C1-51094D0C57E1}"/>
              </a:ext>
            </a:extLst>
          </p:cNvPr>
          <p:cNvSpPr txBox="1"/>
          <p:nvPr/>
        </p:nvSpPr>
        <p:spPr>
          <a:xfrm>
            <a:off x="9279535" y="2644548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）步骤三</a:t>
            </a: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5AE4CE33-11CD-1010-B5EE-126049E2E35E}"/>
              </a:ext>
            </a:extLst>
          </p:cNvPr>
          <p:cNvSpPr txBox="1"/>
          <p:nvPr/>
        </p:nvSpPr>
        <p:spPr>
          <a:xfrm>
            <a:off x="1830333" y="409973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4EA83F02-966C-A186-ACD1-4C79D984FB37}"/>
              </a:ext>
            </a:extLst>
          </p:cNvPr>
          <p:cNvSpPr/>
          <p:nvPr/>
        </p:nvSpPr>
        <p:spPr>
          <a:xfrm>
            <a:off x="3876419" y="13870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2F0DB7C-25D1-AC90-377B-ACFC60C7354B}"/>
              </a:ext>
            </a:extLst>
          </p:cNvPr>
          <p:cNvSpPr/>
          <p:nvPr/>
        </p:nvSpPr>
        <p:spPr>
          <a:xfrm>
            <a:off x="4405475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D0B9B2B-82D4-F985-DD08-92323EEEF7AE}"/>
              </a:ext>
            </a:extLst>
          </p:cNvPr>
          <p:cNvCxnSpPr>
            <a:cxnSpLocks/>
            <a:stCxn id="2" idx="3"/>
            <a:endCxn id="17" idx="0"/>
          </p:cNvCxnSpPr>
          <p:nvPr/>
        </p:nvCxnSpPr>
        <p:spPr>
          <a:xfrm flipH="1">
            <a:off x="3629033" y="1671531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B44852A6-9FE3-18C9-3481-0461A342AF0E}"/>
              </a:ext>
            </a:extLst>
          </p:cNvPr>
          <p:cNvCxnSpPr>
            <a:cxnSpLocks/>
            <a:stCxn id="2" idx="5"/>
            <a:endCxn id="20" idx="0"/>
          </p:cNvCxnSpPr>
          <p:nvPr/>
        </p:nvCxnSpPr>
        <p:spPr>
          <a:xfrm>
            <a:off x="4160932" y="1671531"/>
            <a:ext cx="219594" cy="3757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FEA00D4-9F71-855A-539B-1EFBC6961E80}"/>
              </a:ext>
            </a:extLst>
          </p:cNvPr>
          <p:cNvCxnSpPr>
            <a:cxnSpLocks/>
            <a:stCxn id="4" idx="3"/>
            <a:endCxn id="20" idx="0"/>
          </p:cNvCxnSpPr>
          <p:nvPr/>
        </p:nvCxnSpPr>
        <p:spPr>
          <a:xfrm flipH="1">
            <a:off x="4380526" y="1014286"/>
            <a:ext cx="73764" cy="10330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F448C922-C6D3-768F-199C-3B7B07FCCDD8}"/>
              </a:ext>
            </a:extLst>
          </p:cNvPr>
          <p:cNvCxnSpPr>
            <a:cxnSpLocks/>
            <a:stCxn id="4" idx="5"/>
            <a:endCxn id="22" idx="3"/>
          </p:cNvCxnSpPr>
          <p:nvPr/>
        </p:nvCxnSpPr>
        <p:spPr>
          <a:xfrm>
            <a:off x="4689988" y="1014286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A9D3DD17-5B0B-93B4-6597-4C86BD13202B}"/>
              </a:ext>
            </a:extLst>
          </p:cNvPr>
          <p:cNvGrpSpPr/>
          <p:nvPr/>
        </p:nvGrpSpPr>
        <p:grpSpPr>
          <a:xfrm>
            <a:off x="3458954" y="2067879"/>
            <a:ext cx="340158" cy="333328"/>
            <a:chOff x="1174148" y="1310442"/>
            <a:chExt cx="340158" cy="333328"/>
          </a:xfrm>
        </p:grpSpPr>
        <p:sp>
          <p:nvSpPr>
            <p:cNvPr id="15" name="云形 14">
              <a:extLst>
                <a:ext uri="{FF2B5EF4-FFF2-40B4-BE49-F238E27FC236}">
                  <a16:creationId xmlns:a16="http://schemas.microsoft.com/office/drawing/2014/main" id="{2A27AA6C-A23F-DC15-983F-989A507C12DC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15BBB55-9CBD-B8F7-5581-036F505EC5AD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DBC4147B-7EAA-C25C-166A-78DA8C1A3675}"/>
              </a:ext>
            </a:extLst>
          </p:cNvPr>
          <p:cNvGrpSpPr/>
          <p:nvPr/>
        </p:nvGrpSpPr>
        <p:grpSpPr>
          <a:xfrm>
            <a:off x="4210447" y="2047287"/>
            <a:ext cx="340158" cy="344563"/>
            <a:chOff x="1885061" y="1965863"/>
            <a:chExt cx="340158" cy="344563"/>
          </a:xfrm>
        </p:grpSpPr>
        <p:sp>
          <p:nvSpPr>
            <p:cNvPr id="19" name="云形 18">
              <a:extLst>
                <a:ext uri="{FF2B5EF4-FFF2-40B4-BE49-F238E27FC236}">
                  <a16:creationId xmlns:a16="http://schemas.microsoft.com/office/drawing/2014/main" id="{25950767-8FAB-DFD8-45BD-CC4D4FF9EA89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8C040AAF-0E8F-AFDA-CA45-0098C4F5E4E8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5B5E2CAE-4B2E-DC97-3B8D-B71390DB437C}"/>
              </a:ext>
            </a:extLst>
          </p:cNvPr>
          <p:cNvGrpSpPr/>
          <p:nvPr/>
        </p:nvGrpSpPr>
        <p:grpSpPr>
          <a:xfrm>
            <a:off x="4958832" y="1387018"/>
            <a:ext cx="340158" cy="344564"/>
            <a:chOff x="2702240" y="1965862"/>
            <a:chExt cx="340158" cy="344564"/>
          </a:xfrm>
        </p:grpSpPr>
        <p:sp>
          <p:nvSpPr>
            <p:cNvPr id="22" name="云形 21">
              <a:extLst>
                <a:ext uri="{FF2B5EF4-FFF2-40B4-BE49-F238E27FC236}">
                  <a16:creationId xmlns:a16="http://schemas.microsoft.com/office/drawing/2014/main" id="{593EF2F4-63C2-259D-13AA-177F90294D0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5A7FA55E-931E-8517-835E-0D031613144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F0A16CD9-C568-2D0B-2543-07DD9386FFBD}"/>
              </a:ext>
            </a:extLst>
          </p:cNvPr>
          <p:cNvSpPr txBox="1"/>
          <p:nvPr/>
        </p:nvSpPr>
        <p:spPr>
          <a:xfrm>
            <a:off x="4295460" y="39824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F1F9BE66-5234-7746-F3F3-0BA682E38B02}"/>
              </a:ext>
            </a:extLst>
          </p:cNvPr>
          <p:cNvSpPr/>
          <p:nvPr/>
        </p:nvSpPr>
        <p:spPr>
          <a:xfrm>
            <a:off x="6867663" y="5818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3FFC3EA-AF85-7DEC-0F2D-138417B6B5C8}"/>
              </a:ext>
            </a:extLst>
          </p:cNvPr>
          <p:cNvSpPr/>
          <p:nvPr/>
        </p:nvSpPr>
        <p:spPr>
          <a:xfrm>
            <a:off x="7421780" y="14102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69ADDF5-08D8-BE3A-78CE-E2E46F6CEA91}"/>
              </a:ext>
            </a:extLst>
          </p:cNvPr>
          <p:cNvCxnSpPr>
            <a:cxnSpLocks/>
            <a:stCxn id="30" idx="3"/>
            <a:endCxn id="53" idx="0"/>
          </p:cNvCxnSpPr>
          <p:nvPr/>
        </p:nvCxnSpPr>
        <p:spPr>
          <a:xfrm flipH="1">
            <a:off x="6297324" y="866376"/>
            <a:ext cx="619154" cy="11959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E7EDEF9-B7AE-2B2A-CA23-72ABA00024CC}"/>
              </a:ext>
            </a:extLst>
          </p:cNvPr>
          <p:cNvCxnSpPr>
            <a:cxnSpLocks/>
            <a:stCxn id="30" idx="5"/>
            <a:endCxn id="32" idx="0"/>
          </p:cNvCxnSpPr>
          <p:nvPr/>
        </p:nvCxnSpPr>
        <p:spPr>
          <a:xfrm>
            <a:off x="7152176" y="866376"/>
            <a:ext cx="436268" cy="54390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6F42B35-D52C-76B1-DF84-9F47EE630D3C}"/>
              </a:ext>
            </a:extLst>
          </p:cNvPr>
          <p:cNvCxnSpPr>
            <a:cxnSpLocks/>
            <a:stCxn id="32" idx="3"/>
            <a:endCxn id="56" idx="0"/>
          </p:cNvCxnSpPr>
          <p:nvPr/>
        </p:nvCxnSpPr>
        <p:spPr>
          <a:xfrm flipH="1">
            <a:off x="7048817" y="1694795"/>
            <a:ext cx="421778" cy="34688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171ACD0-96DE-CC4D-E4D8-E84C8C3131E7}"/>
              </a:ext>
            </a:extLst>
          </p:cNvPr>
          <p:cNvCxnSpPr>
            <a:cxnSpLocks/>
            <a:stCxn id="32" idx="5"/>
            <a:endCxn id="58" idx="3"/>
          </p:cNvCxnSpPr>
          <p:nvPr/>
        </p:nvCxnSpPr>
        <p:spPr>
          <a:xfrm>
            <a:off x="7706293" y="1694795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7A04670C-83DE-DFE7-C718-18631A6D0D4F}"/>
              </a:ext>
            </a:extLst>
          </p:cNvPr>
          <p:cNvGrpSpPr/>
          <p:nvPr/>
        </p:nvGrpSpPr>
        <p:grpSpPr>
          <a:xfrm>
            <a:off x="6127245" y="2062276"/>
            <a:ext cx="340158" cy="333328"/>
            <a:chOff x="1174148" y="1310442"/>
            <a:chExt cx="340158" cy="333328"/>
          </a:xfrm>
        </p:grpSpPr>
        <p:sp>
          <p:nvSpPr>
            <p:cNvPr id="52" name="云形 51">
              <a:extLst>
                <a:ext uri="{FF2B5EF4-FFF2-40B4-BE49-F238E27FC236}">
                  <a16:creationId xmlns:a16="http://schemas.microsoft.com/office/drawing/2014/main" id="{F52FD090-7351-0A4A-9AAF-EB9CB687D03C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5C44657-24A2-3919-F73C-15247A8BED9A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0292A46A-399E-0D1F-E107-54225B2FE0C2}"/>
              </a:ext>
            </a:extLst>
          </p:cNvPr>
          <p:cNvGrpSpPr/>
          <p:nvPr/>
        </p:nvGrpSpPr>
        <p:grpSpPr>
          <a:xfrm>
            <a:off x="6878738" y="2041684"/>
            <a:ext cx="340158" cy="344563"/>
            <a:chOff x="1885061" y="1965863"/>
            <a:chExt cx="340158" cy="344563"/>
          </a:xfrm>
        </p:grpSpPr>
        <p:sp>
          <p:nvSpPr>
            <p:cNvPr id="55" name="云形 54">
              <a:extLst>
                <a:ext uri="{FF2B5EF4-FFF2-40B4-BE49-F238E27FC236}">
                  <a16:creationId xmlns:a16="http://schemas.microsoft.com/office/drawing/2014/main" id="{2BF190FC-F5C0-9E87-8E09-7F559448DF42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9F837DC6-0D17-3B7E-145D-B2FBA231E3B7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F6A7970A-7A20-BDB1-2258-437FDA1AF7B4}"/>
              </a:ext>
            </a:extLst>
          </p:cNvPr>
          <p:cNvGrpSpPr/>
          <p:nvPr/>
        </p:nvGrpSpPr>
        <p:grpSpPr>
          <a:xfrm>
            <a:off x="7975137" y="2067527"/>
            <a:ext cx="340158" cy="344564"/>
            <a:chOff x="2702240" y="1965862"/>
            <a:chExt cx="340158" cy="344564"/>
          </a:xfrm>
        </p:grpSpPr>
        <p:sp>
          <p:nvSpPr>
            <p:cNvPr id="58" name="云形 57">
              <a:extLst>
                <a:ext uri="{FF2B5EF4-FFF2-40B4-BE49-F238E27FC236}">
                  <a16:creationId xmlns:a16="http://schemas.microsoft.com/office/drawing/2014/main" id="{952083BF-2299-EF3F-5559-B4F59BE5B032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FD1DEE88-7274-7F0A-29DA-AF2E182BFCD1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1880EE51-2AA7-B42C-4925-AE9D185A8EA9}"/>
              </a:ext>
            </a:extLst>
          </p:cNvPr>
          <p:cNvSpPr txBox="1"/>
          <p:nvPr/>
        </p:nvSpPr>
        <p:spPr>
          <a:xfrm>
            <a:off x="7574714" y="1082878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B930780-E7C3-0D80-D608-342710CC1EAC}"/>
              </a:ext>
            </a:extLst>
          </p:cNvPr>
          <p:cNvSpPr txBox="1"/>
          <p:nvPr/>
        </p:nvSpPr>
        <p:spPr>
          <a:xfrm>
            <a:off x="946443" y="1190721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DCDCB1D5-9A69-D17C-92A1-8D7F7FBD7D6E}"/>
              </a:ext>
            </a:extLst>
          </p:cNvPr>
          <p:cNvSpPr txBox="1"/>
          <p:nvPr/>
        </p:nvSpPr>
        <p:spPr>
          <a:xfrm>
            <a:off x="3439488" y="1121896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48D66903-8586-4865-11D4-53CF58AC8E93}"/>
              </a:ext>
            </a:extLst>
          </p:cNvPr>
          <p:cNvSpPr txBox="1"/>
          <p:nvPr/>
        </p:nvSpPr>
        <p:spPr>
          <a:xfrm>
            <a:off x="6764060" y="26464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CA5EB677-0423-C531-F4E9-B50F50BF1A89}"/>
              </a:ext>
            </a:extLst>
          </p:cNvPr>
          <p:cNvSpPr/>
          <p:nvPr/>
        </p:nvSpPr>
        <p:spPr>
          <a:xfrm>
            <a:off x="9776498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9CF754ED-307F-9781-F54E-6151A8F8AD4D}"/>
              </a:ext>
            </a:extLst>
          </p:cNvPr>
          <p:cNvSpPr/>
          <p:nvPr/>
        </p:nvSpPr>
        <p:spPr>
          <a:xfrm>
            <a:off x="10330615" y="155819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7520B77-9AA5-F406-59AD-E47A4E8EA221}"/>
              </a:ext>
            </a:extLst>
          </p:cNvPr>
          <p:cNvCxnSpPr>
            <a:cxnSpLocks/>
            <a:stCxn id="70" idx="3"/>
            <a:endCxn id="96" idx="0"/>
          </p:cNvCxnSpPr>
          <p:nvPr/>
        </p:nvCxnSpPr>
        <p:spPr>
          <a:xfrm flipH="1">
            <a:off x="9400880" y="1014286"/>
            <a:ext cx="424433" cy="5653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7DAEA78-DF22-DD4A-F6CD-A03C8B90A40B}"/>
              </a:ext>
            </a:extLst>
          </p:cNvPr>
          <p:cNvCxnSpPr>
            <a:cxnSpLocks/>
            <a:stCxn id="70" idx="5"/>
            <a:endCxn id="71" idx="0"/>
          </p:cNvCxnSpPr>
          <p:nvPr/>
        </p:nvCxnSpPr>
        <p:spPr>
          <a:xfrm>
            <a:off x="10061011" y="1014286"/>
            <a:ext cx="436268" cy="54390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02B3EF64-00B1-7CB7-D1F4-8F3E6E2D8CBC}"/>
              </a:ext>
            </a:extLst>
          </p:cNvPr>
          <p:cNvCxnSpPr>
            <a:cxnSpLocks/>
            <a:stCxn id="71" idx="3"/>
            <a:endCxn id="99" idx="0"/>
          </p:cNvCxnSpPr>
          <p:nvPr/>
        </p:nvCxnSpPr>
        <p:spPr>
          <a:xfrm flipH="1">
            <a:off x="9957652" y="1842705"/>
            <a:ext cx="421778" cy="34688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5AE8C2D-3D05-FF44-4DF1-EF24678D0B44}"/>
              </a:ext>
            </a:extLst>
          </p:cNvPr>
          <p:cNvCxnSpPr>
            <a:cxnSpLocks/>
            <a:stCxn id="71" idx="5"/>
            <a:endCxn id="117" idx="3"/>
          </p:cNvCxnSpPr>
          <p:nvPr/>
        </p:nvCxnSpPr>
        <p:spPr>
          <a:xfrm>
            <a:off x="10615128" y="1842705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B74FC084-6C16-5F18-EAEA-53403ABB178F}"/>
              </a:ext>
            </a:extLst>
          </p:cNvPr>
          <p:cNvGrpSpPr/>
          <p:nvPr/>
        </p:nvGrpSpPr>
        <p:grpSpPr>
          <a:xfrm>
            <a:off x="9230801" y="1579611"/>
            <a:ext cx="340158" cy="333328"/>
            <a:chOff x="1174148" y="1310442"/>
            <a:chExt cx="340158" cy="333328"/>
          </a:xfrm>
        </p:grpSpPr>
        <p:sp>
          <p:nvSpPr>
            <p:cNvPr id="95" name="云形 94">
              <a:extLst>
                <a:ext uri="{FF2B5EF4-FFF2-40B4-BE49-F238E27FC236}">
                  <a16:creationId xmlns:a16="http://schemas.microsoft.com/office/drawing/2014/main" id="{5342B852-971C-7723-9F2B-BDF436E47CC4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CF381EEB-5A0C-AEDD-5991-F7D7F7B5C747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99668967-E9D6-74E4-C54E-33078FAA185F}"/>
              </a:ext>
            </a:extLst>
          </p:cNvPr>
          <p:cNvGrpSpPr/>
          <p:nvPr/>
        </p:nvGrpSpPr>
        <p:grpSpPr>
          <a:xfrm>
            <a:off x="9787573" y="2189594"/>
            <a:ext cx="340158" cy="344563"/>
            <a:chOff x="1885061" y="1965863"/>
            <a:chExt cx="340158" cy="344563"/>
          </a:xfrm>
        </p:grpSpPr>
        <p:sp>
          <p:nvSpPr>
            <p:cNvPr id="98" name="云形 97">
              <a:extLst>
                <a:ext uri="{FF2B5EF4-FFF2-40B4-BE49-F238E27FC236}">
                  <a16:creationId xmlns:a16="http://schemas.microsoft.com/office/drawing/2014/main" id="{F9193A21-3D9F-BAF5-40FF-A74152B3A817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EB51B0FF-60C8-A468-C366-AFE693E6C0C9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4510E5C8-9731-89A1-FFE0-D8796A9CBB0D}"/>
              </a:ext>
            </a:extLst>
          </p:cNvPr>
          <p:cNvGrpSpPr/>
          <p:nvPr/>
        </p:nvGrpSpPr>
        <p:grpSpPr>
          <a:xfrm>
            <a:off x="10883972" y="2215437"/>
            <a:ext cx="340158" cy="344564"/>
            <a:chOff x="2702240" y="1965862"/>
            <a:chExt cx="340158" cy="344564"/>
          </a:xfrm>
        </p:grpSpPr>
        <p:sp>
          <p:nvSpPr>
            <p:cNvPr id="117" name="云形 116">
              <a:extLst>
                <a:ext uri="{FF2B5EF4-FFF2-40B4-BE49-F238E27FC236}">
                  <a16:creationId xmlns:a16="http://schemas.microsoft.com/office/drawing/2014/main" id="{EAC29358-85DA-B903-7B01-95D01CC7E1F5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D1A4D243-6650-0ECB-2E19-E1B279C216DA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18AB43D-2335-4D4C-200C-35686A230EF4}"/>
              </a:ext>
            </a:extLst>
          </p:cNvPr>
          <p:cNvSpPr txBox="1"/>
          <p:nvPr/>
        </p:nvSpPr>
        <p:spPr>
          <a:xfrm>
            <a:off x="9623378" y="317631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6897365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18D13-7453-51C8-3F81-A6AC07635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C8277D5E-7C2F-53FC-CBCB-51E7D351AA41}"/>
              </a:ext>
            </a:extLst>
          </p:cNvPr>
          <p:cNvSpPr/>
          <p:nvPr/>
        </p:nvSpPr>
        <p:spPr>
          <a:xfrm>
            <a:off x="180364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052F609-6326-07DE-304B-E6579E3F5D9D}"/>
              </a:ext>
            </a:extLst>
          </p:cNvPr>
          <p:cNvSpPr/>
          <p:nvPr/>
        </p:nvSpPr>
        <p:spPr>
          <a:xfrm>
            <a:off x="121732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449F817-1DFD-3156-EC91-AD01F39DE689}"/>
              </a:ext>
            </a:extLst>
          </p:cNvPr>
          <p:cNvSpPr/>
          <p:nvPr/>
        </p:nvSpPr>
        <p:spPr>
          <a:xfrm>
            <a:off x="238847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49F5B01D-2F7D-E136-B4A4-73C8536C54F1}"/>
              </a:ext>
            </a:extLst>
          </p:cNvPr>
          <p:cNvSpPr/>
          <p:nvPr/>
        </p:nvSpPr>
        <p:spPr>
          <a:xfrm>
            <a:off x="1970313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6F9DE20-F654-CDE0-6627-DB2D1319FFBE}"/>
              </a:ext>
            </a:extLst>
          </p:cNvPr>
          <p:cNvSpPr/>
          <p:nvPr/>
        </p:nvSpPr>
        <p:spPr>
          <a:xfrm>
            <a:off x="2789369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18137C92-9096-F788-F342-D6375E8D4DF7}"/>
              </a:ext>
            </a:extLst>
          </p:cNvPr>
          <p:cNvSpPr/>
          <p:nvPr/>
        </p:nvSpPr>
        <p:spPr>
          <a:xfrm>
            <a:off x="2455281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D4D2346-5846-AD58-06AD-D086F7028D7F}"/>
              </a:ext>
            </a:extLst>
          </p:cNvPr>
          <p:cNvSpPr/>
          <p:nvPr/>
        </p:nvSpPr>
        <p:spPr>
          <a:xfrm>
            <a:off x="3122697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6E8859-D171-777C-D125-F20A7C1FFABC}"/>
              </a:ext>
            </a:extLst>
          </p:cNvPr>
          <p:cNvCxnSpPr>
            <a:stCxn id="3" idx="3"/>
            <a:endCxn id="5" idx="0"/>
          </p:cNvCxnSpPr>
          <p:nvPr/>
        </p:nvCxnSpPr>
        <p:spPr>
          <a:xfrm flipH="1">
            <a:off x="138398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01255EF-C093-8DE3-09DF-1D1469C08918}"/>
              </a:ext>
            </a:extLst>
          </p:cNvPr>
          <p:cNvCxnSpPr>
            <a:cxnSpLocks/>
            <a:stCxn id="3" idx="5"/>
            <a:endCxn id="7" idx="0"/>
          </p:cNvCxnSpPr>
          <p:nvPr/>
        </p:nvCxnSpPr>
        <p:spPr>
          <a:xfrm>
            <a:off x="208816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BC577C5-DC70-5542-2D37-A75B3C5EA8C1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2136977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5E42744-73FB-D05F-7B38-EE0F69AEC4B0}"/>
              </a:ext>
            </a:extLst>
          </p:cNvPr>
          <p:cNvCxnSpPr>
            <a:cxnSpLocks/>
            <a:stCxn id="7" idx="5"/>
            <a:endCxn id="11" idx="0"/>
          </p:cNvCxnSpPr>
          <p:nvPr/>
        </p:nvCxnSpPr>
        <p:spPr>
          <a:xfrm>
            <a:off x="2672988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728AA6C-D679-4C89-65BE-0F6424855ABB}"/>
              </a:ext>
            </a:extLst>
          </p:cNvPr>
          <p:cNvCxnSpPr>
            <a:cxnSpLocks/>
            <a:stCxn id="11" idx="3"/>
            <a:endCxn id="13" idx="0"/>
          </p:cNvCxnSpPr>
          <p:nvPr/>
        </p:nvCxnSpPr>
        <p:spPr>
          <a:xfrm flipH="1">
            <a:off x="2621945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401C7383-800D-6753-B25B-4DB1CFA9C779}"/>
              </a:ext>
            </a:extLst>
          </p:cNvPr>
          <p:cNvCxnSpPr>
            <a:cxnSpLocks/>
            <a:stCxn id="11" idx="5"/>
            <a:endCxn id="15" idx="0"/>
          </p:cNvCxnSpPr>
          <p:nvPr/>
        </p:nvCxnSpPr>
        <p:spPr>
          <a:xfrm>
            <a:off x="3073882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D34D595E-D1AD-364A-A3E6-1C0386ACDC14}"/>
              </a:ext>
            </a:extLst>
          </p:cNvPr>
          <p:cNvSpPr txBox="1"/>
          <p:nvPr/>
        </p:nvSpPr>
        <p:spPr>
          <a:xfrm>
            <a:off x="1543517" y="3021062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</a:t>
            </a:r>
            <a:r>
              <a:rPr lang="en-US" altLang="zh-CN"/>
              <a:t>RR</a:t>
            </a:r>
            <a:r>
              <a:rPr lang="zh-CN" altLang="en-US"/>
              <a:t>型</a:t>
            </a: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A34804D-C00A-D783-EA8A-07853AC2E83A}"/>
              </a:ext>
            </a:extLst>
          </p:cNvPr>
          <p:cNvSpPr/>
          <p:nvPr/>
        </p:nvSpPr>
        <p:spPr>
          <a:xfrm>
            <a:off x="434977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E7E074E-A98E-1A1A-4951-A629BDEAD39E}"/>
              </a:ext>
            </a:extLst>
          </p:cNvPr>
          <p:cNvSpPr/>
          <p:nvPr/>
        </p:nvSpPr>
        <p:spPr>
          <a:xfrm>
            <a:off x="376345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EE1F529C-F571-1834-38BE-DEE902E022FE}"/>
              </a:ext>
            </a:extLst>
          </p:cNvPr>
          <p:cNvSpPr/>
          <p:nvPr/>
        </p:nvSpPr>
        <p:spPr>
          <a:xfrm>
            <a:off x="493460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A267DFC-9A6D-DA46-0804-32C77D130EC5}"/>
              </a:ext>
            </a:extLst>
          </p:cNvPr>
          <p:cNvSpPr/>
          <p:nvPr/>
        </p:nvSpPr>
        <p:spPr>
          <a:xfrm>
            <a:off x="4516443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313EBE16-8189-D093-0BD5-BED6B0678B19}"/>
              </a:ext>
            </a:extLst>
          </p:cNvPr>
          <p:cNvSpPr/>
          <p:nvPr/>
        </p:nvSpPr>
        <p:spPr>
          <a:xfrm>
            <a:off x="5335499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FE17B10-62C2-F611-CBC7-D9A634B14699}"/>
              </a:ext>
            </a:extLst>
          </p:cNvPr>
          <p:cNvSpPr/>
          <p:nvPr/>
        </p:nvSpPr>
        <p:spPr>
          <a:xfrm>
            <a:off x="4201675" y="245872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4578842C-2178-8798-9285-DED48CCDB568}"/>
              </a:ext>
            </a:extLst>
          </p:cNvPr>
          <p:cNvSpPr/>
          <p:nvPr/>
        </p:nvSpPr>
        <p:spPr>
          <a:xfrm>
            <a:off x="4816756" y="245872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32B55951-11BF-79FE-E640-3F6421596993}"/>
              </a:ext>
            </a:extLst>
          </p:cNvPr>
          <p:cNvCxnSpPr>
            <a:stCxn id="39" idx="3"/>
            <a:endCxn id="40" idx="0"/>
          </p:cNvCxnSpPr>
          <p:nvPr/>
        </p:nvCxnSpPr>
        <p:spPr>
          <a:xfrm flipH="1">
            <a:off x="393011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132BDE3E-9BEA-AA7C-09A3-5D12C74B7D21}"/>
              </a:ext>
            </a:extLst>
          </p:cNvPr>
          <p:cNvCxnSpPr>
            <a:cxnSpLocks/>
            <a:stCxn id="39" idx="5"/>
            <a:endCxn id="41" idx="0"/>
          </p:cNvCxnSpPr>
          <p:nvPr/>
        </p:nvCxnSpPr>
        <p:spPr>
          <a:xfrm>
            <a:off x="463429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A7DBD2C-641F-CA73-A3EB-22332AAE07DE}"/>
              </a:ext>
            </a:extLst>
          </p:cNvPr>
          <p:cNvCxnSpPr>
            <a:cxnSpLocks/>
            <a:stCxn id="41" idx="3"/>
            <a:endCxn id="42" idx="0"/>
          </p:cNvCxnSpPr>
          <p:nvPr/>
        </p:nvCxnSpPr>
        <p:spPr>
          <a:xfrm flipH="1">
            <a:off x="4683107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070EA5B0-DD45-B678-FAEE-882437B0A3D7}"/>
              </a:ext>
            </a:extLst>
          </p:cNvPr>
          <p:cNvCxnSpPr>
            <a:cxnSpLocks/>
            <a:stCxn id="41" idx="5"/>
            <a:endCxn id="43" idx="0"/>
          </p:cNvCxnSpPr>
          <p:nvPr/>
        </p:nvCxnSpPr>
        <p:spPr>
          <a:xfrm>
            <a:off x="5219118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2380EA9-6398-CEB4-8861-C4B1E9041E72}"/>
              </a:ext>
            </a:extLst>
          </p:cNvPr>
          <p:cNvCxnSpPr>
            <a:cxnSpLocks/>
            <a:stCxn id="42" idx="3"/>
            <a:endCxn id="44" idx="0"/>
          </p:cNvCxnSpPr>
          <p:nvPr/>
        </p:nvCxnSpPr>
        <p:spPr>
          <a:xfrm flipH="1">
            <a:off x="4368339" y="207207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817DBC10-6D76-5B99-10BE-74966E928E87}"/>
              </a:ext>
            </a:extLst>
          </p:cNvPr>
          <p:cNvCxnSpPr>
            <a:cxnSpLocks/>
            <a:stCxn id="42" idx="5"/>
            <a:endCxn id="45" idx="0"/>
          </p:cNvCxnSpPr>
          <p:nvPr/>
        </p:nvCxnSpPr>
        <p:spPr>
          <a:xfrm>
            <a:off x="4800956" y="2072076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4BD672DB-9196-9ED9-DD14-435F90C97AB9}"/>
              </a:ext>
            </a:extLst>
          </p:cNvPr>
          <p:cNvSpPr txBox="1"/>
          <p:nvPr/>
        </p:nvSpPr>
        <p:spPr>
          <a:xfrm>
            <a:off x="4089647" y="3021062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</a:t>
            </a:r>
            <a:r>
              <a:rPr lang="en-US" altLang="zh-CN"/>
              <a:t>RL</a:t>
            </a:r>
            <a:r>
              <a:rPr lang="zh-CN" altLang="en-US"/>
              <a:t>型</a:t>
            </a: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2170E8F3-DDC5-2D6D-E4A7-76B78AB81B3F}"/>
              </a:ext>
            </a:extLst>
          </p:cNvPr>
          <p:cNvSpPr/>
          <p:nvPr/>
        </p:nvSpPr>
        <p:spPr>
          <a:xfrm>
            <a:off x="7343732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A45BA457-B367-C4A2-97CC-B86C753583FF}"/>
              </a:ext>
            </a:extLst>
          </p:cNvPr>
          <p:cNvSpPr/>
          <p:nvPr/>
        </p:nvSpPr>
        <p:spPr>
          <a:xfrm>
            <a:off x="675740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70505425-4E2D-22B9-4AEF-30D3960BEC04}"/>
              </a:ext>
            </a:extLst>
          </p:cNvPr>
          <p:cNvSpPr/>
          <p:nvPr/>
        </p:nvSpPr>
        <p:spPr>
          <a:xfrm>
            <a:off x="7928558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38F203A0-ACB9-D313-20BF-C468E549385C}"/>
              </a:ext>
            </a:extLst>
          </p:cNvPr>
          <p:cNvSpPr/>
          <p:nvPr/>
        </p:nvSpPr>
        <p:spPr>
          <a:xfrm>
            <a:off x="6339243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084E0BF5-31DF-4CC6-9D32-23B499E01DA1}"/>
              </a:ext>
            </a:extLst>
          </p:cNvPr>
          <p:cNvSpPr/>
          <p:nvPr/>
        </p:nvSpPr>
        <p:spPr>
          <a:xfrm>
            <a:off x="7158308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83CF9889-DAAE-CA34-8602-AA3EF12B13DA}"/>
              </a:ext>
            </a:extLst>
          </p:cNvPr>
          <p:cNvCxnSpPr>
            <a:stCxn id="57" idx="3"/>
            <a:endCxn id="58" idx="0"/>
          </p:cNvCxnSpPr>
          <p:nvPr/>
        </p:nvCxnSpPr>
        <p:spPr>
          <a:xfrm flipH="1">
            <a:off x="6924069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B42D8BF-9BEB-1B47-6F0D-CD6713C7E45F}"/>
              </a:ext>
            </a:extLst>
          </p:cNvPr>
          <p:cNvCxnSpPr>
            <a:cxnSpLocks/>
            <a:stCxn id="57" idx="5"/>
            <a:endCxn id="59" idx="0"/>
          </p:cNvCxnSpPr>
          <p:nvPr/>
        </p:nvCxnSpPr>
        <p:spPr>
          <a:xfrm>
            <a:off x="7628245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528F797C-16A8-B8DB-B3CA-61CBF4F600F5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6505907" y="140091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8DA4E96-92DE-262F-9E05-D9C94213C40F}"/>
              </a:ext>
            </a:extLst>
          </p:cNvPr>
          <p:cNvCxnSpPr>
            <a:cxnSpLocks/>
            <a:stCxn id="58" idx="5"/>
            <a:endCxn id="61" idx="0"/>
          </p:cNvCxnSpPr>
          <p:nvPr/>
        </p:nvCxnSpPr>
        <p:spPr>
          <a:xfrm>
            <a:off x="7041918" y="1400917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椭圆 69">
            <a:extLst>
              <a:ext uri="{FF2B5EF4-FFF2-40B4-BE49-F238E27FC236}">
                <a16:creationId xmlns:a16="http://schemas.microsoft.com/office/drawing/2014/main" id="{BC340AD0-10F7-8801-4532-B8A8CBC3ACE8}"/>
              </a:ext>
            </a:extLst>
          </p:cNvPr>
          <p:cNvSpPr/>
          <p:nvPr/>
        </p:nvSpPr>
        <p:spPr>
          <a:xfrm>
            <a:off x="6025943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4AF36D50-7C4A-F4BF-550C-3F7A49D2FC76}"/>
              </a:ext>
            </a:extLst>
          </p:cNvPr>
          <p:cNvSpPr/>
          <p:nvPr/>
        </p:nvSpPr>
        <p:spPr>
          <a:xfrm>
            <a:off x="6641024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205172B-C9F4-AC70-EF89-C503525C3C7D}"/>
              </a:ext>
            </a:extLst>
          </p:cNvPr>
          <p:cNvCxnSpPr>
            <a:cxnSpLocks/>
            <a:endCxn id="70" idx="0"/>
          </p:cNvCxnSpPr>
          <p:nvPr/>
        </p:nvCxnSpPr>
        <p:spPr>
          <a:xfrm flipH="1">
            <a:off x="6192607" y="209393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D28E8CA-5061-AE23-E9DF-49CFA5ECE193}"/>
              </a:ext>
            </a:extLst>
          </p:cNvPr>
          <p:cNvCxnSpPr>
            <a:cxnSpLocks/>
            <a:endCxn id="71" idx="0"/>
          </p:cNvCxnSpPr>
          <p:nvPr/>
        </p:nvCxnSpPr>
        <p:spPr>
          <a:xfrm>
            <a:off x="6625224" y="2093936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7BC19DD9-B085-A576-1CBF-62B348E9FE0B}"/>
              </a:ext>
            </a:extLst>
          </p:cNvPr>
          <p:cNvSpPr txBox="1"/>
          <p:nvPr/>
        </p:nvSpPr>
        <p:spPr>
          <a:xfrm>
            <a:off x="6806220" y="3015890"/>
            <a:ext cx="965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</a:t>
            </a:r>
            <a:r>
              <a:rPr lang="en-US" altLang="zh-CN"/>
              <a:t>LL</a:t>
            </a:r>
            <a:r>
              <a:rPr lang="zh-CN" altLang="en-US"/>
              <a:t>型</a:t>
            </a: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EB99F7BF-53A1-E8C3-2678-C8AB9699B579}"/>
              </a:ext>
            </a:extLst>
          </p:cNvPr>
          <p:cNvSpPr/>
          <p:nvPr/>
        </p:nvSpPr>
        <p:spPr>
          <a:xfrm>
            <a:off x="999778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D2714AAA-4DDC-8238-C2EB-AFD046FB7163}"/>
              </a:ext>
            </a:extLst>
          </p:cNvPr>
          <p:cNvSpPr/>
          <p:nvPr/>
        </p:nvSpPr>
        <p:spPr>
          <a:xfrm>
            <a:off x="941146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77D6F084-8B1C-98A5-2377-67AC585FB595}"/>
              </a:ext>
            </a:extLst>
          </p:cNvPr>
          <p:cNvSpPr/>
          <p:nvPr/>
        </p:nvSpPr>
        <p:spPr>
          <a:xfrm>
            <a:off x="1058261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135D0CD-F969-3CE9-2543-B3B71F3E2BD0}"/>
              </a:ext>
            </a:extLst>
          </p:cNvPr>
          <p:cNvSpPr/>
          <p:nvPr/>
        </p:nvSpPr>
        <p:spPr>
          <a:xfrm>
            <a:off x="8993300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74C698F0-8AD2-3751-C6CF-82F06D88CC0E}"/>
              </a:ext>
            </a:extLst>
          </p:cNvPr>
          <p:cNvSpPr/>
          <p:nvPr/>
        </p:nvSpPr>
        <p:spPr>
          <a:xfrm>
            <a:off x="9812365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A4AA3D6-BC04-059F-936A-1D69F5727C9B}"/>
              </a:ext>
            </a:extLst>
          </p:cNvPr>
          <p:cNvCxnSpPr>
            <a:stCxn id="75" idx="3"/>
            <a:endCxn id="76" idx="0"/>
          </p:cNvCxnSpPr>
          <p:nvPr/>
        </p:nvCxnSpPr>
        <p:spPr>
          <a:xfrm flipH="1">
            <a:off x="957812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A8A4C72-59BF-F901-1526-394B718062A2}"/>
              </a:ext>
            </a:extLst>
          </p:cNvPr>
          <p:cNvCxnSpPr>
            <a:cxnSpLocks/>
            <a:stCxn id="75" idx="5"/>
            <a:endCxn id="77" idx="0"/>
          </p:cNvCxnSpPr>
          <p:nvPr/>
        </p:nvCxnSpPr>
        <p:spPr>
          <a:xfrm>
            <a:off x="1028230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C385EA74-BCA8-A286-23F0-AE600BD67AF6}"/>
              </a:ext>
            </a:extLst>
          </p:cNvPr>
          <p:cNvCxnSpPr>
            <a:cxnSpLocks/>
            <a:stCxn id="76" idx="3"/>
            <a:endCxn id="78" idx="0"/>
          </p:cNvCxnSpPr>
          <p:nvPr/>
        </p:nvCxnSpPr>
        <p:spPr>
          <a:xfrm flipH="1">
            <a:off x="9159964" y="140091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24E4266-BD86-4450-40FE-3F354799E3FF}"/>
              </a:ext>
            </a:extLst>
          </p:cNvPr>
          <p:cNvCxnSpPr>
            <a:cxnSpLocks/>
            <a:stCxn id="76" idx="5"/>
            <a:endCxn id="79" idx="0"/>
          </p:cNvCxnSpPr>
          <p:nvPr/>
        </p:nvCxnSpPr>
        <p:spPr>
          <a:xfrm>
            <a:off x="9695975" y="1400917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635A94E-1E1E-8D9B-1A41-1BE7C4F7EC6A}"/>
              </a:ext>
            </a:extLst>
          </p:cNvPr>
          <p:cNvSpPr/>
          <p:nvPr/>
        </p:nvSpPr>
        <p:spPr>
          <a:xfrm>
            <a:off x="9516132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8BC538B2-879A-B063-6C05-6A10BAC72351}"/>
              </a:ext>
            </a:extLst>
          </p:cNvPr>
          <p:cNvSpPr/>
          <p:nvPr/>
        </p:nvSpPr>
        <p:spPr>
          <a:xfrm>
            <a:off x="10131213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0A167E6-12D7-B370-8AC8-D64250BF4939}"/>
              </a:ext>
            </a:extLst>
          </p:cNvPr>
          <p:cNvCxnSpPr>
            <a:cxnSpLocks/>
            <a:endCxn id="84" idx="0"/>
          </p:cNvCxnSpPr>
          <p:nvPr/>
        </p:nvCxnSpPr>
        <p:spPr>
          <a:xfrm flipH="1">
            <a:off x="9682796" y="209393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382EA09-21AD-4FC1-5F56-C0ECA9BCD82C}"/>
              </a:ext>
            </a:extLst>
          </p:cNvPr>
          <p:cNvCxnSpPr>
            <a:cxnSpLocks/>
            <a:stCxn id="79" idx="5"/>
            <a:endCxn id="85" idx="0"/>
          </p:cNvCxnSpPr>
          <p:nvPr/>
        </p:nvCxnSpPr>
        <p:spPr>
          <a:xfrm>
            <a:off x="10096878" y="2067608"/>
            <a:ext cx="200999" cy="41297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6EBF0623-5F1B-C8A5-0459-F9B411C554AD}"/>
              </a:ext>
            </a:extLst>
          </p:cNvPr>
          <p:cNvSpPr txBox="1"/>
          <p:nvPr/>
        </p:nvSpPr>
        <p:spPr>
          <a:xfrm>
            <a:off x="9460277" y="3015890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</a:t>
            </a:r>
            <a:r>
              <a:rPr lang="en-US" altLang="zh-CN"/>
              <a:t>LR</a:t>
            </a:r>
            <a:r>
              <a:rPr lang="zh-CN" altLang="en-US"/>
              <a:t>型</a:t>
            </a:r>
          </a:p>
        </p:txBody>
      </p:sp>
    </p:spTree>
    <p:extLst>
      <p:ext uri="{BB962C8B-B14F-4D97-AF65-F5344CB8AC3E}">
        <p14:creationId xmlns:p14="http://schemas.microsoft.com/office/powerpoint/2010/main" val="13510677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18188-3F00-8EDB-130E-0DE06F7A8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6743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4E6D3-DA7C-4D71-E91F-2B4FD559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9323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5670</TotalTime>
  <Words>1456</Words>
  <Application>Microsoft Office PowerPoint</Application>
  <PresentationFormat>宽屏</PresentationFormat>
  <Paragraphs>926</Paragraphs>
  <Slides>42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4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123</cp:revision>
  <dcterms:created xsi:type="dcterms:W3CDTF">2026-10-08T09:44:33Z</dcterms:created>
  <dcterms:modified xsi:type="dcterms:W3CDTF">2026-10-16T12:33:24Z</dcterms:modified>
</cp:coreProperties>
</file>