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58" r:id="rId3"/>
    <p:sldId id="259" r:id="rId4"/>
    <p:sldId id="260" r:id="rId5"/>
    <p:sldId id="257" r:id="rId6"/>
    <p:sldId id="261" r:id="rId7"/>
    <p:sldId id="262" r:id="rId8"/>
    <p:sldId id="263" r:id="rId9"/>
    <p:sldId id="264" r:id="rId10"/>
    <p:sldId id="271" r:id="rId11"/>
    <p:sldId id="265" r:id="rId12"/>
    <p:sldId id="272" r:id="rId13"/>
    <p:sldId id="266" r:id="rId14"/>
    <p:sldId id="273" r:id="rId15"/>
    <p:sldId id="267" r:id="rId16"/>
    <p:sldId id="268" r:id="rId17"/>
    <p:sldId id="269" r:id="rId18"/>
    <p:sldId id="278" r:id="rId19"/>
    <p:sldId id="274" r:id="rId20"/>
    <p:sldId id="275" r:id="rId21"/>
    <p:sldId id="276" r:id="rId22"/>
    <p:sldId id="277" r:id="rId23"/>
    <p:sldId id="286" r:id="rId24"/>
    <p:sldId id="279" r:id="rId25"/>
    <p:sldId id="280" r:id="rId26"/>
    <p:sldId id="283" r:id="rId27"/>
    <p:sldId id="284" r:id="rId28"/>
    <p:sldId id="285" r:id="rId29"/>
    <p:sldId id="281" r:id="rId30"/>
    <p:sldId id="282" r:id="rId31"/>
    <p:sldId id="287" r:id="rId32"/>
    <p:sldId id="288" r:id="rId33"/>
    <p:sldId id="289" r:id="rId34"/>
    <p:sldId id="270" r:id="rId3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84" autoAdjust="0"/>
    <p:restoredTop sz="94660"/>
  </p:normalViewPr>
  <p:slideViewPr>
    <p:cSldViewPr snapToGrid="0">
      <p:cViewPr varScale="1">
        <p:scale>
          <a:sx n="94" d="100"/>
          <a:sy n="94" d="100"/>
        </p:scale>
        <p:origin x="67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5347F-0490-42B1-9604-2668F30EEAC5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DC9E0-3195-4C69-924F-72688682955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9724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DC9E0-3195-4C69-924F-72688682955E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52119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2C6100-BC17-37D2-0697-A096EBCEC6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69A9DD6-134F-10B7-BCD0-5A68DF3AFD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6F715E-D547-0751-6CA2-E474ECFD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481EE7-3E38-8DA6-C9E9-BF43BFC1E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D45442-D2A0-F928-8149-C42A09D56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622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CE1436-A581-4149-5BB9-7B00EB788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B32F54-8249-A3B5-E16D-8C5147A7AB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E067AD-9580-F787-FE84-EAF863F12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B2AB19-0F1B-4930-A34A-A17A3E98F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52E59C-0BAB-82F0-699A-FE0D80D33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26543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1C8D97-03CA-AFB4-B8BB-661B78D1D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14FB89-34C3-1B0E-D7FD-0C52EDC8A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FC9D3A-187F-5F3E-09A3-D09ACD046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F2496F4-6496-0198-DC96-89A2F1A63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08AAC11-B8FA-05C0-F622-62067431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8307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CDC6C7-1D84-0E15-78D4-41F3AE3A8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D06BF8C-1129-016B-E14E-F84BB7FC80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F701F41-76C2-975A-D7FF-767BA1BB3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1031A5B-D8D8-90A0-638B-2D528BF00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F94C111-F9EA-E595-EF43-C24291139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B6F413B-A086-2A81-E488-E16183E15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0778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6B0B0-372B-0CBD-9CC5-5695E6CBB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7463DD-1E80-93BD-A130-3E3A8D1BF2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49D081-0D9F-AE59-51E1-23F155276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941836B-571E-C773-4EFE-2E39C63B91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E7B07A-80BD-45FD-25B0-C6F838AF67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25480C7-7AD7-FE37-3CF8-8578FAB7A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6DD03B1-AFA2-F2B4-722A-45114F37A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F45AF2A-44FF-0BAD-C2C7-B77B852B0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4160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4DAE9F-BC96-C3C1-736D-9FBFEC54A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793ADFB-D2E8-019F-2999-3BA9F86B4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BF74724-BBA9-7161-B087-6515BFCB0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0A9DFB1-8303-8F83-FD3B-48FB38D65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057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9AFA53C-F2ED-F3E9-BC76-D739CB974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2BC8760-BA92-5021-F6D7-7D8A9CACA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E5D528-FB68-FA4B-AB5A-2020F00EF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3460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61DFB2-DCB0-EBFD-230A-EA0F6EC3D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FEE903-3A3D-4E06-5F75-D5385F8C3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28328DD-D1D9-2954-A1A4-735A09FDF2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95AD00-77A5-45C5-B606-3C3673877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CC58BE1-B066-BC10-9475-26149FF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223964-5B77-1C9E-5003-9A92C4DF4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0328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E2EDA-35AC-AF9F-B4CF-308AAA7B4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5F655BB-5EF6-317B-C60E-9304CEB995B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DD3D5AB-C6B6-B220-A53B-EC0CC32184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0293073-5151-AFF5-0F64-C5A84CB9F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AC82E39-C622-BEEE-478A-70F3004C2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D3F2F1C-DF01-2CC9-C4A8-CE8E977CC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2508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747F21-4C8B-C7F3-E36D-D6CE73300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43134F7-46E6-A662-6370-0B574D400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3165B0A-1530-6A03-E4D7-D157BEC74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710036-5223-B74C-5891-D51029BA9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FD7AF7-AEF2-BD2C-7758-B4519F64F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3024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F161E1-30A2-AF6C-D8BE-BCC0038BF5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F8846A-12D4-1F5C-2C32-67AB1510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1E62B9D-FC0E-2B7D-5340-33D80B6AB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B6D75D6-4268-4AE1-BB29-5A220E348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C84BB1-599D-C07C-DEC8-E0A27FD0D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6375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77712CF-7D6E-365B-17BA-E50A45C55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D344586-C4A5-4778-88B2-E0A86E93C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6FD74A-E193-A987-63AF-CFA69D2CCA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17A84F-C5EA-4D1F-9163-CC9D70D46673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D643623-5516-AC4E-4445-0B80B69965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3760636-6ADD-5EEE-ABBC-B53C0B0840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4213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1DBAFA7F-271E-6A2C-73AD-3ADB41E6D4B4}"/>
              </a:ext>
            </a:extLst>
          </p:cNvPr>
          <p:cNvSpPr/>
          <p:nvPr/>
        </p:nvSpPr>
        <p:spPr>
          <a:xfrm>
            <a:off x="4662089" y="65764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E162A03B-AE08-5FD1-A038-360E72367F0D}"/>
              </a:ext>
            </a:extLst>
          </p:cNvPr>
          <p:cNvSpPr/>
          <p:nvPr/>
        </p:nvSpPr>
        <p:spPr>
          <a:xfrm>
            <a:off x="3156858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A0586D5D-045E-CB96-E936-C0C4F4972830}"/>
              </a:ext>
            </a:extLst>
          </p:cNvPr>
          <p:cNvSpPr/>
          <p:nvPr/>
        </p:nvSpPr>
        <p:spPr>
          <a:xfrm>
            <a:off x="4662089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41EF40F1-DAD7-6251-C3D7-7DC0BCBB25A0}"/>
              </a:ext>
            </a:extLst>
          </p:cNvPr>
          <p:cNvSpPr/>
          <p:nvPr/>
        </p:nvSpPr>
        <p:spPr>
          <a:xfrm>
            <a:off x="6167320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0684E5F-AE2B-5E7F-C03B-9BBC87F51F2C}"/>
              </a:ext>
            </a:extLst>
          </p:cNvPr>
          <p:cNvSpPr/>
          <p:nvPr/>
        </p:nvSpPr>
        <p:spPr>
          <a:xfrm>
            <a:off x="5216135" y="3125705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2328AE6B-EF4B-04D1-6ED1-7F7DD1C0A0BD}"/>
              </a:ext>
            </a:extLst>
          </p:cNvPr>
          <p:cNvSpPr/>
          <p:nvPr/>
        </p:nvSpPr>
        <p:spPr>
          <a:xfrm>
            <a:off x="4192877" y="3120446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801E8280-7688-9CBE-5E7B-03830657DB32}"/>
              </a:ext>
            </a:extLst>
          </p:cNvPr>
          <p:cNvCxnSpPr>
            <a:stCxn id="4" idx="4"/>
            <a:endCxn id="8" idx="0"/>
          </p:cNvCxnSpPr>
          <p:nvPr/>
        </p:nvCxnSpPr>
        <p:spPr>
          <a:xfrm>
            <a:off x="4970643" y="1274756"/>
            <a:ext cx="0" cy="6659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F14113EC-C80D-56DF-C1C8-CB05510D3432}"/>
              </a:ext>
            </a:extLst>
          </p:cNvPr>
          <p:cNvCxnSpPr>
            <a:cxnSpLocks/>
            <a:stCxn id="4" idx="3"/>
            <a:endCxn id="6" idx="7"/>
          </p:cNvCxnSpPr>
          <p:nvPr/>
        </p:nvCxnSpPr>
        <p:spPr>
          <a:xfrm flipH="1">
            <a:off x="3683593" y="1184383"/>
            <a:ext cx="1068869" cy="846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E9EBAEA9-6AE2-9452-75C8-563C5E8DA327}"/>
              </a:ext>
            </a:extLst>
          </p:cNvPr>
          <p:cNvCxnSpPr>
            <a:stCxn id="4" idx="5"/>
            <a:endCxn id="10" idx="1"/>
          </p:cNvCxnSpPr>
          <p:nvPr/>
        </p:nvCxnSpPr>
        <p:spPr>
          <a:xfrm>
            <a:off x="5188824" y="1184383"/>
            <a:ext cx="1068869" cy="846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114EBAD0-ED9E-9B80-8EC8-FC0C2F6956B9}"/>
              </a:ext>
            </a:extLst>
          </p:cNvPr>
          <p:cNvCxnSpPr>
            <a:cxnSpLocks/>
            <a:stCxn id="8" idx="4"/>
            <a:endCxn id="14" idx="0"/>
          </p:cNvCxnSpPr>
          <p:nvPr/>
        </p:nvCxnSpPr>
        <p:spPr>
          <a:xfrm flipH="1">
            <a:off x="4501431" y="2557770"/>
            <a:ext cx="469212" cy="56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02EF41D-9352-6787-0533-EC3D624EB84A}"/>
              </a:ext>
            </a:extLst>
          </p:cNvPr>
          <p:cNvCxnSpPr>
            <a:cxnSpLocks/>
            <a:stCxn id="8" idx="4"/>
            <a:endCxn id="12" idx="0"/>
          </p:cNvCxnSpPr>
          <p:nvPr/>
        </p:nvCxnSpPr>
        <p:spPr>
          <a:xfrm>
            <a:off x="4970643" y="2557770"/>
            <a:ext cx="554046" cy="5679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45FE2AD-0005-56DB-546F-C5DAD4E2BC5C}"/>
              </a:ext>
            </a:extLst>
          </p:cNvPr>
          <p:cNvSpPr txBox="1"/>
          <p:nvPr/>
        </p:nvSpPr>
        <p:spPr>
          <a:xfrm>
            <a:off x="3442140" y="1526575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A.childs[0]</a:t>
            </a:r>
            <a:endParaRPr lang="zh-CN" altLang="en-US" sz="14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59DAF05-BA0D-E6DE-1155-6287EC7509B7}"/>
              </a:ext>
            </a:extLst>
          </p:cNvPr>
          <p:cNvSpPr txBox="1"/>
          <p:nvPr/>
        </p:nvSpPr>
        <p:spPr>
          <a:xfrm>
            <a:off x="4457149" y="1357796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A.childs[1]</a:t>
            </a:r>
            <a:endParaRPr lang="zh-CN" altLang="en-US" sz="14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99BE414-3E57-C917-8B59-889C1859E8BB}"/>
              </a:ext>
            </a:extLst>
          </p:cNvPr>
          <p:cNvSpPr txBox="1"/>
          <p:nvPr/>
        </p:nvSpPr>
        <p:spPr>
          <a:xfrm>
            <a:off x="5499324" y="1557314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A.childs[2]</a:t>
            </a:r>
            <a:endParaRPr lang="zh-CN" altLang="en-US" sz="14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3E6BB95-2E7A-61C6-0105-9E04C22D60BD}"/>
              </a:ext>
            </a:extLst>
          </p:cNvPr>
          <p:cNvSpPr txBox="1"/>
          <p:nvPr/>
        </p:nvSpPr>
        <p:spPr>
          <a:xfrm>
            <a:off x="3784049" y="2678970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C.childs[0]</a:t>
            </a:r>
            <a:endParaRPr lang="zh-CN" altLang="en-US" sz="14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D6D091F5-1F9A-9BAE-600D-E9D6E26152C1}"/>
              </a:ext>
            </a:extLst>
          </p:cNvPr>
          <p:cNvSpPr txBox="1"/>
          <p:nvPr/>
        </p:nvSpPr>
        <p:spPr>
          <a:xfrm>
            <a:off x="4970643" y="2700236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C.childs[1]</a:t>
            </a:r>
            <a:endParaRPr lang="zh-CN" altLang="en-US" sz="1400"/>
          </a:p>
        </p:txBody>
      </p:sp>
    </p:spTree>
    <p:extLst>
      <p:ext uri="{BB962C8B-B14F-4D97-AF65-F5344CB8AC3E}">
        <p14:creationId xmlns:p14="http://schemas.microsoft.com/office/powerpoint/2010/main" val="252261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00E6F-781A-85E0-40A5-7E860A64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2636247-3BE7-D07E-22C8-4A953237B097}"/>
              </a:ext>
            </a:extLst>
          </p:cNvPr>
          <p:cNvSpPr/>
          <p:nvPr/>
        </p:nvSpPr>
        <p:spPr>
          <a:xfrm>
            <a:off x="4662089" y="65764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40CF2B0-0CCE-058F-3351-73E9CEA13902}"/>
              </a:ext>
            </a:extLst>
          </p:cNvPr>
          <p:cNvSpPr/>
          <p:nvPr/>
        </p:nvSpPr>
        <p:spPr>
          <a:xfrm>
            <a:off x="3156858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4FAA01F-E7D5-6B66-EFA9-8CAF6CD45829}"/>
              </a:ext>
            </a:extLst>
          </p:cNvPr>
          <p:cNvSpPr/>
          <p:nvPr/>
        </p:nvSpPr>
        <p:spPr>
          <a:xfrm>
            <a:off x="4662089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72B8E72-AC1A-8825-C7A8-633EE12AE758}"/>
              </a:ext>
            </a:extLst>
          </p:cNvPr>
          <p:cNvSpPr/>
          <p:nvPr/>
        </p:nvSpPr>
        <p:spPr>
          <a:xfrm>
            <a:off x="6210313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FAC8A1B-1149-4B7F-3C83-F87A34C1D5B5}"/>
              </a:ext>
            </a:extLst>
          </p:cNvPr>
          <p:cNvSpPr/>
          <p:nvPr/>
        </p:nvSpPr>
        <p:spPr>
          <a:xfrm>
            <a:off x="4932731" y="3062737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2EDF17B-BA08-4FD0-BD3B-1D8FB7F74D6B}"/>
              </a:ext>
            </a:extLst>
          </p:cNvPr>
          <p:cNvSpPr/>
          <p:nvPr/>
        </p:nvSpPr>
        <p:spPr>
          <a:xfrm>
            <a:off x="3909473" y="305747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ADD79F7-4F06-C667-8A7D-69A0826CE779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683593" y="1184383"/>
            <a:ext cx="1068869" cy="7532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061968D5-4F43-D0A7-8A80-1EC7D31268FB}"/>
              </a:ext>
            </a:extLst>
          </p:cNvPr>
          <p:cNvCxnSpPr>
            <a:cxnSpLocks/>
            <a:stCxn id="4" idx="4"/>
          </p:cNvCxnSpPr>
          <p:nvPr/>
        </p:nvCxnSpPr>
        <p:spPr>
          <a:xfrm flipH="1">
            <a:off x="4218027" y="2464329"/>
            <a:ext cx="752616" cy="56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549A7CD-5BA1-D4F5-10B3-9670EAACC653}"/>
              </a:ext>
            </a:extLst>
          </p:cNvPr>
          <p:cNvCxnSpPr>
            <a:stCxn id="3" idx="6"/>
            <a:endCxn id="4" idx="2"/>
          </p:cNvCxnSpPr>
          <p:nvPr/>
        </p:nvCxnSpPr>
        <p:spPr>
          <a:xfrm>
            <a:off x="3773966" y="2155775"/>
            <a:ext cx="888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95535B8B-2607-B1E0-EAD5-16597BC9B094}"/>
              </a:ext>
            </a:extLst>
          </p:cNvPr>
          <p:cNvCxnSpPr>
            <a:stCxn id="4" idx="6"/>
            <a:endCxn id="5" idx="2"/>
          </p:cNvCxnSpPr>
          <p:nvPr/>
        </p:nvCxnSpPr>
        <p:spPr>
          <a:xfrm>
            <a:off x="5279197" y="2155775"/>
            <a:ext cx="9311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1DF238BD-1F6E-DDFC-0479-48FFDB8A894E}"/>
              </a:ext>
            </a:extLst>
          </p:cNvPr>
          <p:cNvCxnSpPr>
            <a:cxnSpLocks/>
            <a:stCxn id="7" idx="6"/>
            <a:endCxn id="6" idx="2"/>
          </p:cNvCxnSpPr>
          <p:nvPr/>
        </p:nvCxnSpPr>
        <p:spPr>
          <a:xfrm>
            <a:off x="4526581" y="3366032"/>
            <a:ext cx="406150" cy="5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E4900160-D5ED-4051-9500-A6EC059CFBC0}"/>
              </a:ext>
            </a:extLst>
          </p:cNvPr>
          <p:cNvSpPr txBox="1"/>
          <p:nvPr/>
        </p:nvSpPr>
        <p:spPr>
          <a:xfrm>
            <a:off x="3350511" y="1259708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A.first_child</a:t>
            </a:r>
            <a:endParaRPr lang="zh-CN" altLang="en-US"/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95093F01-6EF3-BFC7-88DC-A5F6FC3AC4D9}"/>
              </a:ext>
            </a:extLst>
          </p:cNvPr>
          <p:cNvCxnSpPr>
            <a:cxnSpLocks/>
          </p:cNvCxnSpPr>
          <p:nvPr/>
        </p:nvCxnSpPr>
        <p:spPr>
          <a:xfrm>
            <a:off x="5279197" y="944433"/>
            <a:ext cx="6396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F705C5D3-A372-EF54-1815-A84DDBFC2EB7}"/>
              </a:ext>
            </a:extLst>
          </p:cNvPr>
          <p:cNvSpPr txBox="1"/>
          <p:nvPr/>
        </p:nvSpPr>
        <p:spPr>
          <a:xfrm>
            <a:off x="5918826" y="759767"/>
            <a:ext cx="2356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A.next_sibling = NULL</a:t>
            </a:r>
            <a:endParaRPr lang="zh-CN" altLang="en-US"/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271EDDE-536C-56F4-AB88-6700311E5DA5}"/>
              </a:ext>
            </a:extLst>
          </p:cNvPr>
          <p:cNvCxnSpPr>
            <a:cxnSpLocks/>
          </p:cNvCxnSpPr>
          <p:nvPr/>
        </p:nvCxnSpPr>
        <p:spPr>
          <a:xfrm>
            <a:off x="6827421" y="2155775"/>
            <a:ext cx="6396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BDC31367-DD37-C701-53BE-E003478B0664}"/>
              </a:ext>
            </a:extLst>
          </p:cNvPr>
          <p:cNvSpPr txBox="1"/>
          <p:nvPr/>
        </p:nvSpPr>
        <p:spPr>
          <a:xfrm>
            <a:off x="7467050" y="1971109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59499E4C-520D-72B9-0B9A-9CC0B974776C}"/>
              </a:ext>
            </a:extLst>
          </p:cNvPr>
          <p:cNvCxnSpPr>
            <a:cxnSpLocks/>
          </p:cNvCxnSpPr>
          <p:nvPr/>
        </p:nvCxnSpPr>
        <p:spPr>
          <a:xfrm flipH="1">
            <a:off x="6038394" y="2405020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88786871-8CA6-4AD5-5095-5167D18715FB}"/>
              </a:ext>
            </a:extLst>
          </p:cNvPr>
          <p:cNvSpPr txBox="1"/>
          <p:nvPr/>
        </p:nvSpPr>
        <p:spPr>
          <a:xfrm>
            <a:off x="5640585" y="2760904"/>
            <a:ext cx="2013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D.first_child=NULL</a:t>
            </a:r>
            <a:endParaRPr lang="zh-CN" altLang="en-US"/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ADAB7742-3721-A96E-F95F-14E2925EC07D}"/>
              </a:ext>
            </a:extLst>
          </p:cNvPr>
          <p:cNvCxnSpPr>
            <a:cxnSpLocks/>
          </p:cNvCxnSpPr>
          <p:nvPr/>
        </p:nvCxnSpPr>
        <p:spPr>
          <a:xfrm flipH="1">
            <a:off x="3683593" y="3572089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61E3674-6FE6-1EB8-FF7D-9E0E70C7DE10}"/>
              </a:ext>
            </a:extLst>
          </p:cNvPr>
          <p:cNvSpPr txBox="1"/>
          <p:nvPr/>
        </p:nvSpPr>
        <p:spPr>
          <a:xfrm>
            <a:off x="3284628" y="3939952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E23AB5CF-C3E2-C1F0-61A0-8E09BC2E4F0C}"/>
              </a:ext>
            </a:extLst>
          </p:cNvPr>
          <p:cNvCxnSpPr>
            <a:cxnSpLocks/>
          </p:cNvCxnSpPr>
          <p:nvPr/>
        </p:nvCxnSpPr>
        <p:spPr>
          <a:xfrm>
            <a:off x="5549839" y="3360773"/>
            <a:ext cx="643757" cy="5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AA5E783D-BF96-C819-12F0-FADC53F1580D}"/>
              </a:ext>
            </a:extLst>
          </p:cNvPr>
          <p:cNvSpPr txBox="1"/>
          <p:nvPr/>
        </p:nvSpPr>
        <p:spPr>
          <a:xfrm>
            <a:off x="6182792" y="3183995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0A0226F-B6E0-E46C-86A3-887DDB64FB27}"/>
              </a:ext>
            </a:extLst>
          </p:cNvPr>
          <p:cNvCxnSpPr>
            <a:cxnSpLocks/>
          </p:cNvCxnSpPr>
          <p:nvPr/>
        </p:nvCxnSpPr>
        <p:spPr>
          <a:xfrm flipH="1">
            <a:off x="4820401" y="3651009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EA9CC20C-8AA1-C32B-E7BD-CB87BB7BFD85}"/>
              </a:ext>
            </a:extLst>
          </p:cNvPr>
          <p:cNvSpPr txBox="1"/>
          <p:nvPr/>
        </p:nvSpPr>
        <p:spPr>
          <a:xfrm>
            <a:off x="4459565" y="3954304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3113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80526-B85C-436F-202A-B9BC513E0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椭圆 17">
            <a:extLst>
              <a:ext uri="{FF2B5EF4-FFF2-40B4-BE49-F238E27FC236}">
                <a16:creationId xmlns:a16="http://schemas.microsoft.com/office/drawing/2014/main" id="{DFD61484-A771-AE29-0C83-48221F828D06}"/>
              </a:ext>
            </a:extLst>
          </p:cNvPr>
          <p:cNvSpPr/>
          <p:nvPr/>
        </p:nvSpPr>
        <p:spPr>
          <a:xfrm>
            <a:off x="4621549" y="6126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8BA836FE-70BC-4CFF-EF5C-F1EFF85209E5}"/>
              </a:ext>
            </a:extLst>
          </p:cNvPr>
          <p:cNvSpPr/>
          <p:nvPr/>
        </p:nvSpPr>
        <p:spPr>
          <a:xfrm>
            <a:off x="3278477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577DC5FA-7BE3-691A-51E5-1C2475926E6F}"/>
              </a:ext>
            </a:extLst>
          </p:cNvPr>
          <p:cNvSpPr/>
          <p:nvPr/>
        </p:nvSpPr>
        <p:spPr>
          <a:xfrm>
            <a:off x="4621549" y="12957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5CE5A26-C1DC-259E-6EDB-F1D257C75518}"/>
              </a:ext>
            </a:extLst>
          </p:cNvPr>
          <p:cNvSpPr/>
          <p:nvPr/>
        </p:nvSpPr>
        <p:spPr>
          <a:xfrm>
            <a:off x="5964621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7572AFFB-CA3F-2F0A-A715-AF3F7D9D62DD}"/>
              </a:ext>
            </a:extLst>
          </p:cNvPr>
          <p:cNvSpPr/>
          <p:nvPr/>
        </p:nvSpPr>
        <p:spPr>
          <a:xfrm>
            <a:off x="2746954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D515B37F-B1FB-4707-570F-A89A7680FA47}"/>
              </a:ext>
            </a:extLst>
          </p:cNvPr>
          <p:cNvSpPr/>
          <p:nvPr/>
        </p:nvSpPr>
        <p:spPr>
          <a:xfrm>
            <a:off x="3278477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B3BC9652-7A6C-F7E5-693D-5591A4FCC1AD}"/>
              </a:ext>
            </a:extLst>
          </p:cNvPr>
          <p:cNvSpPr/>
          <p:nvPr/>
        </p:nvSpPr>
        <p:spPr>
          <a:xfrm>
            <a:off x="3810000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F2DBC2C1-A63E-DB32-6698-EE1CB70DF032}"/>
              </a:ext>
            </a:extLst>
          </p:cNvPr>
          <p:cNvSpPr/>
          <p:nvPr/>
        </p:nvSpPr>
        <p:spPr>
          <a:xfrm>
            <a:off x="462154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C9A9413D-E4DB-8116-57A9-7DA78F909078}"/>
              </a:ext>
            </a:extLst>
          </p:cNvPr>
          <p:cNvSpPr/>
          <p:nvPr/>
        </p:nvSpPr>
        <p:spPr>
          <a:xfrm>
            <a:off x="563129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5F6BB45C-51C4-3DDD-4B0D-3E956041CBD7}"/>
              </a:ext>
            </a:extLst>
          </p:cNvPr>
          <p:cNvSpPr/>
          <p:nvPr/>
        </p:nvSpPr>
        <p:spPr>
          <a:xfrm>
            <a:off x="630770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658D5684-98E5-C87E-FD89-751AB3D8406B}"/>
              </a:ext>
            </a:extLst>
          </p:cNvPr>
          <p:cNvSpPr/>
          <p:nvPr/>
        </p:nvSpPr>
        <p:spPr>
          <a:xfrm>
            <a:off x="3810000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K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20ACE354-4098-CE96-1E49-BADBE9A0169A}"/>
              </a:ext>
            </a:extLst>
          </p:cNvPr>
          <p:cNvSpPr/>
          <p:nvPr/>
        </p:nvSpPr>
        <p:spPr>
          <a:xfrm>
            <a:off x="6584748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M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7518281F-3FC8-E3EC-DCC6-8525E4AF4B16}"/>
              </a:ext>
            </a:extLst>
          </p:cNvPr>
          <p:cNvSpPr/>
          <p:nvPr/>
        </p:nvSpPr>
        <p:spPr>
          <a:xfrm>
            <a:off x="6026181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468293B-926C-27B1-4053-E3CD5472198F}"/>
              </a:ext>
            </a:extLst>
          </p:cNvPr>
          <p:cNvCxnSpPr>
            <a:cxnSpLocks/>
            <a:stCxn id="18" idx="4"/>
            <a:endCxn id="22" idx="0"/>
          </p:cNvCxnSpPr>
          <p:nvPr/>
        </p:nvCxnSpPr>
        <p:spPr>
          <a:xfrm>
            <a:off x="4788213" y="945930"/>
            <a:ext cx="0" cy="34984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F486339E-DC15-EAC1-D560-21D84082D487}"/>
              </a:ext>
            </a:extLst>
          </p:cNvPr>
          <p:cNvCxnSpPr>
            <a:stCxn id="18" idx="3"/>
            <a:endCxn id="20" idx="7"/>
          </p:cNvCxnSpPr>
          <p:nvPr/>
        </p:nvCxnSpPr>
        <p:spPr>
          <a:xfrm flipH="1">
            <a:off x="3562990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77E0D4A8-9EDB-6E92-4F60-7EA0C58AEA9C}"/>
              </a:ext>
            </a:extLst>
          </p:cNvPr>
          <p:cNvCxnSpPr>
            <a:stCxn id="18" idx="5"/>
            <a:endCxn id="24" idx="1"/>
          </p:cNvCxnSpPr>
          <p:nvPr/>
        </p:nvCxnSpPr>
        <p:spPr>
          <a:xfrm>
            <a:off x="4906062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02ABD1AF-3206-E0AC-C8F8-F99085D431EB}"/>
              </a:ext>
            </a:extLst>
          </p:cNvPr>
          <p:cNvCxnSpPr>
            <a:stCxn id="20" idx="3"/>
            <a:endCxn id="26" idx="7"/>
          </p:cNvCxnSpPr>
          <p:nvPr/>
        </p:nvCxnSpPr>
        <p:spPr>
          <a:xfrm flipH="1">
            <a:off x="3031467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C948ECB5-46E1-0953-3F1B-1B4E885AAB3D}"/>
              </a:ext>
            </a:extLst>
          </p:cNvPr>
          <p:cNvCxnSpPr>
            <a:stCxn id="20" idx="4"/>
            <a:endCxn id="28" idx="0"/>
          </p:cNvCxnSpPr>
          <p:nvPr/>
        </p:nvCxnSpPr>
        <p:spPr>
          <a:xfrm>
            <a:off x="3445141" y="1625349"/>
            <a:ext cx="0" cy="34233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BE914BE2-A9BA-720E-EC4E-D7B4FA14EB02}"/>
              </a:ext>
            </a:extLst>
          </p:cNvPr>
          <p:cNvCxnSpPr>
            <a:stCxn id="20" idx="5"/>
            <a:endCxn id="30" idx="1"/>
          </p:cNvCxnSpPr>
          <p:nvPr/>
        </p:nvCxnSpPr>
        <p:spPr>
          <a:xfrm>
            <a:off x="3562990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6E27FEBD-4DAA-57A4-D2C7-0D3F6E87B89E}"/>
              </a:ext>
            </a:extLst>
          </p:cNvPr>
          <p:cNvCxnSpPr>
            <a:stCxn id="22" idx="4"/>
            <a:endCxn id="32" idx="0"/>
          </p:cNvCxnSpPr>
          <p:nvPr/>
        </p:nvCxnSpPr>
        <p:spPr>
          <a:xfrm>
            <a:off x="4788213" y="1629102"/>
            <a:ext cx="0" cy="33858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CEE6B669-AEDC-C78C-68AE-749E70F92284}"/>
              </a:ext>
            </a:extLst>
          </p:cNvPr>
          <p:cNvCxnSpPr>
            <a:stCxn id="24" idx="3"/>
            <a:endCxn id="34" idx="0"/>
          </p:cNvCxnSpPr>
          <p:nvPr/>
        </p:nvCxnSpPr>
        <p:spPr>
          <a:xfrm flipH="1">
            <a:off x="5797957" y="1576534"/>
            <a:ext cx="21547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CAF85DF9-7A8E-83C9-A6CA-DAAFB90FE5C2}"/>
              </a:ext>
            </a:extLst>
          </p:cNvPr>
          <p:cNvCxnSpPr>
            <a:stCxn id="24" idx="5"/>
            <a:endCxn id="36" idx="0"/>
          </p:cNvCxnSpPr>
          <p:nvPr/>
        </p:nvCxnSpPr>
        <p:spPr>
          <a:xfrm>
            <a:off x="6249134" y="1576534"/>
            <a:ext cx="22523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8EA6BB91-8A06-1AC0-D5DC-FA68F6921A6F}"/>
              </a:ext>
            </a:extLst>
          </p:cNvPr>
          <p:cNvCxnSpPr>
            <a:stCxn id="30" idx="4"/>
            <a:endCxn id="38" idx="0"/>
          </p:cNvCxnSpPr>
          <p:nvPr/>
        </p:nvCxnSpPr>
        <p:spPr>
          <a:xfrm>
            <a:off x="3976664" y="2301014"/>
            <a:ext cx="0" cy="279275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7937D125-76AA-3D55-9FAE-3C1A66CD6D58}"/>
              </a:ext>
            </a:extLst>
          </p:cNvPr>
          <p:cNvCxnSpPr>
            <a:stCxn id="36" idx="3"/>
            <a:endCxn id="42" idx="0"/>
          </p:cNvCxnSpPr>
          <p:nvPr/>
        </p:nvCxnSpPr>
        <p:spPr>
          <a:xfrm flipH="1">
            <a:off x="6192845" y="2252199"/>
            <a:ext cx="163679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2D6F9F40-4997-3DD0-C149-5AEEA396BF38}"/>
              </a:ext>
            </a:extLst>
          </p:cNvPr>
          <p:cNvCxnSpPr>
            <a:stCxn id="36" idx="5"/>
            <a:endCxn id="40" idx="0"/>
          </p:cNvCxnSpPr>
          <p:nvPr/>
        </p:nvCxnSpPr>
        <p:spPr>
          <a:xfrm>
            <a:off x="6592222" y="2252199"/>
            <a:ext cx="159190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4579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45438-87B5-9406-641B-978AC7AA5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6EB3A0C-750F-119B-6C1D-F7E2F56FA963}"/>
              </a:ext>
            </a:extLst>
          </p:cNvPr>
          <p:cNvSpPr txBox="1"/>
          <p:nvPr/>
        </p:nvSpPr>
        <p:spPr>
          <a:xfrm>
            <a:off x="4066001" y="2331752"/>
            <a:ext cx="24128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b</a:t>
            </a:r>
            <a:r>
              <a:rPr lang="zh-CN" altLang="en-US" sz="1400"/>
              <a:t>）由根节点及其左子树、右子树构成的二叉树，左右子树均是</a:t>
            </a:r>
            <a:r>
              <a:rPr lang="en-US" altLang="zh-CN" sz="1400"/>
              <a:t>a</a:t>
            </a:r>
            <a:r>
              <a:rPr lang="zh-CN" altLang="en-US" sz="1400"/>
              <a:t>）所示的二叉树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2AF30F5C-67C2-35CD-C2FA-75EF03BA94B6}"/>
              </a:ext>
            </a:extLst>
          </p:cNvPr>
          <p:cNvSpPr/>
          <p:nvPr/>
        </p:nvSpPr>
        <p:spPr>
          <a:xfrm>
            <a:off x="5041963" y="14901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4A01852-E2AA-81F6-B622-E66BDF11D1BC}"/>
              </a:ext>
            </a:extLst>
          </p:cNvPr>
          <p:cNvSpPr txBox="1"/>
          <p:nvPr/>
        </p:nvSpPr>
        <p:spPr>
          <a:xfrm>
            <a:off x="1452679" y="2396390"/>
            <a:ext cx="19188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</a:t>
            </a:r>
            <a:r>
              <a:rPr lang="zh-CN" altLang="en-US" sz="1400"/>
              <a:t>）啥也没有，一棵空树</a:t>
            </a: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52CAC6A-4632-8B54-16D9-71D4C390EA45}"/>
              </a:ext>
            </a:extLst>
          </p:cNvPr>
          <p:cNvSpPr/>
          <p:nvPr/>
        </p:nvSpPr>
        <p:spPr>
          <a:xfrm>
            <a:off x="8499867" y="1205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C5569333-D2C4-0D35-3231-F5D2682093F2}"/>
              </a:ext>
            </a:extLst>
          </p:cNvPr>
          <p:cNvSpPr/>
          <p:nvPr/>
        </p:nvSpPr>
        <p:spPr>
          <a:xfrm>
            <a:off x="8075700" y="16396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8B8D450-6EDB-9394-0782-5B68D8B831AD}"/>
              </a:ext>
            </a:extLst>
          </p:cNvPr>
          <p:cNvSpPr/>
          <p:nvPr/>
        </p:nvSpPr>
        <p:spPr>
          <a:xfrm>
            <a:off x="8919530" y="163886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E6D881E-5736-FDD1-7ED2-A1215736C634}"/>
              </a:ext>
            </a:extLst>
          </p:cNvPr>
          <p:cNvCxnSpPr>
            <a:cxnSpLocks/>
            <a:stCxn id="12" idx="3"/>
            <a:endCxn id="16" idx="7"/>
          </p:cNvCxnSpPr>
          <p:nvPr/>
        </p:nvCxnSpPr>
        <p:spPr>
          <a:xfrm flipH="1">
            <a:off x="8360213" y="1490197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561578E-63EE-8236-AC50-C134FDEC4EB7}"/>
              </a:ext>
            </a:extLst>
          </p:cNvPr>
          <p:cNvCxnSpPr>
            <a:stCxn id="12" idx="5"/>
            <a:endCxn id="18" idx="1"/>
          </p:cNvCxnSpPr>
          <p:nvPr/>
        </p:nvCxnSpPr>
        <p:spPr>
          <a:xfrm>
            <a:off x="8784380" y="1490197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FAD4D720-EB1E-7AE1-FEAF-47E1C173B9E3}"/>
              </a:ext>
            </a:extLst>
          </p:cNvPr>
          <p:cNvSpPr txBox="1"/>
          <p:nvPr/>
        </p:nvSpPr>
        <p:spPr>
          <a:xfrm>
            <a:off x="7220609" y="2396359"/>
            <a:ext cx="30855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c</a:t>
            </a:r>
            <a:r>
              <a:rPr lang="zh-CN" altLang="en-US" sz="1400"/>
              <a:t>）由根节点及其左子树、右子树构成的二叉树，左右子树均是</a:t>
            </a:r>
            <a:r>
              <a:rPr lang="en-US" altLang="zh-CN" sz="1400"/>
              <a:t>b</a:t>
            </a:r>
            <a:r>
              <a:rPr lang="zh-CN" altLang="en-US" sz="1400"/>
              <a:t>）所示的二叉树</a:t>
            </a: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DBC9DD26-0850-71F8-B845-BB0B2FF0E32F}"/>
              </a:ext>
            </a:extLst>
          </p:cNvPr>
          <p:cNvSpPr/>
          <p:nvPr/>
        </p:nvSpPr>
        <p:spPr>
          <a:xfrm>
            <a:off x="3030732" y="34290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25CB2DA2-EF7B-8AE7-8A5D-54C4731C00E3}"/>
              </a:ext>
            </a:extLst>
          </p:cNvPr>
          <p:cNvSpPr/>
          <p:nvPr/>
        </p:nvSpPr>
        <p:spPr>
          <a:xfrm>
            <a:off x="2611069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2F4994D9-82C8-ECB9-6F59-6E30C736390C}"/>
              </a:ext>
            </a:extLst>
          </p:cNvPr>
          <p:cNvSpPr/>
          <p:nvPr/>
        </p:nvSpPr>
        <p:spPr>
          <a:xfrm>
            <a:off x="2186902" y="43404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5C14085A-7837-F5BD-96E8-6B0EDBB5EA9D}"/>
              </a:ext>
            </a:extLst>
          </p:cNvPr>
          <p:cNvSpPr/>
          <p:nvPr/>
        </p:nvSpPr>
        <p:spPr>
          <a:xfrm>
            <a:off x="3030732" y="4339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9A413E51-E34C-22B8-B641-18D3283CF856}"/>
              </a:ext>
            </a:extLst>
          </p:cNvPr>
          <p:cNvCxnSpPr>
            <a:stCxn id="28" idx="3"/>
            <a:endCxn id="29" idx="7"/>
          </p:cNvCxnSpPr>
          <p:nvPr/>
        </p:nvCxnSpPr>
        <p:spPr>
          <a:xfrm flipH="1">
            <a:off x="2895582" y="3713513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1F81F33A-738A-6C7C-3694-3A4C8DB7DF25}"/>
              </a:ext>
            </a:extLst>
          </p:cNvPr>
          <p:cNvCxnSpPr>
            <a:cxnSpLocks/>
            <a:stCxn id="29" idx="3"/>
            <a:endCxn id="30" idx="7"/>
          </p:cNvCxnSpPr>
          <p:nvPr/>
        </p:nvCxnSpPr>
        <p:spPr>
          <a:xfrm flipH="1">
            <a:off x="2471415" y="4190981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AF69279-70EB-749A-6F7B-EB76E9A43385}"/>
              </a:ext>
            </a:extLst>
          </p:cNvPr>
          <p:cNvCxnSpPr>
            <a:stCxn id="29" idx="5"/>
            <a:endCxn id="31" idx="1"/>
          </p:cNvCxnSpPr>
          <p:nvPr/>
        </p:nvCxnSpPr>
        <p:spPr>
          <a:xfrm>
            <a:off x="2895582" y="4190981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D3EB8F30-F9F0-708F-8CE1-3BF7C26E8FD4}"/>
              </a:ext>
            </a:extLst>
          </p:cNvPr>
          <p:cNvSpPr txBox="1"/>
          <p:nvPr/>
        </p:nvSpPr>
        <p:spPr>
          <a:xfrm>
            <a:off x="1811549" y="4939116"/>
            <a:ext cx="2535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d</a:t>
            </a:r>
            <a:r>
              <a:rPr lang="zh-CN" altLang="en-US" sz="1400"/>
              <a:t>）由根节点及其左右子树构成的二叉树，左子树是</a:t>
            </a:r>
            <a:r>
              <a:rPr lang="en-US" altLang="zh-CN" sz="1400"/>
              <a:t>c</a:t>
            </a:r>
            <a:r>
              <a:rPr lang="zh-CN" altLang="en-US" sz="1400"/>
              <a:t>）所示的二叉树，右子树是</a:t>
            </a:r>
            <a:r>
              <a:rPr lang="en-US" altLang="zh-CN" sz="1400"/>
              <a:t>a</a:t>
            </a:r>
            <a:r>
              <a:rPr lang="zh-CN" altLang="en-US" sz="1400"/>
              <a:t>）所示的二叉树</a:t>
            </a: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7C5CFFA6-481D-4770-01E3-618657EDD7AD}"/>
              </a:ext>
            </a:extLst>
          </p:cNvPr>
          <p:cNvSpPr/>
          <p:nvPr/>
        </p:nvSpPr>
        <p:spPr>
          <a:xfrm>
            <a:off x="7322706" y="34290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04DE1830-ABC3-7010-A43A-AB8CA1D674E4}"/>
              </a:ext>
            </a:extLst>
          </p:cNvPr>
          <p:cNvSpPr/>
          <p:nvPr/>
        </p:nvSpPr>
        <p:spPr>
          <a:xfrm>
            <a:off x="6903043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03967212-A44F-D001-BDA5-1D1D5FDD50F7}"/>
              </a:ext>
            </a:extLst>
          </p:cNvPr>
          <p:cNvSpPr/>
          <p:nvPr/>
        </p:nvSpPr>
        <p:spPr>
          <a:xfrm>
            <a:off x="6478876" y="43404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D851E1EE-029D-1A0D-6728-478440E85D6F}"/>
              </a:ext>
            </a:extLst>
          </p:cNvPr>
          <p:cNvSpPr/>
          <p:nvPr/>
        </p:nvSpPr>
        <p:spPr>
          <a:xfrm>
            <a:off x="7322706" y="4339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D98CFB1-AFE3-D459-24A9-E628680AA45A}"/>
              </a:ext>
            </a:extLst>
          </p:cNvPr>
          <p:cNvCxnSpPr>
            <a:stCxn id="36" idx="3"/>
            <a:endCxn id="37" idx="7"/>
          </p:cNvCxnSpPr>
          <p:nvPr/>
        </p:nvCxnSpPr>
        <p:spPr>
          <a:xfrm flipH="1">
            <a:off x="7187556" y="3713513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0415219-40BF-59D6-AF2F-FCAEAFB1BC52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6763389" y="4190981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8F5626F-FD35-2AF5-7660-BBCB29E7C118}"/>
              </a:ext>
            </a:extLst>
          </p:cNvPr>
          <p:cNvCxnSpPr>
            <a:stCxn id="37" idx="5"/>
            <a:endCxn id="39" idx="1"/>
          </p:cNvCxnSpPr>
          <p:nvPr/>
        </p:nvCxnSpPr>
        <p:spPr>
          <a:xfrm>
            <a:off x="7187556" y="4190981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F56A46E3-BA05-CD6D-64AC-B18B564D2B7F}"/>
              </a:ext>
            </a:extLst>
          </p:cNvPr>
          <p:cNvSpPr txBox="1"/>
          <p:nvPr/>
        </p:nvSpPr>
        <p:spPr>
          <a:xfrm>
            <a:off x="5744693" y="5262280"/>
            <a:ext cx="2885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e</a:t>
            </a:r>
            <a:r>
              <a:rPr lang="zh-CN" altLang="en-US" sz="1400"/>
              <a:t>）一棵高度（深度）为</a:t>
            </a:r>
            <a:r>
              <a:rPr lang="en-US" altLang="zh-CN" sz="1400"/>
              <a:t>4</a:t>
            </a:r>
            <a:r>
              <a:rPr lang="zh-CN" altLang="en-US" sz="1400"/>
              <a:t>的二叉树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2B46607-1D0F-75AC-4402-D33D8AA588E1}"/>
              </a:ext>
            </a:extLst>
          </p:cNvPr>
          <p:cNvSpPr/>
          <p:nvPr/>
        </p:nvSpPr>
        <p:spPr>
          <a:xfrm>
            <a:off x="6067846" y="479984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3EB3E78-6180-047B-B403-5ED766306D47}"/>
              </a:ext>
            </a:extLst>
          </p:cNvPr>
          <p:cNvCxnSpPr>
            <a:cxnSpLocks/>
            <a:endCxn id="44" idx="7"/>
          </p:cNvCxnSpPr>
          <p:nvPr/>
        </p:nvCxnSpPr>
        <p:spPr>
          <a:xfrm flipH="1">
            <a:off x="6352359" y="4650396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2E6C7494-F5FF-26DA-8218-F2EFF346FA85}"/>
              </a:ext>
            </a:extLst>
          </p:cNvPr>
          <p:cNvSpPr/>
          <p:nvPr/>
        </p:nvSpPr>
        <p:spPr>
          <a:xfrm>
            <a:off x="7742372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E793117-6851-3882-9E73-D6D8C30E86CF}"/>
              </a:ext>
            </a:extLst>
          </p:cNvPr>
          <p:cNvCxnSpPr>
            <a:cxnSpLocks/>
            <a:stCxn id="36" idx="5"/>
            <a:endCxn id="46" idx="1"/>
          </p:cNvCxnSpPr>
          <p:nvPr/>
        </p:nvCxnSpPr>
        <p:spPr>
          <a:xfrm>
            <a:off x="7607219" y="3713513"/>
            <a:ext cx="183968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2053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088D3-3043-2396-F646-57885C894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25">
            <a:extLst>
              <a:ext uri="{FF2B5EF4-FFF2-40B4-BE49-F238E27FC236}">
                <a16:creationId xmlns:a16="http://schemas.microsoft.com/office/drawing/2014/main" id="{4519B7DF-DA90-16B0-C9EB-00C09A59004D}"/>
              </a:ext>
            </a:extLst>
          </p:cNvPr>
          <p:cNvSpPr txBox="1"/>
          <p:nvPr/>
        </p:nvSpPr>
        <p:spPr>
          <a:xfrm>
            <a:off x="2671344" y="92184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BFB2A18-9A4D-0F71-9BDD-00902D77FCDE}"/>
              </a:ext>
            </a:extLst>
          </p:cNvPr>
          <p:cNvCxnSpPr>
            <a:cxnSpLocks/>
          </p:cNvCxnSpPr>
          <p:nvPr/>
        </p:nvCxnSpPr>
        <p:spPr>
          <a:xfrm flipH="1">
            <a:off x="2513689" y="110650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52AD18CB-9A4B-6D5B-3C2A-61D23CF86854}"/>
              </a:ext>
            </a:extLst>
          </p:cNvPr>
          <p:cNvSpPr txBox="1"/>
          <p:nvPr/>
        </p:nvSpPr>
        <p:spPr>
          <a:xfrm>
            <a:off x="2374869" y="139404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3A4BEFF-735E-1C8B-56FE-C29E89F0259D}"/>
              </a:ext>
            </a:extLst>
          </p:cNvPr>
          <p:cNvSpPr txBox="1"/>
          <p:nvPr/>
        </p:nvSpPr>
        <p:spPr>
          <a:xfrm>
            <a:off x="2948984" y="13813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0B30774B-A529-5A87-371C-F8509FED24BC}"/>
              </a:ext>
            </a:extLst>
          </p:cNvPr>
          <p:cNvCxnSpPr/>
          <p:nvPr/>
        </p:nvCxnSpPr>
        <p:spPr>
          <a:xfrm>
            <a:off x="2810164" y="110650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DCBAE67-A52A-7804-51FB-56261BACB6B1}"/>
              </a:ext>
            </a:extLst>
          </p:cNvPr>
          <p:cNvSpPr txBox="1"/>
          <p:nvPr/>
        </p:nvSpPr>
        <p:spPr>
          <a:xfrm>
            <a:off x="5055098" y="65542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65D18AC-060A-C83A-512A-571060E4FCE0}"/>
              </a:ext>
            </a:extLst>
          </p:cNvPr>
          <p:cNvCxnSpPr>
            <a:cxnSpLocks/>
          </p:cNvCxnSpPr>
          <p:nvPr/>
        </p:nvCxnSpPr>
        <p:spPr>
          <a:xfrm flipH="1">
            <a:off x="4888026" y="858844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7F0FE231-88DC-4BBC-736C-C644312702BB}"/>
              </a:ext>
            </a:extLst>
          </p:cNvPr>
          <p:cNvSpPr txBox="1"/>
          <p:nvPr/>
        </p:nvSpPr>
        <p:spPr>
          <a:xfrm>
            <a:off x="4749206" y="114637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19785F-04DA-612E-436F-B2DAB20969AF}"/>
              </a:ext>
            </a:extLst>
          </p:cNvPr>
          <p:cNvSpPr txBox="1"/>
          <p:nvPr/>
        </p:nvSpPr>
        <p:spPr>
          <a:xfrm>
            <a:off x="5323321" y="113364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A8B5B97-5118-23B5-C9B3-30138EE6AB03}"/>
              </a:ext>
            </a:extLst>
          </p:cNvPr>
          <p:cNvCxnSpPr/>
          <p:nvPr/>
        </p:nvCxnSpPr>
        <p:spPr>
          <a:xfrm>
            <a:off x="5184501" y="858844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4E81F240-4D5E-AEC9-CBCA-8B6D328124FC}"/>
              </a:ext>
            </a:extLst>
          </p:cNvPr>
          <p:cNvSpPr txBox="1"/>
          <p:nvPr/>
        </p:nvSpPr>
        <p:spPr>
          <a:xfrm>
            <a:off x="7811142" y="4895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53F7E6E-95B2-AA65-5414-413056AE06DD}"/>
              </a:ext>
            </a:extLst>
          </p:cNvPr>
          <p:cNvCxnSpPr>
            <a:cxnSpLocks/>
          </p:cNvCxnSpPr>
          <p:nvPr/>
        </p:nvCxnSpPr>
        <p:spPr>
          <a:xfrm flipH="1">
            <a:off x="7653487" y="674178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9BB08DC5-B404-DB8E-2B1B-41DFC3CC3107}"/>
              </a:ext>
            </a:extLst>
          </p:cNvPr>
          <p:cNvSpPr txBox="1"/>
          <p:nvPr/>
        </p:nvSpPr>
        <p:spPr>
          <a:xfrm>
            <a:off x="7514667" y="9617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CEC051C-54D0-3729-1B76-9662FBDC98F7}"/>
              </a:ext>
            </a:extLst>
          </p:cNvPr>
          <p:cNvSpPr txBox="1"/>
          <p:nvPr/>
        </p:nvSpPr>
        <p:spPr>
          <a:xfrm>
            <a:off x="8088782" y="9489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2386A96-BE97-27DA-EDDE-D8DD948625C2}"/>
              </a:ext>
            </a:extLst>
          </p:cNvPr>
          <p:cNvCxnSpPr/>
          <p:nvPr/>
        </p:nvCxnSpPr>
        <p:spPr>
          <a:xfrm>
            <a:off x="7949962" y="674178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47F3C1AC-5B9F-B473-6DF7-425A1F60076D}"/>
              </a:ext>
            </a:extLst>
          </p:cNvPr>
          <p:cNvSpPr txBox="1"/>
          <p:nvPr/>
        </p:nvSpPr>
        <p:spPr>
          <a:xfrm>
            <a:off x="4749206" y="115910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272B8F6-5F20-B6A4-AAE4-B062AD712929}"/>
              </a:ext>
            </a:extLst>
          </p:cNvPr>
          <p:cNvCxnSpPr>
            <a:cxnSpLocks/>
          </p:cNvCxnSpPr>
          <p:nvPr/>
        </p:nvCxnSpPr>
        <p:spPr>
          <a:xfrm flipH="1">
            <a:off x="4722077" y="1343773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E609F8F3-59AE-4B6C-C3AD-D1ED6F4EDB90}"/>
              </a:ext>
            </a:extLst>
          </p:cNvPr>
          <p:cNvSpPr txBox="1"/>
          <p:nvPr/>
        </p:nvSpPr>
        <p:spPr>
          <a:xfrm>
            <a:off x="4583257" y="161857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19169406-B539-A661-F065-0158FDDF52CD}"/>
              </a:ext>
            </a:extLst>
          </p:cNvPr>
          <p:cNvSpPr txBox="1"/>
          <p:nvPr/>
        </p:nvSpPr>
        <p:spPr>
          <a:xfrm>
            <a:off x="4879732" y="161857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02E9C603-D0FA-C05B-D9A4-D139B4F86162}"/>
              </a:ext>
            </a:extLst>
          </p:cNvPr>
          <p:cNvCxnSpPr>
            <a:cxnSpLocks/>
          </p:cNvCxnSpPr>
          <p:nvPr/>
        </p:nvCxnSpPr>
        <p:spPr>
          <a:xfrm>
            <a:off x="4888026" y="1343773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99456611-AF73-DE02-7EB8-462CD9E3CF30}"/>
              </a:ext>
            </a:extLst>
          </p:cNvPr>
          <p:cNvCxnSpPr>
            <a:cxnSpLocks/>
          </p:cNvCxnSpPr>
          <p:nvPr/>
        </p:nvCxnSpPr>
        <p:spPr>
          <a:xfrm flipH="1">
            <a:off x="5287898" y="134525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35CBD176-5FDE-126F-537D-D052A6F10FAD}"/>
              </a:ext>
            </a:extLst>
          </p:cNvPr>
          <p:cNvSpPr txBox="1"/>
          <p:nvPr/>
        </p:nvSpPr>
        <p:spPr>
          <a:xfrm>
            <a:off x="5149078" y="162006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4C04CF5-A6F5-C619-9868-590BA40957BE}"/>
              </a:ext>
            </a:extLst>
          </p:cNvPr>
          <p:cNvSpPr txBox="1"/>
          <p:nvPr/>
        </p:nvSpPr>
        <p:spPr>
          <a:xfrm>
            <a:off x="5445553" y="162006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2744E43B-229E-1D9C-854B-1EFE6D55E06C}"/>
              </a:ext>
            </a:extLst>
          </p:cNvPr>
          <p:cNvCxnSpPr>
            <a:cxnSpLocks/>
          </p:cNvCxnSpPr>
          <p:nvPr/>
        </p:nvCxnSpPr>
        <p:spPr>
          <a:xfrm>
            <a:off x="5453847" y="1345257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EA81B2C-7EC0-70AB-A1F5-72DC6C68DA67}"/>
              </a:ext>
            </a:extLst>
          </p:cNvPr>
          <p:cNvCxnSpPr>
            <a:cxnSpLocks/>
          </p:cNvCxnSpPr>
          <p:nvPr/>
        </p:nvCxnSpPr>
        <p:spPr>
          <a:xfrm flipH="1">
            <a:off x="7495832" y="114937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54C403D8-A45E-3C02-B50B-BEC029EECF34}"/>
              </a:ext>
            </a:extLst>
          </p:cNvPr>
          <p:cNvSpPr txBox="1"/>
          <p:nvPr/>
        </p:nvSpPr>
        <p:spPr>
          <a:xfrm>
            <a:off x="7357012" y="14241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39C5D79-FCB8-7183-C17B-5F3EE51640E0}"/>
              </a:ext>
            </a:extLst>
          </p:cNvPr>
          <p:cNvSpPr txBox="1"/>
          <p:nvPr/>
        </p:nvSpPr>
        <p:spPr>
          <a:xfrm>
            <a:off x="7653487" y="14241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007EE6D-8092-E809-70B7-E6F729611C93}"/>
              </a:ext>
            </a:extLst>
          </p:cNvPr>
          <p:cNvCxnSpPr>
            <a:cxnSpLocks/>
          </p:cNvCxnSpPr>
          <p:nvPr/>
        </p:nvCxnSpPr>
        <p:spPr>
          <a:xfrm>
            <a:off x="7661781" y="114937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3BDA4FC-9A9C-4511-AB4F-6A6254E0127E}"/>
              </a:ext>
            </a:extLst>
          </p:cNvPr>
          <p:cNvCxnSpPr>
            <a:cxnSpLocks/>
          </p:cNvCxnSpPr>
          <p:nvPr/>
        </p:nvCxnSpPr>
        <p:spPr>
          <a:xfrm flipH="1">
            <a:off x="8061653" y="1150862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8F60BDE4-A758-7603-2B20-4D0E1FCE2B46}"/>
              </a:ext>
            </a:extLst>
          </p:cNvPr>
          <p:cNvSpPr txBox="1"/>
          <p:nvPr/>
        </p:nvSpPr>
        <p:spPr>
          <a:xfrm>
            <a:off x="7922833" y="1425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7DEB08BC-3CD1-0E54-0F51-C5DBC6319D51}"/>
              </a:ext>
            </a:extLst>
          </p:cNvPr>
          <p:cNvSpPr txBox="1"/>
          <p:nvPr/>
        </p:nvSpPr>
        <p:spPr>
          <a:xfrm>
            <a:off x="8219308" y="1425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8A5D556-E318-80DE-E891-1F0CB3D04B42}"/>
              </a:ext>
            </a:extLst>
          </p:cNvPr>
          <p:cNvCxnSpPr>
            <a:cxnSpLocks/>
          </p:cNvCxnSpPr>
          <p:nvPr/>
        </p:nvCxnSpPr>
        <p:spPr>
          <a:xfrm>
            <a:off x="8227602" y="1150862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C2932750-0334-889A-A3FD-FA7C126F440B}"/>
              </a:ext>
            </a:extLst>
          </p:cNvPr>
          <p:cNvCxnSpPr>
            <a:cxnSpLocks/>
            <a:endCxn id="72" idx="1"/>
          </p:cNvCxnSpPr>
          <p:nvPr/>
        </p:nvCxnSpPr>
        <p:spPr>
          <a:xfrm flipH="1">
            <a:off x="7738068" y="16058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867D41D6-5958-BD96-4BBF-A34E0EEAE826}"/>
              </a:ext>
            </a:extLst>
          </p:cNvPr>
          <p:cNvSpPr txBox="1"/>
          <p:nvPr/>
        </p:nvSpPr>
        <p:spPr>
          <a:xfrm>
            <a:off x="7588224" y="18791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96FC4732-39D0-FAE4-E37C-FFE954C2833E}"/>
              </a:ext>
            </a:extLst>
          </p:cNvPr>
          <p:cNvSpPr txBox="1"/>
          <p:nvPr/>
        </p:nvSpPr>
        <p:spPr>
          <a:xfrm>
            <a:off x="7738068" y="1876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C42ACEA4-A026-5565-A00D-D352E0CE84DF}"/>
              </a:ext>
            </a:extLst>
          </p:cNvPr>
          <p:cNvCxnSpPr>
            <a:cxnSpLocks/>
          </p:cNvCxnSpPr>
          <p:nvPr/>
        </p:nvCxnSpPr>
        <p:spPr>
          <a:xfrm>
            <a:off x="7792307" y="16058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B5186534-3AC3-1328-84A3-EA3F9BBFCB21}"/>
              </a:ext>
            </a:extLst>
          </p:cNvPr>
          <p:cNvCxnSpPr>
            <a:cxnSpLocks/>
            <a:endCxn id="79" idx="1"/>
          </p:cNvCxnSpPr>
          <p:nvPr/>
        </p:nvCxnSpPr>
        <p:spPr>
          <a:xfrm flipH="1">
            <a:off x="7997764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847861AD-017E-92CF-EB71-35E42599462C}"/>
              </a:ext>
            </a:extLst>
          </p:cNvPr>
          <p:cNvSpPr txBox="1"/>
          <p:nvPr/>
        </p:nvSpPr>
        <p:spPr>
          <a:xfrm>
            <a:off x="7847920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FAE5592-E1E4-9837-0F62-E69F9D37D1BA}"/>
              </a:ext>
            </a:extLst>
          </p:cNvPr>
          <p:cNvSpPr txBox="1"/>
          <p:nvPr/>
        </p:nvSpPr>
        <p:spPr>
          <a:xfrm>
            <a:off x="7997764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9F7CB859-F572-C742-4204-690F75C7C833}"/>
              </a:ext>
            </a:extLst>
          </p:cNvPr>
          <p:cNvCxnSpPr>
            <a:cxnSpLocks/>
          </p:cNvCxnSpPr>
          <p:nvPr/>
        </p:nvCxnSpPr>
        <p:spPr>
          <a:xfrm>
            <a:off x="8052003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FDFEFE7B-B910-1082-D056-7659D74E59C7}"/>
              </a:ext>
            </a:extLst>
          </p:cNvPr>
          <p:cNvCxnSpPr>
            <a:cxnSpLocks/>
            <a:endCxn id="83" idx="1"/>
          </p:cNvCxnSpPr>
          <p:nvPr/>
        </p:nvCxnSpPr>
        <p:spPr>
          <a:xfrm flipH="1">
            <a:off x="8294238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A89887FE-D9B4-6115-28AA-C7ADC9D699D4}"/>
              </a:ext>
            </a:extLst>
          </p:cNvPr>
          <p:cNvSpPr txBox="1"/>
          <p:nvPr/>
        </p:nvSpPr>
        <p:spPr>
          <a:xfrm>
            <a:off x="8144394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DE96FF1C-2472-290C-AD44-E3A73CC9FB06}"/>
              </a:ext>
            </a:extLst>
          </p:cNvPr>
          <p:cNvSpPr txBox="1"/>
          <p:nvPr/>
        </p:nvSpPr>
        <p:spPr>
          <a:xfrm>
            <a:off x="8294238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6C4166EF-FD54-E0F6-CF61-4A3EE22759D9}"/>
              </a:ext>
            </a:extLst>
          </p:cNvPr>
          <p:cNvCxnSpPr>
            <a:cxnSpLocks/>
          </p:cNvCxnSpPr>
          <p:nvPr/>
        </p:nvCxnSpPr>
        <p:spPr>
          <a:xfrm>
            <a:off x="8348477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62C0E072-0FBD-D30F-20EE-410242290C74}"/>
              </a:ext>
            </a:extLst>
          </p:cNvPr>
          <p:cNvCxnSpPr>
            <a:cxnSpLocks/>
            <a:endCxn id="87" idx="1"/>
          </p:cNvCxnSpPr>
          <p:nvPr/>
        </p:nvCxnSpPr>
        <p:spPr>
          <a:xfrm flipH="1">
            <a:off x="7431460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0076A89D-4FCB-925F-B2E2-55DFEE2C3244}"/>
              </a:ext>
            </a:extLst>
          </p:cNvPr>
          <p:cNvSpPr txBox="1"/>
          <p:nvPr/>
        </p:nvSpPr>
        <p:spPr>
          <a:xfrm>
            <a:off x="7281616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383BFB84-25B1-CA00-B242-28B52EF4859E}"/>
              </a:ext>
            </a:extLst>
          </p:cNvPr>
          <p:cNvSpPr txBox="1"/>
          <p:nvPr/>
        </p:nvSpPr>
        <p:spPr>
          <a:xfrm>
            <a:off x="7431460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EAE3EA9-DF9F-9FA1-15DF-A701C200A8FA}"/>
              </a:ext>
            </a:extLst>
          </p:cNvPr>
          <p:cNvCxnSpPr>
            <a:cxnSpLocks/>
          </p:cNvCxnSpPr>
          <p:nvPr/>
        </p:nvCxnSpPr>
        <p:spPr>
          <a:xfrm>
            <a:off x="7485699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文本框 92">
            <a:extLst>
              <a:ext uri="{FF2B5EF4-FFF2-40B4-BE49-F238E27FC236}">
                <a16:creationId xmlns:a16="http://schemas.microsoft.com/office/drawing/2014/main" id="{83F1133A-863E-EB94-1068-C9CDB85143F9}"/>
              </a:ext>
            </a:extLst>
          </p:cNvPr>
          <p:cNvSpPr txBox="1"/>
          <p:nvPr/>
        </p:nvSpPr>
        <p:spPr>
          <a:xfrm>
            <a:off x="6828423" y="27535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239F3107-89D0-D787-79C4-4182F6872E27}"/>
              </a:ext>
            </a:extLst>
          </p:cNvPr>
          <p:cNvCxnSpPr>
            <a:cxnSpLocks/>
          </p:cNvCxnSpPr>
          <p:nvPr/>
        </p:nvCxnSpPr>
        <p:spPr>
          <a:xfrm flipH="1">
            <a:off x="6670768" y="2938184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867969E9-0047-CDF3-0C74-C32A0E92E91B}"/>
              </a:ext>
            </a:extLst>
          </p:cNvPr>
          <p:cNvSpPr txBox="1"/>
          <p:nvPr/>
        </p:nvSpPr>
        <p:spPr>
          <a:xfrm>
            <a:off x="6531948" y="3225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3FD1F580-4E6D-A340-A531-9EEEF2D3E760}"/>
              </a:ext>
            </a:extLst>
          </p:cNvPr>
          <p:cNvSpPr txBox="1"/>
          <p:nvPr/>
        </p:nvSpPr>
        <p:spPr>
          <a:xfrm>
            <a:off x="7106063" y="32129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4BF9300B-B760-9EED-D44F-EC346B747F4C}"/>
              </a:ext>
            </a:extLst>
          </p:cNvPr>
          <p:cNvCxnSpPr/>
          <p:nvPr/>
        </p:nvCxnSpPr>
        <p:spPr>
          <a:xfrm>
            <a:off x="6967243" y="2938184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47FB89EB-7454-3A80-A677-99C1802A5960}"/>
              </a:ext>
            </a:extLst>
          </p:cNvPr>
          <p:cNvCxnSpPr>
            <a:cxnSpLocks/>
          </p:cNvCxnSpPr>
          <p:nvPr/>
        </p:nvCxnSpPr>
        <p:spPr>
          <a:xfrm flipH="1">
            <a:off x="6513113" y="3413384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653DB370-8EBA-63EF-3869-E969435FDB45}"/>
              </a:ext>
            </a:extLst>
          </p:cNvPr>
          <p:cNvSpPr txBox="1"/>
          <p:nvPr/>
        </p:nvSpPr>
        <p:spPr>
          <a:xfrm>
            <a:off x="6374293" y="36881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84CB5530-982A-2CEE-42F2-63001B5EF8A9}"/>
              </a:ext>
            </a:extLst>
          </p:cNvPr>
          <p:cNvSpPr txBox="1"/>
          <p:nvPr/>
        </p:nvSpPr>
        <p:spPr>
          <a:xfrm>
            <a:off x="6670768" y="36881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0F947EA-CE3D-A051-8837-DAB7B8816B9C}"/>
              </a:ext>
            </a:extLst>
          </p:cNvPr>
          <p:cNvCxnSpPr>
            <a:cxnSpLocks/>
          </p:cNvCxnSpPr>
          <p:nvPr/>
        </p:nvCxnSpPr>
        <p:spPr>
          <a:xfrm>
            <a:off x="6679062" y="3413384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797F9D2E-B9C0-C8C7-A537-4995498EC50E}"/>
              </a:ext>
            </a:extLst>
          </p:cNvPr>
          <p:cNvCxnSpPr>
            <a:cxnSpLocks/>
          </p:cNvCxnSpPr>
          <p:nvPr/>
        </p:nvCxnSpPr>
        <p:spPr>
          <a:xfrm flipH="1">
            <a:off x="7078934" y="341486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4774DF60-493D-7E2D-878B-1ED227C21C1E}"/>
              </a:ext>
            </a:extLst>
          </p:cNvPr>
          <p:cNvSpPr txBox="1"/>
          <p:nvPr/>
        </p:nvSpPr>
        <p:spPr>
          <a:xfrm>
            <a:off x="6940114" y="3689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793A7EC1-68DC-F5BB-CF91-21C3EFE43A4C}"/>
              </a:ext>
            </a:extLst>
          </p:cNvPr>
          <p:cNvSpPr txBox="1"/>
          <p:nvPr/>
        </p:nvSpPr>
        <p:spPr>
          <a:xfrm>
            <a:off x="7236589" y="3689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52C04D42-8DAB-2427-0167-B80268A486BC}"/>
              </a:ext>
            </a:extLst>
          </p:cNvPr>
          <p:cNvCxnSpPr>
            <a:cxnSpLocks/>
          </p:cNvCxnSpPr>
          <p:nvPr/>
        </p:nvCxnSpPr>
        <p:spPr>
          <a:xfrm>
            <a:off x="7244883" y="341486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2EAA147-3D69-C550-474D-00ACFD52D003}"/>
              </a:ext>
            </a:extLst>
          </p:cNvPr>
          <p:cNvCxnSpPr>
            <a:cxnSpLocks/>
            <a:endCxn id="108" idx="1"/>
          </p:cNvCxnSpPr>
          <p:nvPr/>
        </p:nvCxnSpPr>
        <p:spPr>
          <a:xfrm flipH="1">
            <a:off x="6755349" y="38698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217A724D-C1B0-564C-8351-340007839640}"/>
              </a:ext>
            </a:extLst>
          </p:cNvPr>
          <p:cNvSpPr txBox="1"/>
          <p:nvPr/>
        </p:nvSpPr>
        <p:spPr>
          <a:xfrm>
            <a:off x="6605505" y="41431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F090E36-99B0-C8A7-16CC-1D62ABF5D1E7}"/>
              </a:ext>
            </a:extLst>
          </p:cNvPr>
          <p:cNvSpPr txBox="1"/>
          <p:nvPr/>
        </p:nvSpPr>
        <p:spPr>
          <a:xfrm>
            <a:off x="6755349" y="41401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567BE6BD-BCA7-06F5-5A66-C0938CFE4D61}"/>
              </a:ext>
            </a:extLst>
          </p:cNvPr>
          <p:cNvCxnSpPr>
            <a:cxnSpLocks/>
          </p:cNvCxnSpPr>
          <p:nvPr/>
        </p:nvCxnSpPr>
        <p:spPr>
          <a:xfrm>
            <a:off x="6809588" y="386985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458D8F80-9DA6-6E83-3C05-9D6A5848EB19}"/>
              </a:ext>
            </a:extLst>
          </p:cNvPr>
          <p:cNvCxnSpPr>
            <a:cxnSpLocks/>
          </p:cNvCxnSpPr>
          <p:nvPr/>
        </p:nvCxnSpPr>
        <p:spPr>
          <a:xfrm flipH="1">
            <a:off x="7015045" y="38683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346165A5-35BD-C896-4C78-882031BB8F3E}"/>
              </a:ext>
            </a:extLst>
          </p:cNvPr>
          <p:cNvSpPr txBox="1"/>
          <p:nvPr/>
        </p:nvSpPr>
        <p:spPr>
          <a:xfrm>
            <a:off x="6865201" y="4141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AE34B9D-AB84-5FAA-5AB5-B9E5979C8D1C}"/>
              </a:ext>
            </a:extLst>
          </p:cNvPr>
          <p:cNvCxnSpPr>
            <a:cxnSpLocks/>
            <a:endCxn id="120" idx="1"/>
          </p:cNvCxnSpPr>
          <p:nvPr/>
        </p:nvCxnSpPr>
        <p:spPr>
          <a:xfrm flipH="1">
            <a:off x="6448741" y="38683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7C88552-2529-2D85-CF75-5D3BFA213FFA}"/>
              </a:ext>
            </a:extLst>
          </p:cNvPr>
          <p:cNvSpPr txBox="1"/>
          <p:nvPr/>
        </p:nvSpPr>
        <p:spPr>
          <a:xfrm>
            <a:off x="6298897" y="4141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33ED9A2-0976-986B-6801-1B39115D7D7E}"/>
              </a:ext>
            </a:extLst>
          </p:cNvPr>
          <p:cNvSpPr txBox="1"/>
          <p:nvPr/>
        </p:nvSpPr>
        <p:spPr>
          <a:xfrm>
            <a:off x="6448741" y="41386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3D880D05-1478-218A-A0F5-F5488EA58410}"/>
              </a:ext>
            </a:extLst>
          </p:cNvPr>
          <p:cNvCxnSpPr>
            <a:cxnSpLocks/>
          </p:cNvCxnSpPr>
          <p:nvPr/>
        </p:nvCxnSpPr>
        <p:spPr>
          <a:xfrm>
            <a:off x="6502980" y="386835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C47A93A8-FEEC-D4AC-339C-A665F3AABAF9}"/>
              </a:ext>
            </a:extLst>
          </p:cNvPr>
          <p:cNvSpPr txBox="1"/>
          <p:nvPr/>
        </p:nvSpPr>
        <p:spPr>
          <a:xfrm>
            <a:off x="3717153" y="29518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30F9FE94-B2C2-B8B4-DAEC-1E77174621FC}"/>
              </a:ext>
            </a:extLst>
          </p:cNvPr>
          <p:cNvCxnSpPr>
            <a:cxnSpLocks/>
          </p:cNvCxnSpPr>
          <p:nvPr/>
        </p:nvCxnSpPr>
        <p:spPr>
          <a:xfrm flipH="1">
            <a:off x="3550081" y="3155307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文本框 123">
            <a:extLst>
              <a:ext uri="{FF2B5EF4-FFF2-40B4-BE49-F238E27FC236}">
                <a16:creationId xmlns:a16="http://schemas.microsoft.com/office/drawing/2014/main" id="{F07C7483-FBE3-2CCB-3147-F6D97BC590F2}"/>
              </a:ext>
            </a:extLst>
          </p:cNvPr>
          <p:cNvSpPr txBox="1"/>
          <p:nvPr/>
        </p:nvSpPr>
        <p:spPr>
          <a:xfrm>
            <a:off x="3411261" y="34428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0F0601CB-8B6F-9315-9186-21EBD59A6B6A}"/>
              </a:ext>
            </a:extLst>
          </p:cNvPr>
          <p:cNvSpPr txBox="1"/>
          <p:nvPr/>
        </p:nvSpPr>
        <p:spPr>
          <a:xfrm>
            <a:off x="3985376" y="34301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F2D583EA-F4F4-E95B-1587-4A0AFC684AEE}"/>
              </a:ext>
            </a:extLst>
          </p:cNvPr>
          <p:cNvCxnSpPr/>
          <p:nvPr/>
        </p:nvCxnSpPr>
        <p:spPr>
          <a:xfrm>
            <a:off x="3846556" y="3155307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文本框 126">
            <a:extLst>
              <a:ext uri="{FF2B5EF4-FFF2-40B4-BE49-F238E27FC236}">
                <a16:creationId xmlns:a16="http://schemas.microsoft.com/office/drawing/2014/main" id="{A10D9C4C-5C50-4B17-0A2F-B57C4DBE03E8}"/>
              </a:ext>
            </a:extLst>
          </p:cNvPr>
          <p:cNvSpPr txBox="1"/>
          <p:nvPr/>
        </p:nvSpPr>
        <p:spPr>
          <a:xfrm>
            <a:off x="3411261" y="34555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2CDCED1D-17F7-0500-C6AB-E2E790FA268A}"/>
              </a:ext>
            </a:extLst>
          </p:cNvPr>
          <p:cNvCxnSpPr>
            <a:cxnSpLocks/>
          </p:cNvCxnSpPr>
          <p:nvPr/>
        </p:nvCxnSpPr>
        <p:spPr>
          <a:xfrm flipH="1">
            <a:off x="3384132" y="3640236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文本框 128">
            <a:extLst>
              <a:ext uri="{FF2B5EF4-FFF2-40B4-BE49-F238E27FC236}">
                <a16:creationId xmlns:a16="http://schemas.microsoft.com/office/drawing/2014/main" id="{BB3E67F9-EBDE-71CF-D3EF-506E89521073}"/>
              </a:ext>
            </a:extLst>
          </p:cNvPr>
          <p:cNvSpPr txBox="1"/>
          <p:nvPr/>
        </p:nvSpPr>
        <p:spPr>
          <a:xfrm>
            <a:off x="3245312" y="39150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DC09BC71-5EA9-0585-51DB-B2508CECE63F}"/>
              </a:ext>
            </a:extLst>
          </p:cNvPr>
          <p:cNvSpPr txBox="1"/>
          <p:nvPr/>
        </p:nvSpPr>
        <p:spPr>
          <a:xfrm>
            <a:off x="3541787" y="39150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E8D969F8-60B3-AE34-382D-56A6F072EC4D}"/>
              </a:ext>
            </a:extLst>
          </p:cNvPr>
          <p:cNvCxnSpPr>
            <a:cxnSpLocks/>
          </p:cNvCxnSpPr>
          <p:nvPr/>
        </p:nvCxnSpPr>
        <p:spPr>
          <a:xfrm>
            <a:off x="3550081" y="3640236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7D6F693D-A919-CB0A-C35D-ACB377BFE076}"/>
              </a:ext>
            </a:extLst>
          </p:cNvPr>
          <p:cNvSpPr txBox="1"/>
          <p:nvPr/>
        </p:nvSpPr>
        <p:spPr>
          <a:xfrm>
            <a:off x="2110163" y="314019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6D6D1FC5-3401-F037-F6E3-9698C3DD2502}"/>
              </a:ext>
            </a:extLst>
          </p:cNvPr>
          <p:cNvCxnSpPr>
            <a:cxnSpLocks/>
          </p:cNvCxnSpPr>
          <p:nvPr/>
        </p:nvCxnSpPr>
        <p:spPr>
          <a:xfrm flipH="1">
            <a:off x="1952508" y="3324856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B1F46634-B731-F237-0C34-7E0C3321DAA8}"/>
              </a:ext>
            </a:extLst>
          </p:cNvPr>
          <p:cNvSpPr txBox="1"/>
          <p:nvPr/>
        </p:nvSpPr>
        <p:spPr>
          <a:xfrm>
            <a:off x="1813688" y="36123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A465B98F-9451-6AE9-9DD4-00B7464B9432}"/>
              </a:ext>
            </a:extLst>
          </p:cNvPr>
          <p:cNvSpPr txBox="1"/>
          <p:nvPr/>
        </p:nvSpPr>
        <p:spPr>
          <a:xfrm>
            <a:off x="4329943" y="2254101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）一些满二叉树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21F77C8C-0FBF-8097-6CB4-B91F084F78DA}"/>
              </a:ext>
            </a:extLst>
          </p:cNvPr>
          <p:cNvSpPr txBox="1"/>
          <p:nvPr/>
        </p:nvSpPr>
        <p:spPr>
          <a:xfrm>
            <a:off x="4259968" y="4642588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）一些完全二叉树</a:t>
            </a:r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3D078136-021D-11F4-F035-6E46A907DE25}"/>
              </a:ext>
            </a:extLst>
          </p:cNvPr>
          <p:cNvSpPr txBox="1"/>
          <p:nvPr/>
        </p:nvSpPr>
        <p:spPr>
          <a:xfrm>
            <a:off x="5250025" y="297064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FF60726-C104-4F2C-1256-FF80A894EE00}"/>
              </a:ext>
            </a:extLst>
          </p:cNvPr>
          <p:cNvCxnSpPr>
            <a:cxnSpLocks/>
          </p:cNvCxnSpPr>
          <p:nvPr/>
        </p:nvCxnSpPr>
        <p:spPr>
          <a:xfrm flipH="1">
            <a:off x="5082953" y="317405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文本框 164">
            <a:extLst>
              <a:ext uri="{FF2B5EF4-FFF2-40B4-BE49-F238E27FC236}">
                <a16:creationId xmlns:a16="http://schemas.microsoft.com/office/drawing/2014/main" id="{35E4F96C-3C02-F60D-64C5-56F412DE39B7}"/>
              </a:ext>
            </a:extLst>
          </p:cNvPr>
          <p:cNvSpPr txBox="1"/>
          <p:nvPr/>
        </p:nvSpPr>
        <p:spPr>
          <a:xfrm>
            <a:off x="4944133" y="346159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B8C55842-6DD1-8D45-3762-C682B9476041}"/>
              </a:ext>
            </a:extLst>
          </p:cNvPr>
          <p:cNvSpPr txBox="1"/>
          <p:nvPr/>
        </p:nvSpPr>
        <p:spPr>
          <a:xfrm>
            <a:off x="5518248" y="34488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C746E416-02ED-D3DE-4866-79D553988958}"/>
              </a:ext>
            </a:extLst>
          </p:cNvPr>
          <p:cNvCxnSpPr/>
          <p:nvPr/>
        </p:nvCxnSpPr>
        <p:spPr>
          <a:xfrm>
            <a:off x="5379428" y="317405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7AF4C9B4-39CE-DCB1-9F26-C1E1EAF31E74}"/>
              </a:ext>
            </a:extLst>
          </p:cNvPr>
          <p:cNvSpPr txBox="1"/>
          <p:nvPr/>
        </p:nvSpPr>
        <p:spPr>
          <a:xfrm>
            <a:off x="4944133" y="347432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1D92DC57-17F7-119F-C87E-CA2882A1BCDD}"/>
              </a:ext>
            </a:extLst>
          </p:cNvPr>
          <p:cNvCxnSpPr>
            <a:cxnSpLocks/>
          </p:cNvCxnSpPr>
          <p:nvPr/>
        </p:nvCxnSpPr>
        <p:spPr>
          <a:xfrm flipH="1">
            <a:off x="4917004" y="365898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7656AC0-CEE2-AB0D-CBFB-805F3A79A1F1}"/>
              </a:ext>
            </a:extLst>
          </p:cNvPr>
          <p:cNvSpPr txBox="1"/>
          <p:nvPr/>
        </p:nvSpPr>
        <p:spPr>
          <a:xfrm>
            <a:off x="4778184" y="39337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8EE3385E-AB30-0B82-1E86-57F542D4A822}"/>
              </a:ext>
            </a:extLst>
          </p:cNvPr>
          <p:cNvSpPr txBox="1"/>
          <p:nvPr/>
        </p:nvSpPr>
        <p:spPr>
          <a:xfrm>
            <a:off x="5074659" y="39337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D5CEDD84-F598-BF99-6270-DCF899865826}"/>
              </a:ext>
            </a:extLst>
          </p:cNvPr>
          <p:cNvCxnSpPr>
            <a:cxnSpLocks/>
          </p:cNvCxnSpPr>
          <p:nvPr/>
        </p:nvCxnSpPr>
        <p:spPr>
          <a:xfrm>
            <a:off x="5082953" y="365898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5F1A2646-180F-B161-D5AC-41B9BB09C665}"/>
              </a:ext>
            </a:extLst>
          </p:cNvPr>
          <p:cNvCxnSpPr>
            <a:cxnSpLocks/>
          </p:cNvCxnSpPr>
          <p:nvPr/>
        </p:nvCxnSpPr>
        <p:spPr>
          <a:xfrm flipH="1">
            <a:off x="3950856" y="363194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" name="文本框 173">
            <a:extLst>
              <a:ext uri="{FF2B5EF4-FFF2-40B4-BE49-F238E27FC236}">
                <a16:creationId xmlns:a16="http://schemas.microsoft.com/office/drawing/2014/main" id="{823876C8-194E-3015-5EB0-7607BB9A9A24}"/>
              </a:ext>
            </a:extLst>
          </p:cNvPr>
          <p:cNvSpPr txBox="1"/>
          <p:nvPr/>
        </p:nvSpPr>
        <p:spPr>
          <a:xfrm>
            <a:off x="3812036" y="390675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32A2424A-AA9D-E4FD-5FE3-896D10B41023}"/>
              </a:ext>
            </a:extLst>
          </p:cNvPr>
          <p:cNvCxnSpPr>
            <a:cxnSpLocks/>
          </p:cNvCxnSpPr>
          <p:nvPr/>
        </p:nvCxnSpPr>
        <p:spPr>
          <a:xfrm flipH="1">
            <a:off x="8435176" y="2943231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文本框 175">
            <a:extLst>
              <a:ext uri="{FF2B5EF4-FFF2-40B4-BE49-F238E27FC236}">
                <a16:creationId xmlns:a16="http://schemas.microsoft.com/office/drawing/2014/main" id="{B5219A7E-E6ED-93D4-E4F0-0639CEFA0B21}"/>
              </a:ext>
            </a:extLst>
          </p:cNvPr>
          <p:cNvSpPr txBox="1"/>
          <p:nvPr/>
        </p:nvSpPr>
        <p:spPr>
          <a:xfrm>
            <a:off x="8296356" y="32307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CCE10F61-FCA1-B476-0628-66535EE9A63F}"/>
              </a:ext>
            </a:extLst>
          </p:cNvPr>
          <p:cNvSpPr txBox="1"/>
          <p:nvPr/>
        </p:nvSpPr>
        <p:spPr>
          <a:xfrm>
            <a:off x="8870471" y="32180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B40FD0E3-6B54-D465-DC24-CA760393A43B}"/>
              </a:ext>
            </a:extLst>
          </p:cNvPr>
          <p:cNvCxnSpPr/>
          <p:nvPr/>
        </p:nvCxnSpPr>
        <p:spPr>
          <a:xfrm>
            <a:off x="8731651" y="2943231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972E8348-C0C1-B2B7-9AB7-EB5F00EE3C92}"/>
              </a:ext>
            </a:extLst>
          </p:cNvPr>
          <p:cNvCxnSpPr>
            <a:cxnSpLocks/>
          </p:cNvCxnSpPr>
          <p:nvPr/>
        </p:nvCxnSpPr>
        <p:spPr>
          <a:xfrm flipH="1">
            <a:off x="8277521" y="3418431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1D130EDC-830C-F1EA-D002-098FF65CAA53}"/>
              </a:ext>
            </a:extLst>
          </p:cNvPr>
          <p:cNvSpPr txBox="1"/>
          <p:nvPr/>
        </p:nvSpPr>
        <p:spPr>
          <a:xfrm>
            <a:off x="8138701" y="36932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C6BE3E53-6A46-50AA-E7F1-AD78281457A8}"/>
              </a:ext>
            </a:extLst>
          </p:cNvPr>
          <p:cNvSpPr txBox="1"/>
          <p:nvPr/>
        </p:nvSpPr>
        <p:spPr>
          <a:xfrm>
            <a:off x="8435176" y="36932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35112992-5BB7-9238-B943-D8DBCE9E6A27}"/>
              </a:ext>
            </a:extLst>
          </p:cNvPr>
          <p:cNvCxnSpPr>
            <a:cxnSpLocks/>
          </p:cNvCxnSpPr>
          <p:nvPr/>
        </p:nvCxnSpPr>
        <p:spPr>
          <a:xfrm>
            <a:off x="8443470" y="3418431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27F83D5D-C6A9-8D0F-B1D5-58FA53DA01FF}"/>
              </a:ext>
            </a:extLst>
          </p:cNvPr>
          <p:cNvCxnSpPr>
            <a:cxnSpLocks/>
          </p:cNvCxnSpPr>
          <p:nvPr/>
        </p:nvCxnSpPr>
        <p:spPr>
          <a:xfrm flipH="1">
            <a:off x="8843342" y="3419915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文本框 183">
            <a:extLst>
              <a:ext uri="{FF2B5EF4-FFF2-40B4-BE49-F238E27FC236}">
                <a16:creationId xmlns:a16="http://schemas.microsoft.com/office/drawing/2014/main" id="{4D1C070F-CDF6-5C7D-A324-EA42D0ADA0AA}"/>
              </a:ext>
            </a:extLst>
          </p:cNvPr>
          <p:cNvSpPr txBox="1"/>
          <p:nvPr/>
        </p:nvSpPr>
        <p:spPr>
          <a:xfrm>
            <a:off x="8704522" y="3694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D449BAA2-03DB-C63B-64EB-FC3B6C31FA52}"/>
              </a:ext>
            </a:extLst>
          </p:cNvPr>
          <p:cNvSpPr txBox="1"/>
          <p:nvPr/>
        </p:nvSpPr>
        <p:spPr>
          <a:xfrm>
            <a:off x="9000997" y="3694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B018966E-07C0-0B19-9E2C-FFD981940C17}"/>
              </a:ext>
            </a:extLst>
          </p:cNvPr>
          <p:cNvCxnSpPr>
            <a:cxnSpLocks/>
          </p:cNvCxnSpPr>
          <p:nvPr/>
        </p:nvCxnSpPr>
        <p:spPr>
          <a:xfrm>
            <a:off x="9009291" y="3419915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>
            <a:extLst>
              <a:ext uri="{FF2B5EF4-FFF2-40B4-BE49-F238E27FC236}">
                <a16:creationId xmlns:a16="http://schemas.microsoft.com/office/drawing/2014/main" id="{E9D0DDA0-D586-5D66-BFBF-D1495B6AEDB2}"/>
              </a:ext>
            </a:extLst>
          </p:cNvPr>
          <p:cNvCxnSpPr>
            <a:cxnSpLocks/>
          </p:cNvCxnSpPr>
          <p:nvPr/>
        </p:nvCxnSpPr>
        <p:spPr>
          <a:xfrm flipH="1">
            <a:off x="8519757" y="38748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E922B985-01A5-149C-2456-C48B66E7E5B0}"/>
              </a:ext>
            </a:extLst>
          </p:cNvPr>
          <p:cNvSpPr txBox="1"/>
          <p:nvPr/>
        </p:nvSpPr>
        <p:spPr>
          <a:xfrm>
            <a:off x="8369913" y="41482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361556DF-ED65-51C6-C104-BAEB4A6408A6}"/>
              </a:ext>
            </a:extLst>
          </p:cNvPr>
          <p:cNvCxnSpPr>
            <a:cxnSpLocks/>
            <a:endCxn id="195" idx="1"/>
          </p:cNvCxnSpPr>
          <p:nvPr/>
        </p:nvCxnSpPr>
        <p:spPr>
          <a:xfrm flipH="1">
            <a:off x="8213149" y="38733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文本框 193">
            <a:extLst>
              <a:ext uri="{FF2B5EF4-FFF2-40B4-BE49-F238E27FC236}">
                <a16:creationId xmlns:a16="http://schemas.microsoft.com/office/drawing/2014/main" id="{47E76821-016B-FA0F-32FA-DD4E2F8E80A2}"/>
              </a:ext>
            </a:extLst>
          </p:cNvPr>
          <p:cNvSpPr txBox="1"/>
          <p:nvPr/>
        </p:nvSpPr>
        <p:spPr>
          <a:xfrm>
            <a:off x="8063305" y="4146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4AC62F15-F564-6DBD-1368-9FA8977208DB}"/>
              </a:ext>
            </a:extLst>
          </p:cNvPr>
          <p:cNvSpPr txBox="1"/>
          <p:nvPr/>
        </p:nvSpPr>
        <p:spPr>
          <a:xfrm>
            <a:off x="8213149" y="4143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C1D2D8EA-29B9-6D64-D2C8-72B80838A402}"/>
              </a:ext>
            </a:extLst>
          </p:cNvPr>
          <p:cNvCxnSpPr>
            <a:cxnSpLocks/>
          </p:cNvCxnSpPr>
          <p:nvPr/>
        </p:nvCxnSpPr>
        <p:spPr>
          <a:xfrm>
            <a:off x="8267388" y="387339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文本框 197">
            <a:extLst>
              <a:ext uri="{FF2B5EF4-FFF2-40B4-BE49-F238E27FC236}">
                <a16:creationId xmlns:a16="http://schemas.microsoft.com/office/drawing/2014/main" id="{B37F8C3F-D310-95F9-7826-85F9942DCD9F}"/>
              </a:ext>
            </a:extLst>
          </p:cNvPr>
          <p:cNvSpPr txBox="1"/>
          <p:nvPr/>
        </p:nvSpPr>
        <p:spPr>
          <a:xfrm>
            <a:off x="8611428" y="273717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4391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BA808-6A1A-6114-2159-6851597D3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椭圆 31">
            <a:extLst>
              <a:ext uri="{FF2B5EF4-FFF2-40B4-BE49-F238E27FC236}">
                <a16:creationId xmlns:a16="http://schemas.microsoft.com/office/drawing/2014/main" id="{CF1C76E7-2F98-BA88-9203-829E4EB1A084}"/>
              </a:ext>
            </a:extLst>
          </p:cNvPr>
          <p:cNvSpPr/>
          <p:nvPr/>
        </p:nvSpPr>
        <p:spPr>
          <a:xfrm>
            <a:off x="5396313" y="773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897F73F6-536B-7ED4-5B6C-5D3CFEE1E6EB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3127B2E-D5E3-4925-49E4-37C8983E61E3}"/>
              </a:ext>
            </a:extLst>
          </p:cNvPr>
          <p:cNvSpPr/>
          <p:nvPr/>
        </p:nvSpPr>
        <p:spPr>
          <a:xfrm>
            <a:off x="6895537" y="1204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7A81ECD-D744-1C8E-EEA1-C6DAEB05844C}"/>
              </a:ext>
            </a:extLst>
          </p:cNvPr>
          <p:cNvCxnSpPr>
            <a:cxnSpLocks/>
            <a:stCxn id="32" idx="3"/>
            <a:endCxn id="33" idx="7"/>
          </p:cNvCxnSpPr>
          <p:nvPr/>
        </p:nvCxnSpPr>
        <p:spPr>
          <a:xfrm flipH="1">
            <a:off x="3998440" y="1057771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85BDEF5-18CB-7154-6E78-6B241EDDBB5A}"/>
              </a:ext>
            </a:extLst>
          </p:cNvPr>
          <p:cNvCxnSpPr>
            <a:stCxn id="32" idx="5"/>
            <a:endCxn id="34" idx="1"/>
          </p:cNvCxnSpPr>
          <p:nvPr/>
        </p:nvCxnSpPr>
        <p:spPr>
          <a:xfrm>
            <a:off x="5680826" y="1057771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椭圆 39">
            <a:extLst>
              <a:ext uri="{FF2B5EF4-FFF2-40B4-BE49-F238E27FC236}">
                <a16:creationId xmlns:a16="http://schemas.microsoft.com/office/drawing/2014/main" id="{0312F385-69AD-6CD4-D14C-D25F89767600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F23DC41F-8EA3-8759-E5C5-AB34FCC47822}"/>
              </a:ext>
            </a:extLst>
          </p:cNvPr>
          <p:cNvSpPr/>
          <p:nvPr/>
        </p:nvSpPr>
        <p:spPr>
          <a:xfrm>
            <a:off x="7547960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8A900F8-F5E1-93A7-5B6F-98D5BC08732E}"/>
              </a:ext>
            </a:extLst>
          </p:cNvPr>
          <p:cNvSpPr/>
          <p:nvPr/>
        </p:nvSpPr>
        <p:spPr>
          <a:xfrm>
            <a:off x="3969750" y="25284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6CDF7AC5-DC4A-BE42-8991-49633435BDC9}"/>
              </a:ext>
            </a:extLst>
          </p:cNvPr>
          <p:cNvSpPr/>
          <p:nvPr/>
        </p:nvSpPr>
        <p:spPr>
          <a:xfrm>
            <a:off x="7101261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AD468AE3-A8D5-5B71-D3F1-4237D88D1561}"/>
              </a:ext>
            </a:extLst>
          </p:cNvPr>
          <p:cNvSpPr/>
          <p:nvPr/>
        </p:nvSpPr>
        <p:spPr>
          <a:xfrm>
            <a:off x="8029157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E053D32-9DBC-B27B-7B25-151F018A0473}"/>
              </a:ext>
            </a:extLst>
          </p:cNvPr>
          <p:cNvCxnSpPr>
            <a:stCxn id="33" idx="5"/>
            <a:endCxn id="40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51120C01-4AFC-9C3F-64E0-72C0F3CAAB1D}"/>
              </a:ext>
            </a:extLst>
          </p:cNvPr>
          <p:cNvCxnSpPr>
            <a:stCxn id="34" idx="5"/>
            <a:endCxn id="42" idx="1"/>
          </p:cNvCxnSpPr>
          <p:nvPr/>
        </p:nvCxnSpPr>
        <p:spPr>
          <a:xfrm>
            <a:off x="7180050" y="1489447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35D32ED5-640F-12AA-A31A-E0FCD6623FAE}"/>
              </a:ext>
            </a:extLst>
          </p:cNvPr>
          <p:cNvCxnSpPr>
            <a:stCxn id="40" idx="3"/>
            <a:endCxn id="44" idx="0"/>
          </p:cNvCxnSpPr>
          <p:nvPr/>
        </p:nvCxnSpPr>
        <p:spPr>
          <a:xfrm flipH="1">
            <a:off x="4136414" y="2087017"/>
            <a:ext cx="401277" cy="441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D2AA23C2-D66C-6862-8CE7-E81226B31E4F}"/>
              </a:ext>
            </a:extLst>
          </p:cNvPr>
          <p:cNvCxnSpPr>
            <a:stCxn id="42" idx="3"/>
            <a:endCxn id="46" idx="0"/>
          </p:cNvCxnSpPr>
          <p:nvPr/>
        </p:nvCxnSpPr>
        <p:spPr>
          <a:xfrm flipH="1">
            <a:off x="7267925" y="2087017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00DBF7B-413D-86A4-2728-8E2D020CC1F7}"/>
              </a:ext>
            </a:extLst>
          </p:cNvPr>
          <p:cNvCxnSpPr>
            <a:stCxn id="42" idx="5"/>
            <a:endCxn id="48" idx="0"/>
          </p:cNvCxnSpPr>
          <p:nvPr/>
        </p:nvCxnSpPr>
        <p:spPr>
          <a:xfrm>
            <a:off x="7832473" y="2087017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3E31C59B-EC41-3F0C-B3B0-8BCDDF429780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C666C697-D2E7-A382-0ECC-42D290D560AD}"/>
              </a:ext>
            </a:extLst>
          </p:cNvPr>
          <p:cNvSpPr/>
          <p:nvPr/>
        </p:nvSpPr>
        <p:spPr>
          <a:xfrm>
            <a:off x="5979261" y="180473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30A38E00-1C79-261B-B4FE-F19B23C807A2}"/>
              </a:ext>
            </a:extLst>
          </p:cNvPr>
          <p:cNvSpPr/>
          <p:nvPr/>
        </p:nvSpPr>
        <p:spPr>
          <a:xfrm>
            <a:off x="5666125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D867C987-E180-D520-1D1A-539DDA40736F}"/>
              </a:ext>
            </a:extLst>
          </p:cNvPr>
          <p:cNvSpPr/>
          <p:nvPr/>
        </p:nvSpPr>
        <p:spPr>
          <a:xfrm>
            <a:off x="2338601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C2D65A6A-A3D5-1856-3A89-A45CBBFF267D}"/>
              </a:ext>
            </a:extLst>
          </p:cNvPr>
          <p:cNvSpPr/>
          <p:nvPr/>
        </p:nvSpPr>
        <p:spPr>
          <a:xfrm>
            <a:off x="3062102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667AAA02-540E-FF47-B9F8-B3C0586141A5}"/>
              </a:ext>
            </a:extLst>
          </p:cNvPr>
          <p:cNvSpPr/>
          <p:nvPr/>
        </p:nvSpPr>
        <p:spPr>
          <a:xfrm>
            <a:off x="4933517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4319A7B2-ACAE-EEBD-D7ED-B0B8532B02AD}"/>
              </a:ext>
            </a:extLst>
          </p:cNvPr>
          <p:cNvSpPr/>
          <p:nvPr/>
        </p:nvSpPr>
        <p:spPr>
          <a:xfrm>
            <a:off x="6385078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4B287AD6-3320-B1BB-50BF-EA840773E605}"/>
              </a:ext>
            </a:extLst>
          </p:cNvPr>
          <p:cNvCxnSpPr>
            <a:stCxn id="33" idx="3"/>
            <a:endCxn id="60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B48A71A1-0C04-8657-55F3-0BCC95DD48F0}"/>
              </a:ext>
            </a:extLst>
          </p:cNvPr>
          <p:cNvCxnSpPr>
            <a:stCxn id="34" idx="3"/>
            <a:endCxn id="62" idx="7"/>
          </p:cNvCxnSpPr>
          <p:nvPr/>
        </p:nvCxnSpPr>
        <p:spPr>
          <a:xfrm flipH="1">
            <a:off x="6263774" y="1489447"/>
            <a:ext cx="680578" cy="36410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6FD3441B-252B-3C8E-F556-5F3709B482DA}"/>
              </a:ext>
            </a:extLst>
          </p:cNvPr>
          <p:cNvCxnSpPr>
            <a:endCxn id="81" idx="0"/>
          </p:cNvCxnSpPr>
          <p:nvPr/>
        </p:nvCxnSpPr>
        <p:spPr>
          <a:xfrm flipH="1">
            <a:off x="2505265" y="2135832"/>
            <a:ext cx="253326" cy="36262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C9D6C8EB-9D8A-F8EF-169C-9E212C980A5E}"/>
              </a:ext>
            </a:extLst>
          </p:cNvPr>
          <p:cNvCxnSpPr>
            <a:stCxn id="60" idx="5"/>
            <a:endCxn id="83" idx="0"/>
          </p:cNvCxnSpPr>
          <p:nvPr/>
        </p:nvCxnSpPr>
        <p:spPr>
          <a:xfrm>
            <a:off x="3043104" y="2087017"/>
            <a:ext cx="185662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FCEEE18D-0605-7F85-FDA8-10E06559DFE7}"/>
              </a:ext>
            </a:extLst>
          </p:cNvPr>
          <p:cNvCxnSpPr>
            <a:stCxn id="40" idx="5"/>
            <a:endCxn id="85" idx="0"/>
          </p:cNvCxnSpPr>
          <p:nvPr/>
        </p:nvCxnSpPr>
        <p:spPr>
          <a:xfrm>
            <a:off x="4773389" y="2087017"/>
            <a:ext cx="326792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59C1D8CA-6AEC-2381-0B96-568C0A37BEA7}"/>
              </a:ext>
            </a:extLst>
          </p:cNvPr>
          <p:cNvCxnSpPr>
            <a:stCxn id="62" idx="3"/>
            <a:endCxn id="64" idx="0"/>
          </p:cNvCxnSpPr>
          <p:nvPr/>
        </p:nvCxnSpPr>
        <p:spPr>
          <a:xfrm flipH="1">
            <a:off x="5832789" y="2089250"/>
            <a:ext cx="195287" cy="4092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C076FDBF-6505-97F6-7BEB-CD3EBD158829}"/>
              </a:ext>
            </a:extLst>
          </p:cNvPr>
          <p:cNvCxnSpPr>
            <a:stCxn id="62" idx="5"/>
            <a:endCxn id="90" idx="0"/>
          </p:cNvCxnSpPr>
          <p:nvPr/>
        </p:nvCxnSpPr>
        <p:spPr>
          <a:xfrm>
            <a:off x="6263774" y="2089250"/>
            <a:ext cx="287968" cy="4092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90AE19D3-7DC0-BEC9-074F-2F5ADDD1523C}"/>
              </a:ext>
            </a:extLst>
          </p:cNvPr>
          <p:cNvSpPr txBox="1"/>
          <p:nvPr/>
        </p:nvSpPr>
        <p:spPr>
          <a:xfrm>
            <a:off x="5165884" y="581046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18F6FDA2-E525-465E-A411-91680028A6FD}"/>
              </a:ext>
            </a:extLst>
          </p:cNvPr>
          <p:cNvSpPr txBox="1"/>
          <p:nvPr/>
        </p:nvSpPr>
        <p:spPr>
          <a:xfrm>
            <a:off x="3490908" y="105777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522D7B32-40A1-F842-00A3-C20362C38509}"/>
              </a:ext>
            </a:extLst>
          </p:cNvPr>
          <p:cNvSpPr txBox="1"/>
          <p:nvPr/>
        </p:nvSpPr>
        <p:spPr>
          <a:xfrm>
            <a:off x="7874525" y="1661390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7</a:t>
            </a:r>
            <a:endParaRPr lang="zh-CN" altLang="en-US" sz="140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55808E2-F74B-D975-89B5-0BDBA8AC583C}"/>
              </a:ext>
            </a:extLst>
          </p:cNvPr>
          <p:cNvSpPr txBox="1"/>
          <p:nvPr/>
        </p:nvSpPr>
        <p:spPr>
          <a:xfrm>
            <a:off x="5706704" y="166139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6</a:t>
            </a:r>
            <a:endParaRPr lang="zh-CN" altLang="en-US" sz="140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7F98B493-2DE5-10BE-AD9A-EC8135895847}"/>
              </a:ext>
            </a:extLst>
          </p:cNvPr>
          <p:cNvSpPr txBox="1"/>
          <p:nvPr/>
        </p:nvSpPr>
        <p:spPr>
          <a:xfrm>
            <a:off x="4254245" y="1685456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5</a:t>
            </a:r>
            <a:endParaRPr lang="zh-CN" altLang="en-US" sz="1400"/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2479C8E1-A573-B9B1-839B-AC16FABEBA46}"/>
              </a:ext>
            </a:extLst>
          </p:cNvPr>
          <p:cNvSpPr txBox="1"/>
          <p:nvPr/>
        </p:nvSpPr>
        <p:spPr>
          <a:xfrm>
            <a:off x="2430822" y="1665502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4</a:t>
            </a:r>
            <a:endParaRPr lang="zh-CN" altLang="en-US" sz="1400"/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83FCD7F1-F948-7CF0-A9DE-4E9C62FF287F}"/>
              </a:ext>
            </a:extLst>
          </p:cNvPr>
          <p:cNvSpPr txBox="1"/>
          <p:nvPr/>
        </p:nvSpPr>
        <p:spPr>
          <a:xfrm>
            <a:off x="7216180" y="107053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3</a:t>
            </a:r>
            <a:endParaRPr lang="zh-CN" altLang="en-US" sz="1400"/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4094D95D-972D-5731-7795-C86E213D9336}"/>
              </a:ext>
            </a:extLst>
          </p:cNvPr>
          <p:cNvSpPr txBox="1"/>
          <p:nvPr/>
        </p:nvSpPr>
        <p:spPr>
          <a:xfrm>
            <a:off x="4771331" y="2824972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11</a:t>
            </a:r>
            <a:endParaRPr lang="zh-CN" altLang="en-US" sz="14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AE455C30-A97E-5860-B4DD-16C94FDF3C48}"/>
              </a:ext>
            </a:extLst>
          </p:cNvPr>
          <p:cNvSpPr txBox="1"/>
          <p:nvPr/>
        </p:nvSpPr>
        <p:spPr>
          <a:xfrm>
            <a:off x="3777761" y="2837818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10</a:t>
            </a:r>
            <a:endParaRPr lang="zh-CN" altLang="en-US" sz="1400"/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27AF0F8-C013-9D03-4625-607D0A2EBBDB}"/>
              </a:ext>
            </a:extLst>
          </p:cNvPr>
          <p:cNvSpPr txBox="1"/>
          <p:nvPr/>
        </p:nvSpPr>
        <p:spPr>
          <a:xfrm>
            <a:off x="3028931" y="283781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9</a:t>
            </a:r>
            <a:endParaRPr lang="zh-CN" altLang="en-US" sz="1400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CBF19327-ABA1-B61C-103F-0EDC76CEFEDE}"/>
              </a:ext>
            </a:extLst>
          </p:cNvPr>
          <p:cNvSpPr txBox="1"/>
          <p:nvPr/>
        </p:nvSpPr>
        <p:spPr>
          <a:xfrm>
            <a:off x="2020034" y="2829512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</a:t>
            </a:r>
            <a:endParaRPr lang="zh-CN" altLang="en-US" sz="1400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DE35FD23-9CFD-D30F-26A5-A2B3A16C3D25}"/>
              </a:ext>
            </a:extLst>
          </p:cNvPr>
          <p:cNvSpPr txBox="1"/>
          <p:nvPr/>
        </p:nvSpPr>
        <p:spPr>
          <a:xfrm>
            <a:off x="7060951" y="283781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14</a:t>
            </a:r>
            <a:endParaRPr lang="zh-CN" altLang="en-US" sz="1400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DA63B433-0AA8-ECEB-FFA3-B80134055ECF}"/>
              </a:ext>
            </a:extLst>
          </p:cNvPr>
          <p:cNvSpPr txBox="1"/>
          <p:nvPr/>
        </p:nvSpPr>
        <p:spPr>
          <a:xfrm>
            <a:off x="6326761" y="2824970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13</a:t>
            </a:r>
            <a:endParaRPr lang="zh-CN" altLang="en-US" sz="14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E3A8D3DC-E427-90F2-215A-C76BC4D9F3D1}"/>
              </a:ext>
            </a:extLst>
          </p:cNvPr>
          <p:cNvSpPr txBox="1"/>
          <p:nvPr/>
        </p:nvSpPr>
        <p:spPr>
          <a:xfrm>
            <a:off x="5592571" y="2824971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12</a:t>
            </a:r>
            <a:endParaRPr lang="zh-CN" altLang="en-US" sz="14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DA32FC20-B3F1-ED22-BFEC-3D4BD24DE18F}"/>
              </a:ext>
            </a:extLst>
          </p:cNvPr>
          <p:cNvSpPr txBox="1"/>
          <p:nvPr/>
        </p:nvSpPr>
        <p:spPr>
          <a:xfrm>
            <a:off x="7995375" y="283781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15</a:t>
            </a:r>
            <a:endParaRPr lang="zh-CN" altLang="en-US" sz="1400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4F4156E8-C013-B9FD-642C-03D88A8E9462}"/>
              </a:ext>
            </a:extLst>
          </p:cNvPr>
          <p:cNvSpPr txBox="1"/>
          <p:nvPr/>
        </p:nvSpPr>
        <p:spPr>
          <a:xfrm>
            <a:off x="831076" y="3508221"/>
            <a:ext cx="8402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nodes[]</a:t>
            </a:r>
            <a:endParaRPr lang="zh-CN" altLang="en-US" sz="1600"/>
          </a:p>
        </p:txBody>
      </p:sp>
      <p:grpSp>
        <p:nvGrpSpPr>
          <p:cNvPr id="142" name="组合 141">
            <a:extLst>
              <a:ext uri="{FF2B5EF4-FFF2-40B4-BE49-F238E27FC236}">
                <a16:creationId xmlns:a16="http://schemas.microsoft.com/office/drawing/2014/main" id="{2C78CEB1-BD8E-71A6-A961-151B80A5A36B}"/>
              </a:ext>
            </a:extLst>
          </p:cNvPr>
          <p:cNvGrpSpPr/>
          <p:nvPr/>
        </p:nvGrpSpPr>
        <p:grpSpPr>
          <a:xfrm>
            <a:off x="1772018" y="3539804"/>
            <a:ext cx="1973146" cy="307777"/>
            <a:chOff x="1875722" y="3531498"/>
            <a:chExt cx="1973146" cy="307777"/>
          </a:xfrm>
        </p:grpSpPr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96AFBE68-4148-B4E5-5983-77CBB02A5CF9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0A0D33D4-C378-E8CF-C22D-F65B55C23205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A</a:t>
              </a:r>
              <a:endParaRPr lang="zh-CN" altLang="en-US"/>
            </a:p>
          </p:txBody>
        </p: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3DEEB16A-A16D-8099-A686-78945E90F331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B</a:t>
              </a:r>
              <a:endParaRPr lang="zh-CN" altLang="en-US"/>
            </a:p>
          </p:txBody>
        </p: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2CBF1727-234A-2756-9C8B-031B4F6FB32F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C</a:t>
              </a:r>
              <a:endParaRPr lang="zh-CN" altLang="en-US"/>
            </a:p>
          </p:txBody>
        </p:sp>
      </p:grpSp>
      <p:grpSp>
        <p:nvGrpSpPr>
          <p:cNvPr id="143" name="组合 142">
            <a:extLst>
              <a:ext uri="{FF2B5EF4-FFF2-40B4-BE49-F238E27FC236}">
                <a16:creationId xmlns:a16="http://schemas.microsoft.com/office/drawing/2014/main" id="{401A9813-3407-063D-40FA-F538F02588CA}"/>
              </a:ext>
            </a:extLst>
          </p:cNvPr>
          <p:cNvGrpSpPr/>
          <p:nvPr/>
        </p:nvGrpSpPr>
        <p:grpSpPr>
          <a:xfrm>
            <a:off x="3745164" y="3539803"/>
            <a:ext cx="1973146" cy="307777"/>
            <a:chOff x="1875722" y="3531498"/>
            <a:chExt cx="1973146" cy="307777"/>
          </a:xfrm>
        </p:grpSpPr>
        <p:sp>
          <p:nvSpPr>
            <p:cNvPr id="144" name="矩形 143">
              <a:extLst>
                <a:ext uri="{FF2B5EF4-FFF2-40B4-BE49-F238E27FC236}">
                  <a16:creationId xmlns:a16="http://schemas.microsoft.com/office/drawing/2014/main" id="{4B8B0CD7-3D2B-0480-1E50-8877FF92F30A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92B2A43B-03AE-6AC1-07CC-97A8D6E7F36E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D</a:t>
              </a:r>
              <a:endParaRPr lang="zh-CN" altLang="en-US"/>
            </a:p>
          </p:txBody>
        </p: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76B58572-F44D-4955-29AF-F8053A2BC8ED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99E9C33E-1E7E-149E-315B-005B37C2EF25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E</a:t>
              </a:r>
              <a:endParaRPr lang="zh-CN" altLang="en-US"/>
            </a:p>
          </p:txBody>
        </p:sp>
      </p:grpSp>
      <p:grpSp>
        <p:nvGrpSpPr>
          <p:cNvPr id="148" name="组合 147">
            <a:extLst>
              <a:ext uri="{FF2B5EF4-FFF2-40B4-BE49-F238E27FC236}">
                <a16:creationId xmlns:a16="http://schemas.microsoft.com/office/drawing/2014/main" id="{DF858896-2DC1-49FF-85FF-9F8502D15106}"/>
              </a:ext>
            </a:extLst>
          </p:cNvPr>
          <p:cNvGrpSpPr/>
          <p:nvPr/>
        </p:nvGrpSpPr>
        <p:grpSpPr>
          <a:xfrm>
            <a:off x="5718310" y="3539803"/>
            <a:ext cx="1973146" cy="307777"/>
            <a:chOff x="1875722" y="3531498"/>
            <a:chExt cx="1973146" cy="307777"/>
          </a:xfrm>
        </p:grpSpPr>
        <p:sp>
          <p:nvSpPr>
            <p:cNvPr id="149" name="矩形 148">
              <a:extLst>
                <a:ext uri="{FF2B5EF4-FFF2-40B4-BE49-F238E27FC236}">
                  <a16:creationId xmlns:a16="http://schemas.microsoft.com/office/drawing/2014/main" id="{0B93DF9C-E80F-A2D2-88C8-0512467ABCEA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542D1DBB-1D02-D280-BE30-AD1C22C69960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F682076-059E-E4ED-9087-501DA5B83740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F</a:t>
              </a:r>
              <a:endParaRPr lang="zh-CN" altLang="en-US"/>
            </a:p>
          </p:txBody>
        </p:sp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97BC92FB-DD2A-AC51-1887-30968CD55D76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2507EB55-463B-F124-5F2B-2F1F3646D443}"/>
              </a:ext>
            </a:extLst>
          </p:cNvPr>
          <p:cNvSpPr/>
          <p:nvPr/>
        </p:nvSpPr>
        <p:spPr>
          <a:xfrm>
            <a:off x="7689587" y="3539803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 -</a:t>
            </a:r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286C94EA-480C-CB04-C7F6-457384E092F1}"/>
              </a:ext>
            </a:extLst>
          </p:cNvPr>
          <p:cNvSpPr/>
          <p:nvPr/>
        </p:nvSpPr>
        <p:spPr>
          <a:xfrm>
            <a:off x="8180415" y="3539802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 -</a:t>
            </a:r>
            <a:endParaRPr lang="zh-CN" altLang="en-US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7461082D-B854-B345-8089-2E332167DC28}"/>
              </a:ext>
            </a:extLst>
          </p:cNvPr>
          <p:cNvSpPr txBox="1"/>
          <p:nvPr/>
        </p:nvSpPr>
        <p:spPr>
          <a:xfrm>
            <a:off x="1772018" y="3840727"/>
            <a:ext cx="84994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        1	   2       3	    4        5       6       7       8      9      10     11     12     13     14     15     16</a:t>
            </a:r>
            <a:endParaRPr lang="zh-CN" altLang="en-US" sz="1600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BA93C04D-E8E2-3573-B61E-0D5E57AC7AA3}"/>
              </a:ext>
            </a:extLst>
          </p:cNvPr>
          <p:cNvSpPr/>
          <p:nvPr/>
        </p:nvSpPr>
        <p:spPr>
          <a:xfrm>
            <a:off x="8671244" y="3539801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9F711252-2CD4-28ED-04F9-2398186A37D7}"/>
              </a:ext>
            </a:extLst>
          </p:cNvPr>
          <p:cNvSpPr/>
          <p:nvPr/>
        </p:nvSpPr>
        <p:spPr>
          <a:xfrm>
            <a:off x="9166721" y="3539800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61482164-D2B3-8E73-356E-C771011D554C}"/>
              </a:ext>
            </a:extLst>
          </p:cNvPr>
          <p:cNvSpPr/>
          <p:nvPr/>
        </p:nvSpPr>
        <p:spPr>
          <a:xfrm>
            <a:off x="9659418" y="3539799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783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5F659-150F-DCB3-14C3-1E61CF0E7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D0F20A58-5BF6-CE71-6796-5BFCA6544334}"/>
              </a:ext>
            </a:extLst>
          </p:cNvPr>
          <p:cNvSpPr/>
          <p:nvPr/>
        </p:nvSpPr>
        <p:spPr>
          <a:xfrm>
            <a:off x="5396313" y="773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593E2DB-3EC0-8F0F-67BE-B68A1D541404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7FA067B-86C7-1F9F-BF96-BF151F1F21B5}"/>
              </a:ext>
            </a:extLst>
          </p:cNvPr>
          <p:cNvSpPr/>
          <p:nvPr/>
        </p:nvSpPr>
        <p:spPr>
          <a:xfrm>
            <a:off x="6895537" y="1204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C868E1A-68B9-8051-000F-5784317AF838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998440" y="1057771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CECEF07-2E37-04B0-F179-8D40E550C8B4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5680826" y="1057771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5B21A3AC-928C-3F75-5F7D-96B4D59CBA2B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D5E16377-CD4F-6D61-0FAB-9A593A877D30}"/>
              </a:ext>
            </a:extLst>
          </p:cNvPr>
          <p:cNvSpPr/>
          <p:nvPr/>
        </p:nvSpPr>
        <p:spPr>
          <a:xfrm>
            <a:off x="7547960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D11D6D1-7A5A-22EF-986D-BBD06FBAEA37}"/>
              </a:ext>
            </a:extLst>
          </p:cNvPr>
          <p:cNvSpPr/>
          <p:nvPr/>
        </p:nvSpPr>
        <p:spPr>
          <a:xfrm>
            <a:off x="3993662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26E3CA8A-30C0-C866-89AA-FBB0BF6B1475}"/>
              </a:ext>
            </a:extLst>
          </p:cNvPr>
          <p:cNvSpPr/>
          <p:nvPr/>
        </p:nvSpPr>
        <p:spPr>
          <a:xfrm>
            <a:off x="7101261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6C1D231A-1734-1AA5-80FC-8BA4F151B904}"/>
              </a:ext>
            </a:extLst>
          </p:cNvPr>
          <p:cNvSpPr/>
          <p:nvPr/>
        </p:nvSpPr>
        <p:spPr>
          <a:xfrm>
            <a:off x="8029157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8F5A898-89A6-D466-3587-CB1AC186FE03}"/>
              </a:ext>
            </a:extLst>
          </p:cNvPr>
          <p:cNvCxnSpPr>
            <a:stCxn id="3" idx="5"/>
            <a:endCxn id="7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966CE95-D656-0ADC-9865-B221C943EC2E}"/>
              </a:ext>
            </a:extLst>
          </p:cNvPr>
          <p:cNvCxnSpPr>
            <a:stCxn id="4" idx="5"/>
            <a:endCxn id="8" idx="1"/>
          </p:cNvCxnSpPr>
          <p:nvPr/>
        </p:nvCxnSpPr>
        <p:spPr>
          <a:xfrm>
            <a:off x="7180050" y="1489447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FA0F278-2612-C6A3-D023-8053168C632E}"/>
              </a:ext>
            </a:extLst>
          </p:cNvPr>
          <p:cNvCxnSpPr>
            <a:stCxn id="7" idx="3"/>
            <a:endCxn id="9" idx="0"/>
          </p:cNvCxnSpPr>
          <p:nvPr/>
        </p:nvCxnSpPr>
        <p:spPr>
          <a:xfrm flipH="1">
            <a:off x="4160326" y="2087017"/>
            <a:ext cx="377365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54F2207-6E58-6683-F1EF-E3670E390FFE}"/>
              </a:ext>
            </a:extLst>
          </p:cNvPr>
          <p:cNvCxnSpPr>
            <a:stCxn id="8" idx="3"/>
            <a:endCxn id="10" idx="0"/>
          </p:cNvCxnSpPr>
          <p:nvPr/>
        </p:nvCxnSpPr>
        <p:spPr>
          <a:xfrm flipH="1">
            <a:off x="7267925" y="2087017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097CDAA-998A-5DF4-EDF2-FC514E996CA6}"/>
              </a:ext>
            </a:extLst>
          </p:cNvPr>
          <p:cNvCxnSpPr>
            <a:stCxn id="8" idx="5"/>
            <a:endCxn id="11" idx="0"/>
          </p:cNvCxnSpPr>
          <p:nvPr/>
        </p:nvCxnSpPr>
        <p:spPr>
          <a:xfrm>
            <a:off x="7832473" y="2087017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7F958365-5739-9D50-F8D6-4844FED35E59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0F831AC9-CDB5-7D49-5ADC-443AA595EFC5}"/>
              </a:ext>
            </a:extLst>
          </p:cNvPr>
          <p:cNvSpPr/>
          <p:nvPr/>
        </p:nvSpPr>
        <p:spPr>
          <a:xfrm>
            <a:off x="3090670" y="249845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66D8DB3-1F1C-68B0-657E-30B19693CBA2}"/>
              </a:ext>
            </a:extLst>
          </p:cNvPr>
          <p:cNvCxnSpPr>
            <a:stCxn id="3" idx="3"/>
            <a:endCxn id="17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F9098D-3373-EEED-0119-45606001A078}"/>
              </a:ext>
            </a:extLst>
          </p:cNvPr>
          <p:cNvCxnSpPr>
            <a:stCxn id="17" idx="5"/>
            <a:endCxn id="21" idx="0"/>
          </p:cNvCxnSpPr>
          <p:nvPr/>
        </p:nvCxnSpPr>
        <p:spPr>
          <a:xfrm>
            <a:off x="3043104" y="2087017"/>
            <a:ext cx="214230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15903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8C3BD-771D-1E2C-81BD-20F18EF9C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云形 1">
            <a:extLst>
              <a:ext uri="{FF2B5EF4-FFF2-40B4-BE49-F238E27FC236}">
                <a16:creationId xmlns:a16="http://schemas.microsoft.com/office/drawing/2014/main" id="{533EC2DF-7232-C19B-53BC-EEC5CDCAC576}"/>
              </a:ext>
            </a:extLst>
          </p:cNvPr>
          <p:cNvSpPr/>
          <p:nvPr/>
        </p:nvSpPr>
        <p:spPr>
          <a:xfrm>
            <a:off x="3049501" y="2396359"/>
            <a:ext cx="1756728" cy="1617092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若干节点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EC43EF3-446E-C014-A00C-91C9C46A342C}"/>
              </a:ext>
            </a:extLst>
          </p:cNvPr>
          <p:cNvSpPr txBox="1"/>
          <p:nvPr/>
        </p:nvSpPr>
        <p:spPr>
          <a:xfrm>
            <a:off x="5540453" y="9774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" name="云形 8">
            <a:extLst>
              <a:ext uri="{FF2B5EF4-FFF2-40B4-BE49-F238E27FC236}">
                <a16:creationId xmlns:a16="http://schemas.microsoft.com/office/drawing/2014/main" id="{8F26C9D9-9B3D-69EF-FFF7-271C294DAFB9}"/>
              </a:ext>
            </a:extLst>
          </p:cNvPr>
          <p:cNvSpPr/>
          <p:nvPr/>
        </p:nvSpPr>
        <p:spPr>
          <a:xfrm>
            <a:off x="6413562" y="2396359"/>
            <a:ext cx="1756728" cy="1617092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若干节点</a:t>
            </a: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F75369C-A671-4B74-CDE5-850D059B7B55}"/>
              </a:ext>
            </a:extLst>
          </p:cNvPr>
          <p:cNvCxnSpPr>
            <a:cxnSpLocks/>
          </p:cNvCxnSpPr>
          <p:nvPr/>
        </p:nvCxnSpPr>
        <p:spPr>
          <a:xfrm flipH="1">
            <a:off x="4198132" y="1162127"/>
            <a:ext cx="1483801" cy="12342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8EFEF62-F061-C9C2-206A-4038F70F81BD}"/>
              </a:ext>
            </a:extLst>
          </p:cNvPr>
          <p:cNvCxnSpPr/>
          <p:nvPr/>
        </p:nvCxnSpPr>
        <p:spPr>
          <a:xfrm>
            <a:off x="5679273" y="1162127"/>
            <a:ext cx="1307103" cy="13738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CB9DD9E4-036F-1451-66B1-974CCFECC329}"/>
              </a:ext>
            </a:extLst>
          </p:cNvPr>
          <p:cNvSpPr txBox="1"/>
          <p:nvPr/>
        </p:nvSpPr>
        <p:spPr>
          <a:xfrm>
            <a:off x="3489283" y="409903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左子树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7CAFC56-1A8E-9242-26E6-27708D52D65F}"/>
              </a:ext>
            </a:extLst>
          </p:cNvPr>
          <p:cNvSpPr txBox="1"/>
          <p:nvPr/>
        </p:nvSpPr>
        <p:spPr>
          <a:xfrm>
            <a:off x="6853344" y="409903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右子树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26A1C89-05EC-48E1-26B6-242F40C3A37D}"/>
              </a:ext>
            </a:extLst>
          </p:cNvPr>
          <p:cNvSpPr txBox="1"/>
          <p:nvPr/>
        </p:nvSpPr>
        <p:spPr>
          <a:xfrm>
            <a:off x="3689131" y="700462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根节点，或以某节点为根的一棵子树</a:t>
            </a:r>
          </a:p>
        </p:txBody>
      </p:sp>
    </p:spTree>
    <p:extLst>
      <p:ext uri="{BB962C8B-B14F-4D97-AF65-F5344CB8AC3E}">
        <p14:creationId xmlns:p14="http://schemas.microsoft.com/office/powerpoint/2010/main" val="2530044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AFA4E-6239-7201-E3CD-4A6B0AE8C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116DBDF9-152E-333A-FEF9-C4F342E9C614}"/>
              </a:ext>
            </a:extLst>
          </p:cNvPr>
          <p:cNvSpPr/>
          <p:nvPr/>
        </p:nvSpPr>
        <p:spPr>
          <a:xfrm>
            <a:off x="1510862" y="86785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F856CBB-CAEF-41BD-91B5-E9F851874AE4}"/>
              </a:ext>
            </a:extLst>
          </p:cNvPr>
          <p:cNvSpPr/>
          <p:nvPr/>
        </p:nvSpPr>
        <p:spPr>
          <a:xfrm>
            <a:off x="893754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D80DDA6-323C-9283-4923-E21BBE7B95B9}"/>
              </a:ext>
            </a:extLst>
          </p:cNvPr>
          <p:cNvSpPr/>
          <p:nvPr/>
        </p:nvSpPr>
        <p:spPr>
          <a:xfrm>
            <a:off x="1510862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B9F5B8E-05C4-5411-3D38-11DAE27B1DC4}"/>
              </a:ext>
            </a:extLst>
          </p:cNvPr>
          <p:cNvSpPr/>
          <p:nvPr/>
        </p:nvSpPr>
        <p:spPr>
          <a:xfrm>
            <a:off x="2127970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6DC7318-26EB-313A-11AF-B2A3851AE71C}"/>
              </a:ext>
            </a:extLst>
          </p:cNvPr>
          <p:cNvSpPr/>
          <p:nvPr/>
        </p:nvSpPr>
        <p:spPr>
          <a:xfrm>
            <a:off x="893754" y="3768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B4DA9DAE-B57A-58BB-EAFA-1158C07C4CC5}"/>
              </a:ext>
            </a:extLst>
          </p:cNvPr>
          <p:cNvSpPr/>
          <p:nvPr/>
        </p:nvSpPr>
        <p:spPr>
          <a:xfrm>
            <a:off x="2127970" y="3768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7174DAA-6A8A-8F39-53CA-E3C4D8B53F40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178267" y="1152363"/>
            <a:ext cx="381410" cy="3806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567FD7F-C1E1-8C26-F17B-760E33CA4B38}"/>
              </a:ext>
            </a:extLst>
          </p:cNvPr>
          <p:cNvCxnSpPr>
            <a:stCxn id="3" idx="4"/>
            <a:endCxn id="7" idx="0"/>
          </p:cNvCxnSpPr>
          <p:nvPr/>
        </p:nvCxnSpPr>
        <p:spPr>
          <a:xfrm>
            <a:off x="1677526" y="1201178"/>
            <a:ext cx="0" cy="2830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642E5FB-89B9-976B-01F1-5994FB45A878}"/>
              </a:ext>
            </a:extLst>
          </p:cNvPr>
          <p:cNvCxnSpPr>
            <a:stCxn id="3" idx="5"/>
            <a:endCxn id="9" idx="1"/>
          </p:cNvCxnSpPr>
          <p:nvPr/>
        </p:nvCxnSpPr>
        <p:spPr>
          <a:xfrm>
            <a:off x="1795375" y="1152363"/>
            <a:ext cx="381410" cy="3806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24566E4-6230-0D0E-310E-F4B39036CD11}"/>
              </a:ext>
            </a:extLst>
          </p:cNvPr>
          <p:cNvCxnSpPr>
            <a:stCxn id="11" idx="5"/>
            <a:endCxn id="3" idx="1"/>
          </p:cNvCxnSpPr>
          <p:nvPr/>
        </p:nvCxnSpPr>
        <p:spPr>
          <a:xfrm>
            <a:off x="1178267" y="661380"/>
            <a:ext cx="381410" cy="2552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90B1701-640B-F306-FDF9-D65BEF4A833C}"/>
              </a:ext>
            </a:extLst>
          </p:cNvPr>
          <p:cNvCxnSpPr>
            <a:stCxn id="3" idx="7"/>
            <a:endCxn id="13" idx="3"/>
          </p:cNvCxnSpPr>
          <p:nvPr/>
        </p:nvCxnSpPr>
        <p:spPr>
          <a:xfrm flipV="1">
            <a:off x="1795375" y="661380"/>
            <a:ext cx="381410" cy="2552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椭圆 27">
            <a:extLst>
              <a:ext uri="{FF2B5EF4-FFF2-40B4-BE49-F238E27FC236}">
                <a16:creationId xmlns:a16="http://schemas.microsoft.com/office/drawing/2014/main" id="{127538FD-9730-1321-D949-303109970967}"/>
              </a:ext>
            </a:extLst>
          </p:cNvPr>
          <p:cNvSpPr/>
          <p:nvPr/>
        </p:nvSpPr>
        <p:spPr>
          <a:xfrm>
            <a:off x="3301000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4E0A74D9-F5F3-E205-79F5-3E79B46BBF99}"/>
              </a:ext>
            </a:extLst>
          </p:cNvPr>
          <p:cNvSpPr/>
          <p:nvPr/>
        </p:nvSpPr>
        <p:spPr>
          <a:xfrm>
            <a:off x="4026214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FA509830-91EB-2B70-0ACA-0672F9D29285}"/>
              </a:ext>
            </a:extLst>
          </p:cNvPr>
          <p:cNvSpPr/>
          <p:nvPr/>
        </p:nvSpPr>
        <p:spPr>
          <a:xfrm>
            <a:off x="4796456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1C461465-9DFE-7EA1-FC3D-26C514F0A6C4}"/>
              </a:ext>
            </a:extLst>
          </p:cNvPr>
          <p:cNvCxnSpPr>
            <a:stCxn id="28" idx="6"/>
            <a:endCxn id="30" idx="2"/>
          </p:cNvCxnSpPr>
          <p:nvPr/>
        </p:nvCxnSpPr>
        <p:spPr>
          <a:xfrm>
            <a:off x="3634328" y="1298770"/>
            <a:ext cx="3918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03F525B-8F77-FFAB-4AF1-7FC194747CD4}"/>
              </a:ext>
            </a:extLst>
          </p:cNvPr>
          <p:cNvCxnSpPr>
            <a:stCxn id="30" idx="6"/>
            <a:endCxn id="32" idx="2"/>
          </p:cNvCxnSpPr>
          <p:nvPr/>
        </p:nvCxnSpPr>
        <p:spPr>
          <a:xfrm>
            <a:off x="4359542" y="1298770"/>
            <a:ext cx="4369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15B24C01-0D97-E99E-DE74-35EB1C467F6C}"/>
              </a:ext>
            </a:extLst>
          </p:cNvPr>
          <p:cNvSpPr/>
          <p:nvPr/>
        </p:nvSpPr>
        <p:spPr>
          <a:xfrm>
            <a:off x="9730702" y="7011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90AEF2C7-0153-3BA8-D17E-8A2641F228E9}"/>
              </a:ext>
            </a:extLst>
          </p:cNvPr>
          <p:cNvSpPr/>
          <p:nvPr/>
        </p:nvSpPr>
        <p:spPr>
          <a:xfrm>
            <a:off x="9730702" y="13242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8E6908D1-ACD3-F641-EBBC-737E141351E9}"/>
              </a:ext>
            </a:extLst>
          </p:cNvPr>
          <p:cNvSpPr/>
          <p:nvPr/>
        </p:nvSpPr>
        <p:spPr>
          <a:xfrm>
            <a:off x="10500944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65D91A3F-A2C4-956C-7857-5E6E54486DF9}"/>
              </a:ext>
            </a:extLst>
          </p:cNvPr>
          <p:cNvSpPr/>
          <p:nvPr/>
        </p:nvSpPr>
        <p:spPr>
          <a:xfrm>
            <a:off x="8946931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14BECEFC-552D-C5AD-12C2-5BA54D3217E3}"/>
              </a:ext>
            </a:extLst>
          </p:cNvPr>
          <p:cNvCxnSpPr>
            <a:stCxn id="54" idx="6"/>
            <a:endCxn id="50" idx="2"/>
          </p:cNvCxnSpPr>
          <p:nvPr/>
        </p:nvCxnSpPr>
        <p:spPr>
          <a:xfrm>
            <a:off x="9280259" y="1487944"/>
            <a:ext cx="450443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BB4436D-9B72-402A-3491-25E059F468AD}"/>
              </a:ext>
            </a:extLst>
          </p:cNvPr>
          <p:cNvCxnSpPr>
            <a:stCxn id="37" idx="2"/>
            <a:endCxn id="54" idx="0"/>
          </p:cNvCxnSpPr>
          <p:nvPr/>
        </p:nvCxnSpPr>
        <p:spPr>
          <a:xfrm flipH="1">
            <a:off x="9113595" y="867850"/>
            <a:ext cx="617107" cy="453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44DFA40-24FE-A9AE-7584-0EBBB46C4009}"/>
              </a:ext>
            </a:extLst>
          </p:cNvPr>
          <p:cNvCxnSpPr>
            <a:cxnSpLocks/>
            <a:stCxn id="37" idx="6"/>
            <a:endCxn id="52" idx="1"/>
          </p:cNvCxnSpPr>
          <p:nvPr/>
        </p:nvCxnSpPr>
        <p:spPr>
          <a:xfrm>
            <a:off x="10064030" y="867850"/>
            <a:ext cx="485729" cy="5022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椭圆 61">
            <a:extLst>
              <a:ext uri="{FF2B5EF4-FFF2-40B4-BE49-F238E27FC236}">
                <a16:creationId xmlns:a16="http://schemas.microsoft.com/office/drawing/2014/main" id="{B0783932-08FA-19C8-09C6-3821F50114BA}"/>
              </a:ext>
            </a:extLst>
          </p:cNvPr>
          <p:cNvSpPr/>
          <p:nvPr/>
        </p:nvSpPr>
        <p:spPr>
          <a:xfrm>
            <a:off x="6816359" y="7011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04D2811C-3833-1444-8554-E385F42C70A6}"/>
              </a:ext>
            </a:extLst>
          </p:cNvPr>
          <p:cNvSpPr/>
          <p:nvPr/>
        </p:nvSpPr>
        <p:spPr>
          <a:xfrm>
            <a:off x="6816359" y="13242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7F1267CB-31FB-362C-60E1-97ACD101106B}"/>
              </a:ext>
            </a:extLst>
          </p:cNvPr>
          <p:cNvSpPr/>
          <p:nvPr/>
        </p:nvSpPr>
        <p:spPr>
          <a:xfrm>
            <a:off x="7586601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98DB0553-619C-517C-C040-F7BF68C5A009}"/>
              </a:ext>
            </a:extLst>
          </p:cNvPr>
          <p:cNvSpPr/>
          <p:nvPr/>
        </p:nvSpPr>
        <p:spPr>
          <a:xfrm>
            <a:off x="6032588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499CCC24-8A7D-3B61-2AEB-D04375E3132B}"/>
              </a:ext>
            </a:extLst>
          </p:cNvPr>
          <p:cNvCxnSpPr>
            <a:cxnSpLocks/>
            <a:stCxn id="65" idx="6"/>
            <a:endCxn id="63" idx="2"/>
          </p:cNvCxnSpPr>
          <p:nvPr/>
        </p:nvCxnSpPr>
        <p:spPr>
          <a:xfrm>
            <a:off x="6365916" y="1487944"/>
            <a:ext cx="450443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520C30EE-2BDA-1B73-9E92-8604DA11585B}"/>
              </a:ext>
            </a:extLst>
          </p:cNvPr>
          <p:cNvCxnSpPr>
            <a:stCxn id="62" idx="2"/>
            <a:endCxn id="65" idx="0"/>
          </p:cNvCxnSpPr>
          <p:nvPr/>
        </p:nvCxnSpPr>
        <p:spPr>
          <a:xfrm flipH="1">
            <a:off x="6199252" y="867850"/>
            <a:ext cx="617107" cy="453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127E49EF-4081-3966-F07A-BEFAACBF9111}"/>
              </a:ext>
            </a:extLst>
          </p:cNvPr>
          <p:cNvCxnSpPr>
            <a:cxnSpLocks/>
            <a:stCxn id="62" idx="4"/>
            <a:endCxn id="63" idx="0"/>
          </p:cNvCxnSpPr>
          <p:nvPr/>
        </p:nvCxnSpPr>
        <p:spPr>
          <a:xfrm>
            <a:off x="6983023" y="1034514"/>
            <a:ext cx="0" cy="2897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5F8FF3C-0CD2-72E5-D6A6-B3115BFDE209}"/>
              </a:ext>
            </a:extLst>
          </p:cNvPr>
          <p:cNvCxnSpPr>
            <a:stCxn id="63" idx="6"/>
            <a:endCxn id="64" idx="2"/>
          </p:cNvCxnSpPr>
          <p:nvPr/>
        </p:nvCxnSpPr>
        <p:spPr>
          <a:xfrm flipV="1">
            <a:off x="7149687" y="1487944"/>
            <a:ext cx="436914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D93FA39-9795-C06B-8E31-2B4F862778C5}"/>
              </a:ext>
            </a:extLst>
          </p:cNvPr>
          <p:cNvSpPr txBox="1"/>
          <p:nvPr/>
        </p:nvSpPr>
        <p:spPr>
          <a:xfrm>
            <a:off x="1479554" y="2026995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6A1A6CB-71CF-F671-16EE-3382759AFFF3}"/>
              </a:ext>
            </a:extLst>
          </p:cNvPr>
          <p:cNvSpPr txBox="1"/>
          <p:nvPr/>
        </p:nvSpPr>
        <p:spPr>
          <a:xfrm>
            <a:off x="4046636" y="202699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1B41DA-55EA-FCB1-07FA-2CDF205E24D4}"/>
              </a:ext>
            </a:extLst>
          </p:cNvPr>
          <p:cNvSpPr txBox="1"/>
          <p:nvPr/>
        </p:nvSpPr>
        <p:spPr>
          <a:xfrm>
            <a:off x="6816359" y="2026995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DCBCEB7C-E4F6-EF4A-294B-E6CEC6816E70}"/>
              </a:ext>
            </a:extLst>
          </p:cNvPr>
          <p:cNvSpPr txBox="1"/>
          <p:nvPr/>
        </p:nvSpPr>
        <p:spPr>
          <a:xfrm>
            <a:off x="9774620" y="20269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4874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0B62F-69DC-678F-017B-FB1B4379B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椭圆 17">
            <a:extLst>
              <a:ext uri="{FF2B5EF4-FFF2-40B4-BE49-F238E27FC236}">
                <a16:creationId xmlns:a16="http://schemas.microsoft.com/office/drawing/2014/main" id="{DD467519-D71A-F6BB-6455-7DB452AE7B4F}"/>
              </a:ext>
            </a:extLst>
          </p:cNvPr>
          <p:cNvSpPr/>
          <p:nvPr/>
        </p:nvSpPr>
        <p:spPr>
          <a:xfrm>
            <a:off x="4621549" y="6126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6CBC2336-8066-8AAD-8EF3-8D2C4A4F981D}"/>
              </a:ext>
            </a:extLst>
          </p:cNvPr>
          <p:cNvSpPr/>
          <p:nvPr/>
        </p:nvSpPr>
        <p:spPr>
          <a:xfrm>
            <a:off x="3278477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71DA550F-39F0-6981-8E1A-C6AFEF55AB2C}"/>
              </a:ext>
            </a:extLst>
          </p:cNvPr>
          <p:cNvSpPr/>
          <p:nvPr/>
        </p:nvSpPr>
        <p:spPr>
          <a:xfrm>
            <a:off x="4621549" y="12957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0862C33-D887-84CE-F1FD-DEC0A0C38E6E}"/>
              </a:ext>
            </a:extLst>
          </p:cNvPr>
          <p:cNvSpPr/>
          <p:nvPr/>
        </p:nvSpPr>
        <p:spPr>
          <a:xfrm>
            <a:off x="5964621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33810B5C-29A7-7B41-C5B2-9F36099C0ACB}"/>
              </a:ext>
            </a:extLst>
          </p:cNvPr>
          <p:cNvSpPr/>
          <p:nvPr/>
        </p:nvSpPr>
        <p:spPr>
          <a:xfrm>
            <a:off x="2746954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EC34DAB4-6B69-8FB0-6619-76E131D49D23}"/>
              </a:ext>
            </a:extLst>
          </p:cNvPr>
          <p:cNvSpPr/>
          <p:nvPr/>
        </p:nvSpPr>
        <p:spPr>
          <a:xfrm>
            <a:off x="366549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40B61910-ED89-30DB-C466-A5ED988E6C3D}"/>
              </a:ext>
            </a:extLst>
          </p:cNvPr>
          <p:cNvSpPr/>
          <p:nvPr/>
        </p:nvSpPr>
        <p:spPr>
          <a:xfrm>
            <a:off x="4252895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847251D6-475E-E0FD-2005-2BD0CB1FB12A}"/>
              </a:ext>
            </a:extLst>
          </p:cNvPr>
          <p:cNvSpPr/>
          <p:nvPr/>
        </p:nvSpPr>
        <p:spPr>
          <a:xfrm>
            <a:off x="497183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BB69673-1C24-E6C7-6DD2-1E110D54FA4F}"/>
              </a:ext>
            </a:extLst>
          </p:cNvPr>
          <p:cNvSpPr/>
          <p:nvPr/>
        </p:nvSpPr>
        <p:spPr>
          <a:xfrm>
            <a:off x="563129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B36D0DB7-B584-199B-FB09-1825334DC90A}"/>
              </a:ext>
            </a:extLst>
          </p:cNvPr>
          <p:cNvSpPr/>
          <p:nvPr/>
        </p:nvSpPr>
        <p:spPr>
          <a:xfrm>
            <a:off x="630770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DD2459E-3BCA-0F72-1B59-832868579092}"/>
              </a:ext>
            </a:extLst>
          </p:cNvPr>
          <p:cNvSpPr/>
          <p:nvPr/>
        </p:nvSpPr>
        <p:spPr>
          <a:xfrm>
            <a:off x="6584748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49286EDF-BE01-8CDD-3B54-7650B081A5E6}"/>
              </a:ext>
            </a:extLst>
          </p:cNvPr>
          <p:cNvSpPr/>
          <p:nvPr/>
        </p:nvSpPr>
        <p:spPr>
          <a:xfrm>
            <a:off x="6026181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K</a:t>
            </a:r>
            <a:endParaRPr lang="zh-CN" altLang="en-US" sz="1600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89B01301-3B46-0887-0BB3-BC05C2402E8D}"/>
              </a:ext>
            </a:extLst>
          </p:cNvPr>
          <p:cNvCxnSpPr>
            <a:cxnSpLocks/>
            <a:stCxn id="18" idx="4"/>
            <a:endCxn id="22" idx="0"/>
          </p:cNvCxnSpPr>
          <p:nvPr/>
        </p:nvCxnSpPr>
        <p:spPr>
          <a:xfrm>
            <a:off x="4788213" y="945930"/>
            <a:ext cx="0" cy="34984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A6EEE350-5485-793F-2C16-AE40205BA207}"/>
              </a:ext>
            </a:extLst>
          </p:cNvPr>
          <p:cNvCxnSpPr>
            <a:stCxn id="18" idx="3"/>
            <a:endCxn id="20" idx="7"/>
          </p:cNvCxnSpPr>
          <p:nvPr/>
        </p:nvCxnSpPr>
        <p:spPr>
          <a:xfrm flipH="1">
            <a:off x="3562990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6683B2FC-4C04-F29C-82DC-36E7250BD94E}"/>
              </a:ext>
            </a:extLst>
          </p:cNvPr>
          <p:cNvCxnSpPr>
            <a:stCxn id="18" idx="5"/>
            <a:endCxn id="24" idx="1"/>
          </p:cNvCxnSpPr>
          <p:nvPr/>
        </p:nvCxnSpPr>
        <p:spPr>
          <a:xfrm>
            <a:off x="4906062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9F55CB27-6E5C-F160-2920-39E79725E7AB}"/>
              </a:ext>
            </a:extLst>
          </p:cNvPr>
          <p:cNvCxnSpPr>
            <a:stCxn id="20" idx="3"/>
            <a:endCxn id="26" idx="7"/>
          </p:cNvCxnSpPr>
          <p:nvPr/>
        </p:nvCxnSpPr>
        <p:spPr>
          <a:xfrm flipH="1">
            <a:off x="3031467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15B1BA5D-F93C-103D-A813-CDEDCBB4F1F3}"/>
              </a:ext>
            </a:extLst>
          </p:cNvPr>
          <p:cNvCxnSpPr>
            <a:cxnSpLocks/>
            <a:stCxn id="20" idx="5"/>
            <a:endCxn id="28" idx="0"/>
          </p:cNvCxnSpPr>
          <p:nvPr/>
        </p:nvCxnSpPr>
        <p:spPr>
          <a:xfrm>
            <a:off x="3562990" y="1576534"/>
            <a:ext cx="269173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96583FCA-9C43-E6E0-86C0-3B88D20A45EA}"/>
              </a:ext>
            </a:extLst>
          </p:cNvPr>
          <p:cNvCxnSpPr>
            <a:cxnSpLocks/>
            <a:stCxn id="22" idx="5"/>
          </p:cNvCxnSpPr>
          <p:nvPr/>
        </p:nvCxnSpPr>
        <p:spPr>
          <a:xfrm>
            <a:off x="4906062" y="1580287"/>
            <a:ext cx="187881" cy="387399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B8FA173A-6E63-DEC5-336F-63B96C1737DC}"/>
              </a:ext>
            </a:extLst>
          </p:cNvPr>
          <p:cNvCxnSpPr>
            <a:stCxn id="24" idx="3"/>
            <a:endCxn id="34" idx="0"/>
          </p:cNvCxnSpPr>
          <p:nvPr/>
        </p:nvCxnSpPr>
        <p:spPr>
          <a:xfrm flipH="1">
            <a:off x="5797957" y="1576534"/>
            <a:ext cx="21547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2F990595-DC38-29F6-C091-1E19641BE88B}"/>
              </a:ext>
            </a:extLst>
          </p:cNvPr>
          <p:cNvCxnSpPr>
            <a:stCxn id="24" idx="5"/>
            <a:endCxn id="36" idx="0"/>
          </p:cNvCxnSpPr>
          <p:nvPr/>
        </p:nvCxnSpPr>
        <p:spPr>
          <a:xfrm>
            <a:off x="6249134" y="1576534"/>
            <a:ext cx="22523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CABF0C80-6B80-2D81-5C5D-FA301DDFE0D3}"/>
              </a:ext>
            </a:extLst>
          </p:cNvPr>
          <p:cNvCxnSpPr>
            <a:stCxn id="36" idx="3"/>
            <a:endCxn id="42" idx="0"/>
          </p:cNvCxnSpPr>
          <p:nvPr/>
        </p:nvCxnSpPr>
        <p:spPr>
          <a:xfrm flipH="1">
            <a:off x="6192845" y="2252199"/>
            <a:ext cx="163679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B7AF621-5CC2-BF1B-CE3C-52615769C519}"/>
              </a:ext>
            </a:extLst>
          </p:cNvPr>
          <p:cNvCxnSpPr>
            <a:stCxn id="36" idx="5"/>
            <a:endCxn id="40" idx="0"/>
          </p:cNvCxnSpPr>
          <p:nvPr/>
        </p:nvCxnSpPr>
        <p:spPr>
          <a:xfrm>
            <a:off x="6592222" y="2252199"/>
            <a:ext cx="159190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3600340-B3E6-1B6E-8F96-2496664CAAFE}"/>
              </a:ext>
            </a:extLst>
          </p:cNvPr>
          <p:cNvCxnSpPr>
            <a:stCxn id="22" idx="3"/>
            <a:endCxn id="30" idx="0"/>
          </p:cNvCxnSpPr>
          <p:nvPr/>
        </p:nvCxnSpPr>
        <p:spPr>
          <a:xfrm flipH="1">
            <a:off x="4419559" y="1580287"/>
            <a:ext cx="250805" cy="3873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6416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2D287-8FF2-0FB1-D664-2B289F1A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F6CC2D32-57A5-8900-CBDE-CB3BDA2E1CE2}"/>
              </a:ext>
            </a:extLst>
          </p:cNvPr>
          <p:cNvSpPr/>
          <p:nvPr/>
        </p:nvSpPr>
        <p:spPr>
          <a:xfrm>
            <a:off x="1602077" y="8783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12BA476-E598-B53C-E5FE-E5C341C97471}"/>
              </a:ext>
            </a:extLst>
          </p:cNvPr>
          <p:cNvSpPr/>
          <p:nvPr/>
        </p:nvSpPr>
        <p:spPr>
          <a:xfrm>
            <a:off x="1088572" y="14541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6211293-9C50-1D0F-9E03-C1BE20E4BF97}"/>
              </a:ext>
            </a:extLst>
          </p:cNvPr>
          <p:cNvSpPr/>
          <p:nvPr/>
        </p:nvSpPr>
        <p:spPr>
          <a:xfrm>
            <a:off x="2102820" y="14541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5EBA952-1775-5E5B-30C4-2F9E3FA7DF8F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373085" y="1162867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44B89B59-47FD-039E-6A5A-359A48E1C1F1}"/>
              </a:ext>
            </a:extLst>
          </p:cNvPr>
          <p:cNvCxnSpPr>
            <a:stCxn id="3" idx="5"/>
            <a:endCxn id="7" idx="1"/>
          </p:cNvCxnSpPr>
          <p:nvPr/>
        </p:nvCxnSpPr>
        <p:spPr>
          <a:xfrm>
            <a:off x="1886590" y="1162867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87ADB0B3-F179-2B32-2690-6C9DD68468AA}"/>
              </a:ext>
            </a:extLst>
          </p:cNvPr>
          <p:cNvSpPr/>
          <p:nvPr/>
        </p:nvSpPr>
        <p:spPr>
          <a:xfrm>
            <a:off x="4606855" y="6171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62A104F7-4C3E-273F-CDD0-330FA2F51E94}"/>
              </a:ext>
            </a:extLst>
          </p:cNvPr>
          <p:cNvSpPr/>
          <p:nvPr/>
        </p:nvSpPr>
        <p:spPr>
          <a:xfrm>
            <a:off x="4093350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D753BF0B-97FE-5536-F2ED-68F856DACA61}"/>
              </a:ext>
            </a:extLst>
          </p:cNvPr>
          <p:cNvSpPr/>
          <p:nvPr/>
        </p:nvSpPr>
        <p:spPr>
          <a:xfrm>
            <a:off x="5107598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DBF529F-7803-035D-9C79-1D0D697FACFA}"/>
              </a:ext>
            </a:extLst>
          </p:cNvPr>
          <p:cNvCxnSpPr>
            <a:stCxn id="12" idx="3"/>
            <a:endCxn id="13" idx="7"/>
          </p:cNvCxnSpPr>
          <p:nvPr/>
        </p:nvCxnSpPr>
        <p:spPr>
          <a:xfrm flipH="1">
            <a:off x="4377863" y="901622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48CB781-13EA-6635-37FA-156D05ED7638}"/>
              </a:ext>
            </a:extLst>
          </p:cNvPr>
          <p:cNvCxnSpPr>
            <a:stCxn id="12" idx="5"/>
            <a:endCxn id="14" idx="1"/>
          </p:cNvCxnSpPr>
          <p:nvPr/>
        </p:nvCxnSpPr>
        <p:spPr>
          <a:xfrm>
            <a:off x="4891368" y="901622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F5EDA8E4-5AE0-B91A-7F3D-580F4FD5BA73}"/>
              </a:ext>
            </a:extLst>
          </p:cNvPr>
          <p:cNvSpPr/>
          <p:nvPr/>
        </p:nvSpPr>
        <p:spPr>
          <a:xfrm>
            <a:off x="3562561" y="17957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3CF90EF-8F7E-A515-F890-46264564C528}"/>
              </a:ext>
            </a:extLst>
          </p:cNvPr>
          <p:cNvCxnSpPr>
            <a:stCxn id="13" idx="3"/>
            <a:endCxn id="18" idx="7"/>
          </p:cNvCxnSpPr>
          <p:nvPr/>
        </p:nvCxnSpPr>
        <p:spPr>
          <a:xfrm flipH="1">
            <a:off x="3847074" y="1477437"/>
            <a:ext cx="295091" cy="3671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椭圆 21">
            <a:extLst>
              <a:ext uri="{FF2B5EF4-FFF2-40B4-BE49-F238E27FC236}">
                <a16:creationId xmlns:a16="http://schemas.microsoft.com/office/drawing/2014/main" id="{4CE4311D-0EC6-A5D3-FB21-3784EB11E9E9}"/>
              </a:ext>
            </a:extLst>
          </p:cNvPr>
          <p:cNvSpPr/>
          <p:nvPr/>
        </p:nvSpPr>
        <p:spPr>
          <a:xfrm>
            <a:off x="10215689" y="6186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51519283-34D5-F864-4DFF-E82E398F6FDB}"/>
              </a:ext>
            </a:extLst>
          </p:cNvPr>
          <p:cNvSpPr/>
          <p:nvPr/>
        </p:nvSpPr>
        <p:spPr>
          <a:xfrm>
            <a:off x="953552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C2373D17-3A19-88B4-63B8-C3771500D434}"/>
              </a:ext>
            </a:extLst>
          </p:cNvPr>
          <p:cNvSpPr/>
          <p:nvPr/>
        </p:nvSpPr>
        <p:spPr>
          <a:xfrm>
            <a:off x="10860207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93678CC-818C-02C6-1454-B99DC045B208}"/>
              </a:ext>
            </a:extLst>
          </p:cNvPr>
          <p:cNvCxnSpPr>
            <a:stCxn id="22" idx="3"/>
            <a:endCxn id="23" idx="7"/>
          </p:cNvCxnSpPr>
          <p:nvPr/>
        </p:nvCxnSpPr>
        <p:spPr>
          <a:xfrm flipH="1">
            <a:off x="9820033" y="903126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0ABBCDC-1A69-5013-4F82-2CEBF967F5E6}"/>
              </a:ext>
            </a:extLst>
          </p:cNvPr>
          <p:cNvCxnSpPr>
            <a:stCxn id="22" idx="5"/>
            <a:endCxn id="24" idx="1"/>
          </p:cNvCxnSpPr>
          <p:nvPr/>
        </p:nvCxnSpPr>
        <p:spPr>
          <a:xfrm>
            <a:off x="10500202" y="903126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0D482CC5-654B-1035-A819-CF3E8ED0168F}"/>
              </a:ext>
            </a:extLst>
          </p:cNvPr>
          <p:cNvSpPr/>
          <p:nvPr/>
        </p:nvSpPr>
        <p:spPr>
          <a:xfrm>
            <a:off x="913030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1F2755D-3128-0A73-6512-E372AB933168}"/>
              </a:ext>
            </a:extLst>
          </p:cNvPr>
          <p:cNvCxnSpPr>
            <a:cxnSpLocks/>
            <a:stCxn id="23" idx="3"/>
            <a:endCxn id="27" idx="7"/>
          </p:cNvCxnSpPr>
          <p:nvPr/>
        </p:nvCxnSpPr>
        <p:spPr>
          <a:xfrm flipH="1">
            <a:off x="9414817" y="1444015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椭圆 29">
            <a:extLst>
              <a:ext uri="{FF2B5EF4-FFF2-40B4-BE49-F238E27FC236}">
                <a16:creationId xmlns:a16="http://schemas.microsoft.com/office/drawing/2014/main" id="{A44F2742-5AFB-7171-7604-93E791E6A44A}"/>
              </a:ext>
            </a:extLst>
          </p:cNvPr>
          <p:cNvSpPr/>
          <p:nvPr/>
        </p:nvSpPr>
        <p:spPr>
          <a:xfrm>
            <a:off x="9845575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ACEFF5-AEC9-8ED8-D593-DEDADFCB4A51}"/>
              </a:ext>
            </a:extLst>
          </p:cNvPr>
          <p:cNvCxnSpPr>
            <a:stCxn id="23" idx="5"/>
            <a:endCxn id="30" idx="0"/>
          </p:cNvCxnSpPr>
          <p:nvPr/>
        </p:nvCxnSpPr>
        <p:spPr>
          <a:xfrm>
            <a:off x="9820033" y="1444015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897E7579-ADFE-7F81-2A4E-0630C72DF7FC}"/>
              </a:ext>
            </a:extLst>
          </p:cNvPr>
          <p:cNvSpPr/>
          <p:nvPr/>
        </p:nvSpPr>
        <p:spPr>
          <a:xfrm>
            <a:off x="105246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F3874D63-EDE9-B4DD-90EE-9BB1133DD9C4}"/>
              </a:ext>
            </a:extLst>
          </p:cNvPr>
          <p:cNvSpPr/>
          <p:nvPr/>
        </p:nvSpPr>
        <p:spPr>
          <a:xfrm>
            <a:off x="11262568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1011AD4-9F7C-C4C3-CACB-46DEA256DAF4}"/>
              </a:ext>
            </a:extLst>
          </p:cNvPr>
          <p:cNvCxnSpPr>
            <a:stCxn id="24" idx="3"/>
            <a:endCxn id="41" idx="0"/>
          </p:cNvCxnSpPr>
          <p:nvPr/>
        </p:nvCxnSpPr>
        <p:spPr>
          <a:xfrm flipH="1">
            <a:off x="10691306" y="1444015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866D5388-DCB8-EDCB-A8D4-3913D9F868DE}"/>
              </a:ext>
            </a:extLst>
          </p:cNvPr>
          <p:cNvCxnSpPr>
            <a:stCxn id="24" idx="5"/>
            <a:endCxn id="43" idx="0"/>
          </p:cNvCxnSpPr>
          <p:nvPr/>
        </p:nvCxnSpPr>
        <p:spPr>
          <a:xfrm>
            <a:off x="11144720" y="1444015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6D25E925-C35A-A518-14EF-98C4ECF0564D}"/>
              </a:ext>
            </a:extLst>
          </p:cNvPr>
          <p:cNvSpPr txBox="1"/>
          <p:nvPr/>
        </p:nvSpPr>
        <p:spPr>
          <a:xfrm>
            <a:off x="1434646" y="231679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图一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86AD324-203A-1663-A5E9-A179A40DC634}"/>
              </a:ext>
            </a:extLst>
          </p:cNvPr>
          <p:cNvSpPr txBox="1"/>
          <p:nvPr/>
        </p:nvSpPr>
        <p:spPr>
          <a:xfrm>
            <a:off x="4337706" y="232126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图二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93BB14F-242A-69FC-1909-52AEFC441F30}"/>
              </a:ext>
            </a:extLst>
          </p:cNvPr>
          <p:cNvSpPr txBox="1"/>
          <p:nvPr/>
        </p:nvSpPr>
        <p:spPr>
          <a:xfrm>
            <a:off x="10098939" y="231679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图四</a:t>
            </a:r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D686AEA2-143B-5865-C1F1-F76A6F70ECD4}"/>
              </a:ext>
            </a:extLst>
          </p:cNvPr>
          <p:cNvSpPr/>
          <p:nvPr/>
        </p:nvSpPr>
        <p:spPr>
          <a:xfrm>
            <a:off x="7395431" y="6133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886BD77B-F41E-954B-C313-3BE24199F005}"/>
              </a:ext>
            </a:extLst>
          </p:cNvPr>
          <p:cNvSpPr/>
          <p:nvPr/>
        </p:nvSpPr>
        <p:spPr>
          <a:xfrm>
            <a:off x="6745304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7BC68457-A043-DE9F-A683-2CA98E1E1809}"/>
              </a:ext>
            </a:extLst>
          </p:cNvPr>
          <p:cNvSpPr/>
          <p:nvPr/>
        </p:nvSpPr>
        <p:spPr>
          <a:xfrm>
            <a:off x="804448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97D82D98-FC75-4B17-D75E-C4B9544F14D5}"/>
              </a:ext>
            </a:extLst>
          </p:cNvPr>
          <p:cNvCxnSpPr>
            <a:stCxn id="52" idx="3"/>
            <a:endCxn id="53" idx="7"/>
          </p:cNvCxnSpPr>
          <p:nvPr/>
        </p:nvCxnSpPr>
        <p:spPr>
          <a:xfrm flipH="1">
            <a:off x="7029817" y="897859"/>
            <a:ext cx="414429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277611D9-DB14-613F-9140-573FCFD1A064}"/>
              </a:ext>
            </a:extLst>
          </p:cNvPr>
          <p:cNvCxnSpPr>
            <a:stCxn id="52" idx="5"/>
            <a:endCxn id="54" idx="1"/>
          </p:cNvCxnSpPr>
          <p:nvPr/>
        </p:nvCxnSpPr>
        <p:spPr>
          <a:xfrm>
            <a:off x="7679944" y="897859"/>
            <a:ext cx="413351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椭圆 56">
            <a:extLst>
              <a:ext uri="{FF2B5EF4-FFF2-40B4-BE49-F238E27FC236}">
                <a16:creationId xmlns:a16="http://schemas.microsoft.com/office/drawing/2014/main" id="{A4866BFB-B48F-725C-B4C6-79594A9D38DD}"/>
              </a:ext>
            </a:extLst>
          </p:cNvPr>
          <p:cNvSpPr/>
          <p:nvPr/>
        </p:nvSpPr>
        <p:spPr>
          <a:xfrm>
            <a:off x="62727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DA2B0282-4BE1-03AC-442C-5F8D73E35E04}"/>
              </a:ext>
            </a:extLst>
          </p:cNvPr>
          <p:cNvCxnSpPr>
            <a:stCxn id="53" idx="3"/>
            <a:endCxn id="57" idx="7"/>
          </p:cNvCxnSpPr>
          <p:nvPr/>
        </p:nvCxnSpPr>
        <p:spPr>
          <a:xfrm flipH="1">
            <a:off x="6557255" y="1444015"/>
            <a:ext cx="236864" cy="3840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06781E53-C678-452D-102F-96C6803ED29B}"/>
              </a:ext>
            </a:extLst>
          </p:cNvPr>
          <p:cNvSpPr/>
          <p:nvPr/>
        </p:nvSpPr>
        <p:spPr>
          <a:xfrm>
            <a:off x="443478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FE986DEC-0B44-28B6-CAE2-3ECC2820ABF5}"/>
              </a:ext>
            </a:extLst>
          </p:cNvPr>
          <p:cNvCxnSpPr>
            <a:stCxn id="13" idx="5"/>
            <a:endCxn id="60" idx="0"/>
          </p:cNvCxnSpPr>
          <p:nvPr/>
        </p:nvCxnSpPr>
        <p:spPr>
          <a:xfrm>
            <a:off x="4377863" y="1477437"/>
            <a:ext cx="223585" cy="3100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36997817-4ABE-A0FF-D783-5FA915FB0BF1}"/>
              </a:ext>
            </a:extLst>
          </p:cNvPr>
          <p:cNvSpPr/>
          <p:nvPr/>
        </p:nvSpPr>
        <p:spPr>
          <a:xfrm>
            <a:off x="7088378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BA9712FA-CC75-AB41-9E7E-6707F6FF10D3}"/>
              </a:ext>
            </a:extLst>
          </p:cNvPr>
          <p:cNvCxnSpPr>
            <a:stCxn id="53" idx="5"/>
            <a:endCxn id="71" idx="0"/>
          </p:cNvCxnSpPr>
          <p:nvPr/>
        </p:nvCxnSpPr>
        <p:spPr>
          <a:xfrm>
            <a:off x="7029817" y="1444015"/>
            <a:ext cx="225225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6DF1CFEF-5E5C-218D-4B0A-43CFE24D7DB6}"/>
              </a:ext>
            </a:extLst>
          </p:cNvPr>
          <p:cNvSpPr/>
          <p:nvPr/>
        </p:nvSpPr>
        <p:spPr>
          <a:xfrm>
            <a:off x="7748328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55E109B5-1D13-442A-988F-E6CA2BED04D6}"/>
              </a:ext>
            </a:extLst>
          </p:cNvPr>
          <p:cNvCxnSpPr>
            <a:stCxn id="54" idx="3"/>
            <a:endCxn id="75" idx="0"/>
          </p:cNvCxnSpPr>
          <p:nvPr/>
        </p:nvCxnSpPr>
        <p:spPr>
          <a:xfrm flipH="1">
            <a:off x="7914992" y="1444015"/>
            <a:ext cx="178303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文本框 83">
            <a:extLst>
              <a:ext uri="{FF2B5EF4-FFF2-40B4-BE49-F238E27FC236}">
                <a16:creationId xmlns:a16="http://schemas.microsoft.com/office/drawing/2014/main" id="{040A9B1F-A9A3-4755-3357-EC0C74E572A1}"/>
              </a:ext>
            </a:extLst>
          </p:cNvPr>
          <p:cNvSpPr txBox="1"/>
          <p:nvPr/>
        </p:nvSpPr>
        <p:spPr>
          <a:xfrm>
            <a:off x="7131557" y="232013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图三</a:t>
            </a:r>
          </a:p>
        </p:txBody>
      </p:sp>
    </p:spTree>
    <p:extLst>
      <p:ext uri="{BB962C8B-B14F-4D97-AF65-F5344CB8AC3E}">
        <p14:creationId xmlns:p14="http://schemas.microsoft.com/office/powerpoint/2010/main" val="2405969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5B09B-30BD-0B85-EDE9-1C66F25A7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25">
            <a:extLst>
              <a:ext uri="{FF2B5EF4-FFF2-40B4-BE49-F238E27FC236}">
                <a16:creationId xmlns:a16="http://schemas.microsoft.com/office/drawing/2014/main" id="{2AFAAEE2-FD0A-E138-98C7-91DA76B326B7}"/>
              </a:ext>
            </a:extLst>
          </p:cNvPr>
          <p:cNvSpPr txBox="1"/>
          <p:nvPr/>
        </p:nvSpPr>
        <p:spPr>
          <a:xfrm>
            <a:off x="2176506" y="686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C017467-095B-AA35-E47B-57D40FDC42B8}"/>
              </a:ext>
            </a:extLst>
          </p:cNvPr>
          <p:cNvCxnSpPr>
            <a:cxnSpLocks/>
          </p:cNvCxnSpPr>
          <p:nvPr/>
        </p:nvCxnSpPr>
        <p:spPr>
          <a:xfrm flipH="1">
            <a:off x="2018851" y="870830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79213BE9-12CA-DF18-9565-128D0FD9D3D4}"/>
              </a:ext>
            </a:extLst>
          </p:cNvPr>
          <p:cNvSpPr txBox="1"/>
          <p:nvPr/>
        </p:nvSpPr>
        <p:spPr>
          <a:xfrm>
            <a:off x="1880031" y="11583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6343265-74EA-CD01-4E96-9DAF3E0585CB}"/>
              </a:ext>
            </a:extLst>
          </p:cNvPr>
          <p:cNvSpPr txBox="1"/>
          <p:nvPr/>
        </p:nvSpPr>
        <p:spPr>
          <a:xfrm>
            <a:off x="3671502" y="4113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0939D7E-1384-A6C8-9EE9-FD0F212B679D}"/>
              </a:ext>
            </a:extLst>
          </p:cNvPr>
          <p:cNvCxnSpPr>
            <a:cxnSpLocks/>
          </p:cNvCxnSpPr>
          <p:nvPr/>
        </p:nvCxnSpPr>
        <p:spPr>
          <a:xfrm flipH="1">
            <a:off x="3504430" y="61477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C508F735-2C08-56F3-7960-7D132FAC491F}"/>
              </a:ext>
            </a:extLst>
          </p:cNvPr>
          <p:cNvSpPr txBox="1"/>
          <p:nvPr/>
        </p:nvSpPr>
        <p:spPr>
          <a:xfrm>
            <a:off x="3365610" y="9023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DFF0AA-D989-57C6-AB09-0F010A2E5A28}"/>
              </a:ext>
            </a:extLst>
          </p:cNvPr>
          <p:cNvSpPr txBox="1"/>
          <p:nvPr/>
        </p:nvSpPr>
        <p:spPr>
          <a:xfrm>
            <a:off x="3939725" y="88958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5B11764-08FD-B5AB-CF7C-C39A323FF8F4}"/>
              </a:ext>
            </a:extLst>
          </p:cNvPr>
          <p:cNvCxnSpPr/>
          <p:nvPr/>
        </p:nvCxnSpPr>
        <p:spPr>
          <a:xfrm>
            <a:off x="3800905" y="61477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36003B4D-8E69-6EE2-B449-D67ED83EED4B}"/>
              </a:ext>
            </a:extLst>
          </p:cNvPr>
          <p:cNvSpPr txBox="1"/>
          <p:nvPr/>
        </p:nvSpPr>
        <p:spPr>
          <a:xfrm>
            <a:off x="5450203" y="1651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6F188A58-865A-2677-E75B-48EB860B3F91}"/>
              </a:ext>
            </a:extLst>
          </p:cNvPr>
          <p:cNvCxnSpPr>
            <a:cxnSpLocks/>
          </p:cNvCxnSpPr>
          <p:nvPr/>
        </p:nvCxnSpPr>
        <p:spPr>
          <a:xfrm flipH="1">
            <a:off x="5292548" y="349776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A94E8B6D-F814-6134-49DD-A6BE5940A95F}"/>
              </a:ext>
            </a:extLst>
          </p:cNvPr>
          <p:cNvSpPr txBox="1"/>
          <p:nvPr/>
        </p:nvSpPr>
        <p:spPr>
          <a:xfrm>
            <a:off x="5153728" y="63730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395F887C-4850-A122-4722-D19C93404242}"/>
              </a:ext>
            </a:extLst>
          </p:cNvPr>
          <p:cNvSpPr txBox="1"/>
          <p:nvPr/>
        </p:nvSpPr>
        <p:spPr>
          <a:xfrm>
            <a:off x="5727843" y="6245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9FDEAC3-F03F-4887-2B8D-88FA28C85268}"/>
              </a:ext>
            </a:extLst>
          </p:cNvPr>
          <p:cNvCxnSpPr/>
          <p:nvPr/>
        </p:nvCxnSpPr>
        <p:spPr>
          <a:xfrm>
            <a:off x="5589023" y="349776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8F328BCA-C1A9-C210-F471-DFFFCA65C5DB}"/>
              </a:ext>
            </a:extLst>
          </p:cNvPr>
          <p:cNvSpPr txBox="1"/>
          <p:nvPr/>
        </p:nvSpPr>
        <p:spPr>
          <a:xfrm>
            <a:off x="3365610" y="91504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D3BED7AC-F01D-4FEA-30A5-4C57772BCD50}"/>
              </a:ext>
            </a:extLst>
          </p:cNvPr>
          <p:cNvCxnSpPr>
            <a:cxnSpLocks/>
          </p:cNvCxnSpPr>
          <p:nvPr/>
        </p:nvCxnSpPr>
        <p:spPr>
          <a:xfrm flipH="1">
            <a:off x="3338481" y="109970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9128C2E0-014F-C3FA-D339-BDE144B03FB2}"/>
              </a:ext>
            </a:extLst>
          </p:cNvPr>
          <p:cNvSpPr txBox="1"/>
          <p:nvPr/>
        </p:nvSpPr>
        <p:spPr>
          <a:xfrm>
            <a:off x="3199661" y="1374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C751FE19-EF79-CEAC-D461-0CD69020AF49}"/>
              </a:ext>
            </a:extLst>
          </p:cNvPr>
          <p:cNvSpPr txBox="1"/>
          <p:nvPr/>
        </p:nvSpPr>
        <p:spPr>
          <a:xfrm>
            <a:off x="3496136" y="1374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4338836B-F925-FF8E-0BC7-AD6F2A97ADA3}"/>
              </a:ext>
            </a:extLst>
          </p:cNvPr>
          <p:cNvCxnSpPr>
            <a:cxnSpLocks/>
          </p:cNvCxnSpPr>
          <p:nvPr/>
        </p:nvCxnSpPr>
        <p:spPr>
          <a:xfrm>
            <a:off x="3504430" y="109970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B33E128A-A4C5-C1AA-A053-2166DD68D843}"/>
              </a:ext>
            </a:extLst>
          </p:cNvPr>
          <p:cNvSpPr txBox="1"/>
          <p:nvPr/>
        </p:nvSpPr>
        <p:spPr>
          <a:xfrm>
            <a:off x="4061957" y="1375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7A993A23-3884-8B2F-0208-13BC06C5237B}"/>
              </a:ext>
            </a:extLst>
          </p:cNvPr>
          <p:cNvCxnSpPr>
            <a:cxnSpLocks/>
          </p:cNvCxnSpPr>
          <p:nvPr/>
        </p:nvCxnSpPr>
        <p:spPr>
          <a:xfrm>
            <a:off x="4070251" y="1101192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4F1FACD-B54A-7319-1D3B-87F09BFCA4EC}"/>
              </a:ext>
            </a:extLst>
          </p:cNvPr>
          <p:cNvCxnSpPr>
            <a:cxnSpLocks/>
          </p:cNvCxnSpPr>
          <p:nvPr/>
        </p:nvCxnSpPr>
        <p:spPr>
          <a:xfrm flipH="1">
            <a:off x="5134893" y="824976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AE03C56-872C-631C-7026-ABE117BDF7E1}"/>
              </a:ext>
            </a:extLst>
          </p:cNvPr>
          <p:cNvSpPr txBox="1"/>
          <p:nvPr/>
        </p:nvSpPr>
        <p:spPr>
          <a:xfrm>
            <a:off x="4996073" y="10997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19FD46A-718E-8E6C-7553-D4E579FFD9A6}"/>
              </a:ext>
            </a:extLst>
          </p:cNvPr>
          <p:cNvSpPr txBox="1"/>
          <p:nvPr/>
        </p:nvSpPr>
        <p:spPr>
          <a:xfrm>
            <a:off x="5292548" y="10997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41E0325-9C04-492B-50C5-F5D156C09C88}"/>
              </a:ext>
            </a:extLst>
          </p:cNvPr>
          <p:cNvCxnSpPr>
            <a:cxnSpLocks/>
          </p:cNvCxnSpPr>
          <p:nvPr/>
        </p:nvCxnSpPr>
        <p:spPr>
          <a:xfrm>
            <a:off x="5300842" y="824976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68A6EA5-2D25-2583-F135-EC2E65C501F3}"/>
              </a:ext>
            </a:extLst>
          </p:cNvPr>
          <p:cNvCxnSpPr>
            <a:cxnSpLocks/>
          </p:cNvCxnSpPr>
          <p:nvPr/>
        </p:nvCxnSpPr>
        <p:spPr>
          <a:xfrm flipH="1">
            <a:off x="5700714" y="826460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4D395CBB-8D8B-6938-A722-1283FAFEA933}"/>
              </a:ext>
            </a:extLst>
          </p:cNvPr>
          <p:cNvSpPr txBox="1"/>
          <p:nvPr/>
        </p:nvSpPr>
        <p:spPr>
          <a:xfrm>
            <a:off x="5561894" y="1101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DA964AA-8C65-EFA7-E8E2-6F61ADC1BF08}"/>
              </a:ext>
            </a:extLst>
          </p:cNvPr>
          <p:cNvSpPr txBox="1"/>
          <p:nvPr/>
        </p:nvSpPr>
        <p:spPr>
          <a:xfrm>
            <a:off x="5858369" y="1101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7A8A23D4-C0DE-F87D-DDD8-189ABFC0D8FA}"/>
              </a:ext>
            </a:extLst>
          </p:cNvPr>
          <p:cNvCxnSpPr>
            <a:cxnSpLocks/>
          </p:cNvCxnSpPr>
          <p:nvPr/>
        </p:nvCxnSpPr>
        <p:spPr>
          <a:xfrm>
            <a:off x="5866663" y="826460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2A2AD679-33AF-5970-0F2E-A6CA9C72D499}"/>
              </a:ext>
            </a:extLst>
          </p:cNvPr>
          <p:cNvCxnSpPr>
            <a:cxnSpLocks/>
            <a:endCxn id="72" idx="1"/>
          </p:cNvCxnSpPr>
          <p:nvPr/>
        </p:nvCxnSpPr>
        <p:spPr>
          <a:xfrm flipH="1">
            <a:off x="5377129" y="12814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768B4115-23F1-978B-EF75-8BE47ABD2F14}"/>
              </a:ext>
            </a:extLst>
          </p:cNvPr>
          <p:cNvSpPr txBox="1"/>
          <p:nvPr/>
        </p:nvSpPr>
        <p:spPr>
          <a:xfrm>
            <a:off x="5227285" y="15547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EC41503-3E15-F800-CEED-3A25105E09A5}"/>
              </a:ext>
            </a:extLst>
          </p:cNvPr>
          <p:cNvSpPr txBox="1"/>
          <p:nvPr/>
        </p:nvSpPr>
        <p:spPr>
          <a:xfrm>
            <a:off x="5377129" y="15517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75236E37-335D-4105-48C3-489505A077F5}"/>
              </a:ext>
            </a:extLst>
          </p:cNvPr>
          <p:cNvCxnSpPr>
            <a:cxnSpLocks/>
          </p:cNvCxnSpPr>
          <p:nvPr/>
        </p:nvCxnSpPr>
        <p:spPr>
          <a:xfrm>
            <a:off x="5431368" y="12814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B5A33000-DD2D-0707-83F2-0B27DC81A329}"/>
              </a:ext>
            </a:extLst>
          </p:cNvPr>
          <p:cNvCxnSpPr>
            <a:cxnSpLocks/>
            <a:endCxn id="79" idx="1"/>
          </p:cNvCxnSpPr>
          <p:nvPr/>
        </p:nvCxnSpPr>
        <p:spPr>
          <a:xfrm flipH="1">
            <a:off x="5636825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C7C080EE-C30C-E302-1EE5-58B6B8CA2583}"/>
              </a:ext>
            </a:extLst>
          </p:cNvPr>
          <p:cNvSpPr txBox="1"/>
          <p:nvPr/>
        </p:nvSpPr>
        <p:spPr>
          <a:xfrm>
            <a:off x="5486981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7E7EB3FA-E465-D955-21FC-65CC588AC61F}"/>
              </a:ext>
            </a:extLst>
          </p:cNvPr>
          <p:cNvSpPr txBox="1"/>
          <p:nvPr/>
        </p:nvSpPr>
        <p:spPr>
          <a:xfrm>
            <a:off x="5636825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977AB406-534A-E7C8-C175-A039E132C6FE}"/>
              </a:ext>
            </a:extLst>
          </p:cNvPr>
          <p:cNvCxnSpPr>
            <a:cxnSpLocks/>
          </p:cNvCxnSpPr>
          <p:nvPr/>
        </p:nvCxnSpPr>
        <p:spPr>
          <a:xfrm>
            <a:off x="5691064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31C6A59C-0ED6-5BB6-6A67-C3752D22C8BA}"/>
              </a:ext>
            </a:extLst>
          </p:cNvPr>
          <p:cNvCxnSpPr>
            <a:cxnSpLocks/>
            <a:endCxn id="83" idx="1"/>
          </p:cNvCxnSpPr>
          <p:nvPr/>
        </p:nvCxnSpPr>
        <p:spPr>
          <a:xfrm flipH="1">
            <a:off x="5933299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BC7C0667-706B-CE5F-B748-97B7EC50D1EE}"/>
              </a:ext>
            </a:extLst>
          </p:cNvPr>
          <p:cNvSpPr txBox="1"/>
          <p:nvPr/>
        </p:nvSpPr>
        <p:spPr>
          <a:xfrm>
            <a:off x="5783455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9888B779-93C7-C796-A36B-70F315935DFC}"/>
              </a:ext>
            </a:extLst>
          </p:cNvPr>
          <p:cNvSpPr txBox="1"/>
          <p:nvPr/>
        </p:nvSpPr>
        <p:spPr>
          <a:xfrm>
            <a:off x="5933299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ABE8AEB9-1F03-281F-6A9A-C050B0CA440A}"/>
              </a:ext>
            </a:extLst>
          </p:cNvPr>
          <p:cNvCxnSpPr>
            <a:cxnSpLocks/>
          </p:cNvCxnSpPr>
          <p:nvPr/>
        </p:nvCxnSpPr>
        <p:spPr>
          <a:xfrm>
            <a:off x="5987538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A25B754-C1D7-FC64-C5C0-DAB72F338D92}"/>
              </a:ext>
            </a:extLst>
          </p:cNvPr>
          <p:cNvCxnSpPr>
            <a:cxnSpLocks/>
            <a:endCxn id="87" idx="1"/>
          </p:cNvCxnSpPr>
          <p:nvPr/>
        </p:nvCxnSpPr>
        <p:spPr>
          <a:xfrm flipH="1">
            <a:off x="5070521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8574DE6F-54A5-FA51-9A7B-86D27D7FE0A5}"/>
              </a:ext>
            </a:extLst>
          </p:cNvPr>
          <p:cNvSpPr txBox="1"/>
          <p:nvPr/>
        </p:nvSpPr>
        <p:spPr>
          <a:xfrm>
            <a:off x="4920677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20E44FAB-641A-D992-F619-AEC5B7A9584C}"/>
              </a:ext>
            </a:extLst>
          </p:cNvPr>
          <p:cNvSpPr txBox="1"/>
          <p:nvPr/>
        </p:nvSpPr>
        <p:spPr>
          <a:xfrm>
            <a:off x="5070521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B269341C-FD5E-1F5B-C72A-6379741F397A}"/>
              </a:ext>
            </a:extLst>
          </p:cNvPr>
          <p:cNvCxnSpPr>
            <a:cxnSpLocks/>
          </p:cNvCxnSpPr>
          <p:nvPr/>
        </p:nvCxnSpPr>
        <p:spPr>
          <a:xfrm>
            <a:off x="5124760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文本框 92">
            <a:extLst>
              <a:ext uri="{FF2B5EF4-FFF2-40B4-BE49-F238E27FC236}">
                <a16:creationId xmlns:a16="http://schemas.microsoft.com/office/drawing/2014/main" id="{25369A3B-05F3-AEF1-3054-7A9844FE1EB1}"/>
              </a:ext>
            </a:extLst>
          </p:cNvPr>
          <p:cNvSpPr txBox="1"/>
          <p:nvPr/>
        </p:nvSpPr>
        <p:spPr>
          <a:xfrm>
            <a:off x="8946817" y="203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607E379A-645F-6D62-5E3C-D4B0B5BD3FC9}"/>
              </a:ext>
            </a:extLst>
          </p:cNvPr>
          <p:cNvCxnSpPr>
            <a:cxnSpLocks/>
          </p:cNvCxnSpPr>
          <p:nvPr/>
        </p:nvCxnSpPr>
        <p:spPr>
          <a:xfrm flipH="1">
            <a:off x="8789162" y="388177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6A24AB9F-0ACC-071C-BB0C-EDDFD3E12D44}"/>
              </a:ext>
            </a:extLst>
          </p:cNvPr>
          <p:cNvSpPr txBox="1"/>
          <p:nvPr/>
        </p:nvSpPr>
        <p:spPr>
          <a:xfrm>
            <a:off x="8650342" y="6757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A15AA4C8-8047-5505-768F-B7C2BC37F593}"/>
              </a:ext>
            </a:extLst>
          </p:cNvPr>
          <p:cNvSpPr txBox="1"/>
          <p:nvPr/>
        </p:nvSpPr>
        <p:spPr>
          <a:xfrm>
            <a:off x="9224457" y="662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BF604580-3026-4C5D-3659-D3D5D53A4CC6}"/>
              </a:ext>
            </a:extLst>
          </p:cNvPr>
          <p:cNvCxnSpPr/>
          <p:nvPr/>
        </p:nvCxnSpPr>
        <p:spPr>
          <a:xfrm>
            <a:off x="9085637" y="388177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A56E5A62-F614-3409-5C52-C8B3CD85E305}"/>
              </a:ext>
            </a:extLst>
          </p:cNvPr>
          <p:cNvCxnSpPr>
            <a:cxnSpLocks/>
          </p:cNvCxnSpPr>
          <p:nvPr/>
        </p:nvCxnSpPr>
        <p:spPr>
          <a:xfrm flipH="1">
            <a:off x="8631507" y="86337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581AFC4D-1885-3B5D-C633-FB9711030DF2}"/>
              </a:ext>
            </a:extLst>
          </p:cNvPr>
          <p:cNvSpPr txBox="1"/>
          <p:nvPr/>
        </p:nvSpPr>
        <p:spPr>
          <a:xfrm>
            <a:off x="8492687" y="11381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12086DE8-E739-81FE-E667-0F2A0D960E06}"/>
              </a:ext>
            </a:extLst>
          </p:cNvPr>
          <p:cNvSpPr txBox="1"/>
          <p:nvPr/>
        </p:nvSpPr>
        <p:spPr>
          <a:xfrm>
            <a:off x="8789162" y="11381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50DF1FFA-A2AF-9548-51D3-30C089C09C55}"/>
              </a:ext>
            </a:extLst>
          </p:cNvPr>
          <p:cNvCxnSpPr>
            <a:cxnSpLocks/>
          </p:cNvCxnSpPr>
          <p:nvPr/>
        </p:nvCxnSpPr>
        <p:spPr>
          <a:xfrm>
            <a:off x="8797456" y="863377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06AB5098-99F9-EE36-0C01-F373387EDE98}"/>
              </a:ext>
            </a:extLst>
          </p:cNvPr>
          <p:cNvCxnSpPr>
            <a:cxnSpLocks/>
          </p:cNvCxnSpPr>
          <p:nvPr/>
        </p:nvCxnSpPr>
        <p:spPr>
          <a:xfrm flipH="1">
            <a:off x="9197328" y="864861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A004549-900A-B97A-87AE-5D2531151A8B}"/>
              </a:ext>
            </a:extLst>
          </p:cNvPr>
          <p:cNvSpPr txBox="1"/>
          <p:nvPr/>
        </p:nvSpPr>
        <p:spPr>
          <a:xfrm>
            <a:off x="9058508" y="1139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AC08475A-A164-7A93-3FD2-2D7F88E131C9}"/>
              </a:ext>
            </a:extLst>
          </p:cNvPr>
          <p:cNvSpPr txBox="1"/>
          <p:nvPr/>
        </p:nvSpPr>
        <p:spPr>
          <a:xfrm>
            <a:off x="9354983" y="1139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2259BAC1-CD6F-C795-618B-E8E5C9550750}"/>
              </a:ext>
            </a:extLst>
          </p:cNvPr>
          <p:cNvCxnSpPr>
            <a:cxnSpLocks/>
          </p:cNvCxnSpPr>
          <p:nvPr/>
        </p:nvCxnSpPr>
        <p:spPr>
          <a:xfrm>
            <a:off x="9363277" y="864861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CE749607-A80A-44DF-D014-8427CF5E31E2}"/>
              </a:ext>
            </a:extLst>
          </p:cNvPr>
          <p:cNvCxnSpPr>
            <a:cxnSpLocks/>
            <a:endCxn id="108" idx="1"/>
          </p:cNvCxnSpPr>
          <p:nvPr/>
        </p:nvCxnSpPr>
        <p:spPr>
          <a:xfrm flipH="1">
            <a:off x="8873743" y="1319845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FB0C6E40-1A78-C938-06AB-5F2A6BD71B7A}"/>
              </a:ext>
            </a:extLst>
          </p:cNvPr>
          <p:cNvSpPr txBox="1"/>
          <p:nvPr/>
        </p:nvSpPr>
        <p:spPr>
          <a:xfrm>
            <a:off x="8723899" y="1593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F9B1C76-EB8F-3D6A-12CE-8A0518E3A89E}"/>
              </a:ext>
            </a:extLst>
          </p:cNvPr>
          <p:cNvSpPr txBox="1"/>
          <p:nvPr/>
        </p:nvSpPr>
        <p:spPr>
          <a:xfrm>
            <a:off x="8873743" y="15901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D247437A-2D72-2289-E290-10F4CB70F0E5}"/>
              </a:ext>
            </a:extLst>
          </p:cNvPr>
          <p:cNvCxnSpPr>
            <a:cxnSpLocks/>
          </p:cNvCxnSpPr>
          <p:nvPr/>
        </p:nvCxnSpPr>
        <p:spPr>
          <a:xfrm>
            <a:off x="8927982" y="1319845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15E3EF32-B620-8AA0-B721-6087ABA8399A}"/>
              </a:ext>
            </a:extLst>
          </p:cNvPr>
          <p:cNvCxnSpPr>
            <a:cxnSpLocks/>
          </p:cNvCxnSpPr>
          <p:nvPr/>
        </p:nvCxnSpPr>
        <p:spPr>
          <a:xfrm flipH="1">
            <a:off x="8567135" y="1318345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DC00FCA-C9A0-898E-BEB5-AB38C67675D8}"/>
              </a:ext>
            </a:extLst>
          </p:cNvPr>
          <p:cNvSpPr txBox="1"/>
          <p:nvPr/>
        </p:nvSpPr>
        <p:spPr>
          <a:xfrm>
            <a:off x="8417291" y="1591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5A124656-6776-FBE8-1C39-5D055439DE62}"/>
              </a:ext>
            </a:extLst>
          </p:cNvPr>
          <p:cNvSpPr txBox="1"/>
          <p:nvPr/>
        </p:nvSpPr>
        <p:spPr>
          <a:xfrm>
            <a:off x="7182475" y="3577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DEFE517B-0302-856B-E17D-7A676050D63F}"/>
              </a:ext>
            </a:extLst>
          </p:cNvPr>
          <p:cNvCxnSpPr>
            <a:cxnSpLocks/>
          </p:cNvCxnSpPr>
          <p:nvPr/>
        </p:nvCxnSpPr>
        <p:spPr>
          <a:xfrm flipH="1">
            <a:off x="7015403" y="561158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文本框 164">
            <a:extLst>
              <a:ext uri="{FF2B5EF4-FFF2-40B4-BE49-F238E27FC236}">
                <a16:creationId xmlns:a16="http://schemas.microsoft.com/office/drawing/2014/main" id="{43E61F82-8E27-DBF5-78BD-95D9783A1D7B}"/>
              </a:ext>
            </a:extLst>
          </p:cNvPr>
          <p:cNvSpPr txBox="1"/>
          <p:nvPr/>
        </p:nvSpPr>
        <p:spPr>
          <a:xfrm>
            <a:off x="6876583" y="8486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64D99AE6-D971-C649-F9F2-DEA90CD268C0}"/>
              </a:ext>
            </a:extLst>
          </p:cNvPr>
          <p:cNvSpPr txBox="1"/>
          <p:nvPr/>
        </p:nvSpPr>
        <p:spPr>
          <a:xfrm>
            <a:off x="7450698" y="8359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DF106F66-6466-9713-7B03-BFDC378B353E}"/>
              </a:ext>
            </a:extLst>
          </p:cNvPr>
          <p:cNvCxnSpPr/>
          <p:nvPr/>
        </p:nvCxnSpPr>
        <p:spPr>
          <a:xfrm>
            <a:off x="7311878" y="561158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D3A20F2A-AEF1-D599-F239-CB2B5635FC61}"/>
              </a:ext>
            </a:extLst>
          </p:cNvPr>
          <p:cNvSpPr txBox="1"/>
          <p:nvPr/>
        </p:nvSpPr>
        <p:spPr>
          <a:xfrm>
            <a:off x="6876583" y="86142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5E4F676F-78C0-953D-E7DC-F7A732CF3909}"/>
              </a:ext>
            </a:extLst>
          </p:cNvPr>
          <p:cNvCxnSpPr>
            <a:cxnSpLocks/>
          </p:cNvCxnSpPr>
          <p:nvPr/>
        </p:nvCxnSpPr>
        <p:spPr>
          <a:xfrm flipH="1">
            <a:off x="6849454" y="104608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57AEA311-8774-D5D9-B71F-12811CC27ECB}"/>
              </a:ext>
            </a:extLst>
          </p:cNvPr>
          <p:cNvSpPr txBox="1"/>
          <p:nvPr/>
        </p:nvSpPr>
        <p:spPr>
          <a:xfrm>
            <a:off x="6710634" y="132089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96C33985-1F4F-97A6-0BFA-6CB7143338A8}"/>
              </a:ext>
            </a:extLst>
          </p:cNvPr>
          <p:cNvCxnSpPr>
            <a:cxnSpLocks/>
          </p:cNvCxnSpPr>
          <p:nvPr/>
        </p:nvCxnSpPr>
        <p:spPr>
          <a:xfrm flipH="1">
            <a:off x="2689027" y="2645939"/>
            <a:ext cx="993583" cy="4857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文本框 175">
            <a:extLst>
              <a:ext uri="{FF2B5EF4-FFF2-40B4-BE49-F238E27FC236}">
                <a16:creationId xmlns:a16="http://schemas.microsoft.com/office/drawing/2014/main" id="{3980FB0E-B8EA-2F72-2594-5001B64D37B7}"/>
              </a:ext>
            </a:extLst>
          </p:cNvPr>
          <p:cNvSpPr txBox="1"/>
          <p:nvPr/>
        </p:nvSpPr>
        <p:spPr>
          <a:xfrm>
            <a:off x="2529345" y="296349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DCB0987B-866F-B731-944C-E395BD5CD62E}"/>
              </a:ext>
            </a:extLst>
          </p:cNvPr>
          <p:cNvSpPr txBox="1"/>
          <p:nvPr/>
        </p:nvSpPr>
        <p:spPr>
          <a:xfrm>
            <a:off x="4654350" y="296123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2D2FC4A2-CBFD-18A2-E193-40712454C988}"/>
              </a:ext>
            </a:extLst>
          </p:cNvPr>
          <p:cNvCxnSpPr>
            <a:cxnSpLocks/>
          </p:cNvCxnSpPr>
          <p:nvPr/>
        </p:nvCxnSpPr>
        <p:spPr>
          <a:xfrm>
            <a:off x="3682610" y="2645939"/>
            <a:ext cx="1110560" cy="521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CFBA8A3B-D7D7-EB18-F5FB-229B0A365CF1}"/>
              </a:ext>
            </a:extLst>
          </p:cNvPr>
          <p:cNvCxnSpPr>
            <a:cxnSpLocks/>
          </p:cNvCxnSpPr>
          <p:nvPr/>
        </p:nvCxnSpPr>
        <p:spPr>
          <a:xfrm flipH="1">
            <a:off x="2013911" y="3151161"/>
            <a:ext cx="662548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860F5E08-EAED-F5F8-D3B4-675164BEA90F}"/>
              </a:ext>
            </a:extLst>
          </p:cNvPr>
          <p:cNvSpPr txBox="1"/>
          <p:nvPr/>
        </p:nvSpPr>
        <p:spPr>
          <a:xfrm>
            <a:off x="1867193" y="34546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9482EDB1-DF9D-661F-ADA8-A959D768C9B1}"/>
              </a:ext>
            </a:extLst>
          </p:cNvPr>
          <p:cNvSpPr txBox="1"/>
          <p:nvPr/>
        </p:nvSpPr>
        <p:spPr>
          <a:xfrm>
            <a:off x="3088665" y="344493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73F202D4-9C8B-29F8-A86B-E52B1CFC33D9}"/>
              </a:ext>
            </a:extLst>
          </p:cNvPr>
          <p:cNvCxnSpPr>
            <a:cxnSpLocks/>
          </p:cNvCxnSpPr>
          <p:nvPr/>
        </p:nvCxnSpPr>
        <p:spPr>
          <a:xfrm>
            <a:off x="2676459" y="3151161"/>
            <a:ext cx="549904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FCD3EF0B-C124-60FC-20E2-22C6939E3153}"/>
              </a:ext>
            </a:extLst>
          </p:cNvPr>
          <p:cNvCxnSpPr>
            <a:cxnSpLocks/>
          </p:cNvCxnSpPr>
          <p:nvPr/>
        </p:nvCxnSpPr>
        <p:spPr>
          <a:xfrm flipH="1">
            <a:off x="4288650" y="3163117"/>
            <a:ext cx="504520" cy="466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文本框 183">
            <a:extLst>
              <a:ext uri="{FF2B5EF4-FFF2-40B4-BE49-F238E27FC236}">
                <a16:creationId xmlns:a16="http://schemas.microsoft.com/office/drawing/2014/main" id="{CB47020B-5196-113B-C089-3642302B6488}"/>
              </a:ext>
            </a:extLst>
          </p:cNvPr>
          <p:cNvSpPr txBox="1"/>
          <p:nvPr/>
        </p:nvSpPr>
        <p:spPr>
          <a:xfrm>
            <a:off x="4137055" y="344043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0DF9E9E6-34E0-E690-6986-8E7A816C1A40}"/>
              </a:ext>
            </a:extLst>
          </p:cNvPr>
          <p:cNvSpPr txBox="1"/>
          <p:nvPr/>
        </p:nvSpPr>
        <p:spPr>
          <a:xfrm>
            <a:off x="5210447" y="34546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66C50F77-16B5-B53E-2DE4-603B5F5E9E30}"/>
              </a:ext>
            </a:extLst>
          </p:cNvPr>
          <p:cNvCxnSpPr>
            <a:cxnSpLocks/>
          </p:cNvCxnSpPr>
          <p:nvPr/>
        </p:nvCxnSpPr>
        <p:spPr>
          <a:xfrm>
            <a:off x="4793170" y="3163117"/>
            <a:ext cx="567535" cy="5048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>
            <a:extLst>
              <a:ext uri="{FF2B5EF4-FFF2-40B4-BE49-F238E27FC236}">
                <a16:creationId xmlns:a16="http://schemas.microsoft.com/office/drawing/2014/main" id="{5707F0D0-88E1-AD0D-B713-FB48714452F7}"/>
              </a:ext>
            </a:extLst>
          </p:cNvPr>
          <p:cNvCxnSpPr>
            <a:cxnSpLocks/>
          </p:cNvCxnSpPr>
          <p:nvPr/>
        </p:nvCxnSpPr>
        <p:spPr>
          <a:xfrm flipH="1">
            <a:off x="2900921" y="3626598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F9156DB0-6CDE-A8AC-020C-D57EDEF108E7}"/>
              </a:ext>
            </a:extLst>
          </p:cNvPr>
          <p:cNvSpPr txBox="1"/>
          <p:nvPr/>
        </p:nvSpPr>
        <p:spPr>
          <a:xfrm>
            <a:off x="2762101" y="389541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5B0D788-098A-9292-BD4B-4D65A6455A6F}"/>
              </a:ext>
            </a:extLst>
          </p:cNvPr>
          <p:cNvCxnSpPr>
            <a:cxnSpLocks/>
          </p:cNvCxnSpPr>
          <p:nvPr/>
        </p:nvCxnSpPr>
        <p:spPr>
          <a:xfrm>
            <a:off x="2014363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文本框 193">
            <a:extLst>
              <a:ext uri="{FF2B5EF4-FFF2-40B4-BE49-F238E27FC236}">
                <a16:creationId xmlns:a16="http://schemas.microsoft.com/office/drawing/2014/main" id="{089129E3-A817-5C79-D7B3-E5649B2594CA}"/>
              </a:ext>
            </a:extLst>
          </p:cNvPr>
          <p:cNvSpPr txBox="1"/>
          <p:nvPr/>
        </p:nvSpPr>
        <p:spPr>
          <a:xfrm>
            <a:off x="1602391" y="38690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7C772282-13E3-179F-8247-1C192007E36C}"/>
              </a:ext>
            </a:extLst>
          </p:cNvPr>
          <p:cNvSpPr txBox="1"/>
          <p:nvPr/>
        </p:nvSpPr>
        <p:spPr>
          <a:xfrm>
            <a:off x="2155785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E1A28E09-BF04-F672-B2A3-B2BBAF613E58}"/>
              </a:ext>
            </a:extLst>
          </p:cNvPr>
          <p:cNvCxnSpPr>
            <a:cxnSpLocks/>
          </p:cNvCxnSpPr>
          <p:nvPr/>
        </p:nvCxnSpPr>
        <p:spPr>
          <a:xfrm flipH="1">
            <a:off x="1739140" y="3629599"/>
            <a:ext cx="270034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文本框 197">
            <a:extLst>
              <a:ext uri="{FF2B5EF4-FFF2-40B4-BE49-F238E27FC236}">
                <a16:creationId xmlns:a16="http://schemas.microsoft.com/office/drawing/2014/main" id="{C622AA78-98B9-DA09-6F92-45B0E85E9C7E}"/>
              </a:ext>
            </a:extLst>
          </p:cNvPr>
          <p:cNvSpPr txBox="1"/>
          <p:nvPr/>
        </p:nvSpPr>
        <p:spPr>
          <a:xfrm>
            <a:off x="3562387" y="243988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B0406A5-8F25-2940-A9AB-03524F758EDC}"/>
              </a:ext>
            </a:extLst>
          </p:cNvPr>
          <p:cNvSpPr txBox="1"/>
          <p:nvPr/>
        </p:nvSpPr>
        <p:spPr>
          <a:xfrm>
            <a:off x="9142442" y="15960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4FC2F05-DB8C-992E-72AD-595B23048EE2}"/>
              </a:ext>
            </a:extLst>
          </p:cNvPr>
          <p:cNvCxnSpPr>
            <a:cxnSpLocks/>
          </p:cNvCxnSpPr>
          <p:nvPr/>
        </p:nvCxnSpPr>
        <p:spPr>
          <a:xfrm>
            <a:off x="9208835" y="129871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0C68B82-ABCA-A1CA-67E5-23D0242B5F5C}"/>
              </a:ext>
            </a:extLst>
          </p:cNvPr>
          <p:cNvCxnSpPr>
            <a:cxnSpLocks/>
          </p:cNvCxnSpPr>
          <p:nvPr/>
        </p:nvCxnSpPr>
        <p:spPr>
          <a:xfrm>
            <a:off x="3233734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08618B3F-3D3D-33E8-FACA-50DEB7D05C08}"/>
              </a:ext>
            </a:extLst>
          </p:cNvPr>
          <p:cNvSpPr txBox="1"/>
          <p:nvPr/>
        </p:nvSpPr>
        <p:spPr>
          <a:xfrm>
            <a:off x="3384017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888728CE-7A5B-9C78-2504-AD2D313C5B51}"/>
              </a:ext>
            </a:extLst>
          </p:cNvPr>
          <p:cNvCxnSpPr>
            <a:cxnSpLocks/>
          </p:cNvCxnSpPr>
          <p:nvPr/>
        </p:nvCxnSpPr>
        <p:spPr>
          <a:xfrm flipH="1">
            <a:off x="3954208" y="3626598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730B8929-612A-F629-FDE0-DA35D61EF27B}"/>
              </a:ext>
            </a:extLst>
          </p:cNvPr>
          <p:cNvSpPr txBox="1"/>
          <p:nvPr/>
        </p:nvSpPr>
        <p:spPr>
          <a:xfrm>
            <a:off x="3815388" y="389541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4ED5369-5E2A-C0C3-A5DD-99FDBF2A6E13}"/>
              </a:ext>
            </a:extLst>
          </p:cNvPr>
          <p:cNvCxnSpPr>
            <a:cxnSpLocks/>
          </p:cNvCxnSpPr>
          <p:nvPr/>
        </p:nvCxnSpPr>
        <p:spPr>
          <a:xfrm>
            <a:off x="4287021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E8F56AAB-2EEE-A2AC-8B24-F25C0F262CA1}"/>
              </a:ext>
            </a:extLst>
          </p:cNvPr>
          <p:cNvSpPr txBox="1"/>
          <p:nvPr/>
        </p:nvSpPr>
        <p:spPr>
          <a:xfrm>
            <a:off x="4437304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6E486F3-3F12-B2AE-B3F6-E725BDFE94CF}"/>
              </a:ext>
            </a:extLst>
          </p:cNvPr>
          <p:cNvCxnSpPr>
            <a:cxnSpLocks/>
          </p:cNvCxnSpPr>
          <p:nvPr/>
        </p:nvCxnSpPr>
        <p:spPr>
          <a:xfrm flipH="1">
            <a:off x="5026263" y="3642320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FDBAD199-DF7F-FA9F-C8CA-3DE4D6568127}"/>
              </a:ext>
            </a:extLst>
          </p:cNvPr>
          <p:cNvSpPr txBox="1"/>
          <p:nvPr/>
        </p:nvSpPr>
        <p:spPr>
          <a:xfrm>
            <a:off x="4887443" y="391113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82C5DD7-D6EE-F708-C2C2-4B1A94F03C04}"/>
              </a:ext>
            </a:extLst>
          </p:cNvPr>
          <p:cNvCxnSpPr>
            <a:cxnSpLocks/>
          </p:cNvCxnSpPr>
          <p:nvPr/>
        </p:nvCxnSpPr>
        <p:spPr>
          <a:xfrm>
            <a:off x="5359076" y="3659542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CB120962-0AC5-FB53-812C-69CC2089868E}"/>
              </a:ext>
            </a:extLst>
          </p:cNvPr>
          <p:cNvSpPr txBox="1"/>
          <p:nvPr/>
        </p:nvSpPr>
        <p:spPr>
          <a:xfrm>
            <a:off x="5509359" y="3911138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D4E16AA6-FC87-8E51-01D8-782C998B3C62}"/>
              </a:ext>
            </a:extLst>
          </p:cNvPr>
          <p:cNvCxnSpPr>
            <a:cxnSpLocks/>
            <a:endCxn id="69" idx="1"/>
          </p:cNvCxnSpPr>
          <p:nvPr/>
        </p:nvCxnSpPr>
        <p:spPr>
          <a:xfrm flipH="1">
            <a:off x="2234898" y="4069607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DD575A28-1925-E641-7AF1-BFDB5C1AAC79}"/>
              </a:ext>
            </a:extLst>
          </p:cNvPr>
          <p:cNvSpPr txBox="1"/>
          <p:nvPr/>
        </p:nvSpPr>
        <p:spPr>
          <a:xfrm>
            <a:off x="2234898" y="433992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A6C1C8DB-572D-D29D-24B9-6D904308CCD1}"/>
              </a:ext>
            </a:extLst>
          </p:cNvPr>
          <p:cNvCxnSpPr>
            <a:cxnSpLocks/>
          </p:cNvCxnSpPr>
          <p:nvPr/>
        </p:nvCxnSpPr>
        <p:spPr>
          <a:xfrm>
            <a:off x="2289137" y="4069607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69AAC013-D001-4863-D74E-692FB2FA3E5F}"/>
              </a:ext>
            </a:extLst>
          </p:cNvPr>
          <p:cNvSpPr txBox="1"/>
          <p:nvPr/>
        </p:nvSpPr>
        <p:spPr>
          <a:xfrm>
            <a:off x="2095769" y="43564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FC55500B-0732-B946-8E6C-59A39C1932DA}"/>
              </a:ext>
            </a:extLst>
          </p:cNvPr>
          <p:cNvCxnSpPr>
            <a:cxnSpLocks/>
            <a:endCxn id="112" idx="1"/>
          </p:cNvCxnSpPr>
          <p:nvPr/>
        </p:nvCxnSpPr>
        <p:spPr>
          <a:xfrm flipH="1">
            <a:off x="1691116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042BB631-ACF4-7ADE-BA54-9065B52DD641}"/>
              </a:ext>
            </a:extLst>
          </p:cNvPr>
          <p:cNvSpPr txBox="1"/>
          <p:nvPr/>
        </p:nvSpPr>
        <p:spPr>
          <a:xfrm>
            <a:off x="1541272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847F99DA-7427-F171-F1CF-F8698994CAFE}"/>
              </a:ext>
            </a:extLst>
          </p:cNvPr>
          <p:cNvSpPr txBox="1"/>
          <p:nvPr/>
        </p:nvSpPr>
        <p:spPr>
          <a:xfrm>
            <a:off x="1691116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D90FEFFE-5103-F341-03C7-F7F336C72F3B}"/>
              </a:ext>
            </a:extLst>
          </p:cNvPr>
          <p:cNvCxnSpPr>
            <a:cxnSpLocks/>
          </p:cNvCxnSpPr>
          <p:nvPr/>
        </p:nvCxnSpPr>
        <p:spPr>
          <a:xfrm>
            <a:off x="1745355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A3BC9F48-F5C5-1E2E-81D7-5CAC00F670CF}"/>
              </a:ext>
            </a:extLst>
          </p:cNvPr>
          <p:cNvCxnSpPr>
            <a:cxnSpLocks/>
            <a:endCxn id="116" idx="1"/>
          </p:cNvCxnSpPr>
          <p:nvPr/>
        </p:nvCxnSpPr>
        <p:spPr>
          <a:xfrm flipH="1">
            <a:off x="2846682" y="404780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335A60E9-5AF9-F16E-9C41-892BFD9697FF}"/>
              </a:ext>
            </a:extLst>
          </p:cNvPr>
          <p:cNvSpPr txBox="1"/>
          <p:nvPr/>
        </p:nvSpPr>
        <p:spPr>
          <a:xfrm>
            <a:off x="2696838" y="432111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E804995E-3C05-6A97-984D-D03DFF7417F2}"/>
              </a:ext>
            </a:extLst>
          </p:cNvPr>
          <p:cNvSpPr txBox="1"/>
          <p:nvPr/>
        </p:nvSpPr>
        <p:spPr>
          <a:xfrm>
            <a:off x="2846682" y="43181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5B2ED6F7-E61C-03DD-C01C-DCA421F895A8}"/>
              </a:ext>
            </a:extLst>
          </p:cNvPr>
          <p:cNvCxnSpPr>
            <a:cxnSpLocks/>
          </p:cNvCxnSpPr>
          <p:nvPr/>
        </p:nvCxnSpPr>
        <p:spPr>
          <a:xfrm>
            <a:off x="2900921" y="404780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4581D6E-43F6-D0FF-D3AE-39C250D2E496}"/>
              </a:ext>
            </a:extLst>
          </p:cNvPr>
          <p:cNvCxnSpPr>
            <a:cxnSpLocks/>
            <a:endCxn id="134" idx="1"/>
          </p:cNvCxnSpPr>
          <p:nvPr/>
        </p:nvCxnSpPr>
        <p:spPr>
          <a:xfrm flipH="1">
            <a:off x="3468598" y="408622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3" name="文本框 132">
            <a:extLst>
              <a:ext uri="{FF2B5EF4-FFF2-40B4-BE49-F238E27FC236}">
                <a16:creationId xmlns:a16="http://schemas.microsoft.com/office/drawing/2014/main" id="{2E39BBB8-01C1-446F-8A77-089D844FB344}"/>
              </a:ext>
            </a:extLst>
          </p:cNvPr>
          <p:cNvSpPr txBox="1"/>
          <p:nvPr/>
        </p:nvSpPr>
        <p:spPr>
          <a:xfrm>
            <a:off x="3318754" y="43595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74837B00-7910-3F0A-4ADE-9778156781D3}"/>
              </a:ext>
            </a:extLst>
          </p:cNvPr>
          <p:cNvSpPr txBox="1"/>
          <p:nvPr/>
        </p:nvSpPr>
        <p:spPr>
          <a:xfrm>
            <a:off x="3468598" y="435653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C8DB2270-CCA9-BA48-B57E-BE4E1747F710}"/>
              </a:ext>
            </a:extLst>
          </p:cNvPr>
          <p:cNvCxnSpPr>
            <a:cxnSpLocks/>
          </p:cNvCxnSpPr>
          <p:nvPr/>
        </p:nvCxnSpPr>
        <p:spPr>
          <a:xfrm>
            <a:off x="3522837" y="408622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00C51FF7-13F9-3351-F290-36CF7AB54D88}"/>
              </a:ext>
            </a:extLst>
          </p:cNvPr>
          <p:cNvCxnSpPr>
            <a:cxnSpLocks/>
            <a:endCxn id="138" idx="1"/>
          </p:cNvCxnSpPr>
          <p:nvPr/>
        </p:nvCxnSpPr>
        <p:spPr>
          <a:xfrm flipH="1">
            <a:off x="3902042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7" name="文本框 136">
            <a:extLst>
              <a:ext uri="{FF2B5EF4-FFF2-40B4-BE49-F238E27FC236}">
                <a16:creationId xmlns:a16="http://schemas.microsoft.com/office/drawing/2014/main" id="{ED8B18D6-E511-6F11-1395-20826A51D258}"/>
              </a:ext>
            </a:extLst>
          </p:cNvPr>
          <p:cNvSpPr txBox="1"/>
          <p:nvPr/>
        </p:nvSpPr>
        <p:spPr>
          <a:xfrm>
            <a:off x="3752198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7915A7C5-D525-317E-7778-D3781FD6B192}"/>
              </a:ext>
            </a:extLst>
          </p:cNvPr>
          <p:cNvSpPr txBox="1"/>
          <p:nvPr/>
        </p:nvSpPr>
        <p:spPr>
          <a:xfrm>
            <a:off x="3902042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E8AEF784-0F4F-B47B-975C-B46D7C05EF2D}"/>
              </a:ext>
            </a:extLst>
          </p:cNvPr>
          <p:cNvCxnSpPr>
            <a:cxnSpLocks/>
          </p:cNvCxnSpPr>
          <p:nvPr/>
        </p:nvCxnSpPr>
        <p:spPr>
          <a:xfrm>
            <a:off x="3956281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A3B3D4BE-AE53-1E59-309F-EEFA10771794}"/>
              </a:ext>
            </a:extLst>
          </p:cNvPr>
          <p:cNvCxnSpPr>
            <a:cxnSpLocks/>
            <a:endCxn id="149" idx="1"/>
          </p:cNvCxnSpPr>
          <p:nvPr/>
        </p:nvCxnSpPr>
        <p:spPr>
          <a:xfrm flipH="1">
            <a:off x="4523654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C2DB1694-10F4-D75C-1701-8C49145DAAC4}"/>
              </a:ext>
            </a:extLst>
          </p:cNvPr>
          <p:cNvSpPr txBox="1"/>
          <p:nvPr/>
        </p:nvSpPr>
        <p:spPr>
          <a:xfrm>
            <a:off x="4373810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9AB57BAD-68E4-E5A8-CD6D-1F6AFBBFE0C6}"/>
              </a:ext>
            </a:extLst>
          </p:cNvPr>
          <p:cNvSpPr txBox="1"/>
          <p:nvPr/>
        </p:nvSpPr>
        <p:spPr>
          <a:xfrm>
            <a:off x="4523654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C4022510-FFAA-6503-2646-94AE9A276834}"/>
              </a:ext>
            </a:extLst>
          </p:cNvPr>
          <p:cNvCxnSpPr>
            <a:cxnSpLocks/>
          </p:cNvCxnSpPr>
          <p:nvPr/>
        </p:nvCxnSpPr>
        <p:spPr>
          <a:xfrm>
            <a:off x="4577893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1C68778D-6140-5474-4B97-443598C1E6FF}"/>
              </a:ext>
            </a:extLst>
          </p:cNvPr>
          <p:cNvCxnSpPr>
            <a:cxnSpLocks/>
            <a:endCxn id="155" idx="1"/>
          </p:cNvCxnSpPr>
          <p:nvPr/>
        </p:nvCxnSpPr>
        <p:spPr>
          <a:xfrm flipH="1">
            <a:off x="4974098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4" name="文本框 153">
            <a:extLst>
              <a:ext uri="{FF2B5EF4-FFF2-40B4-BE49-F238E27FC236}">
                <a16:creationId xmlns:a16="http://schemas.microsoft.com/office/drawing/2014/main" id="{0E732B44-F718-5C4B-71AF-C6A05A0B5AD1}"/>
              </a:ext>
            </a:extLst>
          </p:cNvPr>
          <p:cNvSpPr txBox="1"/>
          <p:nvPr/>
        </p:nvSpPr>
        <p:spPr>
          <a:xfrm>
            <a:off x="4824254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97E3C691-68D0-964B-CA2F-C13FC0B60949}"/>
              </a:ext>
            </a:extLst>
          </p:cNvPr>
          <p:cNvSpPr txBox="1"/>
          <p:nvPr/>
        </p:nvSpPr>
        <p:spPr>
          <a:xfrm>
            <a:off x="4974098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C25CB43E-3DBD-8F5A-E7D1-A1ED39799F50}"/>
              </a:ext>
            </a:extLst>
          </p:cNvPr>
          <p:cNvCxnSpPr>
            <a:cxnSpLocks/>
          </p:cNvCxnSpPr>
          <p:nvPr/>
        </p:nvCxnSpPr>
        <p:spPr>
          <a:xfrm>
            <a:off x="5028337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0B8BE82F-4714-B213-E22A-BB1C2363348B}"/>
              </a:ext>
            </a:extLst>
          </p:cNvPr>
          <p:cNvCxnSpPr>
            <a:cxnSpLocks/>
            <a:endCxn id="159" idx="1"/>
          </p:cNvCxnSpPr>
          <p:nvPr/>
        </p:nvCxnSpPr>
        <p:spPr>
          <a:xfrm flipH="1">
            <a:off x="5604718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9BDDC583-A596-5CF4-F507-9D2A4338E9CC}"/>
              </a:ext>
            </a:extLst>
          </p:cNvPr>
          <p:cNvSpPr txBox="1"/>
          <p:nvPr/>
        </p:nvSpPr>
        <p:spPr>
          <a:xfrm>
            <a:off x="5454874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BFCB5512-22B2-4871-CE8C-BDD857B7DEA9}"/>
              </a:ext>
            </a:extLst>
          </p:cNvPr>
          <p:cNvSpPr txBox="1"/>
          <p:nvPr/>
        </p:nvSpPr>
        <p:spPr>
          <a:xfrm>
            <a:off x="5604718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371EC84F-01B1-D543-E19A-6401389F2981}"/>
              </a:ext>
            </a:extLst>
          </p:cNvPr>
          <p:cNvCxnSpPr>
            <a:cxnSpLocks/>
          </p:cNvCxnSpPr>
          <p:nvPr/>
        </p:nvCxnSpPr>
        <p:spPr>
          <a:xfrm>
            <a:off x="5658957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11A06FEE-2ACB-855A-C5E5-42CB31B98AD6}"/>
              </a:ext>
            </a:extLst>
          </p:cNvPr>
          <p:cNvCxnSpPr>
            <a:cxnSpLocks/>
          </p:cNvCxnSpPr>
          <p:nvPr/>
        </p:nvCxnSpPr>
        <p:spPr>
          <a:xfrm flipH="1">
            <a:off x="7521547" y="2610518"/>
            <a:ext cx="993583" cy="4857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文本框 161">
            <a:extLst>
              <a:ext uri="{FF2B5EF4-FFF2-40B4-BE49-F238E27FC236}">
                <a16:creationId xmlns:a16="http://schemas.microsoft.com/office/drawing/2014/main" id="{CA8C33B6-8F15-5764-0200-6A60DFD07CA8}"/>
              </a:ext>
            </a:extLst>
          </p:cNvPr>
          <p:cNvSpPr txBox="1"/>
          <p:nvPr/>
        </p:nvSpPr>
        <p:spPr>
          <a:xfrm>
            <a:off x="7361865" y="292807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9" name="文本框 188">
            <a:extLst>
              <a:ext uri="{FF2B5EF4-FFF2-40B4-BE49-F238E27FC236}">
                <a16:creationId xmlns:a16="http://schemas.microsoft.com/office/drawing/2014/main" id="{038F348A-5CBB-DF04-5275-5466D226217D}"/>
              </a:ext>
            </a:extLst>
          </p:cNvPr>
          <p:cNvSpPr txBox="1"/>
          <p:nvPr/>
        </p:nvSpPr>
        <p:spPr>
          <a:xfrm>
            <a:off x="9486870" y="292581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0" name="直接连接符 189">
            <a:extLst>
              <a:ext uri="{FF2B5EF4-FFF2-40B4-BE49-F238E27FC236}">
                <a16:creationId xmlns:a16="http://schemas.microsoft.com/office/drawing/2014/main" id="{86084B65-5426-E6F6-DF04-3FDAA344A853}"/>
              </a:ext>
            </a:extLst>
          </p:cNvPr>
          <p:cNvCxnSpPr>
            <a:cxnSpLocks/>
          </p:cNvCxnSpPr>
          <p:nvPr/>
        </p:nvCxnSpPr>
        <p:spPr>
          <a:xfrm>
            <a:off x="8515130" y="2610518"/>
            <a:ext cx="1110560" cy="521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CEA1C24C-73E6-74F3-5597-7A824F9D8042}"/>
              </a:ext>
            </a:extLst>
          </p:cNvPr>
          <p:cNvCxnSpPr>
            <a:cxnSpLocks/>
          </p:cNvCxnSpPr>
          <p:nvPr/>
        </p:nvCxnSpPr>
        <p:spPr>
          <a:xfrm flipH="1">
            <a:off x="6846431" y="3115740"/>
            <a:ext cx="662548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BDA45AB-D7EF-210D-ACC5-302E92F86269}"/>
              </a:ext>
            </a:extLst>
          </p:cNvPr>
          <p:cNvSpPr txBox="1"/>
          <p:nvPr/>
        </p:nvSpPr>
        <p:spPr>
          <a:xfrm>
            <a:off x="6699713" y="34192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FE62009D-5DBC-7486-394D-219F885BD3C1}"/>
              </a:ext>
            </a:extLst>
          </p:cNvPr>
          <p:cNvSpPr txBox="1"/>
          <p:nvPr/>
        </p:nvSpPr>
        <p:spPr>
          <a:xfrm>
            <a:off x="7921185" y="34095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9" name="直接连接符 198">
            <a:extLst>
              <a:ext uri="{FF2B5EF4-FFF2-40B4-BE49-F238E27FC236}">
                <a16:creationId xmlns:a16="http://schemas.microsoft.com/office/drawing/2014/main" id="{FABFACF0-C1B8-3D14-58F7-9442A324D0DD}"/>
              </a:ext>
            </a:extLst>
          </p:cNvPr>
          <p:cNvCxnSpPr>
            <a:cxnSpLocks/>
          </p:cNvCxnSpPr>
          <p:nvPr/>
        </p:nvCxnSpPr>
        <p:spPr>
          <a:xfrm>
            <a:off x="7508979" y="3115740"/>
            <a:ext cx="549904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>
            <a:extLst>
              <a:ext uri="{FF2B5EF4-FFF2-40B4-BE49-F238E27FC236}">
                <a16:creationId xmlns:a16="http://schemas.microsoft.com/office/drawing/2014/main" id="{4D742C73-31CA-50A7-8C10-E6EFAE1AC4DC}"/>
              </a:ext>
            </a:extLst>
          </p:cNvPr>
          <p:cNvCxnSpPr>
            <a:cxnSpLocks/>
          </p:cNvCxnSpPr>
          <p:nvPr/>
        </p:nvCxnSpPr>
        <p:spPr>
          <a:xfrm flipH="1">
            <a:off x="9121170" y="3127696"/>
            <a:ext cx="504520" cy="466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1" name="文本框 200">
            <a:extLst>
              <a:ext uri="{FF2B5EF4-FFF2-40B4-BE49-F238E27FC236}">
                <a16:creationId xmlns:a16="http://schemas.microsoft.com/office/drawing/2014/main" id="{83425C36-ACAA-CD92-C09A-9043AAE952E8}"/>
              </a:ext>
            </a:extLst>
          </p:cNvPr>
          <p:cNvSpPr txBox="1"/>
          <p:nvPr/>
        </p:nvSpPr>
        <p:spPr>
          <a:xfrm>
            <a:off x="8969575" y="34050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69FDA43D-5FC0-6B63-51B7-4B9B0DF2B28F}"/>
              </a:ext>
            </a:extLst>
          </p:cNvPr>
          <p:cNvSpPr txBox="1"/>
          <p:nvPr/>
        </p:nvSpPr>
        <p:spPr>
          <a:xfrm>
            <a:off x="10042967" y="34192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3" name="直接连接符 202">
            <a:extLst>
              <a:ext uri="{FF2B5EF4-FFF2-40B4-BE49-F238E27FC236}">
                <a16:creationId xmlns:a16="http://schemas.microsoft.com/office/drawing/2014/main" id="{EEF84106-84D9-9204-A537-DF4C5084FD06}"/>
              </a:ext>
            </a:extLst>
          </p:cNvPr>
          <p:cNvCxnSpPr>
            <a:cxnSpLocks/>
          </p:cNvCxnSpPr>
          <p:nvPr/>
        </p:nvCxnSpPr>
        <p:spPr>
          <a:xfrm>
            <a:off x="9625690" y="3127696"/>
            <a:ext cx="567535" cy="5048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4" name="直接连接符 203">
            <a:extLst>
              <a:ext uri="{FF2B5EF4-FFF2-40B4-BE49-F238E27FC236}">
                <a16:creationId xmlns:a16="http://schemas.microsoft.com/office/drawing/2014/main" id="{767350D4-15AE-562F-CCB9-7A87344ED086}"/>
              </a:ext>
            </a:extLst>
          </p:cNvPr>
          <p:cNvCxnSpPr>
            <a:cxnSpLocks/>
          </p:cNvCxnSpPr>
          <p:nvPr/>
        </p:nvCxnSpPr>
        <p:spPr>
          <a:xfrm flipH="1">
            <a:off x="7733441" y="3591177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5" name="文本框 204">
            <a:extLst>
              <a:ext uri="{FF2B5EF4-FFF2-40B4-BE49-F238E27FC236}">
                <a16:creationId xmlns:a16="http://schemas.microsoft.com/office/drawing/2014/main" id="{E10A54CF-4548-BBB1-0F90-DD1B8F826AD8}"/>
              </a:ext>
            </a:extLst>
          </p:cNvPr>
          <p:cNvSpPr txBox="1"/>
          <p:nvPr/>
        </p:nvSpPr>
        <p:spPr>
          <a:xfrm>
            <a:off x="7594621" y="3859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6" name="直接连接符 205">
            <a:extLst>
              <a:ext uri="{FF2B5EF4-FFF2-40B4-BE49-F238E27FC236}">
                <a16:creationId xmlns:a16="http://schemas.microsoft.com/office/drawing/2014/main" id="{30AE9313-6935-4C06-4E80-5662E29CA18D}"/>
              </a:ext>
            </a:extLst>
          </p:cNvPr>
          <p:cNvCxnSpPr>
            <a:cxnSpLocks/>
          </p:cNvCxnSpPr>
          <p:nvPr/>
        </p:nvCxnSpPr>
        <p:spPr>
          <a:xfrm>
            <a:off x="6846883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7" name="文本框 206">
            <a:extLst>
              <a:ext uri="{FF2B5EF4-FFF2-40B4-BE49-F238E27FC236}">
                <a16:creationId xmlns:a16="http://schemas.microsoft.com/office/drawing/2014/main" id="{8770B608-3DF7-A54B-9CEC-CC99A106943C}"/>
              </a:ext>
            </a:extLst>
          </p:cNvPr>
          <p:cNvSpPr txBox="1"/>
          <p:nvPr/>
        </p:nvSpPr>
        <p:spPr>
          <a:xfrm>
            <a:off x="6434911" y="383364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C5E19E49-0AD7-69E2-1FB7-E5CB5159555F}"/>
              </a:ext>
            </a:extLst>
          </p:cNvPr>
          <p:cNvSpPr txBox="1"/>
          <p:nvPr/>
        </p:nvSpPr>
        <p:spPr>
          <a:xfrm>
            <a:off x="6988305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9" name="直接连接符 208">
            <a:extLst>
              <a:ext uri="{FF2B5EF4-FFF2-40B4-BE49-F238E27FC236}">
                <a16:creationId xmlns:a16="http://schemas.microsoft.com/office/drawing/2014/main" id="{1AE0EA38-9D50-882A-15BD-648D08F7E651}"/>
              </a:ext>
            </a:extLst>
          </p:cNvPr>
          <p:cNvCxnSpPr>
            <a:cxnSpLocks/>
          </p:cNvCxnSpPr>
          <p:nvPr/>
        </p:nvCxnSpPr>
        <p:spPr>
          <a:xfrm flipH="1">
            <a:off x="6571660" y="3594178"/>
            <a:ext cx="270034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0" name="文本框 209">
            <a:extLst>
              <a:ext uri="{FF2B5EF4-FFF2-40B4-BE49-F238E27FC236}">
                <a16:creationId xmlns:a16="http://schemas.microsoft.com/office/drawing/2014/main" id="{D1230378-9575-8DD9-138C-A3C45FE8B1CF}"/>
              </a:ext>
            </a:extLst>
          </p:cNvPr>
          <p:cNvSpPr txBox="1"/>
          <p:nvPr/>
        </p:nvSpPr>
        <p:spPr>
          <a:xfrm>
            <a:off x="8394907" y="24044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1" name="直接连接符 210">
            <a:extLst>
              <a:ext uri="{FF2B5EF4-FFF2-40B4-BE49-F238E27FC236}">
                <a16:creationId xmlns:a16="http://schemas.microsoft.com/office/drawing/2014/main" id="{00D9426B-EDF4-9567-93D6-1412572243FA}"/>
              </a:ext>
            </a:extLst>
          </p:cNvPr>
          <p:cNvCxnSpPr>
            <a:cxnSpLocks/>
          </p:cNvCxnSpPr>
          <p:nvPr/>
        </p:nvCxnSpPr>
        <p:spPr>
          <a:xfrm>
            <a:off x="8066254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FF0F0873-7982-BD7A-935B-0AEDDE6F4D94}"/>
              </a:ext>
            </a:extLst>
          </p:cNvPr>
          <p:cNvSpPr txBox="1"/>
          <p:nvPr/>
        </p:nvSpPr>
        <p:spPr>
          <a:xfrm>
            <a:off x="8216537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588997DF-8A54-B4ED-EC8D-AD4C8187BB89}"/>
              </a:ext>
            </a:extLst>
          </p:cNvPr>
          <p:cNvCxnSpPr>
            <a:cxnSpLocks/>
          </p:cNvCxnSpPr>
          <p:nvPr/>
        </p:nvCxnSpPr>
        <p:spPr>
          <a:xfrm flipH="1">
            <a:off x="8786728" y="3591177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4" name="文本框 213">
            <a:extLst>
              <a:ext uri="{FF2B5EF4-FFF2-40B4-BE49-F238E27FC236}">
                <a16:creationId xmlns:a16="http://schemas.microsoft.com/office/drawing/2014/main" id="{E7AECA84-40BF-E3E5-2320-30F03EF759FA}"/>
              </a:ext>
            </a:extLst>
          </p:cNvPr>
          <p:cNvSpPr txBox="1"/>
          <p:nvPr/>
        </p:nvSpPr>
        <p:spPr>
          <a:xfrm>
            <a:off x="8647908" y="3859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5" name="直接连接符 214">
            <a:extLst>
              <a:ext uri="{FF2B5EF4-FFF2-40B4-BE49-F238E27FC236}">
                <a16:creationId xmlns:a16="http://schemas.microsoft.com/office/drawing/2014/main" id="{F69360B1-D726-EF85-41AB-50CEC7B88D4D}"/>
              </a:ext>
            </a:extLst>
          </p:cNvPr>
          <p:cNvCxnSpPr>
            <a:cxnSpLocks/>
          </p:cNvCxnSpPr>
          <p:nvPr/>
        </p:nvCxnSpPr>
        <p:spPr>
          <a:xfrm>
            <a:off x="9119541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6" name="文本框 215">
            <a:extLst>
              <a:ext uri="{FF2B5EF4-FFF2-40B4-BE49-F238E27FC236}">
                <a16:creationId xmlns:a16="http://schemas.microsoft.com/office/drawing/2014/main" id="{4E7302B2-E1B1-7205-53A9-4004340C9720}"/>
              </a:ext>
            </a:extLst>
          </p:cNvPr>
          <p:cNvSpPr txBox="1"/>
          <p:nvPr/>
        </p:nvSpPr>
        <p:spPr>
          <a:xfrm>
            <a:off x="9269824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7" name="直接连接符 216">
            <a:extLst>
              <a:ext uri="{FF2B5EF4-FFF2-40B4-BE49-F238E27FC236}">
                <a16:creationId xmlns:a16="http://schemas.microsoft.com/office/drawing/2014/main" id="{F329E385-10CA-876C-AB0D-AA65DA6E5D19}"/>
              </a:ext>
            </a:extLst>
          </p:cNvPr>
          <p:cNvCxnSpPr>
            <a:cxnSpLocks/>
          </p:cNvCxnSpPr>
          <p:nvPr/>
        </p:nvCxnSpPr>
        <p:spPr>
          <a:xfrm flipH="1">
            <a:off x="9858783" y="3606899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8" name="文本框 217">
            <a:extLst>
              <a:ext uri="{FF2B5EF4-FFF2-40B4-BE49-F238E27FC236}">
                <a16:creationId xmlns:a16="http://schemas.microsoft.com/office/drawing/2014/main" id="{433D3ECC-E24D-0DB3-31E6-9A3D22D6CCBD}"/>
              </a:ext>
            </a:extLst>
          </p:cNvPr>
          <p:cNvSpPr txBox="1"/>
          <p:nvPr/>
        </p:nvSpPr>
        <p:spPr>
          <a:xfrm>
            <a:off x="9719963" y="3875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1" name="直接连接符 220">
            <a:extLst>
              <a:ext uri="{FF2B5EF4-FFF2-40B4-BE49-F238E27FC236}">
                <a16:creationId xmlns:a16="http://schemas.microsoft.com/office/drawing/2014/main" id="{6EBFC1B9-A4ED-EB6B-004B-D9611215BF17}"/>
              </a:ext>
            </a:extLst>
          </p:cNvPr>
          <p:cNvCxnSpPr>
            <a:cxnSpLocks/>
            <a:endCxn id="222" idx="1"/>
          </p:cNvCxnSpPr>
          <p:nvPr/>
        </p:nvCxnSpPr>
        <p:spPr>
          <a:xfrm flipH="1">
            <a:off x="7067418" y="403418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2" name="文本框 221">
            <a:extLst>
              <a:ext uri="{FF2B5EF4-FFF2-40B4-BE49-F238E27FC236}">
                <a16:creationId xmlns:a16="http://schemas.microsoft.com/office/drawing/2014/main" id="{6AB92317-81B6-C34A-073F-EB6AB2485AFD}"/>
              </a:ext>
            </a:extLst>
          </p:cNvPr>
          <p:cNvSpPr txBox="1"/>
          <p:nvPr/>
        </p:nvSpPr>
        <p:spPr>
          <a:xfrm>
            <a:off x="7067418" y="430450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3" name="直接连接符 222">
            <a:extLst>
              <a:ext uri="{FF2B5EF4-FFF2-40B4-BE49-F238E27FC236}">
                <a16:creationId xmlns:a16="http://schemas.microsoft.com/office/drawing/2014/main" id="{41793782-0764-9633-CE73-4FFF8D0459FF}"/>
              </a:ext>
            </a:extLst>
          </p:cNvPr>
          <p:cNvCxnSpPr>
            <a:cxnSpLocks/>
          </p:cNvCxnSpPr>
          <p:nvPr/>
        </p:nvCxnSpPr>
        <p:spPr>
          <a:xfrm>
            <a:off x="7121657" y="403418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4" name="文本框 223">
            <a:extLst>
              <a:ext uri="{FF2B5EF4-FFF2-40B4-BE49-F238E27FC236}">
                <a16:creationId xmlns:a16="http://schemas.microsoft.com/office/drawing/2014/main" id="{F3BBB97F-928F-1601-E4C9-308230B8BA24}"/>
              </a:ext>
            </a:extLst>
          </p:cNvPr>
          <p:cNvSpPr txBox="1"/>
          <p:nvPr/>
        </p:nvSpPr>
        <p:spPr>
          <a:xfrm>
            <a:off x="6928289" y="43210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C34AE956-4DA7-7975-EB0D-BC7BC6573BAB}"/>
              </a:ext>
            </a:extLst>
          </p:cNvPr>
          <p:cNvCxnSpPr>
            <a:cxnSpLocks/>
            <a:endCxn id="227" idx="1"/>
          </p:cNvCxnSpPr>
          <p:nvPr/>
        </p:nvCxnSpPr>
        <p:spPr>
          <a:xfrm flipH="1">
            <a:off x="6523636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6" name="文本框 225">
            <a:extLst>
              <a:ext uri="{FF2B5EF4-FFF2-40B4-BE49-F238E27FC236}">
                <a16:creationId xmlns:a16="http://schemas.microsoft.com/office/drawing/2014/main" id="{7E381C98-2F82-556B-A6A1-9D340C8A28D3}"/>
              </a:ext>
            </a:extLst>
          </p:cNvPr>
          <p:cNvSpPr txBox="1"/>
          <p:nvPr/>
        </p:nvSpPr>
        <p:spPr>
          <a:xfrm>
            <a:off x="6373792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27" name="文本框 226">
            <a:extLst>
              <a:ext uri="{FF2B5EF4-FFF2-40B4-BE49-F238E27FC236}">
                <a16:creationId xmlns:a16="http://schemas.microsoft.com/office/drawing/2014/main" id="{E1CCF38A-F2B3-107A-699D-D2D79EE18938}"/>
              </a:ext>
            </a:extLst>
          </p:cNvPr>
          <p:cNvSpPr txBox="1"/>
          <p:nvPr/>
        </p:nvSpPr>
        <p:spPr>
          <a:xfrm>
            <a:off x="6523636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FE201F7E-15C3-A34C-3B7D-3ED79F1A1741}"/>
              </a:ext>
            </a:extLst>
          </p:cNvPr>
          <p:cNvCxnSpPr>
            <a:cxnSpLocks/>
          </p:cNvCxnSpPr>
          <p:nvPr/>
        </p:nvCxnSpPr>
        <p:spPr>
          <a:xfrm>
            <a:off x="6577875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直接连接符 228">
            <a:extLst>
              <a:ext uri="{FF2B5EF4-FFF2-40B4-BE49-F238E27FC236}">
                <a16:creationId xmlns:a16="http://schemas.microsoft.com/office/drawing/2014/main" id="{7400D83C-9160-6C1F-A1B1-1DA1AC50AED5}"/>
              </a:ext>
            </a:extLst>
          </p:cNvPr>
          <p:cNvCxnSpPr>
            <a:cxnSpLocks/>
            <a:endCxn id="231" idx="1"/>
          </p:cNvCxnSpPr>
          <p:nvPr/>
        </p:nvCxnSpPr>
        <p:spPr>
          <a:xfrm flipH="1">
            <a:off x="7679202" y="401237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0" name="文本框 229">
            <a:extLst>
              <a:ext uri="{FF2B5EF4-FFF2-40B4-BE49-F238E27FC236}">
                <a16:creationId xmlns:a16="http://schemas.microsoft.com/office/drawing/2014/main" id="{8FCCEB06-4DD9-2460-18DB-2E63DA0BBC2B}"/>
              </a:ext>
            </a:extLst>
          </p:cNvPr>
          <p:cNvSpPr txBox="1"/>
          <p:nvPr/>
        </p:nvSpPr>
        <p:spPr>
          <a:xfrm>
            <a:off x="7529358" y="428569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091E12C3-FAB7-0421-4D0D-561F925250DF}"/>
              </a:ext>
            </a:extLst>
          </p:cNvPr>
          <p:cNvSpPr txBox="1"/>
          <p:nvPr/>
        </p:nvSpPr>
        <p:spPr>
          <a:xfrm>
            <a:off x="7679202" y="428269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32" name="直接连接符 231">
            <a:extLst>
              <a:ext uri="{FF2B5EF4-FFF2-40B4-BE49-F238E27FC236}">
                <a16:creationId xmlns:a16="http://schemas.microsoft.com/office/drawing/2014/main" id="{6AC519B6-A0A1-06A9-9DC5-677F69A0CA02}"/>
              </a:ext>
            </a:extLst>
          </p:cNvPr>
          <p:cNvCxnSpPr>
            <a:cxnSpLocks/>
          </p:cNvCxnSpPr>
          <p:nvPr/>
        </p:nvCxnSpPr>
        <p:spPr>
          <a:xfrm>
            <a:off x="7733441" y="401237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ACC03D61-0583-5C1B-0662-A258D0FD49BE}"/>
              </a:ext>
            </a:extLst>
          </p:cNvPr>
          <p:cNvCxnSpPr>
            <a:cxnSpLocks/>
            <a:endCxn id="235" idx="1"/>
          </p:cNvCxnSpPr>
          <p:nvPr/>
        </p:nvCxnSpPr>
        <p:spPr>
          <a:xfrm flipH="1">
            <a:off x="8301118" y="40507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4" name="文本框 233">
            <a:extLst>
              <a:ext uri="{FF2B5EF4-FFF2-40B4-BE49-F238E27FC236}">
                <a16:creationId xmlns:a16="http://schemas.microsoft.com/office/drawing/2014/main" id="{726B8CC4-2E59-795C-94E3-7EFBE2D47B2D}"/>
              </a:ext>
            </a:extLst>
          </p:cNvPr>
          <p:cNvSpPr txBox="1"/>
          <p:nvPr/>
        </p:nvSpPr>
        <p:spPr>
          <a:xfrm>
            <a:off x="8151274" y="43241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3C8F9B1D-015A-9BF4-C2DB-B4A62D0879E6}"/>
              </a:ext>
            </a:extLst>
          </p:cNvPr>
          <p:cNvSpPr txBox="1"/>
          <p:nvPr/>
        </p:nvSpPr>
        <p:spPr>
          <a:xfrm>
            <a:off x="8301118" y="43211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36" name="直接连接符 235">
            <a:extLst>
              <a:ext uri="{FF2B5EF4-FFF2-40B4-BE49-F238E27FC236}">
                <a16:creationId xmlns:a16="http://schemas.microsoft.com/office/drawing/2014/main" id="{6FA07BC3-3E63-5494-688E-CAC5CF8905CD}"/>
              </a:ext>
            </a:extLst>
          </p:cNvPr>
          <p:cNvCxnSpPr>
            <a:cxnSpLocks/>
          </p:cNvCxnSpPr>
          <p:nvPr/>
        </p:nvCxnSpPr>
        <p:spPr>
          <a:xfrm>
            <a:off x="8355357" y="405079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3B2FEC3F-38DB-0FA5-C357-44EC22C392A9}"/>
              </a:ext>
            </a:extLst>
          </p:cNvPr>
          <p:cNvCxnSpPr>
            <a:cxnSpLocks/>
            <a:endCxn id="239" idx="1"/>
          </p:cNvCxnSpPr>
          <p:nvPr/>
        </p:nvCxnSpPr>
        <p:spPr>
          <a:xfrm flipH="1">
            <a:off x="8734562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8" name="文本框 237">
            <a:extLst>
              <a:ext uri="{FF2B5EF4-FFF2-40B4-BE49-F238E27FC236}">
                <a16:creationId xmlns:a16="http://schemas.microsoft.com/office/drawing/2014/main" id="{52F5F096-3410-2601-715E-D47D849A7F07}"/>
              </a:ext>
            </a:extLst>
          </p:cNvPr>
          <p:cNvSpPr txBox="1"/>
          <p:nvPr/>
        </p:nvSpPr>
        <p:spPr>
          <a:xfrm>
            <a:off x="8584718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D7F66FDE-8FA5-D8AC-496C-978CCC11B6E5}"/>
              </a:ext>
            </a:extLst>
          </p:cNvPr>
          <p:cNvSpPr txBox="1"/>
          <p:nvPr/>
        </p:nvSpPr>
        <p:spPr>
          <a:xfrm>
            <a:off x="8734562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2DB2279A-DA2D-863C-75F1-C0167546A181}"/>
              </a:ext>
            </a:extLst>
          </p:cNvPr>
          <p:cNvCxnSpPr>
            <a:cxnSpLocks/>
          </p:cNvCxnSpPr>
          <p:nvPr/>
        </p:nvCxnSpPr>
        <p:spPr>
          <a:xfrm>
            <a:off x="8788801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1" name="直接连接符 240">
            <a:extLst>
              <a:ext uri="{FF2B5EF4-FFF2-40B4-BE49-F238E27FC236}">
                <a16:creationId xmlns:a16="http://schemas.microsoft.com/office/drawing/2014/main" id="{772EA0A0-0C11-CD80-987A-0B045BADF180}"/>
              </a:ext>
            </a:extLst>
          </p:cNvPr>
          <p:cNvCxnSpPr>
            <a:cxnSpLocks/>
            <a:endCxn id="243" idx="1"/>
          </p:cNvCxnSpPr>
          <p:nvPr/>
        </p:nvCxnSpPr>
        <p:spPr>
          <a:xfrm flipH="1">
            <a:off x="9356174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2" name="文本框 241">
            <a:extLst>
              <a:ext uri="{FF2B5EF4-FFF2-40B4-BE49-F238E27FC236}">
                <a16:creationId xmlns:a16="http://schemas.microsoft.com/office/drawing/2014/main" id="{C8A357C3-6777-5A5D-D28F-FFFAA614A8F7}"/>
              </a:ext>
            </a:extLst>
          </p:cNvPr>
          <p:cNvSpPr txBox="1"/>
          <p:nvPr/>
        </p:nvSpPr>
        <p:spPr>
          <a:xfrm>
            <a:off x="9206330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96E52D19-12BD-7DCF-BDE9-DE30B12CE1D3}"/>
              </a:ext>
            </a:extLst>
          </p:cNvPr>
          <p:cNvSpPr txBox="1"/>
          <p:nvPr/>
        </p:nvSpPr>
        <p:spPr>
          <a:xfrm>
            <a:off x="9356174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4" name="直接连接符 243">
            <a:extLst>
              <a:ext uri="{FF2B5EF4-FFF2-40B4-BE49-F238E27FC236}">
                <a16:creationId xmlns:a16="http://schemas.microsoft.com/office/drawing/2014/main" id="{F831B3FF-539E-AA77-D890-1DDC2C23311B}"/>
              </a:ext>
            </a:extLst>
          </p:cNvPr>
          <p:cNvCxnSpPr>
            <a:cxnSpLocks/>
          </p:cNvCxnSpPr>
          <p:nvPr/>
        </p:nvCxnSpPr>
        <p:spPr>
          <a:xfrm>
            <a:off x="9410413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5" name="直接连接符 244">
            <a:extLst>
              <a:ext uri="{FF2B5EF4-FFF2-40B4-BE49-F238E27FC236}">
                <a16:creationId xmlns:a16="http://schemas.microsoft.com/office/drawing/2014/main" id="{8D785FC7-0404-2E9E-2F6C-90FA944A9B61}"/>
              </a:ext>
            </a:extLst>
          </p:cNvPr>
          <p:cNvCxnSpPr>
            <a:cxnSpLocks/>
            <a:endCxn id="247" idx="1"/>
          </p:cNvCxnSpPr>
          <p:nvPr/>
        </p:nvCxnSpPr>
        <p:spPr>
          <a:xfrm flipH="1">
            <a:off x="9806618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6" name="文本框 245">
            <a:extLst>
              <a:ext uri="{FF2B5EF4-FFF2-40B4-BE49-F238E27FC236}">
                <a16:creationId xmlns:a16="http://schemas.microsoft.com/office/drawing/2014/main" id="{23E6700C-DD2C-959B-A105-4C42CDB0282F}"/>
              </a:ext>
            </a:extLst>
          </p:cNvPr>
          <p:cNvSpPr txBox="1"/>
          <p:nvPr/>
        </p:nvSpPr>
        <p:spPr>
          <a:xfrm>
            <a:off x="9656774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47" name="文本框 246">
            <a:extLst>
              <a:ext uri="{FF2B5EF4-FFF2-40B4-BE49-F238E27FC236}">
                <a16:creationId xmlns:a16="http://schemas.microsoft.com/office/drawing/2014/main" id="{3856E1EC-9638-EAF6-39D4-2F7B81105990}"/>
              </a:ext>
            </a:extLst>
          </p:cNvPr>
          <p:cNvSpPr txBox="1"/>
          <p:nvPr/>
        </p:nvSpPr>
        <p:spPr>
          <a:xfrm>
            <a:off x="9806618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8" name="直接连接符 247">
            <a:extLst>
              <a:ext uri="{FF2B5EF4-FFF2-40B4-BE49-F238E27FC236}">
                <a16:creationId xmlns:a16="http://schemas.microsoft.com/office/drawing/2014/main" id="{2708B960-9526-B218-87CC-7A854CD85464}"/>
              </a:ext>
            </a:extLst>
          </p:cNvPr>
          <p:cNvCxnSpPr>
            <a:cxnSpLocks/>
          </p:cNvCxnSpPr>
          <p:nvPr/>
        </p:nvCxnSpPr>
        <p:spPr>
          <a:xfrm>
            <a:off x="9860857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40270F2E-8269-AC03-B97B-62E6D9ED63BF}"/>
              </a:ext>
            </a:extLst>
          </p:cNvPr>
          <p:cNvCxnSpPr>
            <a:cxnSpLocks/>
          </p:cNvCxnSpPr>
          <p:nvPr/>
        </p:nvCxnSpPr>
        <p:spPr>
          <a:xfrm>
            <a:off x="8635413" y="133176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6" name="文本框 315">
            <a:extLst>
              <a:ext uri="{FF2B5EF4-FFF2-40B4-BE49-F238E27FC236}">
                <a16:creationId xmlns:a16="http://schemas.microsoft.com/office/drawing/2014/main" id="{61C473DD-48F1-DC94-FD61-F0498831668D}"/>
              </a:ext>
            </a:extLst>
          </p:cNvPr>
          <p:cNvSpPr txBox="1"/>
          <p:nvPr/>
        </p:nvSpPr>
        <p:spPr>
          <a:xfrm>
            <a:off x="8572615" y="159764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84FC1557-966F-1BF1-EBF8-A0E36E0027DA}"/>
              </a:ext>
            </a:extLst>
          </p:cNvPr>
          <p:cNvCxnSpPr>
            <a:cxnSpLocks/>
          </p:cNvCxnSpPr>
          <p:nvPr/>
        </p:nvCxnSpPr>
        <p:spPr>
          <a:xfrm flipH="1">
            <a:off x="9143089" y="134152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9" name="文本框 318">
            <a:extLst>
              <a:ext uri="{FF2B5EF4-FFF2-40B4-BE49-F238E27FC236}">
                <a16:creationId xmlns:a16="http://schemas.microsoft.com/office/drawing/2014/main" id="{0629D7C3-CF82-3870-2494-D31FE482625C}"/>
              </a:ext>
            </a:extLst>
          </p:cNvPr>
          <p:cNvSpPr txBox="1"/>
          <p:nvPr/>
        </p:nvSpPr>
        <p:spPr>
          <a:xfrm>
            <a:off x="9001539" y="159764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20" name="文本框 319">
            <a:extLst>
              <a:ext uri="{FF2B5EF4-FFF2-40B4-BE49-F238E27FC236}">
                <a16:creationId xmlns:a16="http://schemas.microsoft.com/office/drawing/2014/main" id="{1F6D264E-3B0B-1823-A7D6-04360CD2768B}"/>
              </a:ext>
            </a:extLst>
          </p:cNvPr>
          <p:cNvSpPr txBox="1"/>
          <p:nvPr/>
        </p:nvSpPr>
        <p:spPr>
          <a:xfrm>
            <a:off x="1868058" y="1957366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21" name="文本框 320">
            <a:extLst>
              <a:ext uri="{FF2B5EF4-FFF2-40B4-BE49-F238E27FC236}">
                <a16:creationId xmlns:a16="http://schemas.microsoft.com/office/drawing/2014/main" id="{A875387C-1B76-59B1-FE75-5B8C78B496DA}"/>
              </a:ext>
            </a:extLst>
          </p:cNvPr>
          <p:cNvSpPr txBox="1"/>
          <p:nvPr/>
        </p:nvSpPr>
        <p:spPr>
          <a:xfrm>
            <a:off x="3603185" y="195949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22" name="文本框 321">
            <a:extLst>
              <a:ext uri="{FF2B5EF4-FFF2-40B4-BE49-F238E27FC236}">
                <a16:creationId xmlns:a16="http://schemas.microsoft.com/office/drawing/2014/main" id="{807B0D3B-3325-8086-E965-49412E0220D6}"/>
              </a:ext>
            </a:extLst>
          </p:cNvPr>
          <p:cNvSpPr txBox="1"/>
          <p:nvPr/>
        </p:nvSpPr>
        <p:spPr>
          <a:xfrm>
            <a:off x="5417830" y="1959495"/>
            <a:ext cx="357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23" name="文本框 322">
            <a:extLst>
              <a:ext uri="{FF2B5EF4-FFF2-40B4-BE49-F238E27FC236}">
                <a16:creationId xmlns:a16="http://schemas.microsoft.com/office/drawing/2014/main" id="{F0DF3702-F6A5-3FE8-3AD1-1EB6D6545CF8}"/>
              </a:ext>
            </a:extLst>
          </p:cNvPr>
          <p:cNvSpPr txBox="1"/>
          <p:nvPr/>
        </p:nvSpPr>
        <p:spPr>
          <a:xfrm>
            <a:off x="7067511" y="19594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24" name="文本框 323">
            <a:extLst>
              <a:ext uri="{FF2B5EF4-FFF2-40B4-BE49-F238E27FC236}">
                <a16:creationId xmlns:a16="http://schemas.microsoft.com/office/drawing/2014/main" id="{F78B7134-CF5F-DA01-6D12-F0D4F02D01E0}"/>
              </a:ext>
            </a:extLst>
          </p:cNvPr>
          <p:cNvSpPr txBox="1"/>
          <p:nvPr/>
        </p:nvSpPr>
        <p:spPr>
          <a:xfrm>
            <a:off x="8829636" y="196549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25" name="文本框 324">
            <a:extLst>
              <a:ext uri="{FF2B5EF4-FFF2-40B4-BE49-F238E27FC236}">
                <a16:creationId xmlns:a16="http://schemas.microsoft.com/office/drawing/2014/main" id="{0706FE67-4C0A-E4C5-4EE2-1E7669E0A079}"/>
              </a:ext>
            </a:extLst>
          </p:cNvPr>
          <p:cNvSpPr txBox="1"/>
          <p:nvPr/>
        </p:nvSpPr>
        <p:spPr>
          <a:xfrm>
            <a:off x="3454900" y="4873797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26" name="文本框 325">
            <a:extLst>
              <a:ext uri="{FF2B5EF4-FFF2-40B4-BE49-F238E27FC236}">
                <a16:creationId xmlns:a16="http://schemas.microsoft.com/office/drawing/2014/main" id="{A94B24CE-C7C4-5A93-A899-465FEEDDA838}"/>
              </a:ext>
            </a:extLst>
          </p:cNvPr>
          <p:cNvSpPr txBox="1"/>
          <p:nvPr/>
        </p:nvSpPr>
        <p:spPr>
          <a:xfrm>
            <a:off x="8247212" y="482424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G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6824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CFC7F-D68B-4AEA-C7D3-97E9F557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文本框 14">
            <a:extLst>
              <a:ext uri="{FF2B5EF4-FFF2-40B4-BE49-F238E27FC236}">
                <a16:creationId xmlns:a16="http://schemas.microsoft.com/office/drawing/2014/main" id="{6FDB5C2D-2C3E-93C0-FD82-F8CEA67889F3}"/>
              </a:ext>
            </a:extLst>
          </p:cNvPr>
          <p:cNvSpPr txBox="1"/>
          <p:nvPr/>
        </p:nvSpPr>
        <p:spPr>
          <a:xfrm>
            <a:off x="3937757" y="278306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49C43ED-3AAA-94F0-F676-AC5A81298C32}"/>
              </a:ext>
            </a:extLst>
          </p:cNvPr>
          <p:cNvSpPr txBox="1"/>
          <p:nvPr/>
        </p:nvSpPr>
        <p:spPr>
          <a:xfrm>
            <a:off x="2778047" y="27567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5B18242-29DD-056F-EBDD-87A14DCCC240}"/>
              </a:ext>
            </a:extLst>
          </p:cNvPr>
          <p:cNvSpPr txBox="1"/>
          <p:nvPr/>
        </p:nvSpPr>
        <p:spPr>
          <a:xfrm>
            <a:off x="3331441" y="278306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5B44901-7870-69DB-505D-5493D502C1E1}"/>
              </a:ext>
            </a:extLst>
          </p:cNvPr>
          <p:cNvSpPr txBox="1"/>
          <p:nvPr/>
        </p:nvSpPr>
        <p:spPr>
          <a:xfrm>
            <a:off x="5360824" y="278306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63BD97E-0768-CDC4-2F3F-DC3C6F70C5A4}"/>
              </a:ext>
            </a:extLst>
          </p:cNvPr>
          <p:cNvSpPr txBox="1"/>
          <p:nvPr/>
        </p:nvSpPr>
        <p:spPr>
          <a:xfrm>
            <a:off x="5705100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A5AF3E09-2B6B-3587-ABF3-1E8968526779}"/>
              </a:ext>
            </a:extLst>
          </p:cNvPr>
          <p:cNvSpPr txBox="1"/>
          <p:nvPr/>
        </p:nvSpPr>
        <p:spPr>
          <a:xfrm>
            <a:off x="6327016" y="2798788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10A91E3-9556-F8C6-D369-E574D0998064}"/>
              </a:ext>
            </a:extLst>
          </p:cNvPr>
          <p:cNvSpPr txBox="1"/>
          <p:nvPr/>
        </p:nvSpPr>
        <p:spPr>
          <a:xfrm>
            <a:off x="6645071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FE94AF4-AE35-8622-1DF5-5F4C1179BF7F}"/>
              </a:ext>
            </a:extLst>
          </p:cNvPr>
          <p:cNvSpPr txBox="1"/>
          <p:nvPr/>
        </p:nvSpPr>
        <p:spPr>
          <a:xfrm>
            <a:off x="7231255" y="2802624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DDDB4C7-0EF0-E872-1A50-527D5AD7F8F7}"/>
              </a:ext>
            </a:extLst>
          </p:cNvPr>
          <p:cNvCxnSpPr>
            <a:cxnSpLocks/>
            <a:endCxn id="31" idx="1"/>
          </p:cNvCxnSpPr>
          <p:nvPr/>
        </p:nvCxnSpPr>
        <p:spPr>
          <a:xfrm flipH="1">
            <a:off x="3410554" y="2957257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33F07D4-0114-412E-A2BB-A71E8E3C5F8F}"/>
              </a:ext>
            </a:extLst>
          </p:cNvPr>
          <p:cNvSpPr txBox="1"/>
          <p:nvPr/>
        </p:nvSpPr>
        <p:spPr>
          <a:xfrm>
            <a:off x="3410554" y="322757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E6F3E6C1-B4C2-BBCA-45FF-C99D91C1806A}"/>
              </a:ext>
            </a:extLst>
          </p:cNvPr>
          <p:cNvCxnSpPr>
            <a:cxnSpLocks/>
          </p:cNvCxnSpPr>
          <p:nvPr/>
        </p:nvCxnSpPr>
        <p:spPr>
          <a:xfrm>
            <a:off x="3464793" y="2957257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2B20AEA2-FB7E-BC65-8A5A-82ED3A67DC9A}"/>
              </a:ext>
            </a:extLst>
          </p:cNvPr>
          <p:cNvSpPr txBox="1"/>
          <p:nvPr/>
        </p:nvSpPr>
        <p:spPr>
          <a:xfrm>
            <a:off x="3271425" y="32440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07A5507C-1DD6-ECCC-BBA1-EC08CB5B143F}"/>
              </a:ext>
            </a:extLst>
          </p:cNvPr>
          <p:cNvCxnSpPr>
            <a:cxnSpLocks/>
            <a:endCxn id="36" idx="1"/>
          </p:cNvCxnSpPr>
          <p:nvPr/>
        </p:nvCxnSpPr>
        <p:spPr>
          <a:xfrm flipH="1">
            <a:off x="2866772" y="296773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B0F90E02-5A59-A4FE-4A82-0D12942DC054}"/>
              </a:ext>
            </a:extLst>
          </p:cNvPr>
          <p:cNvSpPr txBox="1"/>
          <p:nvPr/>
        </p:nvSpPr>
        <p:spPr>
          <a:xfrm>
            <a:off x="2716928" y="324105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A74A245-D17F-A62F-07A4-6F1E81C87992}"/>
              </a:ext>
            </a:extLst>
          </p:cNvPr>
          <p:cNvSpPr txBox="1"/>
          <p:nvPr/>
        </p:nvSpPr>
        <p:spPr>
          <a:xfrm>
            <a:off x="2866772" y="323805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1AB97AC-7962-5CE0-71DE-48AE36F2A3FC}"/>
              </a:ext>
            </a:extLst>
          </p:cNvPr>
          <p:cNvCxnSpPr>
            <a:cxnSpLocks/>
          </p:cNvCxnSpPr>
          <p:nvPr/>
        </p:nvCxnSpPr>
        <p:spPr>
          <a:xfrm>
            <a:off x="2921011" y="296773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E32F473-CA3C-EB4E-9411-3ADB4C8A9109}"/>
              </a:ext>
            </a:extLst>
          </p:cNvPr>
          <p:cNvCxnSpPr>
            <a:cxnSpLocks/>
            <a:endCxn id="40" idx="1"/>
          </p:cNvCxnSpPr>
          <p:nvPr/>
        </p:nvCxnSpPr>
        <p:spPr>
          <a:xfrm flipH="1">
            <a:off x="4022338" y="293545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887BF02E-A865-C5B7-A43E-65B73E310AA8}"/>
              </a:ext>
            </a:extLst>
          </p:cNvPr>
          <p:cNvSpPr txBox="1"/>
          <p:nvPr/>
        </p:nvSpPr>
        <p:spPr>
          <a:xfrm>
            <a:off x="3872494" y="320876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AD171F2-E81E-8588-FA0E-EE2BD4A2D141}"/>
              </a:ext>
            </a:extLst>
          </p:cNvPr>
          <p:cNvSpPr txBox="1"/>
          <p:nvPr/>
        </p:nvSpPr>
        <p:spPr>
          <a:xfrm>
            <a:off x="4022338" y="320576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38BA6931-D546-DF5E-CB61-521C0F2E5B5B}"/>
              </a:ext>
            </a:extLst>
          </p:cNvPr>
          <p:cNvCxnSpPr>
            <a:cxnSpLocks/>
          </p:cNvCxnSpPr>
          <p:nvPr/>
        </p:nvCxnSpPr>
        <p:spPr>
          <a:xfrm>
            <a:off x="4076577" y="293545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C0874E38-37D9-FF19-68B5-3F9CDAB58A22}"/>
              </a:ext>
            </a:extLst>
          </p:cNvPr>
          <p:cNvSpPr txBox="1"/>
          <p:nvPr/>
        </p:nvSpPr>
        <p:spPr>
          <a:xfrm>
            <a:off x="6953615" y="280262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544E3A9-F2FB-0CE2-DDA4-82D14D6B6A0F}"/>
              </a:ext>
            </a:extLst>
          </p:cNvPr>
          <p:cNvSpPr txBox="1"/>
          <p:nvPr/>
        </p:nvSpPr>
        <p:spPr>
          <a:xfrm>
            <a:off x="6016419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2" name="左大括号 61">
            <a:extLst>
              <a:ext uri="{FF2B5EF4-FFF2-40B4-BE49-F238E27FC236}">
                <a16:creationId xmlns:a16="http://schemas.microsoft.com/office/drawing/2014/main" id="{94B7B801-A9CB-6469-854C-B160692C0AD6}"/>
              </a:ext>
            </a:extLst>
          </p:cNvPr>
          <p:cNvSpPr/>
          <p:nvPr/>
        </p:nvSpPr>
        <p:spPr>
          <a:xfrm>
            <a:off x="2310679" y="612603"/>
            <a:ext cx="346148" cy="1954922"/>
          </a:xfrm>
          <a:prstGeom prst="leftBrace">
            <a:avLst>
              <a:gd name="adj1" fmla="val 38263"/>
              <a:gd name="adj2" fmla="val 5000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DB27E2D1-C5E2-5742-A835-6469B39F49CB}"/>
              </a:ext>
            </a:extLst>
          </p:cNvPr>
          <p:cNvSpPr txBox="1"/>
          <p:nvPr/>
        </p:nvSpPr>
        <p:spPr>
          <a:xfrm>
            <a:off x="1202683" y="153827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前五层满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9A77D40-6F39-91EC-FA50-F12BBFEB68D5}"/>
              </a:ext>
            </a:extLst>
          </p:cNvPr>
          <p:cNvSpPr txBox="1"/>
          <p:nvPr/>
        </p:nvSpPr>
        <p:spPr>
          <a:xfrm>
            <a:off x="4571632" y="2836436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…</a:t>
            </a:r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45DB421C-C852-EBF3-F60A-5BC0484EEA5B}"/>
              </a:ext>
            </a:extLst>
          </p:cNvPr>
          <p:cNvSpPr txBox="1"/>
          <p:nvPr/>
        </p:nvSpPr>
        <p:spPr>
          <a:xfrm>
            <a:off x="593453" y="2783066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第六层（也是满的）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EE0CF29B-F6FB-45F6-7F5E-5B4A6FE03A28}"/>
              </a:ext>
            </a:extLst>
          </p:cNvPr>
          <p:cNvSpPr txBox="1"/>
          <p:nvPr/>
        </p:nvSpPr>
        <p:spPr>
          <a:xfrm>
            <a:off x="1746642" y="3258353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第七层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39C0B37A-EE50-23E0-5810-07B84F936800}"/>
              </a:ext>
            </a:extLst>
          </p:cNvPr>
          <p:cNvSpPr txBox="1"/>
          <p:nvPr/>
        </p:nvSpPr>
        <p:spPr>
          <a:xfrm>
            <a:off x="7575531" y="2797477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9" name="左大括号 68">
            <a:extLst>
              <a:ext uri="{FF2B5EF4-FFF2-40B4-BE49-F238E27FC236}">
                <a16:creationId xmlns:a16="http://schemas.microsoft.com/office/drawing/2014/main" id="{9A29E390-ACBA-B6F0-1638-144F184FC792}"/>
              </a:ext>
            </a:extLst>
          </p:cNvPr>
          <p:cNvSpPr/>
          <p:nvPr/>
        </p:nvSpPr>
        <p:spPr>
          <a:xfrm rot="16200000">
            <a:off x="6515369" y="2086461"/>
            <a:ext cx="183258" cy="2336220"/>
          </a:xfrm>
          <a:prstGeom prst="leftBrace">
            <a:avLst>
              <a:gd name="adj1" fmla="val 35606"/>
              <a:gd name="adj2" fmla="val 48644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B3795A6-49C5-23EF-4EA7-8F3EF7F63D9D}"/>
              </a:ext>
            </a:extLst>
          </p:cNvPr>
          <p:cNvSpPr txBox="1"/>
          <p:nvPr/>
        </p:nvSpPr>
        <p:spPr>
          <a:xfrm>
            <a:off x="5383158" y="3427630"/>
            <a:ext cx="25490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r>
              <a:rPr lang="zh-CN" altLang="en-US" sz="1600"/>
              <a:t>个叶节点，一定在最右边</a:t>
            </a:r>
          </a:p>
        </p:txBody>
      </p:sp>
      <p:sp>
        <p:nvSpPr>
          <p:cNvPr id="73" name="云形 72">
            <a:extLst>
              <a:ext uri="{FF2B5EF4-FFF2-40B4-BE49-F238E27FC236}">
                <a16:creationId xmlns:a16="http://schemas.microsoft.com/office/drawing/2014/main" id="{505C86E6-F75D-479B-461D-112D3CA2FE7F}"/>
              </a:ext>
            </a:extLst>
          </p:cNvPr>
          <p:cNvSpPr/>
          <p:nvPr/>
        </p:nvSpPr>
        <p:spPr>
          <a:xfrm>
            <a:off x="2994568" y="286610"/>
            <a:ext cx="3809203" cy="2367750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B208FAA9-CB94-24C7-06FB-C779C49D023B}"/>
              </a:ext>
            </a:extLst>
          </p:cNvPr>
          <p:cNvCxnSpPr>
            <a:cxnSpLocks/>
            <a:endCxn id="18" idx="0"/>
          </p:cNvCxnSpPr>
          <p:nvPr/>
        </p:nvCxnSpPr>
        <p:spPr>
          <a:xfrm flipH="1">
            <a:off x="3470261" y="2180146"/>
            <a:ext cx="400860" cy="60292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2D1C45F8-836C-EAEF-4C7E-912B95B5A242}"/>
              </a:ext>
            </a:extLst>
          </p:cNvPr>
          <p:cNvCxnSpPr>
            <a:cxnSpLocks/>
          </p:cNvCxnSpPr>
          <p:nvPr/>
        </p:nvCxnSpPr>
        <p:spPr>
          <a:xfrm>
            <a:off x="6081086" y="2180146"/>
            <a:ext cx="523570" cy="65629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4" name="左大括号 83">
            <a:extLst>
              <a:ext uri="{FF2B5EF4-FFF2-40B4-BE49-F238E27FC236}">
                <a16:creationId xmlns:a16="http://schemas.microsoft.com/office/drawing/2014/main" id="{F91FC4B6-1F24-ABBC-4A83-53E9B3FCE9EB}"/>
              </a:ext>
            </a:extLst>
          </p:cNvPr>
          <p:cNvSpPr/>
          <p:nvPr/>
        </p:nvSpPr>
        <p:spPr>
          <a:xfrm rot="16200000">
            <a:off x="3762227" y="2730282"/>
            <a:ext cx="222454" cy="2051431"/>
          </a:xfrm>
          <a:prstGeom prst="leftBrace">
            <a:avLst>
              <a:gd name="adj1" fmla="val 35606"/>
              <a:gd name="adj2" fmla="val 48644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0FA3EA53-237D-1E43-17AB-912D18219572}"/>
              </a:ext>
            </a:extLst>
          </p:cNvPr>
          <p:cNvSpPr txBox="1"/>
          <p:nvPr/>
        </p:nvSpPr>
        <p:spPr>
          <a:xfrm>
            <a:off x="2916866" y="4003804"/>
            <a:ext cx="19823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第六层的前</a:t>
            </a:r>
            <a:r>
              <a:rPr lang="en-US" altLang="zh-CN" sz="1400"/>
              <a:t>24</a:t>
            </a:r>
            <a:r>
              <a:rPr lang="zh-CN" altLang="en-US" sz="1400"/>
              <a:t>个节点均有</a:t>
            </a:r>
            <a:r>
              <a:rPr lang="en-US" altLang="zh-CN" sz="1400"/>
              <a:t>2</a:t>
            </a:r>
            <a:r>
              <a:rPr lang="zh-CN" altLang="en-US" sz="1400"/>
              <a:t>个孩子，因此第七层最大达到</a:t>
            </a:r>
            <a:r>
              <a:rPr lang="en-US" altLang="zh-CN" sz="1400"/>
              <a:t>48</a:t>
            </a:r>
            <a:r>
              <a:rPr lang="zh-CN" altLang="en-US" sz="1400"/>
              <a:t>个节点</a:t>
            </a:r>
          </a:p>
        </p:txBody>
      </p:sp>
    </p:spTree>
    <p:extLst>
      <p:ext uri="{BB962C8B-B14F-4D97-AF65-F5344CB8AC3E}">
        <p14:creationId xmlns:p14="http://schemas.microsoft.com/office/powerpoint/2010/main" val="2738385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C399D-A98F-1005-2142-5F770FDC8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D4550DD3-A723-F089-6F02-5EE0865B7972}"/>
              </a:ext>
            </a:extLst>
          </p:cNvPr>
          <p:cNvSpPr/>
          <p:nvPr/>
        </p:nvSpPr>
        <p:spPr>
          <a:xfrm>
            <a:off x="5014879" y="21595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0D7E922-B173-FEFB-6E48-8B7D48AA7A32}"/>
              </a:ext>
            </a:extLst>
          </p:cNvPr>
          <p:cNvSpPr/>
          <p:nvPr/>
        </p:nvSpPr>
        <p:spPr>
          <a:xfrm>
            <a:off x="4501374" y="27353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EBC4FE86-342D-AD4A-B82E-F6CA3E125FF2}"/>
              </a:ext>
            </a:extLst>
          </p:cNvPr>
          <p:cNvSpPr/>
          <p:nvPr/>
        </p:nvSpPr>
        <p:spPr>
          <a:xfrm>
            <a:off x="5515622" y="27353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D2E41C3-0531-4D72-65F7-B0DF3DAB9669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4785887" y="2444027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ACC91B9-C8A1-509B-728D-08C01205438D}"/>
              </a:ext>
            </a:extLst>
          </p:cNvPr>
          <p:cNvCxnSpPr>
            <a:stCxn id="3" idx="5"/>
            <a:endCxn id="7" idx="1"/>
          </p:cNvCxnSpPr>
          <p:nvPr/>
        </p:nvCxnSpPr>
        <p:spPr>
          <a:xfrm>
            <a:off x="5299392" y="2444027"/>
            <a:ext cx="265045" cy="34011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2109DC29-3957-630D-8A01-A974DFC19538}"/>
              </a:ext>
            </a:extLst>
          </p:cNvPr>
          <p:cNvSpPr/>
          <p:nvPr/>
        </p:nvSpPr>
        <p:spPr>
          <a:xfrm>
            <a:off x="7532750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B19284C-C95F-487C-F7CD-9E053B99D8AA}"/>
              </a:ext>
            </a:extLst>
          </p:cNvPr>
          <p:cNvSpPr/>
          <p:nvPr/>
        </p:nvSpPr>
        <p:spPr>
          <a:xfrm>
            <a:off x="7019245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558CA6A0-B72F-1679-3E38-9B9FD0927B43}"/>
              </a:ext>
            </a:extLst>
          </p:cNvPr>
          <p:cNvSpPr/>
          <p:nvPr/>
        </p:nvSpPr>
        <p:spPr>
          <a:xfrm>
            <a:off x="8033493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2FED499-2EE0-70AB-8530-40031005EF89}"/>
              </a:ext>
            </a:extLst>
          </p:cNvPr>
          <p:cNvCxnSpPr>
            <a:stCxn id="12" idx="3"/>
            <a:endCxn id="13" idx="7"/>
          </p:cNvCxnSpPr>
          <p:nvPr/>
        </p:nvCxnSpPr>
        <p:spPr>
          <a:xfrm flipH="1">
            <a:off x="7303758" y="2441413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ED92B66-EAB2-FB46-796A-6F01E5C107BF}"/>
              </a:ext>
            </a:extLst>
          </p:cNvPr>
          <p:cNvCxnSpPr>
            <a:stCxn id="12" idx="5"/>
            <a:endCxn id="14" idx="1"/>
          </p:cNvCxnSpPr>
          <p:nvPr/>
        </p:nvCxnSpPr>
        <p:spPr>
          <a:xfrm>
            <a:off x="7817263" y="2441413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790FDA3A-42A7-062D-785C-A66377D14945}"/>
              </a:ext>
            </a:extLst>
          </p:cNvPr>
          <p:cNvSpPr/>
          <p:nvPr/>
        </p:nvSpPr>
        <p:spPr>
          <a:xfrm>
            <a:off x="6488456" y="33355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A7835DE-44DE-30BB-F680-C38654CD9084}"/>
              </a:ext>
            </a:extLst>
          </p:cNvPr>
          <p:cNvCxnSpPr>
            <a:stCxn id="13" idx="3"/>
            <a:endCxn id="18" idx="7"/>
          </p:cNvCxnSpPr>
          <p:nvPr/>
        </p:nvCxnSpPr>
        <p:spPr>
          <a:xfrm flipH="1">
            <a:off x="6772969" y="3017228"/>
            <a:ext cx="295091" cy="367132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8CECC96A-5565-B94E-1D12-A4BEF1C2AD1E}"/>
              </a:ext>
            </a:extLst>
          </p:cNvPr>
          <p:cNvSpPr/>
          <p:nvPr/>
        </p:nvSpPr>
        <p:spPr>
          <a:xfrm>
            <a:off x="9959226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C34110DE-7D94-7222-B4A9-D3B650FA06B2}"/>
              </a:ext>
            </a:extLst>
          </p:cNvPr>
          <p:cNvSpPr/>
          <p:nvPr/>
        </p:nvSpPr>
        <p:spPr>
          <a:xfrm>
            <a:off x="9309099" y="27030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86CF8F56-8EED-231E-576F-3F7C08AFE0E6}"/>
              </a:ext>
            </a:extLst>
          </p:cNvPr>
          <p:cNvSpPr/>
          <p:nvPr/>
        </p:nvSpPr>
        <p:spPr>
          <a:xfrm>
            <a:off x="10608275" y="27030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20A38322-C324-0BF4-ECDD-48477E9B3A8F}"/>
              </a:ext>
            </a:extLst>
          </p:cNvPr>
          <p:cNvCxnSpPr>
            <a:stCxn id="52" idx="3"/>
            <a:endCxn id="53" idx="7"/>
          </p:cNvCxnSpPr>
          <p:nvPr/>
        </p:nvCxnSpPr>
        <p:spPr>
          <a:xfrm flipH="1">
            <a:off x="9593612" y="2441413"/>
            <a:ext cx="414429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46827FB1-87F5-1BDA-DAEC-431403854470}"/>
              </a:ext>
            </a:extLst>
          </p:cNvPr>
          <p:cNvCxnSpPr>
            <a:stCxn id="52" idx="5"/>
            <a:endCxn id="54" idx="1"/>
          </p:cNvCxnSpPr>
          <p:nvPr/>
        </p:nvCxnSpPr>
        <p:spPr>
          <a:xfrm>
            <a:off x="10243739" y="2441413"/>
            <a:ext cx="413351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椭圆 56">
            <a:extLst>
              <a:ext uri="{FF2B5EF4-FFF2-40B4-BE49-F238E27FC236}">
                <a16:creationId xmlns:a16="http://schemas.microsoft.com/office/drawing/2014/main" id="{420F98E1-2A9D-AADD-37A4-0A4D04B42335}"/>
              </a:ext>
            </a:extLst>
          </p:cNvPr>
          <p:cNvSpPr/>
          <p:nvPr/>
        </p:nvSpPr>
        <p:spPr>
          <a:xfrm>
            <a:off x="8836537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6EF3B44A-E6A2-1EC0-8AF4-05AE4C722270}"/>
              </a:ext>
            </a:extLst>
          </p:cNvPr>
          <p:cNvCxnSpPr>
            <a:stCxn id="53" idx="3"/>
            <a:endCxn id="57" idx="7"/>
          </p:cNvCxnSpPr>
          <p:nvPr/>
        </p:nvCxnSpPr>
        <p:spPr>
          <a:xfrm flipH="1">
            <a:off x="9121050" y="2987569"/>
            <a:ext cx="236864" cy="3840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CDEA2770-DE27-4F02-89FD-1E500ECEB1F1}"/>
              </a:ext>
            </a:extLst>
          </p:cNvPr>
          <p:cNvSpPr/>
          <p:nvPr/>
        </p:nvSpPr>
        <p:spPr>
          <a:xfrm>
            <a:off x="7418135" y="334122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1F8E4B0C-CE0F-4FEB-17C7-E5A2C615D949}"/>
              </a:ext>
            </a:extLst>
          </p:cNvPr>
          <p:cNvCxnSpPr>
            <a:stCxn id="13" idx="5"/>
            <a:endCxn id="60" idx="0"/>
          </p:cNvCxnSpPr>
          <p:nvPr/>
        </p:nvCxnSpPr>
        <p:spPr>
          <a:xfrm>
            <a:off x="7303758" y="3017228"/>
            <a:ext cx="281041" cy="32399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194E2476-5DDC-F3F4-A37A-CB343675DA44}"/>
              </a:ext>
            </a:extLst>
          </p:cNvPr>
          <p:cNvSpPr/>
          <p:nvPr/>
        </p:nvSpPr>
        <p:spPr>
          <a:xfrm>
            <a:off x="9652173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28C96B9-31EE-1BB6-DFFF-E22ECEB0E86E}"/>
              </a:ext>
            </a:extLst>
          </p:cNvPr>
          <p:cNvCxnSpPr>
            <a:stCxn id="53" idx="5"/>
            <a:endCxn id="71" idx="0"/>
          </p:cNvCxnSpPr>
          <p:nvPr/>
        </p:nvCxnSpPr>
        <p:spPr>
          <a:xfrm>
            <a:off x="9593612" y="2987569"/>
            <a:ext cx="225225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9F35F3BB-8A49-EFE5-2A81-BB562DB00263}"/>
              </a:ext>
            </a:extLst>
          </p:cNvPr>
          <p:cNvSpPr/>
          <p:nvPr/>
        </p:nvSpPr>
        <p:spPr>
          <a:xfrm>
            <a:off x="10312123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B804F0E9-D24E-15C6-25C0-CB8E88A04772}"/>
              </a:ext>
            </a:extLst>
          </p:cNvPr>
          <p:cNvCxnSpPr>
            <a:stCxn id="54" idx="3"/>
            <a:endCxn id="75" idx="0"/>
          </p:cNvCxnSpPr>
          <p:nvPr/>
        </p:nvCxnSpPr>
        <p:spPr>
          <a:xfrm flipH="1">
            <a:off x="10478787" y="2987569"/>
            <a:ext cx="178303" cy="33523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椭圆 7">
            <a:extLst>
              <a:ext uri="{FF2B5EF4-FFF2-40B4-BE49-F238E27FC236}">
                <a16:creationId xmlns:a16="http://schemas.microsoft.com/office/drawing/2014/main" id="{E04F2545-F007-59F7-5B92-F42B4E8B64B9}"/>
              </a:ext>
            </a:extLst>
          </p:cNvPr>
          <p:cNvSpPr/>
          <p:nvPr/>
        </p:nvSpPr>
        <p:spPr>
          <a:xfrm>
            <a:off x="980623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301E8753-3202-653C-F959-8B67008EEE5D}"/>
              </a:ext>
            </a:extLst>
          </p:cNvPr>
          <p:cNvSpPr/>
          <p:nvPr/>
        </p:nvSpPr>
        <p:spPr>
          <a:xfrm>
            <a:off x="2997751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757278EA-AA0D-763B-6894-91064554C223}"/>
              </a:ext>
            </a:extLst>
          </p:cNvPr>
          <p:cNvSpPr/>
          <p:nvPr/>
        </p:nvSpPr>
        <p:spPr>
          <a:xfrm>
            <a:off x="2484246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9B87D29-9112-DDEF-C20D-5796BE035907}"/>
              </a:ext>
            </a:extLst>
          </p:cNvPr>
          <p:cNvCxnSpPr>
            <a:stCxn id="10" idx="3"/>
            <a:endCxn id="17" idx="7"/>
          </p:cNvCxnSpPr>
          <p:nvPr/>
        </p:nvCxnSpPr>
        <p:spPr>
          <a:xfrm flipH="1">
            <a:off x="2768759" y="2441413"/>
            <a:ext cx="277807" cy="340117"/>
          </a:xfrm>
          <a:prstGeom prst="line">
            <a:avLst/>
          </a:prstGeom>
          <a:ln w="381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5544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477B0-1860-3D35-219C-863D2395D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F9A5437-8154-D68C-5D3E-C9918B79E430}"/>
              </a:ext>
            </a:extLst>
          </p:cNvPr>
          <p:cNvSpPr/>
          <p:nvPr/>
        </p:nvSpPr>
        <p:spPr>
          <a:xfrm>
            <a:off x="8318311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42B4B191-E28F-5DF9-A159-0E267E33F298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p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3E56719-D1FC-E787-7FFF-7145E5041EEE}"/>
              </a:ext>
            </a:extLst>
          </p:cNvPr>
          <p:cNvSpPr/>
          <p:nvPr/>
        </p:nvSpPr>
        <p:spPr>
          <a:xfrm>
            <a:off x="9817535" y="162684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7D9903E-9712-768E-D466-C76B854CFBDC}"/>
              </a:ext>
            </a:extLst>
          </p:cNvPr>
          <p:cNvCxnSpPr>
            <a:cxnSpLocks/>
            <a:stCxn id="2" idx="3"/>
          </p:cNvCxnSpPr>
          <p:nvPr/>
        </p:nvCxnSpPr>
        <p:spPr>
          <a:xfrm flipH="1">
            <a:off x="6920438" y="1479686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2D3D5A0-F7AD-26C4-748D-A486BB63C9FC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8602824" y="1479686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3FF34C33-A2CA-AC30-A552-F63191863F40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9FEE2BFD-6D94-E0FE-FD5C-7FE002BA773B}"/>
              </a:ext>
            </a:extLst>
          </p:cNvPr>
          <p:cNvSpPr/>
          <p:nvPr/>
        </p:nvSpPr>
        <p:spPr>
          <a:xfrm>
            <a:off x="10469958" y="22244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D8CA3B8-DFB4-75F8-38AF-FFC6DDF8060F}"/>
              </a:ext>
            </a:extLst>
          </p:cNvPr>
          <p:cNvSpPr/>
          <p:nvPr/>
        </p:nvSpPr>
        <p:spPr>
          <a:xfrm>
            <a:off x="3314813" y="246542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1E489726-E87B-4014-6FFB-3635D5E54823}"/>
              </a:ext>
            </a:extLst>
          </p:cNvPr>
          <p:cNvSpPr/>
          <p:nvPr/>
        </p:nvSpPr>
        <p:spPr>
          <a:xfrm>
            <a:off x="10023259" y="29203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0B838DC-7A68-0C06-5B09-61C0EBBEF5A7}"/>
              </a:ext>
            </a:extLst>
          </p:cNvPr>
          <p:cNvSpPr/>
          <p:nvPr/>
        </p:nvSpPr>
        <p:spPr>
          <a:xfrm>
            <a:off x="10951155" y="29203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23A5D44-8FED-DADC-B94F-11394AC4C7F7}"/>
              </a:ext>
            </a:extLst>
          </p:cNvPr>
          <p:cNvCxnSpPr>
            <a:stCxn id="3" idx="5"/>
            <a:endCxn id="7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7FE8D77-B7BC-869B-7BCD-19BCB689149D}"/>
              </a:ext>
            </a:extLst>
          </p:cNvPr>
          <p:cNvCxnSpPr>
            <a:stCxn id="4" idx="5"/>
            <a:endCxn id="8" idx="1"/>
          </p:cNvCxnSpPr>
          <p:nvPr/>
        </p:nvCxnSpPr>
        <p:spPr>
          <a:xfrm>
            <a:off x="10102048" y="1911362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5A4FB2B-93A1-F631-DFFC-C2102684434A}"/>
              </a:ext>
            </a:extLst>
          </p:cNvPr>
          <p:cNvCxnSpPr>
            <a:cxnSpLocks/>
            <a:stCxn id="17" idx="5"/>
            <a:endCxn id="9" idx="0"/>
          </p:cNvCxnSpPr>
          <p:nvPr/>
        </p:nvCxnSpPr>
        <p:spPr>
          <a:xfrm>
            <a:off x="3043104" y="2087017"/>
            <a:ext cx="438373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598DE732-1FBD-F457-3A77-2ED83A10AB75}"/>
              </a:ext>
            </a:extLst>
          </p:cNvPr>
          <p:cNvCxnSpPr>
            <a:stCxn id="8" idx="3"/>
            <a:endCxn id="10" idx="0"/>
          </p:cNvCxnSpPr>
          <p:nvPr/>
        </p:nvCxnSpPr>
        <p:spPr>
          <a:xfrm flipH="1">
            <a:off x="10189923" y="2508932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037CE08-5F70-9D67-FABE-B1360C630F10}"/>
              </a:ext>
            </a:extLst>
          </p:cNvPr>
          <p:cNvCxnSpPr>
            <a:stCxn id="8" idx="5"/>
            <a:endCxn id="11" idx="0"/>
          </p:cNvCxnSpPr>
          <p:nvPr/>
        </p:nvCxnSpPr>
        <p:spPr>
          <a:xfrm>
            <a:off x="10754471" y="2508932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AFADFB61-84CF-A181-DF64-E439AAAFA187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97D681F-615E-9AF1-6056-624E709604FB}"/>
              </a:ext>
            </a:extLst>
          </p:cNvPr>
          <p:cNvSpPr/>
          <p:nvPr/>
        </p:nvSpPr>
        <p:spPr>
          <a:xfrm>
            <a:off x="2041137" y="246692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9BE00D2-E6DF-B0B8-10E4-D0432B8C3249}"/>
              </a:ext>
            </a:extLst>
          </p:cNvPr>
          <p:cNvCxnSpPr>
            <a:stCxn id="3" idx="3"/>
            <a:endCxn id="17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B79144F-B9C0-29B7-89EA-6CB0A5D8DA35}"/>
              </a:ext>
            </a:extLst>
          </p:cNvPr>
          <p:cNvCxnSpPr>
            <a:cxnSpLocks/>
            <a:stCxn id="17" idx="3"/>
            <a:endCxn id="18" idx="7"/>
          </p:cNvCxnSpPr>
          <p:nvPr/>
        </p:nvCxnSpPr>
        <p:spPr>
          <a:xfrm flipH="1">
            <a:off x="2325650" y="2087017"/>
            <a:ext cx="481756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BCFC9C5A-7DC9-AD15-C2FB-E0824F2BE004}"/>
              </a:ext>
            </a:extLst>
          </p:cNvPr>
          <p:cNvSpPr/>
          <p:nvPr/>
        </p:nvSpPr>
        <p:spPr>
          <a:xfrm>
            <a:off x="3713927" y="3203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r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78FB1153-3916-40D6-327D-199F62256A74}"/>
              </a:ext>
            </a:extLst>
          </p:cNvPr>
          <p:cNvSpPr/>
          <p:nvPr/>
        </p:nvSpPr>
        <p:spPr>
          <a:xfrm>
            <a:off x="2876440" y="3203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2F731FAF-A153-5872-A0D6-70CB905B2061}"/>
              </a:ext>
            </a:extLst>
          </p:cNvPr>
          <p:cNvSpPr/>
          <p:nvPr/>
        </p:nvSpPr>
        <p:spPr>
          <a:xfrm>
            <a:off x="5062985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746912A3-CB1B-6C8C-B31F-11165D12ED68}"/>
              </a:ext>
            </a:extLst>
          </p:cNvPr>
          <p:cNvCxnSpPr>
            <a:cxnSpLocks/>
            <a:stCxn id="9" idx="3"/>
            <a:endCxn id="31" idx="0"/>
          </p:cNvCxnSpPr>
          <p:nvPr/>
        </p:nvCxnSpPr>
        <p:spPr>
          <a:xfrm flipH="1">
            <a:off x="3043104" y="2749935"/>
            <a:ext cx="320524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FE73BB94-733D-394F-86E0-9D1AD9F611A0}"/>
              </a:ext>
            </a:extLst>
          </p:cNvPr>
          <p:cNvCxnSpPr>
            <a:stCxn id="9" idx="5"/>
            <a:endCxn id="29" idx="0"/>
          </p:cNvCxnSpPr>
          <p:nvPr/>
        </p:nvCxnSpPr>
        <p:spPr>
          <a:xfrm>
            <a:off x="3599326" y="2749935"/>
            <a:ext cx="281265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6F32C73-4CF6-FC18-734A-3F127F1559A2}"/>
              </a:ext>
            </a:extLst>
          </p:cNvPr>
          <p:cNvCxnSpPr>
            <a:stCxn id="7" idx="5"/>
            <a:endCxn id="33" idx="1"/>
          </p:cNvCxnSpPr>
          <p:nvPr/>
        </p:nvCxnSpPr>
        <p:spPr>
          <a:xfrm>
            <a:off x="4773389" y="2087017"/>
            <a:ext cx="338411" cy="46025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椭圆 43">
            <a:extLst>
              <a:ext uri="{FF2B5EF4-FFF2-40B4-BE49-F238E27FC236}">
                <a16:creationId xmlns:a16="http://schemas.microsoft.com/office/drawing/2014/main" id="{9A08A87F-5D89-34EA-3BEE-9E5FB1699B48}"/>
              </a:ext>
            </a:extLst>
          </p:cNvPr>
          <p:cNvSpPr/>
          <p:nvPr/>
        </p:nvSpPr>
        <p:spPr>
          <a:xfrm>
            <a:off x="11535998" y="362531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s</a:t>
            </a:r>
            <a:endParaRPr lang="zh-CN" altLang="en-US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85A846AB-D259-CD01-FC6A-79239B6C86E2}"/>
              </a:ext>
            </a:extLst>
          </p:cNvPr>
          <p:cNvCxnSpPr>
            <a:stCxn id="11" idx="5"/>
            <a:endCxn id="44" idx="1"/>
          </p:cNvCxnSpPr>
          <p:nvPr/>
        </p:nvCxnSpPr>
        <p:spPr>
          <a:xfrm>
            <a:off x="11235668" y="3204885"/>
            <a:ext cx="349145" cy="4692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99055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063E5-6C40-72E9-B3BC-5EA225BF0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D0042DD8-BDFA-797F-D7FC-A03D6604C9AA}"/>
              </a:ext>
            </a:extLst>
          </p:cNvPr>
          <p:cNvSpPr/>
          <p:nvPr/>
        </p:nvSpPr>
        <p:spPr>
          <a:xfrm>
            <a:off x="4380583" y="6501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5874811-4A3F-AB90-97E3-E93A941906C5}"/>
              </a:ext>
            </a:extLst>
          </p:cNvPr>
          <p:cNvSpPr/>
          <p:nvPr/>
        </p:nvSpPr>
        <p:spPr>
          <a:xfrm>
            <a:off x="5155532" y="12574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8044B52-4243-7ECA-F535-1254808538B7}"/>
              </a:ext>
            </a:extLst>
          </p:cNvPr>
          <p:cNvSpPr/>
          <p:nvPr/>
        </p:nvSpPr>
        <p:spPr>
          <a:xfrm>
            <a:off x="3981469" y="19203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48635EA-B543-95F4-5B41-0BAF3B97B14B}"/>
              </a:ext>
            </a:extLst>
          </p:cNvPr>
          <p:cNvCxnSpPr>
            <a:cxnSpLocks/>
            <a:stCxn id="2" idx="5"/>
            <a:endCxn id="3" idx="1"/>
          </p:cNvCxnSpPr>
          <p:nvPr/>
        </p:nvCxnSpPr>
        <p:spPr>
          <a:xfrm>
            <a:off x="4665096" y="934649"/>
            <a:ext cx="539251" cy="3716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C9009AF-E7CB-3B8F-F4B8-52F0EFE1EE4D}"/>
              </a:ext>
            </a:extLst>
          </p:cNvPr>
          <p:cNvCxnSpPr>
            <a:cxnSpLocks/>
            <a:stCxn id="7" idx="5"/>
            <a:endCxn id="4" idx="0"/>
          </p:cNvCxnSpPr>
          <p:nvPr/>
        </p:nvCxnSpPr>
        <p:spPr>
          <a:xfrm>
            <a:off x="3714708" y="1541980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CEFBAAD3-0E2E-F29E-3809-3CD00AE5A9DB}"/>
              </a:ext>
            </a:extLst>
          </p:cNvPr>
          <p:cNvSpPr/>
          <p:nvPr/>
        </p:nvSpPr>
        <p:spPr>
          <a:xfrm>
            <a:off x="3430195" y="125746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7ADE46A9-CAF0-87D3-4A5A-AD7CE88C82A3}"/>
              </a:ext>
            </a:extLst>
          </p:cNvPr>
          <p:cNvSpPr/>
          <p:nvPr/>
        </p:nvSpPr>
        <p:spPr>
          <a:xfrm>
            <a:off x="2707793" y="192188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84AE81F-A28E-37C1-3601-4125B29E39A4}"/>
              </a:ext>
            </a:extLst>
          </p:cNvPr>
          <p:cNvCxnSpPr>
            <a:stCxn id="2" idx="3"/>
            <a:endCxn id="7" idx="7"/>
          </p:cNvCxnSpPr>
          <p:nvPr/>
        </p:nvCxnSpPr>
        <p:spPr>
          <a:xfrm flipH="1">
            <a:off x="3714708" y="934649"/>
            <a:ext cx="714690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5310FDC-887C-692C-4382-C10743D9B2B3}"/>
              </a:ext>
            </a:extLst>
          </p:cNvPr>
          <p:cNvCxnSpPr>
            <a:cxnSpLocks/>
            <a:stCxn id="7" idx="3"/>
            <a:endCxn id="8" idx="7"/>
          </p:cNvCxnSpPr>
          <p:nvPr/>
        </p:nvCxnSpPr>
        <p:spPr>
          <a:xfrm flipH="1">
            <a:off x="2992306" y="1541980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4BA6FA42-1E36-1209-BE61-2DF26AD47FE2}"/>
              </a:ext>
            </a:extLst>
          </p:cNvPr>
          <p:cNvSpPr/>
          <p:nvPr/>
        </p:nvSpPr>
        <p:spPr>
          <a:xfrm>
            <a:off x="4380583" y="265836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FB939A6-2C34-ED34-4178-0B22CA2D81F4}"/>
              </a:ext>
            </a:extLst>
          </p:cNvPr>
          <p:cNvSpPr/>
          <p:nvPr/>
        </p:nvSpPr>
        <p:spPr>
          <a:xfrm>
            <a:off x="3543096" y="265836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A52E561-FA27-4B41-1E40-0E1A11E6893B}"/>
              </a:ext>
            </a:extLst>
          </p:cNvPr>
          <p:cNvSpPr/>
          <p:nvPr/>
        </p:nvSpPr>
        <p:spPr>
          <a:xfrm>
            <a:off x="5729641" y="19534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3669100E-401C-2A7D-3CF1-DE8F3B8FA59D}"/>
              </a:ext>
            </a:extLst>
          </p:cNvPr>
          <p:cNvCxnSpPr>
            <a:cxnSpLocks/>
            <a:stCxn id="4" idx="3"/>
            <a:endCxn id="12" idx="0"/>
          </p:cNvCxnSpPr>
          <p:nvPr/>
        </p:nvCxnSpPr>
        <p:spPr>
          <a:xfrm flipH="1">
            <a:off x="3709760" y="2204898"/>
            <a:ext cx="320524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5BA6AF8-727A-B663-EBF8-5FCC15FEE36C}"/>
              </a:ext>
            </a:extLst>
          </p:cNvPr>
          <p:cNvCxnSpPr>
            <a:stCxn id="4" idx="5"/>
            <a:endCxn id="11" idx="0"/>
          </p:cNvCxnSpPr>
          <p:nvPr/>
        </p:nvCxnSpPr>
        <p:spPr>
          <a:xfrm>
            <a:off x="4265982" y="2204898"/>
            <a:ext cx="281265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241C900-6BF5-8305-3DA5-C940614BDB33}"/>
              </a:ext>
            </a:extLst>
          </p:cNvPr>
          <p:cNvCxnSpPr>
            <a:stCxn id="3" idx="5"/>
            <a:endCxn id="13" idx="1"/>
          </p:cNvCxnSpPr>
          <p:nvPr/>
        </p:nvCxnSpPr>
        <p:spPr>
          <a:xfrm>
            <a:off x="5440045" y="1541980"/>
            <a:ext cx="338411" cy="46025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2C5DD719-D858-D88C-221E-9C8A7B9C0A8E}"/>
              </a:ext>
            </a:extLst>
          </p:cNvPr>
          <p:cNvSpPr/>
          <p:nvPr/>
        </p:nvSpPr>
        <p:spPr>
          <a:xfrm>
            <a:off x="2143988" y="265836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AB6FA1C-0ED9-1347-EDBE-3DBE22EBD4BE}"/>
              </a:ext>
            </a:extLst>
          </p:cNvPr>
          <p:cNvCxnSpPr>
            <a:stCxn id="8" idx="3"/>
            <a:endCxn id="18" idx="0"/>
          </p:cNvCxnSpPr>
          <p:nvPr/>
        </p:nvCxnSpPr>
        <p:spPr>
          <a:xfrm flipH="1">
            <a:off x="2310652" y="2206402"/>
            <a:ext cx="445956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0A15CA8-3FA6-401A-CAE7-220BCF43D125}"/>
              </a:ext>
            </a:extLst>
          </p:cNvPr>
          <p:cNvSpPr txBox="1"/>
          <p:nvPr/>
        </p:nvSpPr>
        <p:spPr>
          <a:xfrm>
            <a:off x="5696571" y="19534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BFF7180F-8BB5-BD96-3700-F5CC4FA8E4E0}"/>
              </a:ext>
            </a:extLst>
          </p:cNvPr>
          <p:cNvSpPr/>
          <p:nvPr/>
        </p:nvSpPr>
        <p:spPr>
          <a:xfrm>
            <a:off x="5237417" y="265314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C3C28D6-181E-1C71-5E40-1A61F0DDDD45}"/>
              </a:ext>
            </a:extLst>
          </p:cNvPr>
          <p:cNvSpPr txBox="1"/>
          <p:nvPr/>
        </p:nvSpPr>
        <p:spPr>
          <a:xfrm>
            <a:off x="5204347" y="265314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664117FA-587D-8A9C-CEB5-6F036A63991E}"/>
              </a:ext>
            </a:extLst>
          </p:cNvPr>
          <p:cNvCxnSpPr>
            <a:endCxn id="31" idx="0"/>
          </p:cNvCxnSpPr>
          <p:nvPr/>
        </p:nvCxnSpPr>
        <p:spPr>
          <a:xfrm flipH="1">
            <a:off x="5404081" y="2253713"/>
            <a:ext cx="374375" cy="39942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48370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47280-2964-46E3-A746-3A9C0288F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B4561C4D-2EEC-5711-F300-E8FF491D9B24}"/>
              </a:ext>
            </a:extLst>
          </p:cNvPr>
          <p:cNvSpPr/>
          <p:nvPr/>
        </p:nvSpPr>
        <p:spPr>
          <a:xfrm>
            <a:off x="2855181" y="3526972"/>
            <a:ext cx="154465" cy="459452"/>
          </a:xfrm>
          <a:prstGeom prst="rect">
            <a:avLst/>
          </a:prstGeom>
          <a:ln>
            <a:solidFill>
              <a:schemeClr val="accent4"/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0D96B0F-53B6-071A-75E0-94C7D083ABFF}"/>
              </a:ext>
            </a:extLst>
          </p:cNvPr>
          <p:cNvSpPr/>
          <p:nvPr/>
        </p:nvSpPr>
        <p:spPr>
          <a:xfrm>
            <a:off x="2587189" y="2847928"/>
            <a:ext cx="154465" cy="1138496"/>
          </a:xfrm>
          <a:prstGeom prst="rect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47394C2-2C2A-A2FA-7851-1C42BC798A37}"/>
              </a:ext>
            </a:extLst>
          </p:cNvPr>
          <p:cNvSpPr/>
          <p:nvPr/>
        </p:nvSpPr>
        <p:spPr>
          <a:xfrm>
            <a:off x="2308322" y="1990960"/>
            <a:ext cx="154465" cy="1995464"/>
          </a:xfrm>
          <a:prstGeom prst="rect">
            <a:avLst/>
          </a:prstGeom>
          <a:ln>
            <a:solidFill>
              <a:srgbClr val="92D050"/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887CF96-3079-5640-04AD-E663D68E2EF5}"/>
              </a:ext>
            </a:extLst>
          </p:cNvPr>
          <p:cNvSpPr/>
          <p:nvPr/>
        </p:nvSpPr>
        <p:spPr>
          <a:xfrm>
            <a:off x="2025769" y="1288268"/>
            <a:ext cx="170126" cy="269815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D12588B-1B1B-5213-EE8C-18D8632B50C6}"/>
              </a:ext>
            </a:extLst>
          </p:cNvPr>
          <p:cNvSpPr/>
          <p:nvPr/>
        </p:nvSpPr>
        <p:spPr>
          <a:xfrm>
            <a:off x="1743216" y="1288268"/>
            <a:ext cx="170126" cy="2698156"/>
          </a:xfrm>
          <a:prstGeom prst="rect">
            <a:avLst/>
          </a:prstGeom>
          <a:ln>
            <a:solidFill>
              <a:srgbClr val="00B0F0"/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3C1CF62-E81E-38B3-498E-D1DF7C43C55F}"/>
              </a:ext>
            </a:extLst>
          </p:cNvPr>
          <p:cNvSpPr txBox="1"/>
          <p:nvPr/>
        </p:nvSpPr>
        <p:spPr>
          <a:xfrm>
            <a:off x="3183786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5BB6293-F9FA-64C0-0EB2-4D8DF135A151}"/>
              </a:ext>
            </a:extLst>
          </p:cNvPr>
          <p:cNvSpPr txBox="1"/>
          <p:nvPr/>
        </p:nvSpPr>
        <p:spPr>
          <a:xfrm>
            <a:off x="4107197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ED02162-3213-08F4-1F42-16D615B798EE}"/>
              </a:ext>
            </a:extLst>
          </p:cNvPr>
          <p:cNvSpPr txBox="1"/>
          <p:nvPr/>
        </p:nvSpPr>
        <p:spPr>
          <a:xfrm>
            <a:off x="4967449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23A6A3E-2A75-0F10-F7CF-235D31E6F2FD}"/>
              </a:ext>
            </a:extLst>
          </p:cNvPr>
          <p:cNvSpPr txBox="1"/>
          <p:nvPr/>
        </p:nvSpPr>
        <p:spPr>
          <a:xfrm>
            <a:off x="5789506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E8E1711-4CA1-6001-0C24-033F555EA0E2}"/>
              </a:ext>
            </a:extLst>
          </p:cNvPr>
          <p:cNvSpPr txBox="1"/>
          <p:nvPr/>
        </p:nvSpPr>
        <p:spPr>
          <a:xfrm>
            <a:off x="6760308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AC8936-31F2-0339-FA73-DE67B0DD5939}"/>
              </a:ext>
            </a:extLst>
          </p:cNvPr>
          <p:cNvSpPr txBox="1"/>
          <p:nvPr/>
        </p:nvSpPr>
        <p:spPr>
          <a:xfrm>
            <a:off x="3638736" y="14279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</a:t>
            </a:r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C234FB0-D623-313D-E6FF-517E7FEAA2D1}"/>
              </a:ext>
            </a:extLst>
          </p:cNvPr>
          <p:cNvSpPr txBox="1"/>
          <p:nvPr/>
        </p:nvSpPr>
        <p:spPr>
          <a:xfrm>
            <a:off x="4341428" y="20765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A3A1054-0C76-2034-81A8-2B50E7CEA703}"/>
              </a:ext>
            </a:extLst>
          </p:cNvPr>
          <p:cNvSpPr txBox="1"/>
          <p:nvPr/>
        </p:nvSpPr>
        <p:spPr>
          <a:xfrm>
            <a:off x="5071145" y="284792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14</a:t>
            </a:r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922D55C-42F6-584F-B0BF-A134395FBFFE}"/>
              </a:ext>
            </a:extLst>
          </p:cNvPr>
          <p:cNvSpPr txBox="1"/>
          <p:nvPr/>
        </p:nvSpPr>
        <p:spPr>
          <a:xfrm>
            <a:off x="5881839" y="3526972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E1E27E1-CCE9-AE70-BD35-DDC89264E8D7}"/>
              </a:ext>
            </a:extLst>
          </p:cNvPr>
          <p:cNvCxnSpPr>
            <a:stCxn id="2" idx="2"/>
            <a:endCxn id="7" idx="0"/>
          </p:cNvCxnSpPr>
          <p:nvPr/>
        </p:nvCxnSpPr>
        <p:spPr>
          <a:xfrm>
            <a:off x="3337033" y="981935"/>
            <a:ext cx="454950" cy="4459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9B4ADD0-ED6E-D39D-466D-C6C59CFE34F0}"/>
              </a:ext>
            </a:extLst>
          </p:cNvPr>
          <p:cNvCxnSpPr>
            <a:stCxn id="3" idx="2"/>
            <a:endCxn id="7" idx="0"/>
          </p:cNvCxnSpPr>
          <p:nvPr/>
        </p:nvCxnSpPr>
        <p:spPr>
          <a:xfrm flipH="1">
            <a:off x="3791983" y="981935"/>
            <a:ext cx="468461" cy="4459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52ECD33-9732-D256-9C53-7561D1213F80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3791983" y="1797236"/>
            <a:ext cx="763606" cy="2793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45580B9-E779-6869-813F-CF3563815E98}"/>
              </a:ext>
            </a:extLst>
          </p:cNvPr>
          <p:cNvCxnSpPr>
            <a:stCxn id="4" idx="2"/>
            <a:endCxn id="8" idx="0"/>
          </p:cNvCxnSpPr>
          <p:nvPr/>
        </p:nvCxnSpPr>
        <p:spPr>
          <a:xfrm flipH="1">
            <a:off x="4555589" y="981935"/>
            <a:ext cx="565107" cy="10946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1588F5FD-06C6-EFB4-8F36-BBC984A55C16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4555589" y="2445876"/>
            <a:ext cx="729717" cy="4020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36182FC8-7F7D-9A53-F2BC-E27473B0C4BC}"/>
              </a:ext>
            </a:extLst>
          </p:cNvPr>
          <p:cNvCxnSpPr>
            <a:stCxn id="5" idx="2"/>
            <a:endCxn id="9" idx="0"/>
          </p:cNvCxnSpPr>
          <p:nvPr/>
        </p:nvCxnSpPr>
        <p:spPr>
          <a:xfrm flipH="1">
            <a:off x="5285306" y="981935"/>
            <a:ext cx="657447" cy="18659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DE2D6A8-B47E-70E1-0212-DBE6DB60478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5285306" y="3217260"/>
            <a:ext cx="810694" cy="3097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E9FC23CC-38CD-D232-1264-3B0CC4939683}"/>
              </a:ext>
            </a:extLst>
          </p:cNvPr>
          <p:cNvCxnSpPr>
            <a:stCxn id="6" idx="2"/>
            <a:endCxn id="10" idx="0"/>
          </p:cNvCxnSpPr>
          <p:nvPr/>
        </p:nvCxnSpPr>
        <p:spPr>
          <a:xfrm flipH="1">
            <a:off x="6096000" y="981935"/>
            <a:ext cx="817555" cy="25450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83651C1F-75C6-BAFD-7C9D-CA1090F02B6D}"/>
              </a:ext>
            </a:extLst>
          </p:cNvPr>
          <p:cNvSpPr txBox="1"/>
          <p:nvPr/>
        </p:nvSpPr>
        <p:spPr>
          <a:xfrm>
            <a:off x="1162143" y="1427904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(9) = 3+6</a:t>
            </a:r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62DE8BA-ED7E-29CD-3DD0-036350D7252B}"/>
              </a:ext>
            </a:extLst>
          </p:cNvPr>
          <p:cNvSpPr txBox="1"/>
          <p:nvPr/>
        </p:nvSpPr>
        <p:spPr>
          <a:xfrm>
            <a:off x="1146209" y="2067504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(11)=3+6+2</a:t>
            </a:r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2D8985-CF79-043D-C9CD-3E7869FF1C6B}"/>
              </a:ext>
            </a:extLst>
          </p:cNvPr>
          <p:cNvSpPr txBox="1"/>
          <p:nvPr/>
        </p:nvSpPr>
        <p:spPr>
          <a:xfrm>
            <a:off x="1162143" y="2853527"/>
            <a:ext cx="166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(14)=3+6+2+3</a:t>
            </a:r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89859C3-E004-D8CA-6CB3-51362E36BD31}"/>
              </a:ext>
            </a:extLst>
          </p:cNvPr>
          <p:cNvSpPr txBox="1"/>
          <p:nvPr/>
        </p:nvSpPr>
        <p:spPr>
          <a:xfrm>
            <a:off x="1162143" y="3526972"/>
            <a:ext cx="1941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(18)+3+6+2+3+4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31584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83861-C13D-4041-6525-58DCBD9BB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4076475-9052-4453-F46B-79106D6D9CD0}"/>
              </a:ext>
            </a:extLst>
          </p:cNvPr>
          <p:cNvSpPr txBox="1"/>
          <p:nvPr/>
        </p:nvSpPr>
        <p:spPr>
          <a:xfrm>
            <a:off x="3965017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8FB5C4A-AD3B-B723-F170-D536798EAAA4}"/>
              </a:ext>
            </a:extLst>
          </p:cNvPr>
          <p:cNvSpPr txBox="1"/>
          <p:nvPr/>
        </p:nvSpPr>
        <p:spPr>
          <a:xfrm>
            <a:off x="3260519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ED3D8B6-6AA1-6868-C910-27378FBA4046}"/>
              </a:ext>
            </a:extLst>
          </p:cNvPr>
          <p:cNvSpPr txBox="1"/>
          <p:nvPr/>
        </p:nvSpPr>
        <p:spPr>
          <a:xfrm>
            <a:off x="1590817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C75085-612E-AE73-E5D8-CFAD84EE2435}"/>
              </a:ext>
            </a:extLst>
          </p:cNvPr>
          <p:cNvSpPr txBox="1"/>
          <p:nvPr/>
        </p:nvSpPr>
        <p:spPr>
          <a:xfrm>
            <a:off x="2489395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B9DFA95-C68B-EE1E-3F03-BF0F88FADA0C}"/>
              </a:ext>
            </a:extLst>
          </p:cNvPr>
          <p:cNvSpPr txBox="1"/>
          <p:nvPr/>
        </p:nvSpPr>
        <p:spPr>
          <a:xfrm>
            <a:off x="4612991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F01590C-6C42-A69F-772B-DE59240836B8}"/>
              </a:ext>
            </a:extLst>
          </p:cNvPr>
          <p:cNvSpPr txBox="1"/>
          <p:nvPr/>
        </p:nvSpPr>
        <p:spPr>
          <a:xfrm>
            <a:off x="2063581" y="17206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1B5B3D3-1D0C-D2BB-D0D9-FADB8D810041}"/>
              </a:ext>
            </a:extLst>
          </p:cNvPr>
          <p:cNvCxnSpPr>
            <a:stCxn id="4" idx="2"/>
            <a:endCxn id="11" idx="0"/>
          </p:cNvCxnSpPr>
          <p:nvPr/>
        </p:nvCxnSpPr>
        <p:spPr>
          <a:xfrm>
            <a:off x="1744064" y="1234183"/>
            <a:ext cx="47276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B80500-B21E-9464-E6DA-DCB8807B6C8E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 flipH="1">
            <a:off x="2216828" y="1234183"/>
            <a:ext cx="42581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5BD90FFE-3A16-6568-2729-525509D88406}"/>
              </a:ext>
            </a:extLst>
          </p:cNvPr>
          <p:cNvSpPr txBox="1"/>
          <p:nvPr/>
        </p:nvSpPr>
        <p:spPr>
          <a:xfrm>
            <a:off x="3222167" y="33208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9C620E4F-6970-E28C-0578-C70451132532}"/>
              </a:ext>
            </a:extLst>
          </p:cNvPr>
          <p:cNvSpPr txBox="1"/>
          <p:nvPr/>
        </p:nvSpPr>
        <p:spPr>
          <a:xfrm>
            <a:off x="4180661" y="17206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2082B7DD-8C83-A444-6056-6C327932178F}"/>
              </a:ext>
            </a:extLst>
          </p:cNvPr>
          <p:cNvCxnSpPr>
            <a:cxnSpLocks/>
            <a:stCxn id="2" idx="2"/>
            <a:endCxn id="109" idx="0"/>
          </p:cNvCxnSpPr>
          <p:nvPr/>
        </p:nvCxnSpPr>
        <p:spPr>
          <a:xfrm>
            <a:off x="4118264" y="1234183"/>
            <a:ext cx="21564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9D3E03DC-2AC6-2E71-13B1-67692C7FC313}"/>
              </a:ext>
            </a:extLst>
          </p:cNvPr>
          <p:cNvCxnSpPr>
            <a:cxnSpLocks/>
            <a:stCxn id="6" idx="2"/>
            <a:endCxn id="109" idx="0"/>
          </p:cNvCxnSpPr>
          <p:nvPr/>
        </p:nvCxnSpPr>
        <p:spPr>
          <a:xfrm flipH="1">
            <a:off x="4333908" y="1234183"/>
            <a:ext cx="432330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文本框 115">
            <a:extLst>
              <a:ext uri="{FF2B5EF4-FFF2-40B4-BE49-F238E27FC236}">
                <a16:creationId xmlns:a16="http://schemas.microsoft.com/office/drawing/2014/main" id="{6AE49E42-C6D7-9868-E2E5-F9389D698AD8}"/>
              </a:ext>
            </a:extLst>
          </p:cNvPr>
          <p:cNvSpPr txBox="1"/>
          <p:nvPr/>
        </p:nvSpPr>
        <p:spPr>
          <a:xfrm>
            <a:off x="2707165" y="242338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2D8D8DCB-8E00-E2D2-6FB5-71E8DB1B2C45}"/>
              </a:ext>
            </a:extLst>
          </p:cNvPr>
          <p:cNvCxnSpPr>
            <a:cxnSpLocks/>
            <a:stCxn id="11" idx="2"/>
            <a:endCxn id="116" idx="0"/>
          </p:cNvCxnSpPr>
          <p:nvPr/>
        </p:nvCxnSpPr>
        <p:spPr>
          <a:xfrm>
            <a:off x="2216828" y="2090024"/>
            <a:ext cx="704498" cy="3333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1E58A279-524E-5DC1-D620-9E8FBEE90EFB}"/>
              </a:ext>
            </a:extLst>
          </p:cNvPr>
          <p:cNvCxnSpPr>
            <a:cxnSpLocks/>
            <a:stCxn id="3" idx="2"/>
            <a:endCxn id="116" idx="0"/>
          </p:cNvCxnSpPr>
          <p:nvPr/>
        </p:nvCxnSpPr>
        <p:spPr>
          <a:xfrm flipH="1">
            <a:off x="2921326" y="1234183"/>
            <a:ext cx="492440" cy="11892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1B4F115C-6B8F-F96C-D4D8-3CFB6D5E6C0E}"/>
              </a:ext>
            </a:extLst>
          </p:cNvPr>
          <p:cNvCxnSpPr>
            <a:cxnSpLocks/>
            <a:stCxn id="116" idx="2"/>
            <a:endCxn id="59" idx="0"/>
          </p:cNvCxnSpPr>
          <p:nvPr/>
        </p:nvCxnSpPr>
        <p:spPr>
          <a:xfrm>
            <a:off x="2921326" y="2792717"/>
            <a:ext cx="515002" cy="5281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79FA583F-B239-4EC0-7B9B-32CBFB87FFC5}"/>
              </a:ext>
            </a:extLst>
          </p:cNvPr>
          <p:cNvCxnSpPr>
            <a:cxnSpLocks/>
            <a:stCxn id="109" idx="2"/>
            <a:endCxn id="59" idx="0"/>
          </p:cNvCxnSpPr>
          <p:nvPr/>
        </p:nvCxnSpPr>
        <p:spPr>
          <a:xfrm flipH="1">
            <a:off x="3436328" y="2090024"/>
            <a:ext cx="897580" cy="12308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4DDC5A4-5483-8B30-851D-1FE9F838B38E}"/>
              </a:ext>
            </a:extLst>
          </p:cNvPr>
          <p:cNvSpPr txBox="1"/>
          <p:nvPr/>
        </p:nvSpPr>
        <p:spPr>
          <a:xfrm>
            <a:off x="2022774" y="13949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①</a:t>
            </a: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EE3A8027-E6E0-4B59-F0F1-2236A1E22FAB}"/>
              </a:ext>
            </a:extLst>
          </p:cNvPr>
          <p:cNvSpPr txBox="1"/>
          <p:nvPr/>
        </p:nvSpPr>
        <p:spPr>
          <a:xfrm>
            <a:off x="4180661" y="131461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②</a:t>
            </a: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170AE4CA-1241-B426-CDE2-62796328E727}"/>
              </a:ext>
            </a:extLst>
          </p:cNvPr>
          <p:cNvSpPr txBox="1"/>
          <p:nvPr/>
        </p:nvSpPr>
        <p:spPr>
          <a:xfrm>
            <a:off x="2698871" y="210281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③</a:t>
            </a: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8B402B1F-9DC0-2674-E581-1B54729540A4}"/>
              </a:ext>
            </a:extLst>
          </p:cNvPr>
          <p:cNvSpPr txBox="1"/>
          <p:nvPr/>
        </p:nvSpPr>
        <p:spPr>
          <a:xfrm>
            <a:off x="3242946" y="2902901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④</a:t>
            </a:r>
          </a:p>
        </p:txBody>
      </p:sp>
    </p:spTree>
    <p:extLst>
      <p:ext uri="{BB962C8B-B14F-4D97-AF65-F5344CB8AC3E}">
        <p14:creationId xmlns:p14="http://schemas.microsoft.com/office/powerpoint/2010/main" val="18308158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3A6F9-4B7D-0679-8D7D-D60E62342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7B94C65-1388-0BA3-AF64-F62120B63704}"/>
              </a:ext>
            </a:extLst>
          </p:cNvPr>
          <p:cNvSpPr/>
          <p:nvPr/>
        </p:nvSpPr>
        <p:spPr>
          <a:xfrm>
            <a:off x="4606855" y="6171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4BBD66D-4AC6-F29A-91F7-8806B3D9B547}"/>
              </a:ext>
            </a:extLst>
          </p:cNvPr>
          <p:cNvSpPr/>
          <p:nvPr/>
        </p:nvSpPr>
        <p:spPr>
          <a:xfrm>
            <a:off x="4093350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CB4BE0E-B35F-4E2F-1776-50F6B74B596C}"/>
              </a:ext>
            </a:extLst>
          </p:cNvPr>
          <p:cNvSpPr/>
          <p:nvPr/>
        </p:nvSpPr>
        <p:spPr>
          <a:xfrm>
            <a:off x="5107598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0C1EED0D-60A1-C754-24A0-A43CB913A119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4377863" y="901622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AAEB83F-1156-767B-1059-A902B4003C69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4891368" y="901622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4D41ED0B-60DD-94B1-B8FF-03E7E8923103}"/>
              </a:ext>
            </a:extLst>
          </p:cNvPr>
          <p:cNvSpPr/>
          <p:nvPr/>
        </p:nvSpPr>
        <p:spPr>
          <a:xfrm>
            <a:off x="3562561" y="17957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3AD1B54-C92F-6436-DEFD-D901E2672EC4}"/>
              </a:ext>
            </a:extLst>
          </p:cNvPr>
          <p:cNvCxnSpPr>
            <a:stCxn id="3" idx="3"/>
            <a:endCxn id="7" idx="7"/>
          </p:cNvCxnSpPr>
          <p:nvPr/>
        </p:nvCxnSpPr>
        <p:spPr>
          <a:xfrm flipH="1">
            <a:off x="3847074" y="1477437"/>
            <a:ext cx="295091" cy="3671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000E82BD-6B7C-A300-F2DB-1BA72A5F96F8}"/>
              </a:ext>
            </a:extLst>
          </p:cNvPr>
          <p:cNvSpPr/>
          <p:nvPr/>
        </p:nvSpPr>
        <p:spPr>
          <a:xfrm>
            <a:off x="443478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1DE9880A-1B10-529D-ECC4-6E9649C793B0}"/>
              </a:ext>
            </a:extLst>
          </p:cNvPr>
          <p:cNvCxnSpPr>
            <a:stCxn id="3" idx="5"/>
            <a:endCxn id="9" idx="0"/>
          </p:cNvCxnSpPr>
          <p:nvPr/>
        </p:nvCxnSpPr>
        <p:spPr>
          <a:xfrm>
            <a:off x="4377863" y="1477437"/>
            <a:ext cx="223585" cy="3100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186737F5-7314-93F2-AD7D-0C9C892BD52E}"/>
              </a:ext>
            </a:extLst>
          </p:cNvPr>
          <p:cNvSpPr txBox="1"/>
          <p:nvPr/>
        </p:nvSpPr>
        <p:spPr>
          <a:xfrm>
            <a:off x="4241550" y="78377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76E6ED-4C44-036A-7E31-C32CBF41C520}"/>
              </a:ext>
            </a:extLst>
          </p:cNvPr>
          <p:cNvSpPr txBox="1"/>
          <p:nvPr/>
        </p:nvSpPr>
        <p:spPr>
          <a:xfrm>
            <a:off x="3693167" y="14391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EB907982-1E68-4CAE-0ABE-9E34BE027E2F}"/>
              </a:ext>
            </a:extLst>
          </p:cNvPr>
          <p:cNvSpPr/>
          <p:nvPr/>
        </p:nvSpPr>
        <p:spPr>
          <a:xfrm>
            <a:off x="3066323" y="25382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9E1EA9D-9A20-1F91-32DD-2FB77E3880C7}"/>
              </a:ext>
            </a:extLst>
          </p:cNvPr>
          <p:cNvCxnSpPr>
            <a:stCxn id="7" idx="3"/>
            <a:endCxn id="15" idx="0"/>
          </p:cNvCxnSpPr>
          <p:nvPr/>
        </p:nvCxnSpPr>
        <p:spPr>
          <a:xfrm flipH="1">
            <a:off x="3232987" y="2080267"/>
            <a:ext cx="378389" cy="45796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A2588491-EDE2-A3BB-4533-607C5B093FFF}"/>
              </a:ext>
            </a:extLst>
          </p:cNvPr>
          <p:cNvSpPr txBox="1"/>
          <p:nvPr/>
        </p:nvSpPr>
        <p:spPr>
          <a:xfrm>
            <a:off x="3187161" y="203562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060D4FC-7816-46E4-1131-366A0A629927}"/>
              </a:ext>
            </a:extLst>
          </p:cNvPr>
          <p:cNvSpPr txBox="1"/>
          <p:nvPr/>
        </p:nvSpPr>
        <p:spPr>
          <a:xfrm>
            <a:off x="5080575" y="78449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FC859B-7CA2-04E4-D238-142E658EAAA0}"/>
              </a:ext>
            </a:extLst>
          </p:cNvPr>
          <p:cNvSpPr txBox="1"/>
          <p:nvPr/>
        </p:nvSpPr>
        <p:spPr>
          <a:xfrm>
            <a:off x="4475070" y="13825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5378044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9390C-2CE2-DB41-A4E1-6A69CCCF9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椭圆 77">
            <a:extLst>
              <a:ext uri="{FF2B5EF4-FFF2-40B4-BE49-F238E27FC236}">
                <a16:creationId xmlns:a16="http://schemas.microsoft.com/office/drawing/2014/main" id="{33119F87-BB4D-36B3-37A4-CB5983769E28}"/>
              </a:ext>
            </a:extLst>
          </p:cNvPr>
          <p:cNvSpPr/>
          <p:nvPr/>
        </p:nvSpPr>
        <p:spPr>
          <a:xfrm>
            <a:off x="6875862" y="3657013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46354BE9-D26D-50CB-2358-2BC583507A8C}"/>
              </a:ext>
            </a:extLst>
          </p:cNvPr>
          <p:cNvSpPr/>
          <p:nvPr/>
        </p:nvSpPr>
        <p:spPr>
          <a:xfrm>
            <a:off x="5920110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FAA70203-21D0-7B34-F96A-734A4FC0717C}"/>
              </a:ext>
            </a:extLst>
          </p:cNvPr>
          <p:cNvSpPr/>
          <p:nvPr/>
        </p:nvSpPr>
        <p:spPr>
          <a:xfrm>
            <a:off x="5102723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0DFCFB5C-E589-C8F1-24D2-8214363E6397}"/>
              </a:ext>
            </a:extLst>
          </p:cNvPr>
          <p:cNvSpPr/>
          <p:nvPr/>
        </p:nvSpPr>
        <p:spPr>
          <a:xfrm>
            <a:off x="4210823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077791A1-0B40-E080-B24F-538FEC229063}"/>
              </a:ext>
            </a:extLst>
          </p:cNvPr>
          <p:cNvSpPr/>
          <p:nvPr/>
        </p:nvSpPr>
        <p:spPr>
          <a:xfrm>
            <a:off x="3288158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B9016AC-BB87-93BA-1A4A-75F29AB65294}"/>
              </a:ext>
            </a:extLst>
          </p:cNvPr>
          <p:cNvSpPr txBox="1"/>
          <p:nvPr/>
        </p:nvSpPr>
        <p:spPr>
          <a:xfrm>
            <a:off x="3282883" y="3666609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A,3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0831782-9AB9-9454-8F9A-724276A33AC1}"/>
              </a:ext>
            </a:extLst>
          </p:cNvPr>
          <p:cNvSpPr txBox="1"/>
          <p:nvPr/>
        </p:nvSpPr>
        <p:spPr>
          <a:xfrm>
            <a:off x="4206294" y="3666609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B,6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2D1F843-138F-E55D-0410-48A70A85FAA5}"/>
              </a:ext>
            </a:extLst>
          </p:cNvPr>
          <p:cNvSpPr txBox="1"/>
          <p:nvPr/>
        </p:nvSpPr>
        <p:spPr>
          <a:xfrm>
            <a:off x="5066546" y="3666609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C,2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10D3BE7-DF76-6C38-311C-DB2278B1D71B}"/>
              </a:ext>
            </a:extLst>
          </p:cNvPr>
          <p:cNvSpPr txBox="1"/>
          <p:nvPr/>
        </p:nvSpPr>
        <p:spPr>
          <a:xfrm>
            <a:off x="5888603" y="3666609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D,3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2BD225A-FB58-CB6D-6144-BEF8EFF3B6DF}"/>
              </a:ext>
            </a:extLst>
          </p:cNvPr>
          <p:cNvSpPr txBox="1"/>
          <p:nvPr/>
        </p:nvSpPr>
        <p:spPr>
          <a:xfrm>
            <a:off x="6859405" y="3666609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E,4</a:t>
            </a:r>
            <a:endParaRPr lang="zh-CN" altLang="en-US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093F8DC2-CB76-E5E4-8DA2-247AB40DAEE0}"/>
              </a:ext>
            </a:extLst>
          </p:cNvPr>
          <p:cNvCxnSpPr>
            <a:cxnSpLocks/>
            <a:stCxn id="63" idx="0"/>
          </p:cNvCxnSpPr>
          <p:nvPr/>
        </p:nvCxnSpPr>
        <p:spPr>
          <a:xfrm flipV="1">
            <a:off x="3508304" y="3391806"/>
            <a:ext cx="382776" cy="2393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7880102-4EF1-4E00-FC80-19BBCE07FBB6}"/>
              </a:ext>
            </a:extLst>
          </p:cNvPr>
          <p:cNvCxnSpPr>
            <a:cxnSpLocks/>
            <a:stCxn id="68" idx="0"/>
          </p:cNvCxnSpPr>
          <p:nvPr/>
        </p:nvCxnSpPr>
        <p:spPr>
          <a:xfrm flipH="1" flipV="1">
            <a:off x="3891080" y="3391806"/>
            <a:ext cx="539889" cy="2393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FCF3811-5897-D298-933F-6D350B7BA355}"/>
              </a:ext>
            </a:extLst>
          </p:cNvPr>
          <p:cNvCxnSpPr>
            <a:cxnSpLocks/>
          </p:cNvCxnSpPr>
          <p:nvPr/>
        </p:nvCxnSpPr>
        <p:spPr>
          <a:xfrm flipV="1">
            <a:off x="3891080" y="2617075"/>
            <a:ext cx="780607" cy="4053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3B6BAEB5-9104-5CDA-E15A-A88A3CC08C4F}"/>
              </a:ext>
            </a:extLst>
          </p:cNvPr>
          <p:cNvCxnSpPr>
            <a:cxnSpLocks/>
            <a:stCxn id="70" idx="0"/>
          </p:cNvCxnSpPr>
          <p:nvPr/>
        </p:nvCxnSpPr>
        <p:spPr>
          <a:xfrm flipH="1" flipV="1">
            <a:off x="4671687" y="2617075"/>
            <a:ext cx="651182" cy="101405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C1D9FE3-4BD3-E0A1-6448-96F1779A1BDD}"/>
              </a:ext>
            </a:extLst>
          </p:cNvPr>
          <p:cNvCxnSpPr>
            <a:cxnSpLocks/>
          </p:cNvCxnSpPr>
          <p:nvPr/>
        </p:nvCxnSpPr>
        <p:spPr>
          <a:xfrm flipV="1">
            <a:off x="4671687" y="1965028"/>
            <a:ext cx="762267" cy="282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0ADC0BE-1B32-1932-D7D0-53270A63E1E1}"/>
              </a:ext>
            </a:extLst>
          </p:cNvPr>
          <p:cNvCxnSpPr>
            <a:cxnSpLocks/>
            <a:stCxn id="75" idx="0"/>
          </p:cNvCxnSpPr>
          <p:nvPr/>
        </p:nvCxnSpPr>
        <p:spPr>
          <a:xfrm flipH="1" flipV="1">
            <a:off x="5433954" y="1965028"/>
            <a:ext cx="706302" cy="16661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F13073-94B2-7D84-702D-ECE7767A5EC4}"/>
              </a:ext>
            </a:extLst>
          </p:cNvPr>
          <p:cNvCxnSpPr>
            <a:cxnSpLocks/>
          </p:cNvCxnSpPr>
          <p:nvPr/>
        </p:nvCxnSpPr>
        <p:spPr>
          <a:xfrm flipV="1">
            <a:off x="5433954" y="1114238"/>
            <a:ext cx="822057" cy="481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C62B34-6E54-7C46-203A-A61D8B2FC32D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6256011" y="1114238"/>
            <a:ext cx="839997" cy="25523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椭圆 65">
            <a:extLst>
              <a:ext uri="{FF2B5EF4-FFF2-40B4-BE49-F238E27FC236}">
                <a16:creationId xmlns:a16="http://schemas.microsoft.com/office/drawing/2014/main" id="{0A38FA94-36A8-11E5-9D40-CAFBD7557C87}"/>
              </a:ext>
            </a:extLst>
          </p:cNvPr>
          <p:cNvSpPr/>
          <p:nvPr/>
        </p:nvSpPr>
        <p:spPr>
          <a:xfrm>
            <a:off x="3668702" y="2951514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9</a:t>
            </a:r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01BE67BC-0944-250A-C403-EA08B57EA092}"/>
              </a:ext>
            </a:extLst>
          </p:cNvPr>
          <p:cNvSpPr/>
          <p:nvPr/>
        </p:nvSpPr>
        <p:spPr>
          <a:xfrm>
            <a:off x="4441255" y="2199876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C69E3CD2-1783-A721-D5D0-8C348F0E4E5B}"/>
              </a:ext>
            </a:extLst>
          </p:cNvPr>
          <p:cNvSpPr txBox="1"/>
          <p:nvPr/>
        </p:nvSpPr>
        <p:spPr>
          <a:xfrm>
            <a:off x="4447240" y="223476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C3317D7B-BFB9-811C-0CAB-C4F710E4D0B2}"/>
              </a:ext>
            </a:extLst>
          </p:cNvPr>
          <p:cNvSpPr/>
          <p:nvPr/>
        </p:nvSpPr>
        <p:spPr>
          <a:xfrm>
            <a:off x="5195685" y="155936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777F276A-FD3C-7320-2D43-F353FF982CFA}"/>
              </a:ext>
            </a:extLst>
          </p:cNvPr>
          <p:cNvSpPr txBox="1"/>
          <p:nvPr/>
        </p:nvSpPr>
        <p:spPr>
          <a:xfrm>
            <a:off x="5180647" y="160776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14</a:t>
            </a:r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5883AE3E-7802-A178-3A24-DAB88492C81A}"/>
              </a:ext>
            </a:extLst>
          </p:cNvPr>
          <p:cNvSpPr/>
          <p:nvPr/>
        </p:nvSpPr>
        <p:spPr>
          <a:xfrm>
            <a:off x="6035865" y="709687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F07082D5-D3F2-4B3B-949C-9F21E1669AEC}"/>
              </a:ext>
            </a:extLst>
          </p:cNvPr>
          <p:cNvSpPr txBox="1"/>
          <p:nvPr/>
        </p:nvSpPr>
        <p:spPr>
          <a:xfrm>
            <a:off x="6033526" y="75363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50A2AC6F-1420-F0C1-019D-05F232562514}"/>
              </a:ext>
            </a:extLst>
          </p:cNvPr>
          <p:cNvSpPr txBox="1"/>
          <p:nvPr/>
        </p:nvSpPr>
        <p:spPr>
          <a:xfrm>
            <a:off x="3371663" y="32143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C2DC5F4E-CEAE-4B95-D61C-B84FCDF82334}"/>
              </a:ext>
            </a:extLst>
          </p:cNvPr>
          <p:cNvSpPr txBox="1"/>
          <p:nvPr/>
        </p:nvSpPr>
        <p:spPr>
          <a:xfrm>
            <a:off x="4133256" y="248879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E473BE8F-4ECA-7BC7-2DDA-2E152E47F069}"/>
              </a:ext>
            </a:extLst>
          </p:cNvPr>
          <p:cNvSpPr txBox="1"/>
          <p:nvPr/>
        </p:nvSpPr>
        <p:spPr>
          <a:xfrm>
            <a:off x="4845740" y="178926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68CAC1EF-220D-2657-7667-ADD3E672714E}"/>
              </a:ext>
            </a:extLst>
          </p:cNvPr>
          <p:cNvSpPr txBox="1"/>
          <p:nvPr/>
        </p:nvSpPr>
        <p:spPr>
          <a:xfrm>
            <a:off x="5622324" y="10185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244E7851-553B-8EAA-8355-A17C29D1703F}"/>
              </a:ext>
            </a:extLst>
          </p:cNvPr>
          <p:cNvSpPr txBox="1"/>
          <p:nvPr/>
        </p:nvSpPr>
        <p:spPr>
          <a:xfrm>
            <a:off x="4878482" y="265023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90D17C01-4574-58B1-8A9B-29DE82F699BE}"/>
              </a:ext>
            </a:extLst>
          </p:cNvPr>
          <p:cNvSpPr txBox="1"/>
          <p:nvPr/>
        </p:nvSpPr>
        <p:spPr>
          <a:xfrm>
            <a:off x="4073033" y="320589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60551AF-70D5-B986-0545-DC57B59F341E}"/>
              </a:ext>
            </a:extLst>
          </p:cNvPr>
          <p:cNvSpPr txBox="1"/>
          <p:nvPr/>
        </p:nvSpPr>
        <p:spPr>
          <a:xfrm>
            <a:off x="5672223" y="205200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C0EE80F7-EBB2-3F7D-8E07-2F3189A962FA}"/>
              </a:ext>
            </a:extLst>
          </p:cNvPr>
          <p:cNvSpPr txBox="1"/>
          <p:nvPr/>
        </p:nvSpPr>
        <p:spPr>
          <a:xfrm>
            <a:off x="6494280" y="1390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5197935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5A92F-D53D-975F-FE77-9AB314630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椭圆 81">
            <a:extLst>
              <a:ext uri="{FF2B5EF4-FFF2-40B4-BE49-F238E27FC236}">
                <a16:creationId xmlns:a16="http://schemas.microsoft.com/office/drawing/2014/main" id="{2243FA6E-FF86-B2E2-D367-B8BDC671ECD1}"/>
              </a:ext>
            </a:extLst>
          </p:cNvPr>
          <p:cNvSpPr/>
          <p:nvPr/>
        </p:nvSpPr>
        <p:spPr>
          <a:xfrm>
            <a:off x="4762356" y="1596217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椭圆 73">
            <a:extLst>
              <a:ext uri="{FF2B5EF4-FFF2-40B4-BE49-F238E27FC236}">
                <a16:creationId xmlns:a16="http://schemas.microsoft.com/office/drawing/2014/main" id="{6397B26E-0C52-A256-51F6-7C785B71F7A2}"/>
              </a:ext>
            </a:extLst>
          </p:cNvPr>
          <p:cNvSpPr/>
          <p:nvPr/>
        </p:nvSpPr>
        <p:spPr>
          <a:xfrm>
            <a:off x="5568577" y="2786542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8E88F8A4-720B-A91E-C7F3-E6BDF22EFD0B}"/>
              </a:ext>
            </a:extLst>
          </p:cNvPr>
          <p:cNvSpPr/>
          <p:nvPr/>
        </p:nvSpPr>
        <p:spPr>
          <a:xfrm>
            <a:off x="4091870" y="280288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8DD568E3-C167-88D5-C30F-B85D45DDF01F}"/>
              </a:ext>
            </a:extLst>
          </p:cNvPr>
          <p:cNvSpPr/>
          <p:nvPr/>
        </p:nvSpPr>
        <p:spPr>
          <a:xfrm>
            <a:off x="6019138" y="468967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89DD7FF3-FFA8-D6AA-0D4B-7E1BCB58486B}"/>
              </a:ext>
            </a:extLst>
          </p:cNvPr>
          <p:cNvSpPr/>
          <p:nvPr/>
        </p:nvSpPr>
        <p:spPr>
          <a:xfrm>
            <a:off x="5202648" y="468967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62161ED0-5CC1-C14D-06DC-D10D9D3C18C4}"/>
              </a:ext>
            </a:extLst>
          </p:cNvPr>
          <p:cNvSpPr/>
          <p:nvPr/>
        </p:nvSpPr>
        <p:spPr>
          <a:xfrm>
            <a:off x="4506413" y="4696981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9618F58A-D6E6-6732-8D24-F80CCCB06F32}"/>
              </a:ext>
            </a:extLst>
          </p:cNvPr>
          <p:cNvSpPr/>
          <p:nvPr/>
        </p:nvSpPr>
        <p:spPr>
          <a:xfrm>
            <a:off x="3738248" y="4696981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2EA07DEE-EFCE-49E6-D688-0DD3C00A0604}"/>
              </a:ext>
            </a:extLst>
          </p:cNvPr>
          <p:cNvSpPr/>
          <p:nvPr/>
        </p:nvSpPr>
        <p:spPr>
          <a:xfrm>
            <a:off x="3316481" y="375557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F3452532-D0E4-3876-C0E1-3F916328AF3C}"/>
              </a:ext>
            </a:extLst>
          </p:cNvPr>
          <p:cNvSpPr/>
          <p:nvPr/>
        </p:nvSpPr>
        <p:spPr>
          <a:xfrm>
            <a:off x="2843376" y="4696981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4DD809B-A061-A3F9-15E2-7AE36E71EAB5}"/>
              </a:ext>
            </a:extLst>
          </p:cNvPr>
          <p:cNvSpPr txBox="1"/>
          <p:nvPr/>
        </p:nvSpPr>
        <p:spPr>
          <a:xfrm>
            <a:off x="5177120" y="4738636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D,3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FEDF38A-77C5-21DE-5523-86348AF53BE5}"/>
              </a:ext>
            </a:extLst>
          </p:cNvPr>
          <p:cNvSpPr txBox="1"/>
          <p:nvPr/>
        </p:nvSpPr>
        <p:spPr>
          <a:xfrm>
            <a:off x="4484258" y="4725150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B,6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039A575-BC1A-65FC-99C0-3E4156014F04}"/>
              </a:ext>
            </a:extLst>
          </p:cNvPr>
          <p:cNvSpPr txBox="1"/>
          <p:nvPr/>
        </p:nvSpPr>
        <p:spPr>
          <a:xfrm>
            <a:off x="2828379" y="4708251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C,2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7EFFFAF-FC44-1E08-5500-CCBA5479EB90}"/>
              </a:ext>
            </a:extLst>
          </p:cNvPr>
          <p:cNvSpPr txBox="1"/>
          <p:nvPr/>
        </p:nvSpPr>
        <p:spPr>
          <a:xfrm>
            <a:off x="3715753" y="4725150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A,3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DA1737E-9C96-1F1D-B06E-DDFFD4F64638}"/>
              </a:ext>
            </a:extLst>
          </p:cNvPr>
          <p:cNvSpPr txBox="1"/>
          <p:nvPr/>
        </p:nvSpPr>
        <p:spPr>
          <a:xfrm>
            <a:off x="6008869" y="4730182"/>
            <a:ext cx="805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E,4</a:t>
            </a:r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E94374-29CA-AB5E-821E-F46908957790}"/>
              </a:ext>
            </a:extLst>
          </p:cNvPr>
          <p:cNvSpPr txBox="1"/>
          <p:nvPr/>
        </p:nvSpPr>
        <p:spPr>
          <a:xfrm>
            <a:off x="3381761" y="3791050"/>
            <a:ext cx="306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EBFA677E-B3B4-0A98-9B50-98358EC83EBE}"/>
              </a:ext>
            </a:extLst>
          </p:cNvPr>
          <p:cNvCxnSpPr>
            <a:cxnSpLocks/>
            <a:stCxn id="38" idx="0"/>
            <a:endCxn id="43" idx="4"/>
          </p:cNvCxnSpPr>
          <p:nvPr/>
        </p:nvCxnSpPr>
        <p:spPr>
          <a:xfrm flipV="1">
            <a:off x="3063522" y="4195862"/>
            <a:ext cx="473105" cy="501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EC65C2B-3132-2E10-88F3-95CA2A14D15A}"/>
              </a:ext>
            </a:extLst>
          </p:cNvPr>
          <p:cNvCxnSpPr>
            <a:cxnSpLocks/>
            <a:stCxn id="45" idx="0"/>
            <a:endCxn id="43" idx="4"/>
          </p:cNvCxnSpPr>
          <p:nvPr/>
        </p:nvCxnSpPr>
        <p:spPr>
          <a:xfrm flipH="1" flipV="1">
            <a:off x="3536627" y="4195862"/>
            <a:ext cx="421767" cy="501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5BC701B-A628-F303-9689-198098CC576E}"/>
              </a:ext>
            </a:extLst>
          </p:cNvPr>
          <p:cNvSpPr txBox="1"/>
          <p:nvPr/>
        </p:nvSpPr>
        <p:spPr>
          <a:xfrm>
            <a:off x="4756127" y="163169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AF64ABA-96EF-ACF8-1848-618D31188ECF}"/>
              </a:ext>
            </a:extLst>
          </p:cNvPr>
          <p:cNvSpPr txBox="1"/>
          <p:nvPr/>
        </p:nvSpPr>
        <p:spPr>
          <a:xfrm>
            <a:off x="5626296" y="281245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6EDBEE7-4ADB-D83A-682F-B20D20B8A7FC}"/>
              </a:ext>
            </a:extLst>
          </p:cNvPr>
          <p:cNvCxnSpPr>
            <a:cxnSpLocks/>
            <a:stCxn id="65" idx="0"/>
            <a:endCxn id="74" idx="4"/>
          </p:cNvCxnSpPr>
          <p:nvPr/>
        </p:nvCxnSpPr>
        <p:spPr>
          <a:xfrm flipV="1">
            <a:off x="5422794" y="3226834"/>
            <a:ext cx="365929" cy="14628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C0B47CE-CAFE-4E6A-E08B-744BA5A72E4D}"/>
              </a:ext>
            </a:extLst>
          </p:cNvPr>
          <p:cNvCxnSpPr>
            <a:cxnSpLocks/>
            <a:stCxn id="67" idx="0"/>
            <a:endCxn id="74" idx="4"/>
          </p:cNvCxnSpPr>
          <p:nvPr/>
        </p:nvCxnSpPr>
        <p:spPr>
          <a:xfrm flipH="1" flipV="1">
            <a:off x="5788723" y="3226834"/>
            <a:ext cx="450561" cy="14628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9C70EEDF-016F-A62A-D844-7090A893CAC4}"/>
              </a:ext>
            </a:extLst>
          </p:cNvPr>
          <p:cNvSpPr txBox="1"/>
          <p:nvPr/>
        </p:nvSpPr>
        <p:spPr>
          <a:xfrm>
            <a:off x="4115688" y="280907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8E7FACC-0483-C900-51FB-23D3B041859F}"/>
              </a:ext>
            </a:extLst>
          </p:cNvPr>
          <p:cNvCxnSpPr>
            <a:cxnSpLocks/>
            <a:stCxn id="43" idx="0"/>
            <a:endCxn id="69" idx="4"/>
          </p:cNvCxnSpPr>
          <p:nvPr/>
        </p:nvCxnSpPr>
        <p:spPr>
          <a:xfrm flipV="1">
            <a:off x="3536627" y="3243181"/>
            <a:ext cx="775389" cy="512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B65AA94-9D88-F61B-AEC5-354D5AF445B8}"/>
              </a:ext>
            </a:extLst>
          </p:cNvPr>
          <p:cNvCxnSpPr>
            <a:cxnSpLocks/>
            <a:stCxn id="63" idx="0"/>
            <a:endCxn id="69" idx="4"/>
          </p:cNvCxnSpPr>
          <p:nvPr/>
        </p:nvCxnSpPr>
        <p:spPr>
          <a:xfrm flipH="1" flipV="1">
            <a:off x="4312016" y="3243181"/>
            <a:ext cx="414543" cy="14538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AD7F4E-E563-3E93-E67D-2D10DB199FD0}"/>
              </a:ext>
            </a:extLst>
          </p:cNvPr>
          <p:cNvCxnSpPr>
            <a:cxnSpLocks/>
            <a:stCxn id="69" idx="0"/>
            <a:endCxn id="82" idx="4"/>
          </p:cNvCxnSpPr>
          <p:nvPr/>
        </p:nvCxnSpPr>
        <p:spPr>
          <a:xfrm flipV="1">
            <a:off x="4312016" y="2036509"/>
            <a:ext cx="670486" cy="7663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F63298B-BB25-94B7-7D52-69CC911F4EA2}"/>
              </a:ext>
            </a:extLst>
          </p:cNvPr>
          <p:cNvCxnSpPr>
            <a:cxnSpLocks/>
            <a:stCxn id="74" idx="0"/>
            <a:endCxn id="82" idx="4"/>
          </p:cNvCxnSpPr>
          <p:nvPr/>
        </p:nvCxnSpPr>
        <p:spPr>
          <a:xfrm flipH="1" flipV="1">
            <a:off x="4982502" y="2036509"/>
            <a:ext cx="806221" cy="7500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38F7F513-A63C-90FE-0F09-F2744B0FDA7B}"/>
              </a:ext>
            </a:extLst>
          </p:cNvPr>
          <p:cNvSpPr txBox="1"/>
          <p:nvPr/>
        </p:nvSpPr>
        <p:spPr>
          <a:xfrm>
            <a:off x="4467174" y="20084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9B9819D2-C9C5-172C-62D0-797341158F1B}"/>
              </a:ext>
            </a:extLst>
          </p:cNvPr>
          <p:cNvSpPr txBox="1"/>
          <p:nvPr/>
        </p:nvSpPr>
        <p:spPr>
          <a:xfrm>
            <a:off x="3755283" y="311558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F63478C0-7E59-949C-92E3-A5C7F98BE5E9}"/>
              </a:ext>
            </a:extLst>
          </p:cNvPr>
          <p:cNvSpPr txBox="1"/>
          <p:nvPr/>
        </p:nvSpPr>
        <p:spPr>
          <a:xfrm>
            <a:off x="3024413" y="41676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2F223EA9-7848-99B8-FFF9-E288DD477DBF}"/>
              </a:ext>
            </a:extLst>
          </p:cNvPr>
          <p:cNvSpPr txBox="1"/>
          <p:nvPr/>
        </p:nvSpPr>
        <p:spPr>
          <a:xfrm>
            <a:off x="5276509" y="373290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890C5947-EEC1-87A8-67C7-F386BC4299AD}"/>
              </a:ext>
            </a:extLst>
          </p:cNvPr>
          <p:cNvSpPr txBox="1"/>
          <p:nvPr/>
        </p:nvSpPr>
        <p:spPr>
          <a:xfrm>
            <a:off x="5202648" y="193671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59827B1-2451-58D1-3A8B-E1F955CFCEEA}"/>
              </a:ext>
            </a:extLst>
          </p:cNvPr>
          <p:cNvSpPr txBox="1"/>
          <p:nvPr/>
        </p:nvSpPr>
        <p:spPr>
          <a:xfrm>
            <a:off x="5932790" y="33105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9CBF2346-1DA2-E8D8-C06C-2AC9417DDEC8}"/>
              </a:ext>
            </a:extLst>
          </p:cNvPr>
          <p:cNvSpPr txBox="1"/>
          <p:nvPr/>
        </p:nvSpPr>
        <p:spPr>
          <a:xfrm>
            <a:off x="4451518" y="32857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37ACA50C-3AA1-334B-7252-D8D06777F1DC}"/>
              </a:ext>
            </a:extLst>
          </p:cNvPr>
          <p:cNvSpPr txBox="1"/>
          <p:nvPr/>
        </p:nvSpPr>
        <p:spPr>
          <a:xfrm>
            <a:off x="3688004" y="409868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0133092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0FBE0-89AB-28D9-22EF-C55DC5D5B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729EF504-92A5-56F7-D91B-260F768426C1}"/>
              </a:ext>
            </a:extLst>
          </p:cNvPr>
          <p:cNvSpPr/>
          <p:nvPr/>
        </p:nvSpPr>
        <p:spPr>
          <a:xfrm>
            <a:off x="4254645" y="157277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A7DFA985-AD5E-3AE3-65E4-2E967C65AE4F}"/>
              </a:ext>
            </a:extLst>
          </p:cNvPr>
          <p:cNvSpPr/>
          <p:nvPr/>
        </p:nvSpPr>
        <p:spPr>
          <a:xfrm>
            <a:off x="3080582" y="22356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A0C9F8BA-B7C3-2CE4-7BD9-1B600C0F3704}"/>
              </a:ext>
            </a:extLst>
          </p:cNvPr>
          <p:cNvCxnSpPr>
            <a:cxnSpLocks/>
            <a:stCxn id="2" idx="5"/>
            <a:endCxn id="3" idx="1"/>
          </p:cNvCxnSpPr>
          <p:nvPr/>
        </p:nvCxnSpPr>
        <p:spPr>
          <a:xfrm>
            <a:off x="3764209" y="1240950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B05E86D-095B-BC6A-1EFB-67D03529538A}"/>
              </a:ext>
            </a:extLst>
          </p:cNvPr>
          <p:cNvCxnSpPr>
            <a:cxnSpLocks/>
            <a:stCxn id="7" idx="5"/>
            <a:endCxn id="4" idx="0"/>
          </p:cNvCxnSpPr>
          <p:nvPr/>
        </p:nvCxnSpPr>
        <p:spPr>
          <a:xfrm>
            <a:off x="2813821" y="1857290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78010A6F-B1E2-F708-7132-46948CC62DE3}"/>
              </a:ext>
            </a:extLst>
          </p:cNvPr>
          <p:cNvSpPr/>
          <p:nvPr/>
        </p:nvSpPr>
        <p:spPr>
          <a:xfrm>
            <a:off x="2529308" y="157277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DDA417C0-1ED8-903F-CA55-AC11BF3AA55F}"/>
              </a:ext>
            </a:extLst>
          </p:cNvPr>
          <p:cNvSpPr/>
          <p:nvPr/>
        </p:nvSpPr>
        <p:spPr>
          <a:xfrm>
            <a:off x="1806906" y="223719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6EB47229-416E-0745-9094-7E36D7562086}"/>
              </a:ext>
            </a:extLst>
          </p:cNvPr>
          <p:cNvCxnSpPr>
            <a:stCxn id="2" idx="3"/>
            <a:endCxn id="7" idx="7"/>
          </p:cNvCxnSpPr>
          <p:nvPr/>
        </p:nvCxnSpPr>
        <p:spPr>
          <a:xfrm flipH="1">
            <a:off x="2813821" y="1240950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036C63A-029B-CD2D-8095-70BE001E6870}"/>
              </a:ext>
            </a:extLst>
          </p:cNvPr>
          <p:cNvCxnSpPr>
            <a:cxnSpLocks/>
            <a:stCxn id="7" idx="3"/>
            <a:endCxn id="8" idx="7"/>
          </p:cNvCxnSpPr>
          <p:nvPr/>
        </p:nvCxnSpPr>
        <p:spPr>
          <a:xfrm flipH="1">
            <a:off x="2091419" y="1857290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C2A5D267-AF23-6705-3AAE-757DB774FAA2}"/>
              </a:ext>
            </a:extLst>
          </p:cNvPr>
          <p:cNvSpPr/>
          <p:nvPr/>
        </p:nvSpPr>
        <p:spPr>
          <a:xfrm>
            <a:off x="2689574" y="29736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83F8F5C1-CC13-9B49-3DFF-5F657B99C769}"/>
              </a:ext>
            </a:extLst>
          </p:cNvPr>
          <p:cNvSpPr/>
          <p:nvPr/>
        </p:nvSpPr>
        <p:spPr>
          <a:xfrm>
            <a:off x="4771608" y="22356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8A485E6-EAEF-2027-5DFE-BFA9ED537A78}"/>
              </a:ext>
            </a:extLst>
          </p:cNvPr>
          <p:cNvCxnSpPr>
            <a:cxnSpLocks/>
            <a:stCxn id="4" idx="3"/>
            <a:endCxn id="12" idx="0"/>
          </p:cNvCxnSpPr>
          <p:nvPr/>
        </p:nvCxnSpPr>
        <p:spPr>
          <a:xfrm flipH="1">
            <a:off x="2856238" y="2520208"/>
            <a:ext cx="273159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50EFAED-27D0-D2D6-F66B-9943D361C8CF}"/>
              </a:ext>
            </a:extLst>
          </p:cNvPr>
          <p:cNvCxnSpPr>
            <a:stCxn id="3" idx="5"/>
            <a:endCxn id="13" idx="1"/>
          </p:cNvCxnSpPr>
          <p:nvPr/>
        </p:nvCxnSpPr>
        <p:spPr>
          <a:xfrm>
            <a:off x="4539158" y="1857290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4B839656-9B91-468D-B47E-BB60444A38A5}"/>
              </a:ext>
            </a:extLst>
          </p:cNvPr>
          <p:cNvSpPr/>
          <p:nvPr/>
        </p:nvSpPr>
        <p:spPr>
          <a:xfrm>
            <a:off x="1297154" y="297367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8BE7824-AEA5-5F08-BF3F-01C7BD81179E}"/>
              </a:ext>
            </a:extLst>
          </p:cNvPr>
          <p:cNvCxnSpPr>
            <a:stCxn id="8" idx="3"/>
            <a:endCxn id="17" idx="0"/>
          </p:cNvCxnSpPr>
          <p:nvPr/>
        </p:nvCxnSpPr>
        <p:spPr>
          <a:xfrm flipH="1">
            <a:off x="1463818" y="2521712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F247B7B9-3422-7C25-FCFB-AF87DB1B0BE2}"/>
              </a:ext>
            </a:extLst>
          </p:cNvPr>
          <p:cNvSpPr/>
          <p:nvPr/>
        </p:nvSpPr>
        <p:spPr>
          <a:xfrm>
            <a:off x="3839954" y="22356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573C693-E74D-DF54-3789-8C43048AF878}"/>
              </a:ext>
            </a:extLst>
          </p:cNvPr>
          <p:cNvCxnSpPr>
            <a:stCxn id="3" idx="3"/>
            <a:endCxn id="20" idx="0"/>
          </p:cNvCxnSpPr>
          <p:nvPr/>
        </p:nvCxnSpPr>
        <p:spPr>
          <a:xfrm flipH="1">
            <a:off x="4006618" y="1857290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1AD90A3A-319B-FD12-2FB1-5620110576DE}"/>
              </a:ext>
            </a:extLst>
          </p:cNvPr>
          <p:cNvSpPr/>
          <p:nvPr/>
        </p:nvSpPr>
        <p:spPr>
          <a:xfrm>
            <a:off x="2118259" y="297893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B7152916-0702-64F0-2477-F7A08C21BCFA}"/>
              </a:ext>
            </a:extLst>
          </p:cNvPr>
          <p:cNvCxnSpPr>
            <a:stCxn id="8" idx="5"/>
            <a:endCxn id="29" idx="0"/>
          </p:cNvCxnSpPr>
          <p:nvPr/>
        </p:nvCxnSpPr>
        <p:spPr>
          <a:xfrm>
            <a:off x="2091419" y="2521712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5002F407-52E9-CB68-381D-6B247D74E572}"/>
              </a:ext>
            </a:extLst>
          </p:cNvPr>
          <p:cNvGrpSpPr/>
          <p:nvPr/>
        </p:nvGrpSpPr>
        <p:grpSpPr>
          <a:xfrm>
            <a:off x="3440486" y="947848"/>
            <a:ext cx="399468" cy="341917"/>
            <a:chOff x="3440486" y="947848"/>
            <a:chExt cx="399468" cy="341917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EA1869BD-F85E-8F45-C586-B96B8BDDDFE1}"/>
                </a:ext>
              </a:extLst>
            </p:cNvPr>
            <p:cNvSpPr/>
            <p:nvPr/>
          </p:nvSpPr>
          <p:spPr>
            <a:xfrm>
              <a:off x="3479696" y="95643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BA665193-E2FF-1370-58CA-E1394A0170BF}"/>
                </a:ext>
              </a:extLst>
            </p:cNvPr>
            <p:cNvSpPr txBox="1"/>
            <p:nvPr/>
          </p:nvSpPr>
          <p:spPr>
            <a:xfrm>
              <a:off x="3440486" y="947848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/>
                <a:t>19</a:t>
              </a:r>
              <a:endParaRPr lang="zh-CN" altLang="en-US" sz="1600"/>
            </a:p>
          </p:txBody>
        </p:sp>
      </p:grpSp>
      <p:sp>
        <p:nvSpPr>
          <p:cNvPr id="38" name="椭圆 37">
            <a:extLst>
              <a:ext uri="{FF2B5EF4-FFF2-40B4-BE49-F238E27FC236}">
                <a16:creationId xmlns:a16="http://schemas.microsoft.com/office/drawing/2014/main" id="{B79BC04B-02E7-5B79-1D77-EFC0DC6BE078}"/>
              </a:ext>
            </a:extLst>
          </p:cNvPr>
          <p:cNvSpPr/>
          <p:nvPr/>
        </p:nvSpPr>
        <p:spPr>
          <a:xfrm>
            <a:off x="9534803" y="15685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2214FB2C-5C0B-A081-2A2E-E07E96DA65CD}"/>
              </a:ext>
            </a:extLst>
          </p:cNvPr>
          <p:cNvSpPr/>
          <p:nvPr/>
        </p:nvSpPr>
        <p:spPr>
          <a:xfrm>
            <a:off x="8360740" y="22315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0EF6058-8C4F-D5C8-AC42-3EEF8299965A}"/>
              </a:ext>
            </a:extLst>
          </p:cNvPr>
          <p:cNvCxnSpPr>
            <a:cxnSpLocks/>
            <a:stCxn id="57" idx="5"/>
            <a:endCxn id="38" idx="1"/>
          </p:cNvCxnSpPr>
          <p:nvPr/>
        </p:nvCxnSpPr>
        <p:spPr>
          <a:xfrm>
            <a:off x="9044367" y="1236755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302AB068-7957-7FBD-8AF3-3CAC3F5496DC}"/>
              </a:ext>
            </a:extLst>
          </p:cNvPr>
          <p:cNvCxnSpPr>
            <a:cxnSpLocks/>
            <a:stCxn id="42" idx="5"/>
            <a:endCxn id="39" idx="0"/>
          </p:cNvCxnSpPr>
          <p:nvPr/>
        </p:nvCxnSpPr>
        <p:spPr>
          <a:xfrm>
            <a:off x="8093979" y="1853095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椭圆 41">
            <a:extLst>
              <a:ext uri="{FF2B5EF4-FFF2-40B4-BE49-F238E27FC236}">
                <a16:creationId xmlns:a16="http://schemas.microsoft.com/office/drawing/2014/main" id="{F9008381-A887-27F3-1FF2-4A0851C4F031}"/>
              </a:ext>
            </a:extLst>
          </p:cNvPr>
          <p:cNvSpPr/>
          <p:nvPr/>
        </p:nvSpPr>
        <p:spPr>
          <a:xfrm>
            <a:off x="7809466" y="1568582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6C7D3667-6F85-EED6-6733-63F4AEC09D87}"/>
              </a:ext>
            </a:extLst>
          </p:cNvPr>
          <p:cNvSpPr/>
          <p:nvPr/>
        </p:nvSpPr>
        <p:spPr>
          <a:xfrm>
            <a:off x="7087064" y="22330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1295672-5725-F88E-A3F2-870356113145}"/>
              </a:ext>
            </a:extLst>
          </p:cNvPr>
          <p:cNvCxnSpPr>
            <a:stCxn id="57" idx="3"/>
            <a:endCxn id="42" idx="7"/>
          </p:cNvCxnSpPr>
          <p:nvPr/>
        </p:nvCxnSpPr>
        <p:spPr>
          <a:xfrm flipH="1">
            <a:off x="8093979" y="1236755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4B58860C-60DE-F91A-4505-8C07DC7E2D7A}"/>
              </a:ext>
            </a:extLst>
          </p:cNvPr>
          <p:cNvCxnSpPr>
            <a:cxnSpLocks/>
            <a:stCxn id="42" idx="3"/>
            <a:endCxn id="43" idx="7"/>
          </p:cNvCxnSpPr>
          <p:nvPr/>
        </p:nvCxnSpPr>
        <p:spPr>
          <a:xfrm flipH="1">
            <a:off x="7371577" y="1853095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9BE2B331-2A79-C4F6-B3D8-256582345646}"/>
              </a:ext>
            </a:extLst>
          </p:cNvPr>
          <p:cNvSpPr/>
          <p:nvPr/>
        </p:nvSpPr>
        <p:spPr>
          <a:xfrm>
            <a:off x="7997174" y="29733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333B247-8B1E-9F14-30A9-2D26D9A84FC9}"/>
              </a:ext>
            </a:extLst>
          </p:cNvPr>
          <p:cNvSpPr/>
          <p:nvPr/>
        </p:nvSpPr>
        <p:spPr>
          <a:xfrm>
            <a:off x="10051766" y="22315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22A7E8B-90C4-55DF-8668-0807D2D0F018}"/>
              </a:ext>
            </a:extLst>
          </p:cNvPr>
          <p:cNvCxnSpPr>
            <a:cxnSpLocks/>
            <a:stCxn id="39" idx="3"/>
            <a:endCxn id="46" idx="0"/>
          </p:cNvCxnSpPr>
          <p:nvPr/>
        </p:nvCxnSpPr>
        <p:spPr>
          <a:xfrm flipH="1">
            <a:off x="8163838" y="2516013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8009F5D-71AC-3888-C674-C3324326D9C8}"/>
              </a:ext>
            </a:extLst>
          </p:cNvPr>
          <p:cNvCxnSpPr>
            <a:stCxn id="38" idx="5"/>
            <a:endCxn id="47" idx="1"/>
          </p:cNvCxnSpPr>
          <p:nvPr/>
        </p:nvCxnSpPr>
        <p:spPr>
          <a:xfrm>
            <a:off x="9819316" y="1853095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椭圆 49">
            <a:extLst>
              <a:ext uri="{FF2B5EF4-FFF2-40B4-BE49-F238E27FC236}">
                <a16:creationId xmlns:a16="http://schemas.microsoft.com/office/drawing/2014/main" id="{CD3F4BFD-0EB5-B00A-14C1-115DDD43ACA5}"/>
              </a:ext>
            </a:extLst>
          </p:cNvPr>
          <p:cNvSpPr/>
          <p:nvPr/>
        </p:nvSpPr>
        <p:spPr>
          <a:xfrm>
            <a:off x="6577312" y="296948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8E7DE37-433C-9516-DE6E-95B219258C01}"/>
              </a:ext>
            </a:extLst>
          </p:cNvPr>
          <p:cNvCxnSpPr>
            <a:stCxn id="43" idx="3"/>
            <a:endCxn id="50" idx="0"/>
          </p:cNvCxnSpPr>
          <p:nvPr/>
        </p:nvCxnSpPr>
        <p:spPr>
          <a:xfrm flipH="1">
            <a:off x="6743976" y="2517517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A95BB3D2-6414-E220-EA3B-C242C5C7FEFC}"/>
              </a:ext>
            </a:extLst>
          </p:cNvPr>
          <p:cNvSpPr/>
          <p:nvPr/>
        </p:nvSpPr>
        <p:spPr>
          <a:xfrm>
            <a:off x="9120112" y="22315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F2168F78-3478-CD9C-BD23-378F4EF21D8F}"/>
              </a:ext>
            </a:extLst>
          </p:cNvPr>
          <p:cNvCxnSpPr>
            <a:stCxn id="38" idx="3"/>
            <a:endCxn id="52" idx="0"/>
          </p:cNvCxnSpPr>
          <p:nvPr/>
        </p:nvCxnSpPr>
        <p:spPr>
          <a:xfrm flipH="1">
            <a:off x="9286776" y="1853095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椭圆 53">
            <a:extLst>
              <a:ext uri="{FF2B5EF4-FFF2-40B4-BE49-F238E27FC236}">
                <a16:creationId xmlns:a16="http://schemas.microsoft.com/office/drawing/2014/main" id="{4F0D7355-B6D5-E8A3-8C3A-0E0E39A65BA7}"/>
              </a:ext>
            </a:extLst>
          </p:cNvPr>
          <p:cNvSpPr/>
          <p:nvPr/>
        </p:nvSpPr>
        <p:spPr>
          <a:xfrm>
            <a:off x="7398417" y="297473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B34BAC10-9CD4-5147-F9B7-5578D1FE21DE}"/>
              </a:ext>
            </a:extLst>
          </p:cNvPr>
          <p:cNvCxnSpPr>
            <a:stCxn id="43" idx="5"/>
            <a:endCxn id="54" idx="0"/>
          </p:cNvCxnSpPr>
          <p:nvPr/>
        </p:nvCxnSpPr>
        <p:spPr>
          <a:xfrm>
            <a:off x="7371577" y="2517517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151E4ED9-7729-4ED7-A58D-0B0305E23EBA}"/>
              </a:ext>
            </a:extLst>
          </p:cNvPr>
          <p:cNvGrpSpPr/>
          <p:nvPr/>
        </p:nvGrpSpPr>
        <p:grpSpPr>
          <a:xfrm>
            <a:off x="8720644" y="943653"/>
            <a:ext cx="399468" cy="341917"/>
            <a:chOff x="3440486" y="947848"/>
            <a:chExt cx="399468" cy="341917"/>
          </a:xfrm>
        </p:grpSpPr>
        <p:sp>
          <p:nvSpPr>
            <p:cNvPr id="57" name="椭圆 56">
              <a:extLst>
                <a:ext uri="{FF2B5EF4-FFF2-40B4-BE49-F238E27FC236}">
                  <a16:creationId xmlns:a16="http://schemas.microsoft.com/office/drawing/2014/main" id="{FC337B84-BF10-82D3-9260-40E38F8D83BD}"/>
                </a:ext>
              </a:extLst>
            </p:cNvPr>
            <p:cNvSpPr/>
            <p:nvPr/>
          </p:nvSpPr>
          <p:spPr>
            <a:xfrm>
              <a:off x="3479696" y="95643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48EDB3F1-0D03-5CDF-36AF-DDE7F0123A06}"/>
                </a:ext>
              </a:extLst>
            </p:cNvPr>
            <p:cNvSpPr txBox="1"/>
            <p:nvPr/>
          </p:nvSpPr>
          <p:spPr>
            <a:xfrm>
              <a:off x="3440486" y="947848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/>
                <a:t>99</a:t>
              </a:r>
              <a:endParaRPr lang="zh-CN" altLang="en-US" sz="1600"/>
            </a:p>
          </p:txBody>
        </p:sp>
      </p:grpSp>
      <p:sp>
        <p:nvSpPr>
          <p:cNvPr id="60" name="文本框 59">
            <a:extLst>
              <a:ext uri="{FF2B5EF4-FFF2-40B4-BE49-F238E27FC236}">
                <a16:creationId xmlns:a16="http://schemas.microsoft.com/office/drawing/2014/main" id="{A09C562D-5693-E33C-7D72-690FCF136A19}"/>
              </a:ext>
            </a:extLst>
          </p:cNvPr>
          <p:cNvSpPr txBox="1"/>
          <p:nvPr/>
        </p:nvSpPr>
        <p:spPr>
          <a:xfrm>
            <a:off x="2489840" y="157614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36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34586BE-C49A-6ABD-C2DC-BDAB3BBBCD94}"/>
              </a:ext>
            </a:extLst>
          </p:cNvPr>
          <p:cNvSpPr txBox="1"/>
          <p:nvPr/>
        </p:nvSpPr>
        <p:spPr>
          <a:xfrm>
            <a:off x="4236929" y="15735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27</a:t>
            </a:r>
            <a:endParaRPr lang="zh-CN" altLang="en-US" sz="160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51EE4655-83FB-61E5-36D2-E57AFB50E9D0}"/>
              </a:ext>
            </a:extLst>
          </p:cNvPr>
          <p:cNvSpPr txBox="1"/>
          <p:nvPr/>
        </p:nvSpPr>
        <p:spPr>
          <a:xfrm>
            <a:off x="1766516" y="224249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38</a:t>
            </a:r>
            <a:endParaRPr lang="zh-CN" altLang="en-US" sz="16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B66859A9-6964-69FD-768B-A97AD34AF432}"/>
              </a:ext>
            </a:extLst>
          </p:cNvPr>
          <p:cNvSpPr txBox="1"/>
          <p:nvPr/>
        </p:nvSpPr>
        <p:spPr>
          <a:xfrm>
            <a:off x="3043417" y="22315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45</a:t>
            </a:r>
            <a:endParaRPr lang="zh-CN" altLang="en-US" sz="160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C7A15120-B361-09A6-4F93-AE9D2F158220}"/>
              </a:ext>
            </a:extLst>
          </p:cNvPr>
          <p:cNvSpPr txBox="1"/>
          <p:nvPr/>
        </p:nvSpPr>
        <p:spPr>
          <a:xfrm>
            <a:off x="2080030" y="29763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42</a:t>
            </a:r>
            <a:endParaRPr lang="zh-CN" altLang="en-US" sz="160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0B3EB6B2-19CF-D109-5E04-41DE23F5BD5D}"/>
              </a:ext>
            </a:extLst>
          </p:cNvPr>
          <p:cNvSpPr txBox="1"/>
          <p:nvPr/>
        </p:nvSpPr>
        <p:spPr>
          <a:xfrm>
            <a:off x="1259611" y="296948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0EB84B45-BA1B-E2A1-5E19-F63E7FE7878D}"/>
              </a:ext>
            </a:extLst>
          </p:cNvPr>
          <p:cNvSpPr txBox="1"/>
          <p:nvPr/>
        </p:nvSpPr>
        <p:spPr>
          <a:xfrm>
            <a:off x="2653292" y="29763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47</a:t>
            </a:r>
            <a:endParaRPr lang="zh-CN" altLang="en-US" sz="16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83D37AAA-8A60-4C55-E50C-CB9CAA6E8E1C}"/>
              </a:ext>
            </a:extLst>
          </p:cNvPr>
          <p:cNvSpPr txBox="1"/>
          <p:nvPr/>
        </p:nvSpPr>
        <p:spPr>
          <a:xfrm>
            <a:off x="3797700" y="22360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90</a:t>
            </a:r>
            <a:endParaRPr lang="zh-CN" altLang="en-US" sz="16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FE2865F4-2AFB-2D6E-D18A-AEDFA394469E}"/>
              </a:ext>
            </a:extLst>
          </p:cNvPr>
          <p:cNvSpPr txBox="1"/>
          <p:nvPr/>
        </p:nvSpPr>
        <p:spPr>
          <a:xfrm>
            <a:off x="4733827" y="22296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28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C97FA83E-9D46-D61B-FA72-34387909E3E4}"/>
              </a:ext>
            </a:extLst>
          </p:cNvPr>
          <p:cNvSpPr txBox="1"/>
          <p:nvPr/>
        </p:nvSpPr>
        <p:spPr>
          <a:xfrm>
            <a:off x="2606881" y="357580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（左）最小堆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1B5F1685-6599-C57A-DA26-D681C0088BB0}"/>
              </a:ext>
            </a:extLst>
          </p:cNvPr>
          <p:cNvSpPr txBox="1"/>
          <p:nvPr/>
        </p:nvSpPr>
        <p:spPr>
          <a:xfrm>
            <a:off x="7780419" y="157277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7D30B18C-EECF-DEE5-32E1-59B959D1A593}"/>
              </a:ext>
            </a:extLst>
          </p:cNvPr>
          <p:cNvSpPr txBox="1"/>
          <p:nvPr/>
        </p:nvSpPr>
        <p:spPr>
          <a:xfrm>
            <a:off x="9501733" y="155887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E109DC99-4979-CB4F-D86D-9ADAECA0A54A}"/>
              </a:ext>
            </a:extLst>
          </p:cNvPr>
          <p:cNvSpPr txBox="1"/>
          <p:nvPr/>
        </p:nvSpPr>
        <p:spPr>
          <a:xfrm>
            <a:off x="7056606" y="224249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A6EA570-51B3-789A-0AF1-9BD432D45057}"/>
              </a:ext>
            </a:extLst>
          </p:cNvPr>
          <p:cNvSpPr txBox="1"/>
          <p:nvPr/>
        </p:nvSpPr>
        <p:spPr>
          <a:xfrm>
            <a:off x="8330502" y="223569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9062BA5-5F09-1619-9B31-BB03F72FDB0F}"/>
              </a:ext>
            </a:extLst>
          </p:cNvPr>
          <p:cNvSpPr txBox="1"/>
          <p:nvPr/>
        </p:nvSpPr>
        <p:spPr>
          <a:xfrm>
            <a:off x="9084249" y="222627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1593D3D-3CD3-1AB8-64F4-C60CFEF5D39C}"/>
              </a:ext>
            </a:extLst>
          </p:cNvPr>
          <p:cNvSpPr txBox="1"/>
          <p:nvPr/>
        </p:nvSpPr>
        <p:spPr>
          <a:xfrm>
            <a:off x="10076425" y="223300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A3CF11EC-FE24-4EA7-123E-B83EEB9152A4}"/>
              </a:ext>
            </a:extLst>
          </p:cNvPr>
          <p:cNvSpPr txBox="1"/>
          <p:nvPr/>
        </p:nvSpPr>
        <p:spPr>
          <a:xfrm>
            <a:off x="6597942" y="29763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36C6F659-7732-9277-2A23-10CDDFDB1171}"/>
              </a:ext>
            </a:extLst>
          </p:cNvPr>
          <p:cNvSpPr txBox="1"/>
          <p:nvPr/>
        </p:nvSpPr>
        <p:spPr>
          <a:xfrm>
            <a:off x="7365347" y="29737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CB291E2D-2CCC-3131-602C-16F4C44C5E82}"/>
              </a:ext>
            </a:extLst>
          </p:cNvPr>
          <p:cNvSpPr txBox="1"/>
          <p:nvPr/>
        </p:nvSpPr>
        <p:spPr>
          <a:xfrm>
            <a:off x="7970561" y="297893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25708432-3845-09A7-3540-6AD07DFF903D}"/>
              </a:ext>
            </a:extLst>
          </p:cNvPr>
          <p:cNvSpPr txBox="1"/>
          <p:nvPr/>
        </p:nvSpPr>
        <p:spPr>
          <a:xfrm>
            <a:off x="7999676" y="357580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（右）最大堆</a:t>
            </a:r>
          </a:p>
        </p:txBody>
      </p:sp>
    </p:spTree>
    <p:extLst>
      <p:ext uri="{BB962C8B-B14F-4D97-AF65-F5344CB8AC3E}">
        <p14:creationId xmlns:p14="http://schemas.microsoft.com/office/powerpoint/2010/main" val="2134879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EB622-75E7-BF84-C46D-AC05D9A7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E5D96B48-E739-C68F-5EB7-D089C13120C9}"/>
              </a:ext>
            </a:extLst>
          </p:cNvPr>
          <p:cNvSpPr/>
          <p:nvPr/>
        </p:nvSpPr>
        <p:spPr>
          <a:xfrm>
            <a:off x="6515083" y="11992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9F9F29C0-E8CC-EB88-7238-A2FE7D2238B6}"/>
              </a:ext>
            </a:extLst>
          </p:cNvPr>
          <p:cNvSpPr/>
          <p:nvPr/>
        </p:nvSpPr>
        <p:spPr>
          <a:xfrm>
            <a:off x="5341020" y="18621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FBEC750E-2D88-234B-4597-2033B99C0C78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6024647" y="867392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0B36CA0-4323-118B-1056-C0AE58D866A2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5074259" y="1483732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34CE5E91-53F3-85E4-5D15-385EDB852678}"/>
              </a:ext>
            </a:extLst>
          </p:cNvPr>
          <p:cNvSpPr/>
          <p:nvPr/>
        </p:nvSpPr>
        <p:spPr>
          <a:xfrm>
            <a:off x="4789746" y="119921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13C92EDD-BF1F-1E80-3098-AB1F2FA0B883}"/>
              </a:ext>
            </a:extLst>
          </p:cNvPr>
          <p:cNvSpPr/>
          <p:nvPr/>
        </p:nvSpPr>
        <p:spPr>
          <a:xfrm>
            <a:off x="4067344" y="186364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0035EB7-90D8-72FF-68D6-EDFA14D5FA38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5074259" y="867392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4A6A6EC-8597-6068-FFB7-40B859F0107F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4351857" y="1483732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8959A674-5762-FEFA-9F20-D41BA5E3BFB0}"/>
              </a:ext>
            </a:extLst>
          </p:cNvPr>
          <p:cNvSpPr/>
          <p:nvPr/>
        </p:nvSpPr>
        <p:spPr>
          <a:xfrm>
            <a:off x="4977454" y="26039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F0E5621-6458-0B7B-8E3B-32E8A8F6C615}"/>
              </a:ext>
            </a:extLst>
          </p:cNvPr>
          <p:cNvSpPr/>
          <p:nvPr/>
        </p:nvSpPr>
        <p:spPr>
          <a:xfrm>
            <a:off x="7032046" y="18621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4D17EBE-D620-0183-2462-2EEEF8543082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5144118" y="2146650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1543DB33-25B1-D253-AD2C-28287328A372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6799596" y="1483732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BAA9A049-77C0-B945-6986-E19B14DC4E93}"/>
              </a:ext>
            </a:extLst>
          </p:cNvPr>
          <p:cNvSpPr/>
          <p:nvPr/>
        </p:nvSpPr>
        <p:spPr>
          <a:xfrm>
            <a:off x="3557592" y="260011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5E5B4F1-4826-E3E9-3AF6-359016F0554A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3724256" y="2148154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184C7F3D-7C7D-0ABC-EAFB-F2AF24F3F1B6}"/>
              </a:ext>
            </a:extLst>
          </p:cNvPr>
          <p:cNvSpPr/>
          <p:nvPr/>
        </p:nvSpPr>
        <p:spPr>
          <a:xfrm>
            <a:off x="6100392" y="18621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315B5A2-865E-E46F-DE2E-1915F6E9187D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6267056" y="1483732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8B2B327A-9E6F-6C88-50A3-C0D0B7554259}"/>
              </a:ext>
            </a:extLst>
          </p:cNvPr>
          <p:cNvSpPr/>
          <p:nvPr/>
        </p:nvSpPr>
        <p:spPr>
          <a:xfrm>
            <a:off x="4378697" y="260537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22DC4C1-B0EA-24A5-64E0-5B6254D9CEDC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4351857" y="2148154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64D54CD9-B54A-5EBE-4643-FBF5F7002942}"/>
              </a:ext>
            </a:extLst>
          </p:cNvPr>
          <p:cNvSpPr/>
          <p:nvPr/>
        </p:nvSpPr>
        <p:spPr>
          <a:xfrm>
            <a:off x="5740134" y="58287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8291549-8529-1D13-17A6-392A68ACDFCF}"/>
              </a:ext>
            </a:extLst>
          </p:cNvPr>
          <p:cNvSpPr txBox="1"/>
          <p:nvPr/>
        </p:nvSpPr>
        <p:spPr>
          <a:xfrm>
            <a:off x="4767808" y="1199780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E8AA260-60B7-C2D0-9073-85B23EBF4049}"/>
              </a:ext>
            </a:extLst>
          </p:cNvPr>
          <p:cNvSpPr txBox="1"/>
          <p:nvPr/>
        </p:nvSpPr>
        <p:spPr>
          <a:xfrm>
            <a:off x="6998976" y="18730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B6EAB607-2417-E6DD-AF6A-87EF076BA601}"/>
              </a:ext>
            </a:extLst>
          </p:cNvPr>
          <p:cNvSpPr txBox="1"/>
          <p:nvPr/>
        </p:nvSpPr>
        <p:spPr>
          <a:xfrm>
            <a:off x="4034274" y="185841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28338E6-198F-8E1E-EDBF-36DCC9C6F1A9}"/>
              </a:ext>
            </a:extLst>
          </p:cNvPr>
          <p:cNvSpPr txBox="1"/>
          <p:nvPr/>
        </p:nvSpPr>
        <p:spPr>
          <a:xfrm>
            <a:off x="4348518" y="260395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8C71CCF-D917-EDDD-8BF4-59AB94EEC5E5}"/>
              </a:ext>
            </a:extLst>
          </p:cNvPr>
          <p:cNvSpPr txBox="1"/>
          <p:nvPr/>
        </p:nvSpPr>
        <p:spPr>
          <a:xfrm>
            <a:off x="3520296" y="25975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E34EC84-F16F-DF7B-3378-10F6CACDB521}"/>
              </a:ext>
            </a:extLst>
          </p:cNvPr>
          <p:cNvSpPr txBox="1"/>
          <p:nvPr/>
        </p:nvSpPr>
        <p:spPr>
          <a:xfrm>
            <a:off x="5306680" y="185125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FC766E5-46E2-CB4B-8F95-6025561DF9F2}"/>
              </a:ext>
            </a:extLst>
          </p:cNvPr>
          <p:cNvSpPr txBox="1"/>
          <p:nvPr/>
        </p:nvSpPr>
        <p:spPr>
          <a:xfrm>
            <a:off x="6535713" y="11966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54FA148-B4F3-9C46-015F-7E8D4E24E266}"/>
              </a:ext>
            </a:extLst>
          </p:cNvPr>
          <p:cNvSpPr txBox="1"/>
          <p:nvPr/>
        </p:nvSpPr>
        <p:spPr>
          <a:xfrm>
            <a:off x="5773606" y="5776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72C577D9-A907-50DA-BE59-C7E0E380255D}"/>
              </a:ext>
            </a:extLst>
          </p:cNvPr>
          <p:cNvSpPr txBox="1"/>
          <p:nvPr/>
        </p:nvSpPr>
        <p:spPr>
          <a:xfrm>
            <a:off x="4944384" y="260014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9A938BF-049D-F1F4-E9B2-1F0DC89B6FB0}"/>
              </a:ext>
            </a:extLst>
          </p:cNvPr>
          <p:cNvSpPr txBox="1"/>
          <p:nvPr/>
        </p:nvSpPr>
        <p:spPr>
          <a:xfrm>
            <a:off x="6065674" y="185125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44412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1AA1F-F62D-F94C-10FE-F045C2FBB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90E7BECD-F590-8B41-CE73-7989C22A6BE7}"/>
              </a:ext>
            </a:extLst>
          </p:cNvPr>
          <p:cNvSpPr/>
          <p:nvPr/>
        </p:nvSpPr>
        <p:spPr>
          <a:xfrm>
            <a:off x="4165518" y="115417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E18CE4E-4C62-41AE-91FF-E43CD771C7BA}"/>
              </a:ext>
            </a:extLst>
          </p:cNvPr>
          <p:cNvSpPr/>
          <p:nvPr/>
        </p:nvSpPr>
        <p:spPr>
          <a:xfrm>
            <a:off x="2991455" y="1817093"/>
            <a:ext cx="333328" cy="33332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>
              <a:highlight>
                <a:srgbClr val="FFFF00"/>
              </a:highlight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EF470C9-1A3F-787D-838F-2AF05CD0C92D}"/>
              </a:ext>
            </a:extLst>
          </p:cNvPr>
          <p:cNvCxnSpPr>
            <a:cxnSpLocks/>
            <a:stCxn id="21" idx="5"/>
            <a:endCxn id="2" idx="1"/>
          </p:cNvCxnSpPr>
          <p:nvPr/>
        </p:nvCxnSpPr>
        <p:spPr>
          <a:xfrm>
            <a:off x="3675082" y="822348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4485232-0157-55FE-3DF0-5265EA7FD3AA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724694" y="1438688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2AD796C8-A489-0A37-A0EB-0F0FAFA9BD22}"/>
              </a:ext>
            </a:extLst>
          </p:cNvPr>
          <p:cNvSpPr/>
          <p:nvPr/>
        </p:nvSpPr>
        <p:spPr>
          <a:xfrm>
            <a:off x="2440181" y="11541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FC55086-70DB-8F63-F055-9F926CF8D8CA}"/>
              </a:ext>
            </a:extLst>
          </p:cNvPr>
          <p:cNvSpPr/>
          <p:nvPr/>
        </p:nvSpPr>
        <p:spPr>
          <a:xfrm>
            <a:off x="1717779" y="181859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EC8F292-8E24-A162-1320-D49470E8212F}"/>
              </a:ext>
            </a:extLst>
          </p:cNvPr>
          <p:cNvCxnSpPr>
            <a:stCxn id="21" idx="3"/>
            <a:endCxn id="6" idx="7"/>
          </p:cNvCxnSpPr>
          <p:nvPr/>
        </p:nvCxnSpPr>
        <p:spPr>
          <a:xfrm flipH="1">
            <a:off x="2724694" y="822348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A7946B3-D8B7-8E0C-D01C-D85161286EC2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2002292" y="1438688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9FC3580F-6530-6488-5D54-F2C480418C84}"/>
              </a:ext>
            </a:extLst>
          </p:cNvPr>
          <p:cNvSpPr/>
          <p:nvPr/>
        </p:nvSpPr>
        <p:spPr>
          <a:xfrm>
            <a:off x="2627889" y="2558907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446E1DC6-F812-6DBC-AE87-BC759D67ED8F}"/>
              </a:ext>
            </a:extLst>
          </p:cNvPr>
          <p:cNvSpPr/>
          <p:nvPr/>
        </p:nvSpPr>
        <p:spPr>
          <a:xfrm>
            <a:off x="4682481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476B875-B209-097C-630B-4689923CBC23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794553" y="2101606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9F03624-2313-2FE6-F167-D5CE5C4A2CD2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450031" y="1438688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0CC93A3E-7B27-65FA-A9A6-E533F57BE59E}"/>
              </a:ext>
            </a:extLst>
          </p:cNvPr>
          <p:cNvSpPr/>
          <p:nvPr/>
        </p:nvSpPr>
        <p:spPr>
          <a:xfrm>
            <a:off x="1208027" y="255507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760CDED-B212-BBBD-981D-2B48E6AB4813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1374691" y="2103110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3372C42C-528B-68BD-99C9-7DC51199A86A}"/>
              </a:ext>
            </a:extLst>
          </p:cNvPr>
          <p:cNvSpPr/>
          <p:nvPr/>
        </p:nvSpPr>
        <p:spPr>
          <a:xfrm>
            <a:off x="3750827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EFD7EAD-7A30-80A3-857B-E1A399D2C358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917491" y="1438688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369F8F35-4382-0E41-94E9-C02EB26A9B5F}"/>
              </a:ext>
            </a:extLst>
          </p:cNvPr>
          <p:cNvSpPr/>
          <p:nvPr/>
        </p:nvSpPr>
        <p:spPr>
          <a:xfrm>
            <a:off x="2029132" y="256032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0E7D0257-58CB-5D9B-333E-48A24E5F50AA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2002292" y="2103110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椭圆 20">
            <a:extLst>
              <a:ext uri="{FF2B5EF4-FFF2-40B4-BE49-F238E27FC236}">
                <a16:creationId xmlns:a16="http://schemas.microsoft.com/office/drawing/2014/main" id="{615136A5-DE37-88CD-EA5B-60FD0CC6710F}"/>
              </a:ext>
            </a:extLst>
          </p:cNvPr>
          <p:cNvSpPr/>
          <p:nvPr/>
        </p:nvSpPr>
        <p:spPr>
          <a:xfrm>
            <a:off x="3390569" y="5378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EC14BAC-9A27-1F73-4203-A612F5683528}"/>
              </a:ext>
            </a:extLst>
          </p:cNvPr>
          <p:cNvSpPr txBox="1"/>
          <p:nvPr/>
        </p:nvSpPr>
        <p:spPr>
          <a:xfrm>
            <a:off x="2418243" y="115473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28FDADB-2566-E678-B8C0-C946497A267A}"/>
              </a:ext>
            </a:extLst>
          </p:cNvPr>
          <p:cNvSpPr txBox="1"/>
          <p:nvPr/>
        </p:nvSpPr>
        <p:spPr>
          <a:xfrm>
            <a:off x="4649411" y="18279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D70EC53-2C2D-9801-8EEA-98231D1B51FA}"/>
              </a:ext>
            </a:extLst>
          </p:cNvPr>
          <p:cNvSpPr txBox="1"/>
          <p:nvPr/>
        </p:nvSpPr>
        <p:spPr>
          <a:xfrm>
            <a:off x="1684709" y="18133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F775FE6-1697-386A-1F72-8A043565A658}"/>
              </a:ext>
            </a:extLst>
          </p:cNvPr>
          <p:cNvSpPr txBox="1"/>
          <p:nvPr/>
        </p:nvSpPr>
        <p:spPr>
          <a:xfrm>
            <a:off x="1998953" y="25589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7475F11-6245-B41E-3F36-4D4602462334}"/>
              </a:ext>
            </a:extLst>
          </p:cNvPr>
          <p:cNvSpPr txBox="1"/>
          <p:nvPr/>
        </p:nvSpPr>
        <p:spPr>
          <a:xfrm>
            <a:off x="1170731" y="25524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1F8A4D4-22EA-0BB0-E5C3-83EBEFECC733}"/>
              </a:ext>
            </a:extLst>
          </p:cNvPr>
          <p:cNvSpPr txBox="1"/>
          <p:nvPr/>
        </p:nvSpPr>
        <p:spPr>
          <a:xfrm>
            <a:off x="2961217" y="18133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2BCF761C-EE1C-E6B7-55EB-0F9C2B0F9981}"/>
              </a:ext>
            </a:extLst>
          </p:cNvPr>
          <p:cNvSpPr txBox="1"/>
          <p:nvPr/>
        </p:nvSpPr>
        <p:spPr>
          <a:xfrm>
            <a:off x="4186148" y="11515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E3D0B49-9074-472B-4163-480C7FCFE2DC}"/>
              </a:ext>
            </a:extLst>
          </p:cNvPr>
          <p:cNvSpPr txBox="1"/>
          <p:nvPr/>
        </p:nvSpPr>
        <p:spPr>
          <a:xfrm>
            <a:off x="3424041" y="532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BAB9E93C-6070-BE69-8FE6-FE1DF3E07B78}"/>
              </a:ext>
            </a:extLst>
          </p:cNvPr>
          <p:cNvSpPr txBox="1"/>
          <p:nvPr/>
        </p:nvSpPr>
        <p:spPr>
          <a:xfrm>
            <a:off x="2587329" y="25524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AC66CBE-990A-EC4C-48A1-E353C5A5B3AD}"/>
              </a:ext>
            </a:extLst>
          </p:cNvPr>
          <p:cNvSpPr txBox="1"/>
          <p:nvPr/>
        </p:nvSpPr>
        <p:spPr>
          <a:xfrm>
            <a:off x="3716109" y="18062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FE0A2FF0-B3E7-2C66-A35A-B400439E6A1B}"/>
              </a:ext>
            </a:extLst>
          </p:cNvPr>
          <p:cNvSpPr/>
          <p:nvPr/>
        </p:nvSpPr>
        <p:spPr>
          <a:xfrm>
            <a:off x="9933948" y="115417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8255A197-06A0-19AB-C0A7-90D11854B0C0}"/>
              </a:ext>
            </a:extLst>
          </p:cNvPr>
          <p:cNvSpPr/>
          <p:nvPr/>
        </p:nvSpPr>
        <p:spPr>
          <a:xfrm>
            <a:off x="8759885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DA0A2F6-9A8A-DCD4-61F6-55DC78241D0B}"/>
              </a:ext>
            </a:extLst>
          </p:cNvPr>
          <p:cNvCxnSpPr>
            <a:cxnSpLocks/>
            <a:stCxn id="51" idx="5"/>
            <a:endCxn id="33" idx="1"/>
          </p:cNvCxnSpPr>
          <p:nvPr/>
        </p:nvCxnSpPr>
        <p:spPr>
          <a:xfrm>
            <a:off x="9443512" y="822348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1ADB59A-77EC-2BE5-EED2-B3C78EFDE629}"/>
              </a:ext>
            </a:extLst>
          </p:cNvPr>
          <p:cNvCxnSpPr>
            <a:cxnSpLocks/>
            <a:stCxn id="37" idx="5"/>
            <a:endCxn id="34" idx="0"/>
          </p:cNvCxnSpPr>
          <p:nvPr/>
        </p:nvCxnSpPr>
        <p:spPr>
          <a:xfrm>
            <a:off x="8493124" y="1438688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8A4814EE-FE3B-C160-0C1A-ECC5B40626B6}"/>
              </a:ext>
            </a:extLst>
          </p:cNvPr>
          <p:cNvSpPr/>
          <p:nvPr/>
        </p:nvSpPr>
        <p:spPr>
          <a:xfrm>
            <a:off x="8208611" y="11541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77ACD27D-D673-BAD5-D934-7ED123DB2152}"/>
              </a:ext>
            </a:extLst>
          </p:cNvPr>
          <p:cNvSpPr/>
          <p:nvPr/>
        </p:nvSpPr>
        <p:spPr>
          <a:xfrm>
            <a:off x="7486209" y="181859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DBF4217-8426-C766-0001-C11EBC0B2185}"/>
              </a:ext>
            </a:extLst>
          </p:cNvPr>
          <p:cNvCxnSpPr>
            <a:stCxn id="51" idx="3"/>
            <a:endCxn id="37" idx="7"/>
          </p:cNvCxnSpPr>
          <p:nvPr/>
        </p:nvCxnSpPr>
        <p:spPr>
          <a:xfrm flipH="1">
            <a:off x="8493124" y="822348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45DC72BE-E5BA-E586-8CE6-32FEDD4BBF23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7770722" y="1438688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72C09CB5-704E-1166-2D59-95F2D8B6C2DB}"/>
              </a:ext>
            </a:extLst>
          </p:cNvPr>
          <p:cNvSpPr/>
          <p:nvPr/>
        </p:nvSpPr>
        <p:spPr>
          <a:xfrm>
            <a:off x="8396319" y="255890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3D7A1126-91E7-2CEC-4980-5C4BE1468C21}"/>
              </a:ext>
            </a:extLst>
          </p:cNvPr>
          <p:cNvSpPr/>
          <p:nvPr/>
        </p:nvSpPr>
        <p:spPr>
          <a:xfrm>
            <a:off x="10450911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5B36B8FD-9637-9033-A04F-87D8383CC9DC}"/>
              </a:ext>
            </a:extLst>
          </p:cNvPr>
          <p:cNvCxnSpPr>
            <a:cxnSpLocks/>
            <a:stCxn id="34" idx="3"/>
            <a:endCxn id="41" idx="0"/>
          </p:cNvCxnSpPr>
          <p:nvPr/>
        </p:nvCxnSpPr>
        <p:spPr>
          <a:xfrm flipH="1">
            <a:off x="8562983" y="2101606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6C012F13-5E3D-FDED-7C34-15016844A282}"/>
              </a:ext>
            </a:extLst>
          </p:cNvPr>
          <p:cNvCxnSpPr>
            <a:stCxn id="33" idx="5"/>
            <a:endCxn id="42" idx="1"/>
          </p:cNvCxnSpPr>
          <p:nvPr/>
        </p:nvCxnSpPr>
        <p:spPr>
          <a:xfrm>
            <a:off x="10218461" y="1438688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67FDD5BA-D1C8-B7A8-7CE5-D2325CA741DB}"/>
              </a:ext>
            </a:extLst>
          </p:cNvPr>
          <p:cNvSpPr/>
          <p:nvPr/>
        </p:nvSpPr>
        <p:spPr>
          <a:xfrm>
            <a:off x="6976457" y="255507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0F9CE1F-64AF-A25B-C338-7F197925B883}"/>
              </a:ext>
            </a:extLst>
          </p:cNvPr>
          <p:cNvCxnSpPr>
            <a:stCxn id="38" idx="3"/>
            <a:endCxn id="45" idx="0"/>
          </p:cNvCxnSpPr>
          <p:nvPr/>
        </p:nvCxnSpPr>
        <p:spPr>
          <a:xfrm flipH="1">
            <a:off x="7143121" y="2103110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4503FF8E-1974-60BC-2638-2E0F18ABB0C1}"/>
              </a:ext>
            </a:extLst>
          </p:cNvPr>
          <p:cNvSpPr/>
          <p:nvPr/>
        </p:nvSpPr>
        <p:spPr>
          <a:xfrm>
            <a:off x="9519257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4452DA7-E1EE-0437-E7EB-C808AD97575E}"/>
              </a:ext>
            </a:extLst>
          </p:cNvPr>
          <p:cNvCxnSpPr>
            <a:stCxn id="33" idx="3"/>
            <a:endCxn id="47" idx="0"/>
          </p:cNvCxnSpPr>
          <p:nvPr/>
        </p:nvCxnSpPr>
        <p:spPr>
          <a:xfrm flipH="1">
            <a:off x="9685921" y="1438688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8E778704-1350-ABE1-D633-6F70B250F16A}"/>
              </a:ext>
            </a:extLst>
          </p:cNvPr>
          <p:cNvSpPr/>
          <p:nvPr/>
        </p:nvSpPr>
        <p:spPr>
          <a:xfrm>
            <a:off x="7797562" y="256032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3A20F2EC-0730-1A9E-8BD0-C7A99B6B08CD}"/>
              </a:ext>
            </a:extLst>
          </p:cNvPr>
          <p:cNvCxnSpPr>
            <a:stCxn id="38" idx="5"/>
            <a:endCxn id="49" idx="0"/>
          </p:cNvCxnSpPr>
          <p:nvPr/>
        </p:nvCxnSpPr>
        <p:spPr>
          <a:xfrm>
            <a:off x="7770722" y="2103110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C99A3A26-CFD6-F730-D06C-79D5AEE79AB1}"/>
              </a:ext>
            </a:extLst>
          </p:cNvPr>
          <p:cNvSpPr/>
          <p:nvPr/>
        </p:nvSpPr>
        <p:spPr>
          <a:xfrm>
            <a:off x="9158999" y="5378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B45F327-EDEE-8925-02AA-24A305324968}"/>
              </a:ext>
            </a:extLst>
          </p:cNvPr>
          <p:cNvSpPr txBox="1"/>
          <p:nvPr/>
        </p:nvSpPr>
        <p:spPr>
          <a:xfrm>
            <a:off x="8186673" y="115473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F734F9A-EBB4-3AD9-3769-EFCC8D06147E}"/>
              </a:ext>
            </a:extLst>
          </p:cNvPr>
          <p:cNvSpPr txBox="1"/>
          <p:nvPr/>
        </p:nvSpPr>
        <p:spPr>
          <a:xfrm>
            <a:off x="10417841" y="18279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7B6FCD82-6AA5-B198-DC4E-DE85F2CC6C0F}"/>
              </a:ext>
            </a:extLst>
          </p:cNvPr>
          <p:cNvSpPr txBox="1"/>
          <p:nvPr/>
        </p:nvSpPr>
        <p:spPr>
          <a:xfrm>
            <a:off x="7453139" y="18133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E8B80C4-BC1C-BC96-14F1-002BDC82E944}"/>
              </a:ext>
            </a:extLst>
          </p:cNvPr>
          <p:cNvSpPr txBox="1"/>
          <p:nvPr/>
        </p:nvSpPr>
        <p:spPr>
          <a:xfrm>
            <a:off x="7767383" y="25589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2E86461-11F1-B083-DDA2-B25D13DCB6AC}"/>
              </a:ext>
            </a:extLst>
          </p:cNvPr>
          <p:cNvSpPr txBox="1"/>
          <p:nvPr/>
        </p:nvSpPr>
        <p:spPr>
          <a:xfrm>
            <a:off x="6939161" y="25524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6E5437E3-0DC8-D469-8A1B-70430C702CC1}"/>
              </a:ext>
            </a:extLst>
          </p:cNvPr>
          <p:cNvSpPr txBox="1"/>
          <p:nvPr/>
        </p:nvSpPr>
        <p:spPr>
          <a:xfrm>
            <a:off x="8725545" y="18062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12B8744-F402-B818-18AD-00D165438868}"/>
              </a:ext>
            </a:extLst>
          </p:cNvPr>
          <p:cNvSpPr txBox="1"/>
          <p:nvPr/>
        </p:nvSpPr>
        <p:spPr>
          <a:xfrm>
            <a:off x="9954578" y="11515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7BA2CD6-3A87-1DC2-641A-C146C7FFE2CF}"/>
              </a:ext>
            </a:extLst>
          </p:cNvPr>
          <p:cNvSpPr txBox="1"/>
          <p:nvPr/>
        </p:nvSpPr>
        <p:spPr>
          <a:xfrm>
            <a:off x="9192471" y="532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C8408200-B67E-79D6-A01F-F47C79BB2B2D}"/>
              </a:ext>
            </a:extLst>
          </p:cNvPr>
          <p:cNvSpPr txBox="1"/>
          <p:nvPr/>
        </p:nvSpPr>
        <p:spPr>
          <a:xfrm>
            <a:off x="8363249" y="25551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EC3F087-71FD-67C7-12F5-F0878AD1C19B}"/>
              </a:ext>
            </a:extLst>
          </p:cNvPr>
          <p:cNvSpPr txBox="1"/>
          <p:nvPr/>
        </p:nvSpPr>
        <p:spPr>
          <a:xfrm>
            <a:off x="9484539" y="18062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110" name="箭头: 右 109">
            <a:extLst>
              <a:ext uri="{FF2B5EF4-FFF2-40B4-BE49-F238E27FC236}">
                <a16:creationId xmlns:a16="http://schemas.microsoft.com/office/drawing/2014/main" id="{D422BA90-06F3-81E7-AA07-4F21B6529F4A}"/>
              </a:ext>
            </a:extLst>
          </p:cNvPr>
          <p:cNvSpPr/>
          <p:nvPr/>
        </p:nvSpPr>
        <p:spPr>
          <a:xfrm>
            <a:off x="5549643" y="1627890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任意多边形: 形状 139">
            <a:extLst>
              <a:ext uri="{FF2B5EF4-FFF2-40B4-BE49-F238E27FC236}">
                <a16:creationId xmlns:a16="http://schemas.microsoft.com/office/drawing/2014/main" id="{2240F519-77B2-D0D0-B73F-F8EACE5DCF9E}"/>
              </a:ext>
            </a:extLst>
          </p:cNvPr>
          <p:cNvSpPr/>
          <p:nvPr/>
        </p:nvSpPr>
        <p:spPr>
          <a:xfrm>
            <a:off x="3069443" y="2113384"/>
            <a:ext cx="359557" cy="639147"/>
          </a:xfrm>
          <a:custGeom>
            <a:avLst/>
            <a:gdLst>
              <a:gd name="csX0" fmla="*/ 359557 w 359557"/>
              <a:gd name="csY0" fmla="*/ 0 h 639147"/>
              <a:gd name="csX1" fmla="*/ 32986 w 359557"/>
              <a:gd name="csY1" fmla="*/ 214604 h 639147"/>
              <a:gd name="csX2" fmla="*/ 28320 w 359557"/>
              <a:gd name="csY2" fmla="*/ 639147 h 6391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59557" h="639147">
                <a:moveTo>
                  <a:pt x="359557" y="0"/>
                </a:moveTo>
                <a:cubicBezTo>
                  <a:pt x="223874" y="54040"/>
                  <a:pt x="88192" y="108080"/>
                  <a:pt x="32986" y="214604"/>
                </a:cubicBezTo>
                <a:cubicBezTo>
                  <a:pt x="-22220" y="321129"/>
                  <a:pt x="3050" y="480138"/>
                  <a:pt x="28320" y="639147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任意多边形: 形状 140">
            <a:extLst>
              <a:ext uri="{FF2B5EF4-FFF2-40B4-BE49-F238E27FC236}">
                <a16:creationId xmlns:a16="http://schemas.microsoft.com/office/drawing/2014/main" id="{F0141190-3897-7CEB-8D60-D1FDAC1E9D87}"/>
              </a:ext>
            </a:extLst>
          </p:cNvPr>
          <p:cNvSpPr/>
          <p:nvPr/>
        </p:nvSpPr>
        <p:spPr>
          <a:xfrm>
            <a:off x="3167743" y="2104053"/>
            <a:ext cx="417875" cy="690465"/>
          </a:xfrm>
          <a:custGeom>
            <a:avLst/>
            <a:gdLst>
              <a:gd name="csX0" fmla="*/ 0 w 417875"/>
              <a:gd name="csY0" fmla="*/ 690465 h 690465"/>
              <a:gd name="csX1" fmla="*/ 382555 w 417875"/>
              <a:gd name="csY1" fmla="*/ 475861 h 690465"/>
              <a:gd name="csX2" fmla="*/ 377890 w 417875"/>
              <a:gd name="csY2" fmla="*/ 0 h 6904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7875" h="690465">
                <a:moveTo>
                  <a:pt x="0" y="690465"/>
                </a:moveTo>
                <a:cubicBezTo>
                  <a:pt x="159786" y="640701"/>
                  <a:pt x="319573" y="590938"/>
                  <a:pt x="382555" y="475861"/>
                </a:cubicBezTo>
                <a:cubicBezTo>
                  <a:pt x="445537" y="360784"/>
                  <a:pt x="411713" y="180392"/>
                  <a:pt x="377890" y="0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232CA472-2265-3F2B-316E-6585EBBF4370}"/>
              </a:ext>
            </a:extLst>
          </p:cNvPr>
          <p:cNvSpPr txBox="1"/>
          <p:nvPr/>
        </p:nvSpPr>
        <p:spPr>
          <a:xfrm>
            <a:off x="3228313" y="1606656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</p:spTree>
    <p:extLst>
      <p:ext uri="{BB962C8B-B14F-4D97-AF65-F5344CB8AC3E}">
        <p14:creationId xmlns:p14="http://schemas.microsoft.com/office/powerpoint/2010/main" val="34150879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419D0-3461-C086-C084-6C4CAD3E4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78E1D95-E835-62C2-87EF-88A0014C26C0}"/>
              </a:ext>
            </a:extLst>
          </p:cNvPr>
          <p:cNvSpPr/>
          <p:nvPr/>
        </p:nvSpPr>
        <p:spPr>
          <a:xfrm>
            <a:off x="3753865" y="115867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69833EFD-2E56-91F2-FC28-B23B9F55AE1E}"/>
              </a:ext>
            </a:extLst>
          </p:cNvPr>
          <p:cNvSpPr/>
          <p:nvPr/>
        </p:nvSpPr>
        <p:spPr>
          <a:xfrm>
            <a:off x="2579802" y="18215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92887617-D64F-7A98-7045-ECE2974B36CB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263429" y="826852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D079F22-046A-D2B5-2B1F-983AD8BCCA8C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313041" y="1443192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24831EFD-572B-0486-F4DF-F1E98748DF9C}"/>
              </a:ext>
            </a:extLst>
          </p:cNvPr>
          <p:cNvSpPr/>
          <p:nvPr/>
        </p:nvSpPr>
        <p:spPr>
          <a:xfrm>
            <a:off x="2028528" y="115867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84D0154-A873-500F-0285-A3DF4DDA1DE9}"/>
              </a:ext>
            </a:extLst>
          </p:cNvPr>
          <p:cNvSpPr/>
          <p:nvPr/>
        </p:nvSpPr>
        <p:spPr>
          <a:xfrm>
            <a:off x="1306126" y="1823101"/>
            <a:ext cx="333328" cy="333328"/>
          </a:xfrm>
          <a:prstGeom prst="ellipse">
            <a:avLst/>
          </a:prstGeom>
          <a:solidFill>
            <a:srgbClr val="FFC000"/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6B27F92-C55D-365D-BDC0-B27B5A441BD4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313041" y="826852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F347461-C50C-4FF7-8A3B-39223B83A417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590639" y="1443192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71BB5CCF-17C0-985D-100A-7B3A24E7214F}"/>
              </a:ext>
            </a:extLst>
          </p:cNvPr>
          <p:cNvSpPr/>
          <p:nvPr/>
        </p:nvSpPr>
        <p:spPr>
          <a:xfrm>
            <a:off x="2216236" y="25634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EB8719B7-F479-14B4-A3FE-36E56F27DE48}"/>
              </a:ext>
            </a:extLst>
          </p:cNvPr>
          <p:cNvSpPr/>
          <p:nvPr/>
        </p:nvSpPr>
        <p:spPr>
          <a:xfrm>
            <a:off x="4270828" y="18215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2328164-FA7C-C32D-40D9-5F78F0199EA9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382900" y="2106110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31BCDA2-1C3F-661A-0264-7A52FEAA3801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038378" y="1443192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E1C9106E-8AFE-6A20-8FA7-F681FE32BCB2}"/>
              </a:ext>
            </a:extLst>
          </p:cNvPr>
          <p:cNvSpPr/>
          <p:nvPr/>
        </p:nvSpPr>
        <p:spPr>
          <a:xfrm>
            <a:off x="796374" y="255957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9B94C5F-FFCB-6A7D-2E11-17F18DD238F1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963038" y="2107614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5A05B797-4DBF-9CF5-3A91-A5161295F1C4}"/>
              </a:ext>
            </a:extLst>
          </p:cNvPr>
          <p:cNvSpPr/>
          <p:nvPr/>
        </p:nvSpPr>
        <p:spPr>
          <a:xfrm>
            <a:off x="3339174" y="18215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35819B1-2D87-291A-2FD9-2E66481889E5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505838" y="1443192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714DCA10-3744-87E6-14F9-0093E815710C}"/>
              </a:ext>
            </a:extLst>
          </p:cNvPr>
          <p:cNvSpPr/>
          <p:nvPr/>
        </p:nvSpPr>
        <p:spPr>
          <a:xfrm>
            <a:off x="1617479" y="2564833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8643D83-2EAA-A57B-EC57-2CBE59946F59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1590639" y="2107614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0805951E-210C-CDC8-9C3B-71B634F7F8E2}"/>
              </a:ext>
            </a:extLst>
          </p:cNvPr>
          <p:cNvSpPr/>
          <p:nvPr/>
        </p:nvSpPr>
        <p:spPr>
          <a:xfrm>
            <a:off x="2978916" y="54233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B32CB04-3E4D-1F0E-F7E2-C1D366366CB4}"/>
              </a:ext>
            </a:extLst>
          </p:cNvPr>
          <p:cNvSpPr txBox="1"/>
          <p:nvPr/>
        </p:nvSpPr>
        <p:spPr>
          <a:xfrm>
            <a:off x="2006590" y="1159240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995F57F-D114-0ECA-9848-0776593AA4D3}"/>
              </a:ext>
            </a:extLst>
          </p:cNvPr>
          <p:cNvSpPr txBox="1"/>
          <p:nvPr/>
        </p:nvSpPr>
        <p:spPr>
          <a:xfrm>
            <a:off x="4237758" y="183246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0A1FA73-A75C-B0D6-BCB5-B241AEED9224}"/>
              </a:ext>
            </a:extLst>
          </p:cNvPr>
          <p:cNvSpPr txBox="1"/>
          <p:nvPr/>
        </p:nvSpPr>
        <p:spPr>
          <a:xfrm>
            <a:off x="1268273" y="18192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906C75D-12E5-A953-4EF7-126AC7FEF2C7}"/>
              </a:ext>
            </a:extLst>
          </p:cNvPr>
          <p:cNvSpPr txBox="1"/>
          <p:nvPr/>
        </p:nvSpPr>
        <p:spPr>
          <a:xfrm>
            <a:off x="1584187" y="257280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7A09591-AF36-BAA4-705C-BDE7FB7698F3}"/>
              </a:ext>
            </a:extLst>
          </p:cNvPr>
          <p:cNvSpPr txBox="1"/>
          <p:nvPr/>
        </p:nvSpPr>
        <p:spPr>
          <a:xfrm>
            <a:off x="759078" y="25569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B47E700-FD53-563E-6D53-E17D53E764B5}"/>
              </a:ext>
            </a:extLst>
          </p:cNvPr>
          <p:cNvSpPr txBox="1"/>
          <p:nvPr/>
        </p:nvSpPr>
        <p:spPr>
          <a:xfrm>
            <a:off x="2545462" y="181071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CF0B039-C34C-D334-ADDD-8579AAC60F75}"/>
              </a:ext>
            </a:extLst>
          </p:cNvPr>
          <p:cNvSpPr txBox="1"/>
          <p:nvPr/>
        </p:nvSpPr>
        <p:spPr>
          <a:xfrm>
            <a:off x="3774495" y="115606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C929B5F-967D-803A-C622-3E417BE2E25C}"/>
              </a:ext>
            </a:extLst>
          </p:cNvPr>
          <p:cNvSpPr txBox="1"/>
          <p:nvPr/>
        </p:nvSpPr>
        <p:spPr>
          <a:xfrm>
            <a:off x="3012388" y="53711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E4FE7D42-E378-9449-CBC2-EC1662177FC3}"/>
              </a:ext>
            </a:extLst>
          </p:cNvPr>
          <p:cNvSpPr txBox="1"/>
          <p:nvPr/>
        </p:nvSpPr>
        <p:spPr>
          <a:xfrm>
            <a:off x="2183166" y="25596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7172403-F896-7D3D-D9B1-3E45F8B3FFBB}"/>
              </a:ext>
            </a:extLst>
          </p:cNvPr>
          <p:cNvSpPr txBox="1"/>
          <p:nvPr/>
        </p:nvSpPr>
        <p:spPr>
          <a:xfrm>
            <a:off x="3304456" y="181071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1" name="左大括号 30">
            <a:extLst>
              <a:ext uri="{FF2B5EF4-FFF2-40B4-BE49-F238E27FC236}">
                <a16:creationId xmlns:a16="http://schemas.microsoft.com/office/drawing/2014/main" id="{71F8ABAF-0015-EE83-2FD9-454BC1A9E460}"/>
              </a:ext>
            </a:extLst>
          </p:cNvPr>
          <p:cNvSpPr/>
          <p:nvPr/>
        </p:nvSpPr>
        <p:spPr>
          <a:xfrm rot="16200000">
            <a:off x="1211973" y="2565873"/>
            <a:ext cx="285935" cy="1084465"/>
          </a:xfrm>
          <a:prstGeom prst="leftBrace">
            <a:avLst>
              <a:gd name="adj1" fmla="val 25022"/>
              <a:gd name="adj2" fmla="val 48551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C837189-A217-B57F-9773-A8EC4300474C}"/>
              </a:ext>
            </a:extLst>
          </p:cNvPr>
          <p:cNvSpPr txBox="1"/>
          <p:nvPr/>
        </p:nvSpPr>
        <p:spPr>
          <a:xfrm>
            <a:off x="385136" y="3323139"/>
            <a:ext cx="18101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两个孩子中，</a:t>
            </a:r>
            <a:r>
              <a:rPr lang="en-US" altLang="zh-CN" sz="1400"/>
              <a:t>66</a:t>
            </a:r>
            <a:r>
              <a:rPr lang="zh-CN" altLang="en-US" sz="1400"/>
              <a:t>更大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1295C865-4AC4-47E2-75D5-7334D45155C0}"/>
              </a:ext>
            </a:extLst>
          </p:cNvPr>
          <p:cNvSpPr/>
          <p:nvPr/>
        </p:nvSpPr>
        <p:spPr>
          <a:xfrm>
            <a:off x="9384407" y="11680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CC487A31-9919-6F1C-2566-4044C40A9959}"/>
              </a:ext>
            </a:extLst>
          </p:cNvPr>
          <p:cNvSpPr/>
          <p:nvPr/>
        </p:nvSpPr>
        <p:spPr>
          <a:xfrm>
            <a:off x="8210344" y="1830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AC0B60C9-1EA6-1C99-8FA9-2A404B96C3A5}"/>
              </a:ext>
            </a:extLst>
          </p:cNvPr>
          <p:cNvCxnSpPr>
            <a:cxnSpLocks/>
            <a:stCxn id="51" idx="5"/>
            <a:endCxn id="33" idx="1"/>
          </p:cNvCxnSpPr>
          <p:nvPr/>
        </p:nvCxnSpPr>
        <p:spPr>
          <a:xfrm>
            <a:off x="8893971" y="836249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87EFF7B-1872-310B-3389-01E49A4966BC}"/>
              </a:ext>
            </a:extLst>
          </p:cNvPr>
          <p:cNvCxnSpPr>
            <a:cxnSpLocks/>
            <a:stCxn id="37" idx="5"/>
            <a:endCxn id="34" idx="0"/>
          </p:cNvCxnSpPr>
          <p:nvPr/>
        </p:nvCxnSpPr>
        <p:spPr>
          <a:xfrm>
            <a:off x="7943583" y="1452589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9E7C6173-8792-D6FE-3E2F-0B88C3608B90}"/>
              </a:ext>
            </a:extLst>
          </p:cNvPr>
          <p:cNvSpPr/>
          <p:nvPr/>
        </p:nvSpPr>
        <p:spPr>
          <a:xfrm>
            <a:off x="7659070" y="116807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BF1015BD-C128-BF8F-0985-FA9E09495AC7}"/>
              </a:ext>
            </a:extLst>
          </p:cNvPr>
          <p:cNvSpPr/>
          <p:nvPr/>
        </p:nvSpPr>
        <p:spPr>
          <a:xfrm>
            <a:off x="6936668" y="183249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990E5E09-4368-6F92-5ED0-76311EEF8894}"/>
              </a:ext>
            </a:extLst>
          </p:cNvPr>
          <p:cNvCxnSpPr>
            <a:stCxn id="51" idx="3"/>
            <a:endCxn id="37" idx="7"/>
          </p:cNvCxnSpPr>
          <p:nvPr/>
        </p:nvCxnSpPr>
        <p:spPr>
          <a:xfrm flipH="1">
            <a:off x="7943583" y="836249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77B0A68C-8055-A2DE-1F08-914CA4630B29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7221181" y="1452589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BE5734ED-C8FF-2CD4-2CE6-99B13760C653}"/>
              </a:ext>
            </a:extLst>
          </p:cNvPr>
          <p:cNvSpPr/>
          <p:nvPr/>
        </p:nvSpPr>
        <p:spPr>
          <a:xfrm>
            <a:off x="7846778" y="25728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FCE1E62E-7945-24D1-AFAE-AF3DD656C2B6}"/>
              </a:ext>
            </a:extLst>
          </p:cNvPr>
          <p:cNvSpPr/>
          <p:nvPr/>
        </p:nvSpPr>
        <p:spPr>
          <a:xfrm>
            <a:off x="9901370" y="1830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09259BF-1171-C483-B1D3-43F30D9BD251}"/>
              </a:ext>
            </a:extLst>
          </p:cNvPr>
          <p:cNvCxnSpPr>
            <a:cxnSpLocks/>
            <a:stCxn id="34" idx="3"/>
            <a:endCxn id="41" idx="0"/>
          </p:cNvCxnSpPr>
          <p:nvPr/>
        </p:nvCxnSpPr>
        <p:spPr>
          <a:xfrm flipH="1">
            <a:off x="8013442" y="2115507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107189D-6AA2-51ED-6292-4DC1E4EF7597}"/>
              </a:ext>
            </a:extLst>
          </p:cNvPr>
          <p:cNvCxnSpPr>
            <a:stCxn id="33" idx="5"/>
            <a:endCxn id="42" idx="1"/>
          </p:cNvCxnSpPr>
          <p:nvPr/>
        </p:nvCxnSpPr>
        <p:spPr>
          <a:xfrm>
            <a:off x="9668920" y="1452589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3EC814C6-92A8-A8D7-CAB1-155F86FD6861}"/>
              </a:ext>
            </a:extLst>
          </p:cNvPr>
          <p:cNvSpPr/>
          <p:nvPr/>
        </p:nvSpPr>
        <p:spPr>
          <a:xfrm>
            <a:off x="6426916" y="25689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B449579D-9DB3-1DA7-CEED-11C1F1896E93}"/>
              </a:ext>
            </a:extLst>
          </p:cNvPr>
          <p:cNvCxnSpPr>
            <a:stCxn id="38" idx="3"/>
            <a:endCxn id="45" idx="0"/>
          </p:cNvCxnSpPr>
          <p:nvPr/>
        </p:nvCxnSpPr>
        <p:spPr>
          <a:xfrm flipH="1">
            <a:off x="6593580" y="2117011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C9851DD0-28DC-2C72-C6C7-3065A4F9D6E0}"/>
              </a:ext>
            </a:extLst>
          </p:cNvPr>
          <p:cNvSpPr/>
          <p:nvPr/>
        </p:nvSpPr>
        <p:spPr>
          <a:xfrm>
            <a:off x="8969716" y="1830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D2565B3-82D0-AEC5-5435-48CC409C2D3E}"/>
              </a:ext>
            </a:extLst>
          </p:cNvPr>
          <p:cNvCxnSpPr>
            <a:stCxn id="33" idx="3"/>
            <a:endCxn id="47" idx="0"/>
          </p:cNvCxnSpPr>
          <p:nvPr/>
        </p:nvCxnSpPr>
        <p:spPr>
          <a:xfrm flipH="1">
            <a:off x="9136380" y="1452589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110BABFA-41DD-9A80-63C8-AC40469FB6FE}"/>
              </a:ext>
            </a:extLst>
          </p:cNvPr>
          <p:cNvSpPr/>
          <p:nvPr/>
        </p:nvSpPr>
        <p:spPr>
          <a:xfrm>
            <a:off x="7248021" y="257423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9E3985F9-1F62-57EF-B807-4A934C376A51}"/>
              </a:ext>
            </a:extLst>
          </p:cNvPr>
          <p:cNvCxnSpPr>
            <a:stCxn id="38" idx="5"/>
            <a:endCxn id="49" idx="0"/>
          </p:cNvCxnSpPr>
          <p:nvPr/>
        </p:nvCxnSpPr>
        <p:spPr>
          <a:xfrm>
            <a:off x="7221181" y="2117011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C1F54027-6D3A-F8C1-8D94-F3FA2AE75FEF}"/>
              </a:ext>
            </a:extLst>
          </p:cNvPr>
          <p:cNvSpPr/>
          <p:nvPr/>
        </p:nvSpPr>
        <p:spPr>
          <a:xfrm>
            <a:off x="8609458" y="5517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5C6BD1C-0E5D-BAF4-77D0-2DDAE4B62CE5}"/>
              </a:ext>
            </a:extLst>
          </p:cNvPr>
          <p:cNvSpPr txBox="1"/>
          <p:nvPr/>
        </p:nvSpPr>
        <p:spPr>
          <a:xfrm>
            <a:off x="7637132" y="1168637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BB3B7634-0FEB-EF23-C492-544B6214C101}"/>
              </a:ext>
            </a:extLst>
          </p:cNvPr>
          <p:cNvSpPr txBox="1"/>
          <p:nvPr/>
        </p:nvSpPr>
        <p:spPr>
          <a:xfrm>
            <a:off x="9868300" y="184186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AD82D8AE-E1CF-F405-5FFE-70D819F15AEF}"/>
              </a:ext>
            </a:extLst>
          </p:cNvPr>
          <p:cNvSpPr txBox="1"/>
          <p:nvPr/>
        </p:nvSpPr>
        <p:spPr>
          <a:xfrm>
            <a:off x="6903598" y="18272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900C844-7E99-B3EF-404D-34936053F9F1}"/>
              </a:ext>
            </a:extLst>
          </p:cNvPr>
          <p:cNvSpPr txBox="1"/>
          <p:nvPr/>
        </p:nvSpPr>
        <p:spPr>
          <a:xfrm>
            <a:off x="7217842" y="257280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DAD99A73-33E0-DFD9-C302-8BC5F9A0687F}"/>
              </a:ext>
            </a:extLst>
          </p:cNvPr>
          <p:cNvSpPr txBox="1"/>
          <p:nvPr/>
        </p:nvSpPr>
        <p:spPr>
          <a:xfrm>
            <a:off x="6389620" y="25663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C9842D43-949A-ADFB-7D65-D56239A000EC}"/>
              </a:ext>
            </a:extLst>
          </p:cNvPr>
          <p:cNvSpPr txBox="1"/>
          <p:nvPr/>
        </p:nvSpPr>
        <p:spPr>
          <a:xfrm>
            <a:off x="8176004" y="182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7213E6CA-6D9D-C8FF-5F7C-3430AABB320E}"/>
              </a:ext>
            </a:extLst>
          </p:cNvPr>
          <p:cNvSpPr txBox="1"/>
          <p:nvPr/>
        </p:nvSpPr>
        <p:spPr>
          <a:xfrm>
            <a:off x="9405037" y="116546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2F60BBA-E799-539F-7C21-98521B1CFB7B}"/>
              </a:ext>
            </a:extLst>
          </p:cNvPr>
          <p:cNvSpPr txBox="1"/>
          <p:nvPr/>
        </p:nvSpPr>
        <p:spPr>
          <a:xfrm>
            <a:off x="8642930" y="5465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38FF7F1-234D-C54D-B660-73C9C3E0BBEC}"/>
              </a:ext>
            </a:extLst>
          </p:cNvPr>
          <p:cNvSpPr txBox="1"/>
          <p:nvPr/>
        </p:nvSpPr>
        <p:spPr>
          <a:xfrm>
            <a:off x="7813708" y="25690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F1003816-D3C9-A3EB-43CA-E2B35000DA0A}"/>
              </a:ext>
            </a:extLst>
          </p:cNvPr>
          <p:cNvSpPr txBox="1"/>
          <p:nvPr/>
        </p:nvSpPr>
        <p:spPr>
          <a:xfrm>
            <a:off x="8934998" y="182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63" name="箭头: 右 62">
            <a:extLst>
              <a:ext uri="{FF2B5EF4-FFF2-40B4-BE49-F238E27FC236}">
                <a16:creationId xmlns:a16="http://schemas.microsoft.com/office/drawing/2014/main" id="{49AF18A8-6061-E119-C493-C99934E6BC6E}"/>
              </a:ext>
            </a:extLst>
          </p:cNvPr>
          <p:cNvSpPr/>
          <p:nvPr/>
        </p:nvSpPr>
        <p:spPr>
          <a:xfrm>
            <a:off x="5137990" y="1546481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D852D701-76C7-D2DD-0FEB-5B8A167C5A84}"/>
              </a:ext>
            </a:extLst>
          </p:cNvPr>
          <p:cNvSpPr/>
          <p:nvPr/>
        </p:nvSpPr>
        <p:spPr>
          <a:xfrm>
            <a:off x="1765738" y="1968437"/>
            <a:ext cx="351135" cy="644134"/>
          </a:xfrm>
          <a:custGeom>
            <a:avLst/>
            <a:gdLst>
              <a:gd name="csX0" fmla="*/ 0 w 351135"/>
              <a:gd name="csY0" fmla="*/ 0 h 644134"/>
              <a:gd name="csX1" fmla="*/ 342337 w 351135"/>
              <a:gd name="csY1" fmla="*/ 153151 h 644134"/>
              <a:gd name="csX2" fmla="*/ 247744 w 351135"/>
              <a:gd name="csY2" fmla="*/ 644134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51135" h="644134">
                <a:moveTo>
                  <a:pt x="0" y="0"/>
                </a:moveTo>
                <a:cubicBezTo>
                  <a:pt x="150523" y="22897"/>
                  <a:pt x="301046" y="45795"/>
                  <a:pt x="342337" y="153151"/>
                </a:cubicBezTo>
                <a:cubicBezTo>
                  <a:pt x="383628" y="260507"/>
                  <a:pt x="267263" y="566057"/>
                  <a:pt x="247744" y="644134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任意多边形: 形状 66">
            <a:extLst>
              <a:ext uri="{FF2B5EF4-FFF2-40B4-BE49-F238E27FC236}">
                <a16:creationId xmlns:a16="http://schemas.microsoft.com/office/drawing/2014/main" id="{2343BDE1-C5D5-3CC1-6DA0-080EC51FC523}"/>
              </a:ext>
            </a:extLst>
          </p:cNvPr>
          <p:cNvSpPr/>
          <p:nvPr/>
        </p:nvSpPr>
        <p:spPr>
          <a:xfrm>
            <a:off x="1770890" y="2032276"/>
            <a:ext cx="189882" cy="540532"/>
          </a:xfrm>
          <a:custGeom>
            <a:avLst/>
            <a:gdLst>
              <a:gd name="csX0" fmla="*/ 23218 w 189882"/>
              <a:gd name="csY0" fmla="*/ 0 h 540532"/>
              <a:gd name="csX1" fmla="*/ 14209 w 189882"/>
              <a:gd name="csY1" fmla="*/ 234231 h 540532"/>
              <a:gd name="csX2" fmla="*/ 189882 w 189882"/>
              <a:gd name="csY2" fmla="*/ 540532 h 5405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882" h="540532">
                <a:moveTo>
                  <a:pt x="23218" y="0"/>
                </a:moveTo>
                <a:cubicBezTo>
                  <a:pt x="4825" y="72071"/>
                  <a:pt x="-13568" y="144142"/>
                  <a:pt x="14209" y="234231"/>
                </a:cubicBezTo>
                <a:cubicBezTo>
                  <a:pt x="41986" y="324320"/>
                  <a:pt x="126820" y="478972"/>
                  <a:pt x="189882" y="540532"/>
                </a:cubicBezTo>
              </a:path>
            </a:pathLst>
          </a:custGeom>
          <a:noFill/>
          <a:ln>
            <a:head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8C85EC1-4915-61F1-3F0F-4390C97B773C}"/>
              </a:ext>
            </a:extLst>
          </p:cNvPr>
          <p:cNvSpPr txBox="1"/>
          <p:nvPr/>
        </p:nvSpPr>
        <p:spPr>
          <a:xfrm>
            <a:off x="1068858" y="1678201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</p:spTree>
    <p:extLst>
      <p:ext uri="{BB962C8B-B14F-4D97-AF65-F5344CB8AC3E}">
        <p14:creationId xmlns:p14="http://schemas.microsoft.com/office/powerpoint/2010/main" val="13901830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5A94D-5475-E70C-C83E-337AD2064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808763EE-0732-0183-88D9-2FF3FBF1B5DB}"/>
              </a:ext>
            </a:extLst>
          </p:cNvPr>
          <p:cNvSpPr/>
          <p:nvPr/>
        </p:nvSpPr>
        <p:spPr>
          <a:xfrm>
            <a:off x="3725391" y="1312701"/>
            <a:ext cx="333328" cy="33332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CC32444-9E7D-9913-CCDB-3D47C0C69C01}"/>
              </a:ext>
            </a:extLst>
          </p:cNvPr>
          <p:cNvSpPr/>
          <p:nvPr/>
        </p:nvSpPr>
        <p:spPr>
          <a:xfrm>
            <a:off x="2551328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E0A30F1-D904-8C2B-AEA0-903AE9B9E21A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234955" y="980874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3A4A4BEF-B3CE-B9F6-9411-06F419C6778B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284567" y="1597214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2918236F-477F-B71A-F06A-51F229341965}"/>
              </a:ext>
            </a:extLst>
          </p:cNvPr>
          <p:cNvSpPr/>
          <p:nvPr/>
        </p:nvSpPr>
        <p:spPr>
          <a:xfrm>
            <a:off x="2000054" y="131270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A4B4D04D-9271-E51D-D173-883145A0A0FB}"/>
              </a:ext>
            </a:extLst>
          </p:cNvPr>
          <p:cNvSpPr/>
          <p:nvPr/>
        </p:nvSpPr>
        <p:spPr>
          <a:xfrm>
            <a:off x="1277652" y="19771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EBBE44FC-159F-389D-34AE-C3F234AB4577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284567" y="980874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57F040B-E194-928A-019E-AA53F11ACD43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562165" y="1597214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EFECC960-2CF6-6261-F315-4E89F4C2A515}"/>
              </a:ext>
            </a:extLst>
          </p:cNvPr>
          <p:cNvSpPr/>
          <p:nvPr/>
        </p:nvSpPr>
        <p:spPr>
          <a:xfrm>
            <a:off x="2187762" y="27174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75F440E7-4A4E-7680-B03C-53DE3137DC81}"/>
              </a:ext>
            </a:extLst>
          </p:cNvPr>
          <p:cNvSpPr/>
          <p:nvPr/>
        </p:nvSpPr>
        <p:spPr>
          <a:xfrm>
            <a:off x="4242354" y="1975619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77A771B-E1DA-B174-0A4D-24973E9D670D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354426" y="2260132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0E14436-04DB-7571-477D-FC2EBB531128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009904" y="1597214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4AF023FB-D61C-5D62-3426-DE287033584E}"/>
              </a:ext>
            </a:extLst>
          </p:cNvPr>
          <p:cNvSpPr/>
          <p:nvPr/>
        </p:nvSpPr>
        <p:spPr>
          <a:xfrm>
            <a:off x="767900" y="271360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39D4A132-1C89-1D81-44DD-92790BF3E9EB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934564" y="2261636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E2B21A0B-8621-2156-D7A8-0C4470110C25}"/>
              </a:ext>
            </a:extLst>
          </p:cNvPr>
          <p:cNvSpPr/>
          <p:nvPr/>
        </p:nvSpPr>
        <p:spPr>
          <a:xfrm>
            <a:off x="3310700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9D5C650-82D6-3CAC-6B63-515314979CC3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477364" y="1597214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8F5A3DDD-794C-4F3C-59EB-7888BC3BFFCB}"/>
              </a:ext>
            </a:extLst>
          </p:cNvPr>
          <p:cNvSpPr/>
          <p:nvPr/>
        </p:nvSpPr>
        <p:spPr>
          <a:xfrm>
            <a:off x="1589005" y="271885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4CEF409-15A1-0855-A572-3044A8BB4DFC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1562165" y="2261636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0A6E0B36-347B-F489-905C-F460280AD59A}"/>
              </a:ext>
            </a:extLst>
          </p:cNvPr>
          <p:cNvSpPr/>
          <p:nvPr/>
        </p:nvSpPr>
        <p:spPr>
          <a:xfrm>
            <a:off x="2950442" y="69636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406B491-ED7D-66EA-DEF6-F527488C9302}"/>
              </a:ext>
            </a:extLst>
          </p:cNvPr>
          <p:cNvSpPr txBox="1"/>
          <p:nvPr/>
        </p:nvSpPr>
        <p:spPr>
          <a:xfrm>
            <a:off x="1978116" y="1313262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181EF95-3735-01CF-7823-9C8DC14B5F6B}"/>
              </a:ext>
            </a:extLst>
          </p:cNvPr>
          <p:cNvSpPr txBox="1"/>
          <p:nvPr/>
        </p:nvSpPr>
        <p:spPr>
          <a:xfrm>
            <a:off x="4197357" y="198354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F4E5659-29B0-05CE-63A9-3DF29B6E1A38}"/>
              </a:ext>
            </a:extLst>
          </p:cNvPr>
          <p:cNvSpPr txBox="1"/>
          <p:nvPr/>
        </p:nvSpPr>
        <p:spPr>
          <a:xfrm>
            <a:off x="1244582" y="19718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74B6D3F1-7E43-4029-EFEE-56934D1BB1D8}"/>
              </a:ext>
            </a:extLst>
          </p:cNvPr>
          <p:cNvSpPr txBox="1"/>
          <p:nvPr/>
        </p:nvSpPr>
        <p:spPr>
          <a:xfrm>
            <a:off x="1558826" y="271743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0A4A971-6A49-BCE7-C4E2-9D25B9BB4A6F}"/>
              </a:ext>
            </a:extLst>
          </p:cNvPr>
          <p:cNvSpPr txBox="1"/>
          <p:nvPr/>
        </p:nvSpPr>
        <p:spPr>
          <a:xfrm>
            <a:off x="730604" y="27109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D5A0F0C-2CD9-E6F7-E088-55F698DC73D2}"/>
              </a:ext>
            </a:extLst>
          </p:cNvPr>
          <p:cNvSpPr txBox="1"/>
          <p:nvPr/>
        </p:nvSpPr>
        <p:spPr>
          <a:xfrm>
            <a:off x="2516988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65D4058-171A-1396-AC98-BBA46A61B312}"/>
              </a:ext>
            </a:extLst>
          </p:cNvPr>
          <p:cNvSpPr txBox="1"/>
          <p:nvPr/>
        </p:nvSpPr>
        <p:spPr>
          <a:xfrm>
            <a:off x="3752294" y="1317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0CBF1C7-1391-14FD-5BB3-6569D3D094AD}"/>
              </a:ext>
            </a:extLst>
          </p:cNvPr>
          <p:cNvSpPr txBox="1"/>
          <p:nvPr/>
        </p:nvSpPr>
        <p:spPr>
          <a:xfrm>
            <a:off x="2983914" y="6911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214BF7-E192-58E6-52BF-38D3FDBD9548}"/>
              </a:ext>
            </a:extLst>
          </p:cNvPr>
          <p:cNvSpPr txBox="1"/>
          <p:nvPr/>
        </p:nvSpPr>
        <p:spPr>
          <a:xfrm>
            <a:off x="2154692" y="271362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1E51505F-D798-9044-128C-86C78712E678}"/>
              </a:ext>
            </a:extLst>
          </p:cNvPr>
          <p:cNvSpPr txBox="1"/>
          <p:nvPr/>
        </p:nvSpPr>
        <p:spPr>
          <a:xfrm>
            <a:off x="3275982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E4143A32-BCBE-E403-F39A-8B427B6BE674}"/>
              </a:ext>
            </a:extLst>
          </p:cNvPr>
          <p:cNvSpPr/>
          <p:nvPr/>
        </p:nvSpPr>
        <p:spPr>
          <a:xfrm>
            <a:off x="9341657" y="131270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20A1AEC0-8166-89DE-16DC-165AC63E3E59}"/>
              </a:ext>
            </a:extLst>
          </p:cNvPr>
          <p:cNvSpPr/>
          <p:nvPr/>
        </p:nvSpPr>
        <p:spPr>
          <a:xfrm>
            <a:off x="8167594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AC785DF-D993-005A-3585-AAF180F60475}"/>
              </a:ext>
            </a:extLst>
          </p:cNvPr>
          <p:cNvCxnSpPr>
            <a:cxnSpLocks/>
            <a:stCxn id="49" idx="5"/>
            <a:endCxn id="31" idx="1"/>
          </p:cNvCxnSpPr>
          <p:nvPr/>
        </p:nvCxnSpPr>
        <p:spPr>
          <a:xfrm>
            <a:off x="8851221" y="980874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7209C04B-3ADE-909E-C9CA-AF80EEA873A9}"/>
              </a:ext>
            </a:extLst>
          </p:cNvPr>
          <p:cNvCxnSpPr>
            <a:cxnSpLocks/>
            <a:stCxn id="35" idx="5"/>
            <a:endCxn id="32" idx="0"/>
          </p:cNvCxnSpPr>
          <p:nvPr/>
        </p:nvCxnSpPr>
        <p:spPr>
          <a:xfrm>
            <a:off x="7900833" y="1597214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椭圆 34">
            <a:extLst>
              <a:ext uri="{FF2B5EF4-FFF2-40B4-BE49-F238E27FC236}">
                <a16:creationId xmlns:a16="http://schemas.microsoft.com/office/drawing/2014/main" id="{CDD96AC1-E26D-2951-B57D-8E86B382EBB2}"/>
              </a:ext>
            </a:extLst>
          </p:cNvPr>
          <p:cNvSpPr/>
          <p:nvPr/>
        </p:nvSpPr>
        <p:spPr>
          <a:xfrm>
            <a:off x="7616320" y="131270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6D7E22C0-09A9-08B1-5E82-4093707349C5}"/>
              </a:ext>
            </a:extLst>
          </p:cNvPr>
          <p:cNvSpPr/>
          <p:nvPr/>
        </p:nvSpPr>
        <p:spPr>
          <a:xfrm>
            <a:off x="6893918" y="19771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70E123AA-E513-754C-991B-CF84B73D36C3}"/>
              </a:ext>
            </a:extLst>
          </p:cNvPr>
          <p:cNvCxnSpPr>
            <a:stCxn id="49" idx="3"/>
            <a:endCxn id="35" idx="7"/>
          </p:cNvCxnSpPr>
          <p:nvPr/>
        </p:nvCxnSpPr>
        <p:spPr>
          <a:xfrm flipH="1">
            <a:off x="7900833" y="980874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FD56254-C3C2-D4C7-2B61-A5841EDA41FA}"/>
              </a:ext>
            </a:extLst>
          </p:cNvPr>
          <p:cNvCxnSpPr>
            <a:cxnSpLocks/>
            <a:stCxn id="35" idx="3"/>
            <a:endCxn id="36" idx="7"/>
          </p:cNvCxnSpPr>
          <p:nvPr/>
        </p:nvCxnSpPr>
        <p:spPr>
          <a:xfrm flipH="1">
            <a:off x="7178431" y="1597214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0FB3F5B4-F798-2F7A-E1F4-4CAF6D96F883}"/>
              </a:ext>
            </a:extLst>
          </p:cNvPr>
          <p:cNvSpPr/>
          <p:nvPr/>
        </p:nvSpPr>
        <p:spPr>
          <a:xfrm>
            <a:off x="7804028" y="27174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8C91336F-4563-5E57-8E96-416214D6453F}"/>
              </a:ext>
            </a:extLst>
          </p:cNvPr>
          <p:cNvSpPr/>
          <p:nvPr/>
        </p:nvSpPr>
        <p:spPr>
          <a:xfrm>
            <a:off x="9858620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399EE360-8EC3-AF43-CA6C-12497389C956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flipH="1">
            <a:off x="7970692" y="2260132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909D63B0-4A88-9886-5268-7FA244A4F5EE}"/>
              </a:ext>
            </a:extLst>
          </p:cNvPr>
          <p:cNvCxnSpPr>
            <a:stCxn id="31" idx="5"/>
            <a:endCxn id="40" idx="1"/>
          </p:cNvCxnSpPr>
          <p:nvPr/>
        </p:nvCxnSpPr>
        <p:spPr>
          <a:xfrm>
            <a:off x="9626170" y="1597214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AF0CC448-FF07-3F9A-3BCB-EF2BF7BB399C}"/>
              </a:ext>
            </a:extLst>
          </p:cNvPr>
          <p:cNvSpPr/>
          <p:nvPr/>
        </p:nvSpPr>
        <p:spPr>
          <a:xfrm>
            <a:off x="6384166" y="271360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97BC7447-FD8D-AC18-742D-B959D4403A04}"/>
              </a:ext>
            </a:extLst>
          </p:cNvPr>
          <p:cNvCxnSpPr>
            <a:stCxn id="36" idx="3"/>
            <a:endCxn id="43" idx="0"/>
          </p:cNvCxnSpPr>
          <p:nvPr/>
        </p:nvCxnSpPr>
        <p:spPr>
          <a:xfrm flipH="1">
            <a:off x="6550830" y="2261636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B295D874-7579-A264-0901-101BC782FD96}"/>
              </a:ext>
            </a:extLst>
          </p:cNvPr>
          <p:cNvSpPr/>
          <p:nvPr/>
        </p:nvSpPr>
        <p:spPr>
          <a:xfrm>
            <a:off x="8926966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C857156C-6E32-E7D1-4772-ACE96BAAC3B3}"/>
              </a:ext>
            </a:extLst>
          </p:cNvPr>
          <p:cNvCxnSpPr>
            <a:stCxn id="31" idx="3"/>
            <a:endCxn id="45" idx="0"/>
          </p:cNvCxnSpPr>
          <p:nvPr/>
        </p:nvCxnSpPr>
        <p:spPr>
          <a:xfrm flipH="1">
            <a:off x="9093630" y="1597214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6F644739-DA65-1FB0-411A-BD83276A2163}"/>
              </a:ext>
            </a:extLst>
          </p:cNvPr>
          <p:cNvSpPr/>
          <p:nvPr/>
        </p:nvSpPr>
        <p:spPr>
          <a:xfrm>
            <a:off x="7205271" y="271885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89B0C7A2-D0DA-2BDE-3CA4-03EEA01F190E}"/>
              </a:ext>
            </a:extLst>
          </p:cNvPr>
          <p:cNvCxnSpPr>
            <a:stCxn id="36" idx="5"/>
            <a:endCxn id="47" idx="0"/>
          </p:cNvCxnSpPr>
          <p:nvPr/>
        </p:nvCxnSpPr>
        <p:spPr>
          <a:xfrm>
            <a:off x="7178431" y="2261636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DA154882-4BC7-61FB-1ACB-02DF4FAABC8A}"/>
              </a:ext>
            </a:extLst>
          </p:cNvPr>
          <p:cNvSpPr/>
          <p:nvPr/>
        </p:nvSpPr>
        <p:spPr>
          <a:xfrm>
            <a:off x="8566708" y="69636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4DF53526-F8F5-E8D1-C713-C9C4EB8007ED}"/>
              </a:ext>
            </a:extLst>
          </p:cNvPr>
          <p:cNvSpPr txBox="1"/>
          <p:nvPr/>
        </p:nvSpPr>
        <p:spPr>
          <a:xfrm>
            <a:off x="7594382" y="1313262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36275D23-E6FC-E8E8-E771-A2751115264B}"/>
              </a:ext>
            </a:extLst>
          </p:cNvPr>
          <p:cNvSpPr txBox="1"/>
          <p:nvPr/>
        </p:nvSpPr>
        <p:spPr>
          <a:xfrm>
            <a:off x="9890042" y="198354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7F907C0-DC8F-79FA-7468-14D2CB946F2E}"/>
              </a:ext>
            </a:extLst>
          </p:cNvPr>
          <p:cNvSpPr txBox="1"/>
          <p:nvPr/>
        </p:nvSpPr>
        <p:spPr>
          <a:xfrm>
            <a:off x="6860848" y="19718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06528BA7-8F2A-FAE3-F506-52B5B30B041C}"/>
              </a:ext>
            </a:extLst>
          </p:cNvPr>
          <p:cNvSpPr txBox="1"/>
          <p:nvPr/>
        </p:nvSpPr>
        <p:spPr>
          <a:xfrm>
            <a:off x="7175092" y="271743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64528232-1A65-2870-3F9B-FB53870397E8}"/>
              </a:ext>
            </a:extLst>
          </p:cNvPr>
          <p:cNvSpPr txBox="1"/>
          <p:nvPr/>
        </p:nvSpPr>
        <p:spPr>
          <a:xfrm>
            <a:off x="6346870" y="27109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4F487363-9520-609D-A922-F94C492E13CD}"/>
              </a:ext>
            </a:extLst>
          </p:cNvPr>
          <p:cNvSpPr txBox="1"/>
          <p:nvPr/>
        </p:nvSpPr>
        <p:spPr>
          <a:xfrm>
            <a:off x="8133254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CD7D2CB2-9159-2833-426C-A66E981B4B7C}"/>
              </a:ext>
            </a:extLst>
          </p:cNvPr>
          <p:cNvSpPr txBox="1"/>
          <p:nvPr/>
        </p:nvSpPr>
        <p:spPr>
          <a:xfrm>
            <a:off x="9308587" y="131008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C1A0E10-7FA6-CFD6-887B-160285AFB3F3}"/>
              </a:ext>
            </a:extLst>
          </p:cNvPr>
          <p:cNvSpPr txBox="1"/>
          <p:nvPr/>
        </p:nvSpPr>
        <p:spPr>
          <a:xfrm>
            <a:off x="8600180" y="6911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91A61560-2B55-9203-13FD-334BD5121EF6}"/>
              </a:ext>
            </a:extLst>
          </p:cNvPr>
          <p:cNvSpPr txBox="1"/>
          <p:nvPr/>
        </p:nvSpPr>
        <p:spPr>
          <a:xfrm>
            <a:off x="7770958" y="271362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6C69EF95-3C9B-38B9-801A-917F80EFFAC3}"/>
              </a:ext>
            </a:extLst>
          </p:cNvPr>
          <p:cNvSpPr txBox="1"/>
          <p:nvPr/>
        </p:nvSpPr>
        <p:spPr>
          <a:xfrm>
            <a:off x="8892248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9AC8EE5-A908-EFF2-4E71-51C07A69C6F0}"/>
              </a:ext>
            </a:extLst>
          </p:cNvPr>
          <p:cNvSpPr txBox="1"/>
          <p:nvPr/>
        </p:nvSpPr>
        <p:spPr>
          <a:xfrm>
            <a:off x="3976879" y="1082958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  <p:sp>
        <p:nvSpPr>
          <p:cNvPr id="62" name="任意多边形: 形状 61">
            <a:extLst>
              <a:ext uri="{FF2B5EF4-FFF2-40B4-BE49-F238E27FC236}">
                <a16:creationId xmlns:a16="http://schemas.microsoft.com/office/drawing/2014/main" id="{BD28AC55-7328-0BDE-013E-9AC6005F5451}"/>
              </a:ext>
            </a:extLst>
          </p:cNvPr>
          <p:cNvSpPr/>
          <p:nvPr/>
        </p:nvSpPr>
        <p:spPr>
          <a:xfrm>
            <a:off x="4323156" y="1394927"/>
            <a:ext cx="132211" cy="517849"/>
          </a:xfrm>
          <a:custGeom>
            <a:avLst/>
            <a:gdLst>
              <a:gd name="csX0" fmla="*/ 71562 w 132211"/>
              <a:gd name="csY0" fmla="*/ 0 h 517849"/>
              <a:gd name="csX1" fmla="*/ 1583 w 132211"/>
              <a:gd name="csY1" fmla="*/ 303244 h 517849"/>
              <a:gd name="csX2" fmla="*/ 132211 w 132211"/>
              <a:gd name="csY2" fmla="*/ 517849 h 5178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32211" h="517849">
                <a:moveTo>
                  <a:pt x="71562" y="0"/>
                </a:moveTo>
                <a:cubicBezTo>
                  <a:pt x="31518" y="108468"/>
                  <a:pt x="-8525" y="216936"/>
                  <a:pt x="1583" y="303244"/>
                </a:cubicBezTo>
                <a:cubicBezTo>
                  <a:pt x="11691" y="389552"/>
                  <a:pt x="71951" y="453700"/>
                  <a:pt x="132211" y="517849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9D648AB8-891F-D231-C6C4-9FE253F67E37}"/>
              </a:ext>
            </a:extLst>
          </p:cNvPr>
          <p:cNvSpPr/>
          <p:nvPr/>
        </p:nvSpPr>
        <p:spPr>
          <a:xfrm>
            <a:off x="4520682" y="1376265"/>
            <a:ext cx="121507" cy="536511"/>
          </a:xfrm>
          <a:custGeom>
            <a:avLst/>
            <a:gdLst>
              <a:gd name="csX0" fmla="*/ 23326 w 121507"/>
              <a:gd name="csY0" fmla="*/ 536511 h 536511"/>
              <a:gd name="csX1" fmla="*/ 121298 w 121507"/>
              <a:gd name="csY1" fmla="*/ 303245 h 536511"/>
              <a:gd name="csX2" fmla="*/ 0 w 121507"/>
              <a:gd name="csY2" fmla="*/ 0 h 5365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1507" h="536511">
                <a:moveTo>
                  <a:pt x="23326" y="536511"/>
                </a:moveTo>
                <a:cubicBezTo>
                  <a:pt x="74256" y="464587"/>
                  <a:pt x="125186" y="392663"/>
                  <a:pt x="121298" y="303245"/>
                </a:cubicBezTo>
                <a:cubicBezTo>
                  <a:pt x="117410" y="213827"/>
                  <a:pt x="58705" y="106913"/>
                  <a:pt x="0" y="0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箭头: 右 66">
            <a:extLst>
              <a:ext uri="{FF2B5EF4-FFF2-40B4-BE49-F238E27FC236}">
                <a16:creationId xmlns:a16="http://schemas.microsoft.com/office/drawing/2014/main" id="{BD083D3C-F66D-61AE-0319-1E9E27AF84E7}"/>
              </a:ext>
            </a:extLst>
          </p:cNvPr>
          <p:cNvSpPr/>
          <p:nvPr/>
        </p:nvSpPr>
        <p:spPr>
          <a:xfrm>
            <a:off x="5146973" y="1557801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97281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C94A7-CD81-700C-60DD-3F9B05BF6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031D780-5CF3-D953-5933-E4BCD25765D1}"/>
              </a:ext>
            </a:extLst>
          </p:cNvPr>
          <p:cNvSpPr/>
          <p:nvPr/>
        </p:nvSpPr>
        <p:spPr>
          <a:xfrm>
            <a:off x="3878583" y="13500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7A420110-487F-8671-9220-440378B6D5B9}"/>
              </a:ext>
            </a:extLst>
          </p:cNvPr>
          <p:cNvSpPr/>
          <p:nvPr/>
        </p:nvSpPr>
        <p:spPr>
          <a:xfrm>
            <a:off x="2704520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24780FC-8958-CC5A-9992-05197049CF83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388147" y="1018197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8008B9B-DB7F-1898-58DF-81CD9F50AB6D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437759" y="1634537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7917902C-6A94-182C-36B9-BA6E4FFF0C56}"/>
              </a:ext>
            </a:extLst>
          </p:cNvPr>
          <p:cNvSpPr/>
          <p:nvPr/>
        </p:nvSpPr>
        <p:spPr>
          <a:xfrm>
            <a:off x="2153246" y="1350024"/>
            <a:ext cx="333328" cy="333328"/>
          </a:xfrm>
          <a:prstGeom prst="ellipse">
            <a:avLst/>
          </a:prstGeom>
          <a:solidFill>
            <a:srgbClr val="FFC000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D3D97A1C-5A83-A7D3-87CA-BBC81BF14C1A}"/>
              </a:ext>
            </a:extLst>
          </p:cNvPr>
          <p:cNvSpPr/>
          <p:nvPr/>
        </p:nvSpPr>
        <p:spPr>
          <a:xfrm>
            <a:off x="1430844" y="201444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303B4AF-B565-8FA6-7EFB-C99CCFA9AD50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437759" y="1018197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F785A68-2159-2FA0-1272-58491968937A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715357" y="1634537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DEF4C143-43ED-115A-3220-775C5E1009E4}"/>
              </a:ext>
            </a:extLst>
          </p:cNvPr>
          <p:cNvSpPr/>
          <p:nvPr/>
        </p:nvSpPr>
        <p:spPr>
          <a:xfrm>
            <a:off x="2340954" y="27547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B5B4FFCA-6C6A-F228-AE81-3F2905AD86A3}"/>
              </a:ext>
            </a:extLst>
          </p:cNvPr>
          <p:cNvSpPr/>
          <p:nvPr/>
        </p:nvSpPr>
        <p:spPr>
          <a:xfrm>
            <a:off x="4395546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A9F8338-6B32-DC55-0BEE-73BC533AC736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507618" y="2297455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EB58659E-F5F1-A0AE-F2EC-4BFCEE76A52B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163096" y="1634537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5698D8F8-6C78-9078-A906-B6245C2499FF}"/>
              </a:ext>
            </a:extLst>
          </p:cNvPr>
          <p:cNvSpPr/>
          <p:nvPr/>
        </p:nvSpPr>
        <p:spPr>
          <a:xfrm>
            <a:off x="921092" y="27509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BFA94C-FD35-76B5-78CF-1DBF5CD0DE08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1087756" y="2298959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0B82B31F-0B55-3D79-29CC-4BA6C404077F}"/>
              </a:ext>
            </a:extLst>
          </p:cNvPr>
          <p:cNvSpPr/>
          <p:nvPr/>
        </p:nvSpPr>
        <p:spPr>
          <a:xfrm>
            <a:off x="3463892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EC81D59-E072-DD34-6137-54517F00CBD7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630556" y="1634537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887312CA-39CA-8587-2B92-6F2E25253EDA}"/>
              </a:ext>
            </a:extLst>
          </p:cNvPr>
          <p:cNvSpPr/>
          <p:nvPr/>
        </p:nvSpPr>
        <p:spPr>
          <a:xfrm>
            <a:off x="1742197" y="275617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73C2FC8-77B2-7B29-7567-83FB5021EB7E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1715357" y="2298959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016E29A0-5F7F-EC9D-CF2F-A56F8F95FDB6}"/>
              </a:ext>
            </a:extLst>
          </p:cNvPr>
          <p:cNvSpPr/>
          <p:nvPr/>
        </p:nvSpPr>
        <p:spPr>
          <a:xfrm>
            <a:off x="3103634" y="733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9C825E9-CF07-EE51-069A-B25D093ED7AF}"/>
              </a:ext>
            </a:extLst>
          </p:cNvPr>
          <p:cNvSpPr txBox="1"/>
          <p:nvPr/>
        </p:nvSpPr>
        <p:spPr>
          <a:xfrm>
            <a:off x="2137260" y="1360793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1306AAE-DBF4-8EF2-C9B3-031A8CD0112D}"/>
              </a:ext>
            </a:extLst>
          </p:cNvPr>
          <p:cNvSpPr txBox="1"/>
          <p:nvPr/>
        </p:nvSpPr>
        <p:spPr>
          <a:xfrm>
            <a:off x="4426968" y="20208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0A7F535-4211-B11B-C407-9B26A6199CDB}"/>
              </a:ext>
            </a:extLst>
          </p:cNvPr>
          <p:cNvSpPr txBox="1"/>
          <p:nvPr/>
        </p:nvSpPr>
        <p:spPr>
          <a:xfrm>
            <a:off x="1397774" y="20092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A1D0C92-3D25-2B19-D90F-22702FC45242}"/>
              </a:ext>
            </a:extLst>
          </p:cNvPr>
          <p:cNvSpPr txBox="1"/>
          <p:nvPr/>
        </p:nvSpPr>
        <p:spPr>
          <a:xfrm>
            <a:off x="1712018" y="275475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4770846-560D-18FD-95AC-9E310924B4D1}"/>
              </a:ext>
            </a:extLst>
          </p:cNvPr>
          <p:cNvSpPr txBox="1"/>
          <p:nvPr/>
        </p:nvSpPr>
        <p:spPr>
          <a:xfrm>
            <a:off x="883796" y="274831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8E5C1BE-796D-5196-9F70-E8AF1311011E}"/>
              </a:ext>
            </a:extLst>
          </p:cNvPr>
          <p:cNvSpPr txBox="1"/>
          <p:nvPr/>
        </p:nvSpPr>
        <p:spPr>
          <a:xfrm>
            <a:off x="2670180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50BBA645-B8E9-C49C-544D-9A585181C5C6}"/>
              </a:ext>
            </a:extLst>
          </p:cNvPr>
          <p:cNvSpPr txBox="1"/>
          <p:nvPr/>
        </p:nvSpPr>
        <p:spPr>
          <a:xfrm>
            <a:off x="3845513" y="134741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566C3DA6-CCEB-52BF-CC37-7B285038BC31}"/>
              </a:ext>
            </a:extLst>
          </p:cNvPr>
          <p:cNvSpPr txBox="1"/>
          <p:nvPr/>
        </p:nvSpPr>
        <p:spPr>
          <a:xfrm>
            <a:off x="3137106" y="7284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2A03709-FCE7-6D27-831E-C9F4C2CCCE77}"/>
              </a:ext>
            </a:extLst>
          </p:cNvPr>
          <p:cNvSpPr txBox="1"/>
          <p:nvPr/>
        </p:nvSpPr>
        <p:spPr>
          <a:xfrm>
            <a:off x="2307884" y="27509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375DDA8-036B-8B6A-2B68-59BC89D94A81}"/>
              </a:ext>
            </a:extLst>
          </p:cNvPr>
          <p:cNvSpPr txBox="1"/>
          <p:nvPr/>
        </p:nvSpPr>
        <p:spPr>
          <a:xfrm>
            <a:off x="3429174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692E9DBD-199D-7A18-A5F4-9B8001853D4C}"/>
              </a:ext>
            </a:extLst>
          </p:cNvPr>
          <p:cNvSpPr/>
          <p:nvPr/>
        </p:nvSpPr>
        <p:spPr>
          <a:xfrm>
            <a:off x="9488962" y="13500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B15E11A1-AA09-38DA-9909-6B6D9664A31E}"/>
              </a:ext>
            </a:extLst>
          </p:cNvPr>
          <p:cNvSpPr/>
          <p:nvPr/>
        </p:nvSpPr>
        <p:spPr>
          <a:xfrm>
            <a:off x="8314899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D7092DBB-7889-F21E-2E74-37532576BE0C}"/>
              </a:ext>
            </a:extLst>
          </p:cNvPr>
          <p:cNvCxnSpPr>
            <a:cxnSpLocks/>
            <a:stCxn id="49" idx="5"/>
            <a:endCxn id="31" idx="1"/>
          </p:cNvCxnSpPr>
          <p:nvPr/>
        </p:nvCxnSpPr>
        <p:spPr>
          <a:xfrm>
            <a:off x="8998526" y="1018197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90E015B-8FC6-C3BF-C9B8-A1245C938E1F}"/>
              </a:ext>
            </a:extLst>
          </p:cNvPr>
          <p:cNvCxnSpPr>
            <a:cxnSpLocks/>
            <a:stCxn id="35" idx="5"/>
            <a:endCxn id="32" idx="0"/>
          </p:cNvCxnSpPr>
          <p:nvPr/>
        </p:nvCxnSpPr>
        <p:spPr>
          <a:xfrm>
            <a:off x="8048138" y="1634537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椭圆 34">
            <a:extLst>
              <a:ext uri="{FF2B5EF4-FFF2-40B4-BE49-F238E27FC236}">
                <a16:creationId xmlns:a16="http://schemas.microsoft.com/office/drawing/2014/main" id="{F3B50E39-4D0C-E91B-B97E-7C4AC79FD194}"/>
              </a:ext>
            </a:extLst>
          </p:cNvPr>
          <p:cNvSpPr/>
          <p:nvPr/>
        </p:nvSpPr>
        <p:spPr>
          <a:xfrm>
            <a:off x="7763625" y="135002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14B39A43-3503-1A32-BEF1-FBA28575D96A}"/>
              </a:ext>
            </a:extLst>
          </p:cNvPr>
          <p:cNvSpPr/>
          <p:nvPr/>
        </p:nvSpPr>
        <p:spPr>
          <a:xfrm>
            <a:off x="7041223" y="201444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F63EBF6-6271-EA8B-77BC-CC3063FECBA1}"/>
              </a:ext>
            </a:extLst>
          </p:cNvPr>
          <p:cNvCxnSpPr>
            <a:stCxn id="49" idx="3"/>
            <a:endCxn id="35" idx="7"/>
          </p:cNvCxnSpPr>
          <p:nvPr/>
        </p:nvCxnSpPr>
        <p:spPr>
          <a:xfrm flipH="1">
            <a:off x="8048138" y="1018197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2713B9C0-F3B7-1ED8-E6A8-9D77011F58A1}"/>
              </a:ext>
            </a:extLst>
          </p:cNvPr>
          <p:cNvCxnSpPr>
            <a:cxnSpLocks/>
            <a:stCxn id="35" idx="3"/>
            <a:endCxn id="36" idx="7"/>
          </p:cNvCxnSpPr>
          <p:nvPr/>
        </p:nvCxnSpPr>
        <p:spPr>
          <a:xfrm flipH="1">
            <a:off x="7325736" y="1634537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BB3144E4-B655-55C1-25B9-F5378CB2A374}"/>
              </a:ext>
            </a:extLst>
          </p:cNvPr>
          <p:cNvSpPr/>
          <p:nvPr/>
        </p:nvSpPr>
        <p:spPr>
          <a:xfrm>
            <a:off x="7951333" y="27547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BE716D70-FC0D-80CD-7BEB-6A9CFDA58CCC}"/>
              </a:ext>
            </a:extLst>
          </p:cNvPr>
          <p:cNvSpPr/>
          <p:nvPr/>
        </p:nvSpPr>
        <p:spPr>
          <a:xfrm>
            <a:off x="10005925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8ED0FB6-BEA9-A653-5016-4626D3D2ABD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flipH="1">
            <a:off x="8117997" y="2297455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CA7FC8F-95CD-2F02-16BE-B9C362F611B2}"/>
              </a:ext>
            </a:extLst>
          </p:cNvPr>
          <p:cNvCxnSpPr>
            <a:stCxn id="31" idx="5"/>
            <a:endCxn id="40" idx="1"/>
          </p:cNvCxnSpPr>
          <p:nvPr/>
        </p:nvCxnSpPr>
        <p:spPr>
          <a:xfrm>
            <a:off x="9773475" y="1634537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FFE9446A-E7ED-E74C-0060-01AC5AA16029}"/>
              </a:ext>
            </a:extLst>
          </p:cNvPr>
          <p:cNvSpPr/>
          <p:nvPr/>
        </p:nvSpPr>
        <p:spPr>
          <a:xfrm>
            <a:off x="6531471" y="27509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89FFF94-BF5A-E0E8-D117-5819DD3BBDBB}"/>
              </a:ext>
            </a:extLst>
          </p:cNvPr>
          <p:cNvCxnSpPr>
            <a:stCxn id="36" idx="3"/>
            <a:endCxn id="43" idx="0"/>
          </p:cNvCxnSpPr>
          <p:nvPr/>
        </p:nvCxnSpPr>
        <p:spPr>
          <a:xfrm flipH="1">
            <a:off x="6698135" y="2298959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4151CEC4-C455-B709-6140-4B450EC8A16D}"/>
              </a:ext>
            </a:extLst>
          </p:cNvPr>
          <p:cNvSpPr/>
          <p:nvPr/>
        </p:nvSpPr>
        <p:spPr>
          <a:xfrm>
            <a:off x="9074271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CEAE57CD-2741-5DC7-F719-7B5BC02B89C0}"/>
              </a:ext>
            </a:extLst>
          </p:cNvPr>
          <p:cNvCxnSpPr>
            <a:stCxn id="31" idx="3"/>
            <a:endCxn id="45" idx="0"/>
          </p:cNvCxnSpPr>
          <p:nvPr/>
        </p:nvCxnSpPr>
        <p:spPr>
          <a:xfrm flipH="1">
            <a:off x="9240935" y="1634537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7F9CB2A2-4F99-58D1-6ECF-54CAC8562C66}"/>
              </a:ext>
            </a:extLst>
          </p:cNvPr>
          <p:cNvSpPr/>
          <p:nvPr/>
        </p:nvSpPr>
        <p:spPr>
          <a:xfrm>
            <a:off x="7352576" y="275617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556C0236-D8CA-CB0B-735A-7EBF3F015830}"/>
              </a:ext>
            </a:extLst>
          </p:cNvPr>
          <p:cNvCxnSpPr>
            <a:stCxn id="36" idx="5"/>
            <a:endCxn id="47" idx="0"/>
          </p:cNvCxnSpPr>
          <p:nvPr/>
        </p:nvCxnSpPr>
        <p:spPr>
          <a:xfrm>
            <a:off x="7325736" y="2298959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12DA10A0-BF9F-A641-90B2-FDC71A5A9B84}"/>
              </a:ext>
            </a:extLst>
          </p:cNvPr>
          <p:cNvSpPr/>
          <p:nvPr/>
        </p:nvSpPr>
        <p:spPr>
          <a:xfrm>
            <a:off x="8714013" y="733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EEDE5138-1D5A-FD90-3491-B1886B5CE81D}"/>
              </a:ext>
            </a:extLst>
          </p:cNvPr>
          <p:cNvSpPr txBox="1"/>
          <p:nvPr/>
        </p:nvSpPr>
        <p:spPr>
          <a:xfrm>
            <a:off x="7741687" y="1350585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77B60D65-D80B-F6B2-CB10-703D13D9237D}"/>
              </a:ext>
            </a:extLst>
          </p:cNvPr>
          <p:cNvSpPr txBox="1"/>
          <p:nvPr/>
        </p:nvSpPr>
        <p:spPr>
          <a:xfrm>
            <a:off x="10037347" y="20208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C9D8DE0-3CC8-C8FB-5171-0D55BDC87781}"/>
              </a:ext>
            </a:extLst>
          </p:cNvPr>
          <p:cNvSpPr txBox="1"/>
          <p:nvPr/>
        </p:nvSpPr>
        <p:spPr>
          <a:xfrm>
            <a:off x="7008153" y="20092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841E4269-A870-DE38-0B3F-F80335B859D3}"/>
              </a:ext>
            </a:extLst>
          </p:cNvPr>
          <p:cNvSpPr txBox="1"/>
          <p:nvPr/>
        </p:nvSpPr>
        <p:spPr>
          <a:xfrm>
            <a:off x="7322397" y="275475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B8CE0F22-7319-1E82-7482-1BD995182DB2}"/>
              </a:ext>
            </a:extLst>
          </p:cNvPr>
          <p:cNvSpPr txBox="1"/>
          <p:nvPr/>
        </p:nvSpPr>
        <p:spPr>
          <a:xfrm>
            <a:off x="6494175" y="274831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48F7C3F6-FB7B-8009-1A04-A890158F8161}"/>
              </a:ext>
            </a:extLst>
          </p:cNvPr>
          <p:cNvSpPr txBox="1"/>
          <p:nvPr/>
        </p:nvSpPr>
        <p:spPr>
          <a:xfrm>
            <a:off x="8280559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6C5D347-C3EC-AD06-61C2-266E42A4EDA6}"/>
              </a:ext>
            </a:extLst>
          </p:cNvPr>
          <p:cNvSpPr txBox="1"/>
          <p:nvPr/>
        </p:nvSpPr>
        <p:spPr>
          <a:xfrm>
            <a:off x="9455892" y="134741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96C4F3E-D3D1-EFF5-F3A9-1BEA595DFC04}"/>
              </a:ext>
            </a:extLst>
          </p:cNvPr>
          <p:cNvSpPr txBox="1"/>
          <p:nvPr/>
        </p:nvSpPr>
        <p:spPr>
          <a:xfrm>
            <a:off x="8747485" y="7284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358D2D5-08D5-462C-053D-2B3E5E359D42}"/>
              </a:ext>
            </a:extLst>
          </p:cNvPr>
          <p:cNvSpPr txBox="1"/>
          <p:nvPr/>
        </p:nvSpPr>
        <p:spPr>
          <a:xfrm>
            <a:off x="7918263" y="27509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D8EF70EF-C91C-B530-BD47-89BA386FE761}"/>
              </a:ext>
            </a:extLst>
          </p:cNvPr>
          <p:cNvSpPr txBox="1"/>
          <p:nvPr/>
        </p:nvSpPr>
        <p:spPr>
          <a:xfrm>
            <a:off x="9039553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90" name="箭头: 右 89">
            <a:extLst>
              <a:ext uri="{FF2B5EF4-FFF2-40B4-BE49-F238E27FC236}">
                <a16:creationId xmlns:a16="http://schemas.microsoft.com/office/drawing/2014/main" id="{41BCFD96-30AF-E523-AE26-A283E7388625}"/>
              </a:ext>
            </a:extLst>
          </p:cNvPr>
          <p:cNvSpPr/>
          <p:nvPr/>
        </p:nvSpPr>
        <p:spPr>
          <a:xfrm>
            <a:off x="5146973" y="1557801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E886A343-5CEB-BCBE-8136-0A2D7F8B0D28}"/>
              </a:ext>
            </a:extLst>
          </p:cNvPr>
          <p:cNvSpPr txBox="1"/>
          <p:nvPr/>
        </p:nvSpPr>
        <p:spPr>
          <a:xfrm>
            <a:off x="1952723" y="1147356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E89468C7-8DA8-30FF-DFB4-7A1BF3EF09EB}"/>
              </a:ext>
            </a:extLst>
          </p:cNvPr>
          <p:cNvSpPr txBox="1"/>
          <p:nvPr/>
        </p:nvSpPr>
        <p:spPr>
          <a:xfrm>
            <a:off x="5187149" y="1176127"/>
            <a:ext cx="1159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无需调整</a:t>
            </a:r>
          </a:p>
        </p:txBody>
      </p:sp>
    </p:spTree>
    <p:extLst>
      <p:ext uri="{BB962C8B-B14F-4D97-AF65-F5344CB8AC3E}">
        <p14:creationId xmlns:p14="http://schemas.microsoft.com/office/powerpoint/2010/main" val="17938948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D54A3-E1A9-9D10-A0F6-9A74C3750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3B9EF6ED-8311-A381-2E27-ECBB1A7CE744}"/>
              </a:ext>
            </a:extLst>
          </p:cNvPr>
          <p:cNvSpPr/>
          <p:nvPr/>
        </p:nvSpPr>
        <p:spPr>
          <a:xfrm>
            <a:off x="4333799" y="126604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754D705-52B1-87E1-BDD5-D2D01BDCF59B}"/>
              </a:ext>
            </a:extLst>
          </p:cNvPr>
          <p:cNvSpPr/>
          <p:nvPr/>
        </p:nvSpPr>
        <p:spPr>
          <a:xfrm>
            <a:off x="3159736" y="1928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3A09D7C-B6F3-F72A-1DDF-A0BD21142192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843363" y="934222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C363AF6-C576-730B-4716-41221E350875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892975" y="1550562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ADA523DF-F95F-7DBD-B2D1-1871F501683E}"/>
              </a:ext>
            </a:extLst>
          </p:cNvPr>
          <p:cNvSpPr/>
          <p:nvPr/>
        </p:nvSpPr>
        <p:spPr>
          <a:xfrm>
            <a:off x="2608462" y="1266049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6CCE536-0B32-0391-6939-83F4A4E8C4AD}"/>
              </a:ext>
            </a:extLst>
          </p:cNvPr>
          <p:cNvSpPr/>
          <p:nvPr/>
        </p:nvSpPr>
        <p:spPr>
          <a:xfrm>
            <a:off x="1886060" y="193047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2A1F39C-3AC5-2A95-9E4E-D5F955EE6308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892975" y="934222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8D9C490-A131-DD03-140D-7A9770BC29F6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2170573" y="1550562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E5EBA7F7-50EE-A36B-3214-C12AA72A3A02}"/>
              </a:ext>
            </a:extLst>
          </p:cNvPr>
          <p:cNvSpPr/>
          <p:nvPr/>
        </p:nvSpPr>
        <p:spPr>
          <a:xfrm>
            <a:off x="2796170" y="267078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C74BF005-2554-D0C4-869C-C5D335B49C26}"/>
              </a:ext>
            </a:extLst>
          </p:cNvPr>
          <p:cNvSpPr/>
          <p:nvPr/>
        </p:nvSpPr>
        <p:spPr>
          <a:xfrm>
            <a:off x="4850762" y="1928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09A5913-6B4B-3B76-159B-AA8171A20E0D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962834" y="2213480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5CE080-7279-93BE-0033-E8F60A36F14C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618312" y="1550562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4615C05B-B2E0-F944-1C29-967044FAED81}"/>
              </a:ext>
            </a:extLst>
          </p:cNvPr>
          <p:cNvSpPr/>
          <p:nvPr/>
        </p:nvSpPr>
        <p:spPr>
          <a:xfrm>
            <a:off x="1376308" y="266694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3FEE807-4D57-1B42-9753-709B68A848B3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1542972" y="2214984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75A209F0-D9A4-CEFD-B77C-2DB8C554F419}"/>
              </a:ext>
            </a:extLst>
          </p:cNvPr>
          <p:cNvSpPr/>
          <p:nvPr/>
        </p:nvSpPr>
        <p:spPr>
          <a:xfrm>
            <a:off x="3919108" y="1928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81B5383-954C-AF13-5C2A-3EE7A289DC51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4085772" y="1550562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34B56DAE-1C42-9B12-89FC-8F9DDA2BBD8E}"/>
              </a:ext>
            </a:extLst>
          </p:cNvPr>
          <p:cNvSpPr/>
          <p:nvPr/>
        </p:nvSpPr>
        <p:spPr>
          <a:xfrm>
            <a:off x="2197413" y="267220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10CAD690-3103-0BBA-5D5D-5939D12DFA7D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2170573" y="2214984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ABFD1CE8-F4ED-D602-2075-77EFC72BA75A}"/>
              </a:ext>
            </a:extLst>
          </p:cNvPr>
          <p:cNvSpPr/>
          <p:nvPr/>
        </p:nvSpPr>
        <p:spPr>
          <a:xfrm>
            <a:off x="3558850" y="649709"/>
            <a:ext cx="333328" cy="33332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B5CABD2-2E80-9A5E-D9C2-51717340691D}"/>
              </a:ext>
            </a:extLst>
          </p:cNvPr>
          <p:cNvSpPr txBox="1"/>
          <p:nvPr/>
        </p:nvSpPr>
        <p:spPr>
          <a:xfrm>
            <a:off x="2575392" y="126343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50EC62E-42E7-EF1F-43D4-60D0B4E0ECB0}"/>
              </a:ext>
            </a:extLst>
          </p:cNvPr>
          <p:cNvSpPr txBox="1"/>
          <p:nvPr/>
        </p:nvSpPr>
        <p:spPr>
          <a:xfrm>
            <a:off x="4882184" y="19368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06B464E-1E85-64A8-F34C-23364D6BEF6C}"/>
              </a:ext>
            </a:extLst>
          </p:cNvPr>
          <p:cNvSpPr txBox="1"/>
          <p:nvPr/>
        </p:nvSpPr>
        <p:spPr>
          <a:xfrm>
            <a:off x="1852990" y="192524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8A69F9F-9C54-84A8-CC0C-7AA5653C2CA5}"/>
              </a:ext>
            </a:extLst>
          </p:cNvPr>
          <p:cNvSpPr txBox="1"/>
          <p:nvPr/>
        </p:nvSpPr>
        <p:spPr>
          <a:xfrm>
            <a:off x="2167234" y="267078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4D41D7C-E4D9-3E82-8390-93D8182E6BE5}"/>
              </a:ext>
            </a:extLst>
          </p:cNvPr>
          <p:cNvSpPr txBox="1"/>
          <p:nvPr/>
        </p:nvSpPr>
        <p:spPr>
          <a:xfrm>
            <a:off x="1339012" y="266433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05FFDF1-E85B-576E-0A2F-E09CD1C070C9}"/>
              </a:ext>
            </a:extLst>
          </p:cNvPr>
          <p:cNvSpPr txBox="1"/>
          <p:nvPr/>
        </p:nvSpPr>
        <p:spPr>
          <a:xfrm>
            <a:off x="3125396" y="19180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42239A7-CC87-0155-2A69-C99FAE12B556}"/>
              </a:ext>
            </a:extLst>
          </p:cNvPr>
          <p:cNvSpPr txBox="1"/>
          <p:nvPr/>
        </p:nvSpPr>
        <p:spPr>
          <a:xfrm>
            <a:off x="4300729" y="126343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39D5B52-C15F-D250-01C6-72A36EF2C1B6}"/>
              </a:ext>
            </a:extLst>
          </p:cNvPr>
          <p:cNvSpPr txBox="1"/>
          <p:nvPr/>
        </p:nvSpPr>
        <p:spPr>
          <a:xfrm>
            <a:off x="3579480" y="6497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107C6121-A15D-160C-C65A-270AD0E123E4}"/>
              </a:ext>
            </a:extLst>
          </p:cNvPr>
          <p:cNvSpPr txBox="1"/>
          <p:nvPr/>
        </p:nvSpPr>
        <p:spPr>
          <a:xfrm>
            <a:off x="2763100" y="26592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AB928F0-1B39-EAF8-95C2-F58275DA06F1}"/>
              </a:ext>
            </a:extLst>
          </p:cNvPr>
          <p:cNvSpPr txBox="1"/>
          <p:nvPr/>
        </p:nvSpPr>
        <p:spPr>
          <a:xfrm>
            <a:off x="3884390" y="19180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54B21EF-054B-1891-17DB-DDF70285012B}"/>
              </a:ext>
            </a:extLst>
          </p:cNvPr>
          <p:cNvSpPr txBox="1"/>
          <p:nvPr/>
        </p:nvSpPr>
        <p:spPr>
          <a:xfrm>
            <a:off x="3441706" y="381128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43A63778-A1E9-C789-6307-ACF6488619D3}"/>
              </a:ext>
            </a:extLst>
          </p:cNvPr>
          <p:cNvSpPr/>
          <p:nvPr/>
        </p:nvSpPr>
        <p:spPr>
          <a:xfrm>
            <a:off x="2234417" y="1015229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68C8367-A575-EEC9-B11C-3536F2914989}"/>
              </a:ext>
            </a:extLst>
          </p:cNvPr>
          <p:cNvSpPr txBox="1"/>
          <p:nvPr/>
        </p:nvSpPr>
        <p:spPr>
          <a:xfrm>
            <a:off x="2204279" y="1028768"/>
            <a:ext cx="348172" cy="338554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none" rtlCol="0">
            <a:spAutoFit/>
          </a:bodyPr>
          <a:lstStyle/>
          <a:p>
            <a:r>
              <a:rPr lang="en-US" altLang="zh-CN" sz="1600"/>
              <a:t> 7</a:t>
            </a:r>
            <a:endParaRPr lang="zh-CN" altLang="en-US" sz="1600"/>
          </a:p>
        </p:txBody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8B9147E6-CF72-FE08-8A4D-DDDDF7FFD7F5}"/>
              </a:ext>
            </a:extLst>
          </p:cNvPr>
          <p:cNvSpPr/>
          <p:nvPr/>
        </p:nvSpPr>
        <p:spPr>
          <a:xfrm>
            <a:off x="2355980" y="349073"/>
            <a:ext cx="1082351" cy="546666"/>
          </a:xfrm>
          <a:custGeom>
            <a:avLst/>
            <a:gdLst>
              <a:gd name="csX0" fmla="*/ 1082351 w 1082351"/>
              <a:gd name="csY0" fmla="*/ 341393 h 546666"/>
              <a:gd name="csX1" fmla="*/ 751114 w 1082351"/>
              <a:gd name="csY1" fmla="*/ 112793 h 546666"/>
              <a:gd name="csX2" fmla="*/ 228600 w 1082351"/>
              <a:gd name="csY2" fmla="*/ 24152 h 546666"/>
              <a:gd name="csX3" fmla="*/ 0 w 1082351"/>
              <a:gd name="csY3" fmla="*/ 546666 h 5466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82351" h="546666">
                <a:moveTo>
                  <a:pt x="1082351" y="341393"/>
                </a:moveTo>
                <a:cubicBezTo>
                  <a:pt x="987878" y="253529"/>
                  <a:pt x="893406" y="165666"/>
                  <a:pt x="751114" y="112793"/>
                </a:cubicBezTo>
                <a:cubicBezTo>
                  <a:pt x="608822" y="59920"/>
                  <a:pt x="353786" y="-48160"/>
                  <a:pt x="228600" y="24152"/>
                </a:cubicBezTo>
                <a:cubicBezTo>
                  <a:pt x="103414" y="96464"/>
                  <a:pt x="51707" y="321565"/>
                  <a:pt x="0" y="546666"/>
                </a:cubicBezTo>
              </a:path>
            </a:pathLst>
          </a:custGeom>
          <a:noFill/>
          <a:ln>
            <a:prstDash val="sys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0525F4F9-8820-C9CE-E0FE-0AFF63D386F1}"/>
              </a:ext>
            </a:extLst>
          </p:cNvPr>
          <p:cNvSpPr/>
          <p:nvPr/>
        </p:nvSpPr>
        <p:spPr>
          <a:xfrm>
            <a:off x="3930470" y="41713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79BFEFA-AFD8-A98F-D850-3F1A23EC201E}"/>
              </a:ext>
            </a:extLst>
          </p:cNvPr>
          <p:cNvSpPr txBox="1"/>
          <p:nvPr/>
        </p:nvSpPr>
        <p:spPr>
          <a:xfrm>
            <a:off x="3905369" y="42095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7879DB19-9CDF-3CAA-F662-E65937D29D4C}"/>
              </a:ext>
            </a:extLst>
          </p:cNvPr>
          <p:cNvSpPr/>
          <p:nvPr/>
        </p:nvSpPr>
        <p:spPr>
          <a:xfrm>
            <a:off x="3051110" y="811764"/>
            <a:ext cx="1139832" cy="639147"/>
          </a:xfrm>
          <a:custGeom>
            <a:avLst/>
            <a:gdLst>
              <a:gd name="csX0" fmla="*/ 0 w 1139832"/>
              <a:gd name="csY0" fmla="*/ 639147 h 639147"/>
              <a:gd name="csX1" fmla="*/ 993711 w 1139832"/>
              <a:gd name="csY1" fmla="*/ 527179 h 639147"/>
              <a:gd name="csX2" fmla="*/ 1115009 w 1139832"/>
              <a:gd name="csY2" fmla="*/ 0 h 6391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39832" h="639147">
                <a:moveTo>
                  <a:pt x="0" y="639147"/>
                </a:moveTo>
                <a:cubicBezTo>
                  <a:pt x="403938" y="636425"/>
                  <a:pt x="807876" y="633703"/>
                  <a:pt x="993711" y="527179"/>
                </a:cubicBezTo>
                <a:cubicBezTo>
                  <a:pt x="1179546" y="420655"/>
                  <a:pt x="1147277" y="210327"/>
                  <a:pt x="1115009" y="0"/>
                </a:cubicBezTo>
              </a:path>
            </a:pathLst>
          </a:custGeom>
          <a:noFill/>
          <a:ln>
            <a:prstDash val="sysDot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6F6DC3A-A657-8B82-7F82-680C24FAB323}"/>
              </a:ext>
            </a:extLst>
          </p:cNvPr>
          <p:cNvSpPr/>
          <p:nvPr/>
        </p:nvSpPr>
        <p:spPr>
          <a:xfrm>
            <a:off x="1402232" y="16855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6A54068-7AD3-A02F-CEF4-5D67D31DF0D1}"/>
              </a:ext>
            </a:extLst>
          </p:cNvPr>
          <p:cNvSpPr txBox="1"/>
          <p:nvPr/>
        </p:nvSpPr>
        <p:spPr>
          <a:xfrm>
            <a:off x="1372094" y="1699077"/>
            <a:ext cx="348172" cy="338554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none" rtlCol="0">
            <a:spAutoFit/>
          </a:bodyPr>
          <a:lstStyle/>
          <a:p>
            <a:r>
              <a:rPr lang="en-US" altLang="zh-CN" sz="1600"/>
              <a:t> 7</a:t>
            </a:r>
            <a:endParaRPr lang="zh-CN" altLang="en-US" sz="1600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97562F3E-3987-082C-AE1E-748694B1A80D}"/>
              </a:ext>
            </a:extLst>
          </p:cNvPr>
          <p:cNvSpPr/>
          <p:nvPr/>
        </p:nvSpPr>
        <p:spPr>
          <a:xfrm>
            <a:off x="836250" y="2721176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AB7A1C8B-4998-1685-060E-CAEE5C348C2A}"/>
              </a:ext>
            </a:extLst>
          </p:cNvPr>
          <p:cNvSpPr txBox="1"/>
          <p:nvPr/>
        </p:nvSpPr>
        <p:spPr>
          <a:xfrm>
            <a:off x="806112" y="2734715"/>
            <a:ext cx="348172" cy="338554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none" rtlCol="0">
            <a:spAutoFit/>
          </a:bodyPr>
          <a:lstStyle/>
          <a:p>
            <a:r>
              <a:rPr lang="en-US" altLang="zh-CN" sz="1600"/>
              <a:t> 7</a:t>
            </a:r>
            <a:endParaRPr lang="zh-CN" altLang="en-US" sz="1600"/>
          </a:p>
        </p:txBody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E865D75A-DCDC-C2D1-5DAF-E65152589DB5}"/>
              </a:ext>
            </a:extLst>
          </p:cNvPr>
          <p:cNvSpPr/>
          <p:nvPr/>
        </p:nvSpPr>
        <p:spPr>
          <a:xfrm>
            <a:off x="2299996" y="1707503"/>
            <a:ext cx="447870" cy="476412"/>
          </a:xfrm>
          <a:custGeom>
            <a:avLst/>
            <a:gdLst>
              <a:gd name="csX0" fmla="*/ 0 w 447870"/>
              <a:gd name="csY0" fmla="*/ 424542 h 476412"/>
              <a:gd name="csX1" fmla="*/ 270588 w 447870"/>
              <a:gd name="csY1" fmla="*/ 438538 h 476412"/>
              <a:gd name="csX2" fmla="*/ 447870 w 447870"/>
              <a:gd name="csY2" fmla="*/ 0 h 4764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7870" h="476412">
                <a:moveTo>
                  <a:pt x="0" y="424542"/>
                </a:moveTo>
                <a:cubicBezTo>
                  <a:pt x="97971" y="466918"/>
                  <a:pt x="195943" y="509295"/>
                  <a:pt x="270588" y="438538"/>
                </a:cubicBezTo>
                <a:cubicBezTo>
                  <a:pt x="345233" y="367781"/>
                  <a:pt x="396551" y="183890"/>
                  <a:pt x="447870" y="0"/>
                </a:cubicBezTo>
              </a:path>
            </a:pathLst>
          </a:custGeom>
          <a:noFill/>
          <a:ln>
            <a:prstDash val="sysDot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60683FA6-7A70-E1D7-C6A1-C9D0D89DDBFC}"/>
              </a:ext>
            </a:extLst>
          </p:cNvPr>
          <p:cNvSpPr/>
          <p:nvPr/>
        </p:nvSpPr>
        <p:spPr>
          <a:xfrm>
            <a:off x="1772817" y="2397968"/>
            <a:ext cx="256591" cy="536474"/>
          </a:xfrm>
          <a:custGeom>
            <a:avLst/>
            <a:gdLst>
              <a:gd name="csX0" fmla="*/ 0 w 256591"/>
              <a:gd name="csY0" fmla="*/ 461865 h 536474"/>
              <a:gd name="csX1" fmla="*/ 167951 w 256591"/>
              <a:gd name="csY1" fmla="*/ 499188 h 536474"/>
              <a:gd name="csX2" fmla="*/ 256591 w 256591"/>
              <a:gd name="csY2" fmla="*/ 0 h 536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56591" h="536474">
                <a:moveTo>
                  <a:pt x="0" y="461865"/>
                </a:moveTo>
                <a:cubicBezTo>
                  <a:pt x="62593" y="519015"/>
                  <a:pt x="125186" y="576165"/>
                  <a:pt x="167951" y="499188"/>
                </a:cubicBezTo>
                <a:cubicBezTo>
                  <a:pt x="210716" y="422211"/>
                  <a:pt x="233653" y="211105"/>
                  <a:pt x="256591" y="0"/>
                </a:cubicBezTo>
              </a:path>
            </a:pathLst>
          </a:custGeom>
          <a:noFill/>
          <a:ln>
            <a:prstDash val="sysDot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C4053BA7-DF8E-D239-3054-D6A9354ADAE4}"/>
              </a:ext>
            </a:extLst>
          </p:cNvPr>
          <p:cNvSpPr/>
          <p:nvPr/>
        </p:nvSpPr>
        <p:spPr>
          <a:xfrm>
            <a:off x="1609531" y="1202961"/>
            <a:ext cx="564502" cy="359917"/>
          </a:xfrm>
          <a:custGeom>
            <a:avLst/>
            <a:gdLst>
              <a:gd name="csX0" fmla="*/ 564502 w 564502"/>
              <a:gd name="csY0" fmla="*/ 689 h 359917"/>
              <a:gd name="csX1" fmla="*/ 195943 w 564502"/>
              <a:gd name="csY1" fmla="*/ 56672 h 359917"/>
              <a:gd name="csX2" fmla="*/ 0 w 564502"/>
              <a:gd name="csY2" fmla="*/ 359917 h 3599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64502" h="359917">
                <a:moveTo>
                  <a:pt x="564502" y="689"/>
                </a:moveTo>
                <a:cubicBezTo>
                  <a:pt x="427264" y="-1255"/>
                  <a:pt x="290027" y="-3199"/>
                  <a:pt x="195943" y="56672"/>
                </a:cubicBezTo>
                <a:cubicBezTo>
                  <a:pt x="101859" y="116543"/>
                  <a:pt x="50929" y="238230"/>
                  <a:pt x="0" y="359917"/>
                </a:cubicBezTo>
              </a:path>
            </a:pathLst>
          </a:custGeom>
          <a:noFill/>
          <a:ln>
            <a:prstDash val="sys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F75A0A63-E5E5-E675-2DA9-2A4869B762CC}"/>
              </a:ext>
            </a:extLst>
          </p:cNvPr>
          <p:cNvSpPr/>
          <p:nvPr/>
        </p:nvSpPr>
        <p:spPr>
          <a:xfrm>
            <a:off x="989045" y="1931437"/>
            <a:ext cx="326572" cy="709127"/>
          </a:xfrm>
          <a:custGeom>
            <a:avLst/>
            <a:gdLst>
              <a:gd name="csX0" fmla="*/ 326572 w 326572"/>
              <a:gd name="csY0" fmla="*/ 0 h 709127"/>
              <a:gd name="csX1" fmla="*/ 65314 w 326572"/>
              <a:gd name="csY1" fmla="*/ 181947 h 709127"/>
              <a:gd name="csX2" fmla="*/ 0 w 326572"/>
              <a:gd name="csY2" fmla="*/ 709127 h 7091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572" h="709127">
                <a:moveTo>
                  <a:pt x="326572" y="0"/>
                </a:moveTo>
                <a:cubicBezTo>
                  <a:pt x="223157" y="31879"/>
                  <a:pt x="119743" y="63759"/>
                  <a:pt x="65314" y="181947"/>
                </a:cubicBezTo>
                <a:cubicBezTo>
                  <a:pt x="10885" y="300135"/>
                  <a:pt x="5442" y="504631"/>
                  <a:pt x="0" y="709127"/>
                </a:cubicBezTo>
              </a:path>
            </a:pathLst>
          </a:custGeom>
          <a:noFill/>
          <a:ln>
            <a:prstDash val="sys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箭头: 右 59">
            <a:extLst>
              <a:ext uri="{FF2B5EF4-FFF2-40B4-BE49-F238E27FC236}">
                <a16:creationId xmlns:a16="http://schemas.microsoft.com/office/drawing/2014/main" id="{08B7B168-8FE7-CED2-EBAC-D180C70C25DD}"/>
              </a:ext>
            </a:extLst>
          </p:cNvPr>
          <p:cNvSpPr/>
          <p:nvPr/>
        </p:nvSpPr>
        <p:spPr>
          <a:xfrm>
            <a:off x="5706810" y="1534475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B283432C-3231-462E-3691-A8FE2EAC037C}"/>
              </a:ext>
            </a:extLst>
          </p:cNvPr>
          <p:cNvSpPr/>
          <p:nvPr/>
        </p:nvSpPr>
        <p:spPr>
          <a:xfrm>
            <a:off x="9852510" y="12783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FD95737C-52B7-D63D-856A-E7F294319B8F}"/>
              </a:ext>
            </a:extLst>
          </p:cNvPr>
          <p:cNvSpPr/>
          <p:nvPr/>
        </p:nvSpPr>
        <p:spPr>
          <a:xfrm>
            <a:off x="8678447" y="19412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CA96FA0A-0552-E1CF-2ACF-762EAB15AD9F}"/>
              </a:ext>
            </a:extLst>
          </p:cNvPr>
          <p:cNvCxnSpPr>
            <a:cxnSpLocks/>
            <a:stCxn id="79" idx="5"/>
            <a:endCxn id="61" idx="1"/>
          </p:cNvCxnSpPr>
          <p:nvPr/>
        </p:nvCxnSpPr>
        <p:spPr>
          <a:xfrm>
            <a:off x="9362074" y="946538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C8576970-C640-133A-0E17-092710787DA0}"/>
              </a:ext>
            </a:extLst>
          </p:cNvPr>
          <p:cNvCxnSpPr>
            <a:cxnSpLocks/>
            <a:stCxn id="65" idx="5"/>
            <a:endCxn id="62" idx="0"/>
          </p:cNvCxnSpPr>
          <p:nvPr/>
        </p:nvCxnSpPr>
        <p:spPr>
          <a:xfrm>
            <a:off x="8411686" y="1562878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椭圆 64">
            <a:extLst>
              <a:ext uri="{FF2B5EF4-FFF2-40B4-BE49-F238E27FC236}">
                <a16:creationId xmlns:a16="http://schemas.microsoft.com/office/drawing/2014/main" id="{98A5076D-40BC-6A65-C1CE-9D4A9E01964D}"/>
              </a:ext>
            </a:extLst>
          </p:cNvPr>
          <p:cNvSpPr/>
          <p:nvPr/>
        </p:nvSpPr>
        <p:spPr>
          <a:xfrm>
            <a:off x="8127173" y="127836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DF27C543-271F-54B0-7035-C470468B9ADF}"/>
              </a:ext>
            </a:extLst>
          </p:cNvPr>
          <p:cNvSpPr/>
          <p:nvPr/>
        </p:nvSpPr>
        <p:spPr>
          <a:xfrm>
            <a:off x="7404771" y="194278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EDF5D01-5D5A-0C67-9DF9-2C702F77CAC6}"/>
              </a:ext>
            </a:extLst>
          </p:cNvPr>
          <p:cNvCxnSpPr>
            <a:stCxn id="79" idx="3"/>
            <a:endCxn id="65" idx="7"/>
          </p:cNvCxnSpPr>
          <p:nvPr/>
        </p:nvCxnSpPr>
        <p:spPr>
          <a:xfrm flipH="1">
            <a:off x="8411686" y="946538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7A84FBAD-9058-744C-C117-5650EDBD8D43}"/>
              </a:ext>
            </a:extLst>
          </p:cNvPr>
          <p:cNvCxnSpPr>
            <a:cxnSpLocks/>
            <a:stCxn id="65" idx="3"/>
            <a:endCxn id="66" idx="7"/>
          </p:cNvCxnSpPr>
          <p:nvPr/>
        </p:nvCxnSpPr>
        <p:spPr>
          <a:xfrm flipH="1">
            <a:off x="7689284" y="1562878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9" name="椭圆 68">
            <a:extLst>
              <a:ext uri="{FF2B5EF4-FFF2-40B4-BE49-F238E27FC236}">
                <a16:creationId xmlns:a16="http://schemas.microsoft.com/office/drawing/2014/main" id="{B4BC914F-FBF1-8707-2B92-755B27FCE473}"/>
              </a:ext>
            </a:extLst>
          </p:cNvPr>
          <p:cNvSpPr/>
          <p:nvPr/>
        </p:nvSpPr>
        <p:spPr>
          <a:xfrm>
            <a:off x="8314881" y="26830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F7872AD8-7AA0-617D-E385-33984AE58569}"/>
              </a:ext>
            </a:extLst>
          </p:cNvPr>
          <p:cNvSpPr/>
          <p:nvPr/>
        </p:nvSpPr>
        <p:spPr>
          <a:xfrm>
            <a:off x="10369473" y="19412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0EFE967-0692-723C-7717-38FE8697D590}"/>
              </a:ext>
            </a:extLst>
          </p:cNvPr>
          <p:cNvCxnSpPr>
            <a:cxnSpLocks/>
            <a:stCxn id="62" idx="3"/>
            <a:endCxn id="69" idx="0"/>
          </p:cNvCxnSpPr>
          <p:nvPr/>
        </p:nvCxnSpPr>
        <p:spPr>
          <a:xfrm flipH="1">
            <a:off x="8481545" y="2225796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92BBEB2E-4A51-F241-CB6A-87C4A8D5CB3D}"/>
              </a:ext>
            </a:extLst>
          </p:cNvPr>
          <p:cNvCxnSpPr>
            <a:stCxn id="61" idx="5"/>
            <a:endCxn id="70" idx="1"/>
          </p:cNvCxnSpPr>
          <p:nvPr/>
        </p:nvCxnSpPr>
        <p:spPr>
          <a:xfrm>
            <a:off x="10137023" y="1562878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957EF727-5CAF-0BCB-A23A-1438EBFC7526}"/>
              </a:ext>
            </a:extLst>
          </p:cNvPr>
          <p:cNvSpPr/>
          <p:nvPr/>
        </p:nvSpPr>
        <p:spPr>
          <a:xfrm>
            <a:off x="6895019" y="267926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C4EB5A36-E69C-D03F-AFCE-D996C6C3BCBE}"/>
              </a:ext>
            </a:extLst>
          </p:cNvPr>
          <p:cNvCxnSpPr>
            <a:stCxn id="66" idx="3"/>
            <a:endCxn id="73" idx="0"/>
          </p:cNvCxnSpPr>
          <p:nvPr/>
        </p:nvCxnSpPr>
        <p:spPr>
          <a:xfrm flipH="1">
            <a:off x="7061683" y="2227300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FA8D8E44-6F1F-CA25-B9B6-BDC7D913D704}"/>
              </a:ext>
            </a:extLst>
          </p:cNvPr>
          <p:cNvSpPr/>
          <p:nvPr/>
        </p:nvSpPr>
        <p:spPr>
          <a:xfrm>
            <a:off x="9437819" y="19412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3A95BA32-5254-8179-C27D-5A00196E2893}"/>
              </a:ext>
            </a:extLst>
          </p:cNvPr>
          <p:cNvCxnSpPr>
            <a:stCxn id="61" idx="3"/>
            <a:endCxn id="75" idx="0"/>
          </p:cNvCxnSpPr>
          <p:nvPr/>
        </p:nvCxnSpPr>
        <p:spPr>
          <a:xfrm flipH="1">
            <a:off x="9604483" y="1562878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椭圆 76">
            <a:extLst>
              <a:ext uri="{FF2B5EF4-FFF2-40B4-BE49-F238E27FC236}">
                <a16:creationId xmlns:a16="http://schemas.microsoft.com/office/drawing/2014/main" id="{89BB640F-3E43-8890-6AAA-A7E3F61DC338}"/>
              </a:ext>
            </a:extLst>
          </p:cNvPr>
          <p:cNvSpPr/>
          <p:nvPr/>
        </p:nvSpPr>
        <p:spPr>
          <a:xfrm>
            <a:off x="7716124" y="268451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BCDD642B-A41D-001E-DFB3-1A1DF7978526}"/>
              </a:ext>
            </a:extLst>
          </p:cNvPr>
          <p:cNvCxnSpPr>
            <a:stCxn id="66" idx="5"/>
            <a:endCxn id="77" idx="0"/>
          </p:cNvCxnSpPr>
          <p:nvPr/>
        </p:nvCxnSpPr>
        <p:spPr>
          <a:xfrm>
            <a:off x="7689284" y="2227300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椭圆 78">
            <a:extLst>
              <a:ext uri="{FF2B5EF4-FFF2-40B4-BE49-F238E27FC236}">
                <a16:creationId xmlns:a16="http://schemas.microsoft.com/office/drawing/2014/main" id="{826E4285-BA94-A125-E591-83C0097445DC}"/>
              </a:ext>
            </a:extLst>
          </p:cNvPr>
          <p:cNvSpPr/>
          <p:nvPr/>
        </p:nvSpPr>
        <p:spPr>
          <a:xfrm>
            <a:off x="9077561" y="66202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938BA2F-3480-DC26-706D-C93389D309A2}"/>
              </a:ext>
            </a:extLst>
          </p:cNvPr>
          <p:cNvSpPr txBox="1"/>
          <p:nvPr/>
        </p:nvSpPr>
        <p:spPr>
          <a:xfrm>
            <a:off x="8105235" y="127892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D40EA1B8-A20F-30FA-39FB-6AF1682D7907}"/>
              </a:ext>
            </a:extLst>
          </p:cNvPr>
          <p:cNvSpPr txBox="1"/>
          <p:nvPr/>
        </p:nvSpPr>
        <p:spPr>
          <a:xfrm>
            <a:off x="10400895" y="19492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446D147-E53A-DE65-F898-AA52A221715A}"/>
              </a:ext>
            </a:extLst>
          </p:cNvPr>
          <p:cNvSpPr txBox="1"/>
          <p:nvPr/>
        </p:nvSpPr>
        <p:spPr>
          <a:xfrm>
            <a:off x="7371701" y="19375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7CDDF0DD-3895-8BAA-749C-0879A67AE735}"/>
              </a:ext>
            </a:extLst>
          </p:cNvPr>
          <p:cNvSpPr txBox="1"/>
          <p:nvPr/>
        </p:nvSpPr>
        <p:spPr>
          <a:xfrm>
            <a:off x="7685945" y="26830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C7A5F0F5-CBFA-7D17-13C4-4D0A0298C5ED}"/>
              </a:ext>
            </a:extLst>
          </p:cNvPr>
          <p:cNvSpPr txBox="1"/>
          <p:nvPr/>
        </p:nvSpPr>
        <p:spPr>
          <a:xfrm>
            <a:off x="6904922" y="268309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71279453-9689-A661-34E4-9F1CDE2FB8D2}"/>
              </a:ext>
            </a:extLst>
          </p:cNvPr>
          <p:cNvSpPr txBox="1"/>
          <p:nvPr/>
        </p:nvSpPr>
        <p:spPr>
          <a:xfrm>
            <a:off x="8644107" y="1930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3F687E3-0087-A241-F282-7113E9283FFC}"/>
              </a:ext>
            </a:extLst>
          </p:cNvPr>
          <p:cNvSpPr txBox="1"/>
          <p:nvPr/>
        </p:nvSpPr>
        <p:spPr>
          <a:xfrm>
            <a:off x="9819440" y="12757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A6A3F082-6595-133D-E9A9-4553F864B9AD}"/>
              </a:ext>
            </a:extLst>
          </p:cNvPr>
          <p:cNvSpPr txBox="1"/>
          <p:nvPr/>
        </p:nvSpPr>
        <p:spPr>
          <a:xfrm>
            <a:off x="9049713" y="64970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EE722412-3DE7-34C1-9AA6-A9E99BD77D89}"/>
              </a:ext>
            </a:extLst>
          </p:cNvPr>
          <p:cNvSpPr txBox="1"/>
          <p:nvPr/>
        </p:nvSpPr>
        <p:spPr>
          <a:xfrm>
            <a:off x="8281811" y="267929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4F08A60-C462-B733-D53D-49861BB92A4E}"/>
              </a:ext>
            </a:extLst>
          </p:cNvPr>
          <p:cNvSpPr txBox="1"/>
          <p:nvPr/>
        </p:nvSpPr>
        <p:spPr>
          <a:xfrm>
            <a:off x="9403101" y="1930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22442E33-86BC-50F4-A282-728BA8934DD8}"/>
              </a:ext>
            </a:extLst>
          </p:cNvPr>
          <p:cNvSpPr txBox="1"/>
          <p:nvPr/>
        </p:nvSpPr>
        <p:spPr>
          <a:xfrm>
            <a:off x="8620908" y="323644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建堆完毕</a:t>
            </a:r>
          </a:p>
        </p:txBody>
      </p:sp>
    </p:spTree>
    <p:extLst>
      <p:ext uri="{BB962C8B-B14F-4D97-AF65-F5344CB8AC3E}">
        <p14:creationId xmlns:p14="http://schemas.microsoft.com/office/powerpoint/2010/main" val="29420343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3AEA1-F79B-BD53-C5F3-D61F41392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16235D9F-4B63-826E-850E-6D061016384F}"/>
              </a:ext>
            </a:extLst>
          </p:cNvPr>
          <p:cNvSpPr txBox="1"/>
          <p:nvPr/>
        </p:nvSpPr>
        <p:spPr>
          <a:xfrm>
            <a:off x="2049517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15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47317E-2661-1CDC-0B29-3CA45EE82460}"/>
              </a:ext>
            </a:extLst>
          </p:cNvPr>
          <p:cNvSpPr txBox="1"/>
          <p:nvPr/>
        </p:nvSpPr>
        <p:spPr>
          <a:xfrm>
            <a:off x="1405384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13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9A88C8C-8B0B-7107-C382-E64374148367}"/>
              </a:ext>
            </a:extLst>
          </p:cNvPr>
          <p:cNvSpPr txBox="1"/>
          <p:nvPr/>
        </p:nvSpPr>
        <p:spPr>
          <a:xfrm>
            <a:off x="2666624" y="116214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02364CB-820F-BCA6-83EB-660F0C4E5068}"/>
              </a:ext>
            </a:extLst>
          </p:cNvPr>
          <p:cNvSpPr txBox="1"/>
          <p:nvPr/>
        </p:nvSpPr>
        <p:spPr>
          <a:xfrm>
            <a:off x="977062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2BFD9A1-F3AD-F58D-D763-D94C1525CB98}"/>
              </a:ext>
            </a:extLst>
          </p:cNvPr>
          <p:cNvCxnSpPr>
            <a:stCxn id="3" idx="2"/>
            <a:endCxn id="4" idx="0"/>
          </p:cNvCxnSpPr>
          <p:nvPr/>
        </p:nvCxnSpPr>
        <p:spPr>
          <a:xfrm flipH="1">
            <a:off x="1619545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05416AF-A39E-4070-D849-FBE90A9CD2F9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>
            <a:off x="2263678" y="914369"/>
            <a:ext cx="55619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07DA2E7-FBCF-4CED-6F2F-71EE5FAE0A58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91223" y="1531476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5B599DA0-A35F-AFF4-FC6A-1392A68C012B}"/>
              </a:ext>
            </a:extLst>
          </p:cNvPr>
          <p:cNvSpPr txBox="1"/>
          <p:nvPr/>
        </p:nvSpPr>
        <p:spPr>
          <a:xfrm>
            <a:off x="4577814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7CB3209-1650-FCC6-AC39-77A32EF2B96A}"/>
              </a:ext>
            </a:extLst>
          </p:cNvPr>
          <p:cNvSpPr txBox="1"/>
          <p:nvPr/>
        </p:nvSpPr>
        <p:spPr>
          <a:xfrm>
            <a:off x="3933681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23</a:t>
            </a:r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5B35E7F-CEC9-3A49-79C7-AFCBAB92D66D}"/>
              </a:ext>
            </a:extLst>
          </p:cNvPr>
          <p:cNvSpPr txBox="1"/>
          <p:nvPr/>
        </p:nvSpPr>
        <p:spPr>
          <a:xfrm>
            <a:off x="5194921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33</a:t>
            </a:r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60DB2C2-DE03-4F60-E208-AE53B5E5955D}"/>
              </a:ext>
            </a:extLst>
          </p:cNvPr>
          <p:cNvSpPr txBox="1"/>
          <p:nvPr/>
        </p:nvSpPr>
        <p:spPr>
          <a:xfrm>
            <a:off x="3505359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55</a:t>
            </a:r>
            <a:endParaRPr lang="zh-CN" altLang="en-US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38D13EF-01B4-F12A-E6FA-6EF7BD3527CF}"/>
              </a:ext>
            </a:extLst>
          </p:cNvPr>
          <p:cNvCxnSpPr>
            <a:stCxn id="15" idx="2"/>
            <a:endCxn id="16" idx="0"/>
          </p:cNvCxnSpPr>
          <p:nvPr/>
        </p:nvCxnSpPr>
        <p:spPr>
          <a:xfrm flipH="1">
            <a:off x="4147842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985126F-38E4-A624-926E-AC99004A9250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>
            <a:off x="4791975" y="914369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409742B-655D-CA28-5CE3-7C5C251AB755}"/>
              </a:ext>
            </a:extLst>
          </p:cNvPr>
          <p:cNvCxnSpPr>
            <a:cxnSpLocks/>
            <a:stCxn id="16" idx="2"/>
            <a:endCxn id="18" idx="0"/>
          </p:cNvCxnSpPr>
          <p:nvPr/>
        </p:nvCxnSpPr>
        <p:spPr>
          <a:xfrm flipH="1">
            <a:off x="3719520" y="1531476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1C1387DA-57AD-306A-3AF7-C9230EFD1122}"/>
              </a:ext>
            </a:extLst>
          </p:cNvPr>
          <p:cNvSpPr txBox="1"/>
          <p:nvPr/>
        </p:nvSpPr>
        <p:spPr>
          <a:xfrm>
            <a:off x="4255747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70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DE2ADB0-DCDA-3482-C4D5-7AA6CD5574C2}"/>
              </a:ext>
            </a:extLst>
          </p:cNvPr>
          <p:cNvSpPr txBox="1"/>
          <p:nvPr/>
        </p:nvSpPr>
        <p:spPr>
          <a:xfrm>
            <a:off x="4937018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F53D8EBA-ED2C-97BA-C1E5-498EF5F1EBBD}"/>
              </a:ext>
            </a:extLst>
          </p:cNvPr>
          <p:cNvCxnSpPr>
            <a:cxnSpLocks/>
            <a:stCxn id="16" idx="2"/>
            <a:endCxn id="23" idx="0"/>
          </p:cNvCxnSpPr>
          <p:nvPr/>
        </p:nvCxnSpPr>
        <p:spPr>
          <a:xfrm>
            <a:off x="4147842" y="1531476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07291A8-8925-ECE4-DAA3-3E77D505A4F5}"/>
              </a:ext>
            </a:extLst>
          </p:cNvPr>
          <p:cNvCxnSpPr>
            <a:cxnSpLocks/>
            <a:stCxn id="17" idx="2"/>
            <a:endCxn id="25" idx="0"/>
          </p:cNvCxnSpPr>
          <p:nvPr/>
        </p:nvCxnSpPr>
        <p:spPr>
          <a:xfrm flipH="1">
            <a:off x="5151179" y="1531476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36CB81EA-4BCE-6B41-E0E7-7C58154BEE1C}"/>
              </a:ext>
            </a:extLst>
          </p:cNvPr>
          <p:cNvSpPr txBox="1"/>
          <p:nvPr/>
        </p:nvSpPr>
        <p:spPr>
          <a:xfrm>
            <a:off x="7106111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30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5F32E6A2-DD2A-0735-81F8-862FA255EDD6}"/>
              </a:ext>
            </a:extLst>
          </p:cNvPr>
          <p:cNvSpPr txBox="1"/>
          <p:nvPr/>
        </p:nvSpPr>
        <p:spPr>
          <a:xfrm>
            <a:off x="6461978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23</a:t>
            </a:r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728C6C7-A43E-47BE-7DFD-5653132D27A1}"/>
              </a:ext>
            </a:extLst>
          </p:cNvPr>
          <p:cNvSpPr txBox="1"/>
          <p:nvPr/>
        </p:nvSpPr>
        <p:spPr>
          <a:xfrm>
            <a:off x="7723218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17</a:t>
            </a:r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14DD6DC5-8DD8-EE3B-028A-302A6790818B}"/>
              </a:ext>
            </a:extLst>
          </p:cNvPr>
          <p:cNvSpPr txBox="1"/>
          <p:nvPr/>
        </p:nvSpPr>
        <p:spPr>
          <a:xfrm>
            <a:off x="6033656" y="183330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</a:t>
            </a:r>
            <a:endParaRPr lang="zh-CN" altLang="en-US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6AA57AF-5100-64BC-C397-2B075BE9DE0D}"/>
              </a:ext>
            </a:extLst>
          </p:cNvPr>
          <p:cNvCxnSpPr>
            <a:stCxn id="32" idx="2"/>
            <a:endCxn id="33" idx="0"/>
          </p:cNvCxnSpPr>
          <p:nvPr/>
        </p:nvCxnSpPr>
        <p:spPr>
          <a:xfrm flipH="1">
            <a:off x="6676139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3F1A434-AE71-006D-7618-A2CAF26DD7FA}"/>
              </a:ext>
            </a:extLst>
          </p:cNvPr>
          <p:cNvCxnSpPr>
            <a:cxnSpLocks/>
            <a:stCxn id="32" idx="2"/>
            <a:endCxn id="34" idx="0"/>
          </p:cNvCxnSpPr>
          <p:nvPr/>
        </p:nvCxnSpPr>
        <p:spPr>
          <a:xfrm>
            <a:off x="7320272" y="914369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A02352C-7A9D-F0B9-ABF6-0FC8422F578C}"/>
              </a:ext>
            </a:extLst>
          </p:cNvPr>
          <p:cNvCxnSpPr>
            <a:cxnSpLocks/>
            <a:stCxn id="33" idx="2"/>
            <a:endCxn id="35" idx="0"/>
          </p:cNvCxnSpPr>
          <p:nvPr/>
        </p:nvCxnSpPr>
        <p:spPr>
          <a:xfrm flipH="1">
            <a:off x="6186903" y="1531476"/>
            <a:ext cx="48923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2C89B565-FE74-809C-3B56-ED311EA417EC}"/>
              </a:ext>
            </a:extLst>
          </p:cNvPr>
          <p:cNvSpPr txBox="1"/>
          <p:nvPr/>
        </p:nvSpPr>
        <p:spPr>
          <a:xfrm>
            <a:off x="6784044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29DBF750-E068-A086-CF48-10079B14BD6C}"/>
              </a:ext>
            </a:extLst>
          </p:cNvPr>
          <p:cNvSpPr txBox="1"/>
          <p:nvPr/>
        </p:nvSpPr>
        <p:spPr>
          <a:xfrm>
            <a:off x="7465315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951E84C3-BED8-A0E8-EA18-01E273E1D0B1}"/>
              </a:ext>
            </a:extLst>
          </p:cNvPr>
          <p:cNvCxnSpPr>
            <a:cxnSpLocks/>
            <a:stCxn id="33" idx="2"/>
            <a:endCxn id="39" idx="0"/>
          </p:cNvCxnSpPr>
          <p:nvPr/>
        </p:nvCxnSpPr>
        <p:spPr>
          <a:xfrm>
            <a:off x="6676139" y="1531476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C440B228-B596-DBAC-C08E-6D524336A4FE}"/>
              </a:ext>
            </a:extLst>
          </p:cNvPr>
          <p:cNvCxnSpPr>
            <a:cxnSpLocks/>
            <a:stCxn id="34" idx="2"/>
            <a:endCxn id="40" idx="0"/>
          </p:cNvCxnSpPr>
          <p:nvPr/>
        </p:nvCxnSpPr>
        <p:spPr>
          <a:xfrm flipH="1">
            <a:off x="7679476" y="1531476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CE461AA6-55CF-9C8B-AFA6-3E583D371FF4}"/>
              </a:ext>
            </a:extLst>
          </p:cNvPr>
          <p:cNvSpPr txBox="1"/>
          <p:nvPr/>
        </p:nvSpPr>
        <p:spPr>
          <a:xfrm>
            <a:off x="9842752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56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DAEED3C-D8FB-ADA9-9F53-0DBAAEC20509}"/>
              </a:ext>
            </a:extLst>
          </p:cNvPr>
          <p:cNvSpPr txBox="1"/>
          <p:nvPr/>
        </p:nvSpPr>
        <p:spPr>
          <a:xfrm>
            <a:off x="9198619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38</a:t>
            </a:r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5596AFAC-269C-F52C-6828-97D9BBC0EDFA}"/>
              </a:ext>
            </a:extLst>
          </p:cNvPr>
          <p:cNvSpPr txBox="1"/>
          <p:nvPr/>
        </p:nvSpPr>
        <p:spPr>
          <a:xfrm>
            <a:off x="10459859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40</a:t>
            </a:r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46874AB6-3829-EE9A-A8A8-42723B50F327}"/>
              </a:ext>
            </a:extLst>
          </p:cNvPr>
          <p:cNvSpPr txBox="1"/>
          <p:nvPr/>
        </p:nvSpPr>
        <p:spPr>
          <a:xfrm>
            <a:off x="8770297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17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B9F5E175-850C-BCEE-1E01-D95F59B7907A}"/>
              </a:ext>
            </a:extLst>
          </p:cNvPr>
          <p:cNvCxnSpPr>
            <a:stCxn id="43" idx="2"/>
            <a:endCxn id="44" idx="0"/>
          </p:cNvCxnSpPr>
          <p:nvPr/>
        </p:nvCxnSpPr>
        <p:spPr>
          <a:xfrm flipH="1">
            <a:off x="9412780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9CEC6531-5F9F-B17C-45DE-09EF1BB7CB62}"/>
              </a:ext>
            </a:extLst>
          </p:cNvPr>
          <p:cNvCxnSpPr>
            <a:cxnSpLocks/>
            <a:stCxn id="43" idx="2"/>
            <a:endCxn id="45" idx="0"/>
          </p:cNvCxnSpPr>
          <p:nvPr/>
        </p:nvCxnSpPr>
        <p:spPr>
          <a:xfrm>
            <a:off x="10056913" y="914369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DC4B92E-0B62-53DE-A414-6ECAEB15DEEB}"/>
              </a:ext>
            </a:extLst>
          </p:cNvPr>
          <p:cNvCxnSpPr>
            <a:cxnSpLocks/>
            <a:stCxn id="44" idx="2"/>
            <a:endCxn id="46" idx="0"/>
          </p:cNvCxnSpPr>
          <p:nvPr/>
        </p:nvCxnSpPr>
        <p:spPr>
          <a:xfrm flipH="1">
            <a:off x="8984458" y="1531476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1251A95A-730B-B9EA-0C45-5FB853427ADA}"/>
              </a:ext>
            </a:extLst>
          </p:cNvPr>
          <p:cNvSpPr txBox="1"/>
          <p:nvPr/>
        </p:nvSpPr>
        <p:spPr>
          <a:xfrm>
            <a:off x="9520685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52</a:t>
            </a:r>
            <a:endParaRPr lang="zh-CN" altLang="en-US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7D8AA165-8961-4668-96BB-4568512FDCE6}"/>
              </a:ext>
            </a:extLst>
          </p:cNvPr>
          <p:cNvSpPr txBox="1"/>
          <p:nvPr/>
        </p:nvSpPr>
        <p:spPr>
          <a:xfrm>
            <a:off x="10201956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60</a:t>
            </a:r>
            <a:endParaRPr lang="zh-CN" altLang="en-US"/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59B2C54-54C4-DD13-9973-E0D325F2A0EB}"/>
              </a:ext>
            </a:extLst>
          </p:cNvPr>
          <p:cNvCxnSpPr>
            <a:cxnSpLocks/>
            <a:stCxn id="44" idx="2"/>
            <a:endCxn id="50" idx="0"/>
          </p:cNvCxnSpPr>
          <p:nvPr/>
        </p:nvCxnSpPr>
        <p:spPr>
          <a:xfrm>
            <a:off x="9412780" y="1531476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71F87E1-C899-E4E1-7773-D7F011AE7085}"/>
              </a:ext>
            </a:extLst>
          </p:cNvPr>
          <p:cNvCxnSpPr>
            <a:cxnSpLocks/>
            <a:stCxn id="45" idx="2"/>
            <a:endCxn id="51" idx="0"/>
          </p:cNvCxnSpPr>
          <p:nvPr/>
        </p:nvCxnSpPr>
        <p:spPr>
          <a:xfrm flipH="1">
            <a:off x="10416117" y="1531476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A18D041E-1E27-B4B0-9E1B-EB49E8FFA968}"/>
              </a:ext>
            </a:extLst>
          </p:cNvPr>
          <p:cNvSpPr txBox="1"/>
          <p:nvPr/>
        </p:nvSpPr>
        <p:spPr>
          <a:xfrm>
            <a:off x="2049517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50</a:t>
            </a:r>
            <a:endParaRPr lang="zh-CN" altLang="en-US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A2D704B6-7979-71BE-62BC-34E11D2B5775}"/>
              </a:ext>
            </a:extLst>
          </p:cNvPr>
          <p:cNvSpPr txBox="1"/>
          <p:nvPr/>
        </p:nvSpPr>
        <p:spPr>
          <a:xfrm>
            <a:off x="1405384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73</a:t>
            </a:r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2B1E0F05-992D-FAC4-1C29-C9C6806AEC04}"/>
              </a:ext>
            </a:extLst>
          </p:cNvPr>
          <p:cNvSpPr txBox="1"/>
          <p:nvPr/>
        </p:nvSpPr>
        <p:spPr>
          <a:xfrm>
            <a:off x="2666624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90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32E8FCA-3441-56AB-BDD8-3DF49EE4A33B}"/>
              </a:ext>
            </a:extLst>
          </p:cNvPr>
          <p:cNvSpPr txBox="1"/>
          <p:nvPr/>
        </p:nvSpPr>
        <p:spPr>
          <a:xfrm>
            <a:off x="977062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80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30793476-C001-37B2-7DBF-3752C3475CE8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 flipH="1">
            <a:off x="1619545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41A95A0-759B-F812-5026-C8867B4F88C6}"/>
              </a:ext>
            </a:extLst>
          </p:cNvPr>
          <p:cNvCxnSpPr>
            <a:cxnSpLocks/>
            <a:stCxn id="57" idx="2"/>
            <a:endCxn id="59" idx="0"/>
          </p:cNvCxnSpPr>
          <p:nvPr/>
        </p:nvCxnSpPr>
        <p:spPr>
          <a:xfrm>
            <a:off x="2263678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FCB56DFC-BFD4-A74C-214F-00A4F18F17EE}"/>
              </a:ext>
            </a:extLst>
          </p:cNvPr>
          <p:cNvCxnSpPr>
            <a:cxnSpLocks/>
            <a:stCxn id="58" idx="2"/>
            <a:endCxn id="60" idx="0"/>
          </p:cNvCxnSpPr>
          <p:nvPr/>
        </p:nvCxnSpPr>
        <p:spPr>
          <a:xfrm flipH="1">
            <a:off x="1191223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79C754BB-09B0-B4DD-59CE-8E0FE46CDBC0}"/>
              </a:ext>
            </a:extLst>
          </p:cNvPr>
          <p:cNvSpPr txBox="1"/>
          <p:nvPr/>
        </p:nvSpPr>
        <p:spPr>
          <a:xfrm>
            <a:off x="1674499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90</a:t>
            </a:r>
            <a:endParaRPr lang="zh-CN" altLang="en-US"/>
          </a:p>
        </p:txBody>
      </p: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2421200E-4D24-5E40-165A-1B38A851EBD6}"/>
              </a:ext>
            </a:extLst>
          </p:cNvPr>
          <p:cNvCxnSpPr>
            <a:cxnSpLocks/>
            <a:stCxn id="58" idx="2"/>
            <a:endCxn id="65" idx="0"/>
          </p:cNvCxnSpPr>
          <p:nvPr/>
        </p:nvCxnSpPr>
        <p:spPr>
          <a:xfrm>
            <a:off x="1619545" y="3798332"/>
            <a:ext cx="269115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5231BDB7-50E5-CE04-6149-058B1B81F08C}"/>
              </a:ext>
            </a:extLst>
          </p:cNvPr>
          <p:cNvSpPr txBox="1"/>
          <p:nvPr/>
        </p:nvSpPr>
        <p:spPr>
          <a:xfrm>
            <a:off x="4636931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2F1689AE-8793-9467-DCE0-4B079DC126C6}"/>
              </a:ext>
            </a:extLst>
          </p:cNvPr>
          <p:cNvSpPr txBox="1"/>
          <p:nvPr/>
        </p:nvSpPr>
        <p:spPr>
          <a:xfrm>
            <a:off x="3992798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EEB3A7D0-080A-623C-88D0-343AE265BDA5}"/>
              </a:ext>
            </a:extLst>
          </p:cNvPr>
          <p:cNvSpPr txBox="1"/>
          <p:nvPr/>
        </p:nvSpPr>
        <p:spPr>
          <a:xfrm>
            <a:off x="5254038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0901EC6-5A26-EFA2-7B9F-BA96BED7C9A3}"/>
              </a:ext>
            </a:extLst>
          </p:cNvPr>
          <p:cNvSpPr txBox="1"/>
          <p:nvPr/>
        </p:nvSpPr>
        <p:spPr>
          <a:xfrm>
            <a:off x="3564476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31D0AA3-D2CB-F5BD-C92B-9A1B12229562}"/>
              </a:ext>
            </a:extLst>
          </p:cNvPr>
          <p:cNvCxnSpPr>
            <a:stCxn id="69" idx="2"/>
            <a:endCxn id="70" idx="0"/>
          </p:cNvCxnSpPr>
          <p:nvPr/>
        </p:nvCxnSpPr>
        <p:spPr>
          <a:xfrm flipH="1">
            <a:off x="4206959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2ED4A5B2-8B70-AF0D-A1F7-B302F86DDBFA}"/>
              </a:ext>
            </a:extLst>
          </p:cNvPr>
          <p:cNvCxnSpPr>
            <a:cxnSpLocks/>
            <a:stCxn id="69" idx="2"/>
            <a:endCxn id="71" idx="0"/>
          </p:cNvCxnSpPr>
          <p:nvPr/>
        </p:nvCxnSpPr>
        <p:spPr>
          <a:xfrm>
            <a:off x="4851092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975865EA-CD36-737B-D0CF-E5D433E1697D}"/>
              </a:ext>
            </a:extLst>
          </p:cNvPr>
          <p:cNvCxnSpPr>
            <a:cxnSpLocks/>
            <a:stCxn id="70" idx="2"/>
            <a:endCxn id="72" idx="0"/>
          </p:cNvCxnSpPr>
          <p:nvPr/>
        </p:nvCxnSpPr>
        <p:spPr>
          <a:xfrm flipH="1">
            <a:off x="3778637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7F964EA0-233D-4BBC-FA53-B293380B011A}"/>
              </a:ext>
            </a:extLst>
          </p:cNvPr>
          <p:cNvSpPr txBox="1"/>
          <p:nvPr/>
        </p:nvSpPr>
        <p:spPr>
          <a:xfrm>
            <a:off x="4314864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E5BB3088-6939-CDA6-A91F-4F55C4C0A872}"/>
              </a:ext>
            </a:extLst>
          </p:cNvPr>
          <p:cNvSpPr txBox="1"/>
          <p:nvPr/>
        </p:nvSpPr>
        <p:spPr>
          <a:xfrm>
            <a:off x="4996135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59FA95F-A82B-B1CF-CE8E-A0443022BDF1}"/>
              </a:ext>
            </a:extLst>
          </p:cNvPr>
          <p:cNvCxnSpPr>
            <a:cxnSpLocks/>
            <a:stCxn id="70" idx="2"/>
            <a:endCxn id="76" idx="0"/>
          </p:cNvCxnSpPr>
          <p:nvPr/>
        </p:nvCxnSpPr>
        <p:spPr>
          <a:xfrm>
            <a:off x="4206959" y="3798332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4D87EFD2-1565-CAF9-31DC-772D63FC59AA}"/>
              </a:ext>
            </a:extLst>
          </p:cNvPr>
          <p:cNvCxnSpPr>
            <a:cxnSpLocks/>
            <a:stCxn id="71" idx="2"/>
            <a:endCxn id="77" idx="0"/>
          </p:cNvCxnSpPr>
          <p:nvPr/>
        </p:nvCxnSpPr>
        <p:spPr>
          <a:xfrm flipH="1">
            <a:off x="5210296" y="3798332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文本框 79">
            <a:extLst>
              <a:ext uri="{FF2B5EF4-FFF2-40B4-BE49-F238E27FC236}">
                <a16:creationId xmlns:a16="http://schemas.microsoft.com/office/drawing/2014/main" id="{A20FA38E-EE31-E8FC-29BB-6D5870215485}"/>
              </a:ext>
            </a:extLst>
          </p:cNvPr>
          <p:cNvSpPr txBox="1"/>
          <p:nvPr/>
        </p:nvSpPr>
        <p:spPr>
          <a:xfrm>
            <a:off x="7153775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3DC3D518-934E-5A13-B0EA-42E0E7D74BF9}"/>
              </a:ext>
            </a:extLst>
          </p:cNvPr>
          <p:cNvSpPr txBox="1"/>
          <p:nvPr/>
        </p:nvSpPr>
        <p:spPr>
          <a:xfrm>
            <a:off x="6509642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58</a:t>
            </a:r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534B3F89-6988-C38D-3CF9-3169BA5FCE3A}"/>
              </a:ext>
            </a:extLst>
          </p:cNvPr>
          <p:cNvSpPr txBox="1"/>
          <p:nvPr/>
        </p:nvSpPr>
        <p:spPr>
          <a:xfrm>
            <a:off x="7770882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CFFBF86E-EB07-C30F-D979-A4B11FDFB323}"/>
              </a:ext>
            </a:extLst>
          </p:cNvPr>
          <p:cNvSpPr txBox="1"/>
          <p:nvPr/>
        </p:nvSpPr>
        <p:spPr>
          <a:xfrm>
            <a:off x="6081320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60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3BF64668-E5D7-3627-0A63-9BBEA4AEDEEF}"/>
              </a:ext>
            </a:extLst>
          </p:cNvPr>
          <p:cNvCxnSpPr>
            <a:stCxn id="80" idx="2"/>
            <a:endCxn id="81" idx="0"/>
          </p:cNvCxnSpPr>
          <p:nvPr/>
        </p:nvCxnSpPr>
        <p:spPr>
          <a:xfrm flipH="1">
            <a:off x="6723803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FF7F10F6-6E74-EE9B-513E-AA96AACE4399}"/>
              </a:ext>
            </a:extLst>
          </p:cNvPr>
          <p:cNvCxnSpPr>
            <a:cxnSpLocks/>
            <a:stCxn id="80" idx="2"/>
            <a:endCxn id="82" idx="0"/>
          </p:cNvCxnSpPr>
          <p:nvPr/>
        </p:nvCxnSpPr>
        <p:spPr>
          <a:xfrm>
            <a:off x="7367936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24E3EDD3-933A-EAA2-207D-8DBFC1BD528A}"/>
              </a:ext>
            </a:extLst>
          </p:cNvPr>
          <p:cNvCxnSpPr>
            <a:cxnSpLocks/>
            <a:stCxn id="81" idx="2"/>
            <a:endCxn id="83" idx="0"/>
          </p:cNvCxnSpPr>
          <p:nvPr/>
        </p:nvCxnSpPr>
        <p:spPr>
          <a:xfrm flipH="1">
            <a:off x="6295481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8169F842-D972-7AEC-E60D-874DD316D812}"/>
              </a:ext>
            </a:extLst>
          </p:cNvPr>
          <p:cNvSpPr txBox="1"/>
          <p:nvPr/>
        </p:nvSpPr>
        <p:spPr>
          <a:xfrm>
            <a:off x="6831708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76</a:t>
            </a:r>
            <a:endParaRPr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E6323C73-2532-D7F6-42A8-BE3965E8F5BF}"/>
              </a:ext>
            </a:extLst>
          </p:cNvPr>
          <p:cNvSpPr txBox="1"/>
          <p:nvPr/>
        </p:nvSpPr>
        <p:spPr>
          <a:xfrm>
            <a:off x="7512979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45</a:t>
            </a:r>
            <a:endParaRPr lang="zh-CN" altLang="en-US"/>
          </a:p>
        </p:txBody>
      </p: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D81234F5-E966-327C-132E-D4A9A0734B18}"/>
              </a:ext>
            </a:extLst>
          </p:cNvPr>
          <p:cNvCxnSpPr>
            <a:cxnSpLocks/>
            <a:stCxn id="81" idx="2"/>
            <a:endCxn id="87" idx="0"/>
          </p:cNvCxnSpPr>
          <p:nvPr/>
        </p:nvCxnSpPr>
        <p:spPr>
          <a:xfrm>
            <a:off x="6723803" y="3798332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4188B0F8-46A1-8F36-DBEA-A017FFA6540E}"/>
              </a:ext>
            </a:extLst>
          </p:cNvPr>
          <p:cNvCxnSpPr>
            <a:cxnSpLocks/>
            <a:stCxn id="82" idx="2"/>
            <a:endCxn id="88" idx="0"/>
          </p:cNvCxnSpPr>
          <p:nvPr/>
        </p:nvCxnSpPr>
        <p:spPr>
          <a:xfrm flipH="1">
            <a:off x="7727140" y="3798332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EFC72F86-0D9B-52BC-6074-86B3BFE4FF5C}"/>
              </a:ext>
            </a:extLst>
          </p:cNvPr>
          <p:cNvSpPr txBox="1"/>
          <p:nvPr/>
        </p:nvSpPr>
        <p:spPr>
          <a:xfrm>
            <a:off x="8043952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53</a:t>
            </a:r>
            <a:endParaRPr lang="zh-CN" altLang="en-US"/>
          </a:p>
        </p:txBody>
      </p: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B20F04D-52A1-3ACF-4AF7-DAEE5EAD4C1C}"/>
              </a:ext>
            </a:extLst>
          </p:cNvPr>
          <p:cNvCxnSpPr>
            <a:cxnSpLocks/>
            <a:stCxn id="82" idx="2"/>
            <a:endCxn id="92" idx="0"/>
          </p:cNvCxnSpPr>
          <p:nvPr/>
        </p:nvCxnSpPr>
        <p:spPr>
          <a:xfrm>
            <a:off x="7985043" y="3798332"/>
            <a:ext cx="273070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3BDC8087-D50B-5E0B-DFF2-57C2ACFA1A69}"/>
              </a:ext>
            </a:extLst>
          </p:cNvPr>
          <p:cNvSpPr txBox="1"/>
          <p:nvPr/>
        </p:nvSpPr>
        <p:spPr>
          <a:xfrm>
            <a:off x="9928322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33</a:t>
            </a:r>
            <a:endParaRPr lang="zh-CN" altLang="en-US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A6FD9A46-D4F0-E5C4-2C8E-3893B6933643}"/>
              </a:ext>
            </a:extLst>
          </p:cNvPr>
          <p:cNvSpPr txBox="1"/>
          <p:nvPr/>
        </p:nvSpPr>
        <p:spPr>
          <a:xfrm>
            <a:off x="9284189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33</a:t>
            </a:r>
            <a:endParaRPr lang="zh-CN" altLang="en-US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7A024FCC-A0E9-1393-58CD-44AC20E5B4F5}"/>
              </a:ext>
            </a:extLst>
          </p:cNvPr>
          <p:cNvSpPr txBox="1"/>
          <p:nvPr/>
        </p:nvSpPr>
        <p:spPr>
          <a:xfrm>
            <a:off x="10545429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60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C98888D-8E36-29F1-91F5-6975A9E98E59}"/>
              </a:ext>
            </a:extLst>
          </p:cNvPr>
          <p:cNvSpPr txBox="1"/>
          <p:nvPr/>
        </p:nvSpPr>
        <p:spPr>
          <a:xfrm>
            <a:off x="8855867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15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2DE4D74-7001-D5DB-67DC-EAC56217F10A}"/>
              </a:ext>
            </a:extLst>
          </p:cNvPr>
          <p:cNvCxnSpPr>
            <a:stCxn id="97" idx="2"/>
            <a:endCxn id="98" idx="0"/>
          </p:cNvCxnSpPr>
          <p:nvPr/>
        </p:nvCxnSpPr>
        <p:spPr>
          <a:xfrm flipH="1">
            <a:off x="9498350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32F6ED4A-47CB-CBA1-DEC5-DF30B2656725}"/>
              </a:ext>
            </a:extLst>
          </p:cNvPr>
          <p:cNvCxnSpPr>
            <a:cxnSpLocks/>
            <a:stCxn id="97" idx="2"/>
            <a:endCxn id="99" idx="0"/>
          </p:cNvCxnSpPr>
          <p:nvPr/>
        </p:nvCxnSpPr>
        <p:spPr>
          <a:xfrm>
            <a:off x="10142483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1BCAFE91-02AB-38A6-D3CF-8BA8EECAB4AF}"/>
              </a:ext>
            </a:extLst>
          </p:cNvPr>
          <p:cNvCxnSpPr>
            <a:cxnSpLocks/>
            <a:stCxn id="98" idx="2"/>
            <a:endCxn id="100" idx="0"/>
          </p:cNvCxnSpPr>
          <p:nvPr/>
        </p:nvCxnSpPr>
        <p:spPr>
          <a:xfrm flipH="1">
            <a:off x="9070028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9D700476-CD4D-D867-5067-F05ABE652AF4}"/>
              </a:ext>
            </a:extLst>
          </p:cNvPr>
          <p:cNvSpPr txBox="1"/>
          <p:nvPr/>
        </p:nvSpPr>
        <p:spPr>
          <a:xfrm>
            <a:off x="9606255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40</a:t>
            </a:r>
            <a:endParaRPr lang="zh-CN" altLang="en-US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BC2F8CCA-0859-37D9-7614-09986E608C3C}"/>
              </a:ext>
            </a:extLst>
          </p:cNvPr>
          <p:cNvSpPr txBox="1"/>
          <p:nvPr/>
        </p:nvSpPr>
        <p:spPr>
          <a:xfrm>
            <a:off x="10287526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0DC510E-D111-A6D9-A262-D56486452941}"/>
              </a:ext>
            </a:extLst>
          </p:cNvPr>
          <p:cNvCxnSpPr>
            <a:cxnSpLocks/>
            <a:stCxn id="98" idx="2"/>
            <a:endCxn id="104" idx="0"/>
          </p:cNvCxnSpPr>
          <p:nvPr/>
        </p:nvCxnSpPr>
        <p:spPr>
          <a:xfrm>
            <a:off x="9498350" y="3798332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77E8B909-968A-BCBD-86ED-3E94942F4760}"/>
              </a:ext>
            </a:extLst>
          </p:cNvPr>
          <p:cNvCxnSpPr>
            <a:cxnSpLocks/>
            <a:stCxn id="99" idx="2"/>
            <a:endCxn id="105" idx="0"/>
          </p:cNvCxnSpPr>
          <p:nvPr/>
        </p:nvCxnSpPr>
        <p:spPr>
          <a:xfrm flipH="1">
            <a:off x="10501687" y="3798332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D206305-ACCA-9D3E-994E-C3DF65A9FE54}"/>
              </a:ext>
            </a:extLst>
          </p:cNvPr>
          <p:cNvSpPr txBox="1"/>
          <p:nvPr/>
        </p:nvSpPr>
        <p:spPr>
          <a:xfrm>
            <a:off x="10818499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72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49F41E64-AFA0-A20D-04B4-962B6FF9EAFE}"/>
              </a:ext>
            </a:extLst>
          </p:cNvPr>
          <p:cNvCxnSpPr>
            <a:cxnSpLocks/>
            <a:stCxn id="99" idx="2"/>
            <a:endCxn id="108" idx="0"/>
          </p:cNvCxnSpPr>
          <p:nvPr/>
        </p:nvCxnSpPr>
        <p:spPr>
          <a:xfrm>
            <a:off x="10759590" y="3798332"/>
            <a:ext cx="273070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07F194A6-D757-0165-7B7E-08A123175920}"/>
              </a:ext>
            </a:extLst>
          </p:cNvPr>
          <p:cNvSpPr txBox="1"/>
          <p:nvPr/>
        </p:nvSpPr>
        <p:spPr>
          <a:xfrm>
            <a:off x="1765328" y="2156295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C24C4785-56DB-8A27-28F6-B147595DA1B0}"/>
              </a:ext>
            </a:extLst>
          </p:cNvPr>
          <p:cNvSpPr txBox="1"/>
          <p:nvPr/>
        </p:nvSpPr>
        <p:spPr>
          <a:xfrm>
            <a:off x="4332024" y="2183323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2842B957-CBD7-D13D-20F9-F752F567F727}"/>
              </a:ext>
            </a:extLst>
          </p:cNvPr>
          <p:cNvSpPr txBox="1"/>
          <p:nvPr/>
        </p:nvSpPr>
        <p:spPr>
          <a:xfrm>
            <a:off x="1754102" y="4571267"/>
            <a:ext cx="8306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94A2EFB-9259-389D-49B3-3B25F40DC0DC}"/>
              </a:ext>
            </a:extLst>
          </p:cNvPr>
          <p:cNvSpPr txBox="1"/>
          <p:nvPr/>
        </p:nvSpPr>
        <p:spPr>
          <a:xfrm>
            <a:off x="4310017" y="46245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84918A5-8041-04AC-98F7-608505441515}"/>
              </a:ext>
            </a:extLst>
          </p:cNvPr>
          <p:cNvSpPr txBox="1"/>
          <p:nvPr/>
        </p:nvSpPr>
        <p:spPr>
          <a:xfrm>
            <a:off x="6904266" y="2202637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B8CA9A32-587C-D060-A746-7F32ED77A690}"/>
              </a:ext>
            </a:extLst>
          </p:cNvPr>
          <p:cNvSpPr txBox="1"/>
          <p:nvPr/>
        </p:nvSpPr>
        <p:spPr>
          <a:xfrm>
            <a:off x="9675919" y="2202637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4207E175-A862-ECAE-2E78-45346EC12EB1}"/>
              </a:ext>
            </a:extLst>
          </p:cNvPr>
          <p:cNvSpPr txBox="1"/>
          <p:nvPr/>
        </p:nvSpPr>
        <p:spPr>
          <a:xfrm>
            <a:off x="6933361" y="4678639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4E686F16-3945-C426-317F-FAFFABB3FB51}"/>
              </a:ext>
            </a:extLst>
          </p:cNvPr>
          <p:cNvSpPr txBox="1"/>
          <p:nvPr/>
        </p:nvSpPr>
        <p:spPr>
          <a:xfrm>
            <a:off x="9743854" y="4655364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H</a:t>
            </a:r>
            <a:r>
              <a:rPr lang="zh-CN" altLang="en-US" sz="2000" b="1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4999669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77853-C244-0FBF-4CE2-730A93062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F8F882F-523C-918A-4411-0EC18F19768F}"/>
              </a:ext>
            </a:extLst>
          </p:cNvPr>
          <p:cNvSpPr/>
          <p:nvPr/>
        </p:nvSpPr>
        <p:spPr>
          <a:xfrm>
            <a:off x="5839060" y="13909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855D9CE-3663-284D-2A00-9E8716BD36C3}"/>
              </a:ext>
            </a:extLst>
          </p:cNvPr>
          <p:cNvSpPr/>
          <p:nvPr/>
        </p:nvSpPr>
        <p:spPr>
          <a:xfrm>
            <a:off x="4664997" y="20538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BAD1C9DE-6447-6BC7-9A4D-F4F5CBE0D05B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5348624" y="1059149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2A0EA98-1078-AF2D-2640-5C8A33F7E222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4398236" y="1675489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54A0CCC5-1599-A529-56EF-7CE50FDE4B5E}"/>
              </a:ext>
            </a:extLst>
          </p:cNvPr>
          <p:cNvSpPr/>
          <p:nvPr/>
        </p:nvSpPr>
        <p:spPr>
          <a:xfrm>
            <a:off x="4113723" y="139097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D9F7773-CD5B-E499-77DA-BC381687C9B4}"/>
              </a:ext>
            </a:extLst>
          </p:cNvPr>
          <p:cNvSpPr/>
          <p:nvPr/>
        </p:nvSpPr>
        <p:spPr>
          <a:xfrm>
            <a:off x="3391321" y="205539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54B9CE0-A710-67F4-F32B-A36B0B707202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4398236" y="1059149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6704128-A49E-22FD-0122-357FB4B63931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3675834" y="1675489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625DFC07-B13B-0A38-8A12-1280E3B55730}"/>
              </a:ext>
            </a:extLst>
          </p:cNvPr>
          <p:cNvSpPr/>
          <p:nvPr/>
        </p:nvSpPr>
        <p:spPr>
          <a:xfrm>
            <a:off x="6356023" y="20538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A7DEF1-2228-3245-1C04-FDBFFC48E408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6123573" y="1675489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11CF3BB1-8CB9-72DA-4205-2BCDA6485BBB}"/>
              </a:ext>
            </a:extLst>
          </p:cNvPr>
          <p:cNvSpPr/>
          <p:nvPr/>
        </p:nvSpPr>
        <p:spPr>
          <a:xfrm>
            <a:off x="2881569" y="27918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FEC8D91-02D9-4A75-B907-A63EBCDBEB8B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3048233" y="2339911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0BA05B54-86C2-F271-35BB-B28379742990}"/>
              </a:ext>
            </a:extLst>
          </p:cNvPr>
          <p:cNvSpPr/>
          <p:nvPr/>
        </p:nvSpPr>
        <p:spPr>
          <a:xfrm>
            <a:off x="5424369" y="20538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3738F79-3FBC-3095-3A6E-A23EA43F093D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5591033" y="1675489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E7DC01F0-27E5-E1E2-D57F-F33C57048BFB}"/>
              </a:ext>
            </a:extLst>
          </p:cNvPr>
          <p:cNvSpPr/>
          <p:nvPr/>
        </p:nvSpPr>
        <p:spPr>
          <a:xfrm>
            <a:off x="3702674" y="279713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41F2E17-F010-06A2-DE46-E8B29BACF78A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3675834" y="2339911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62D984E9-DB8B-8E97-3BCB-1F479A21EDC8}"/>
              </a:ext>
            </a:extLst>
          </p:cNvPr>
          <p:cNvSpPr/>
          <p:nvPr/>
        </p:nvSpPr>
        <p:spPr>
          <a:xfrm>
            <a:off x="5064111" y="7746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BD0AA2A-A0FD-CDD9-71F0-A61A5121AA8D}"/>
              </a:ext>
            </a:extLst>
          </p:cNvPr>
          <p:cNvSpPr txBox="1"/>
          <p:nvPr/>
        </p:nvSpPr>
        <p:spPr>
          <a:xfrm>
            <a:off x="4142756" y="1388363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6555EDB-6E84-0AD7-A8F3-8A99D54A4D71}"/>
              </a:ext>
            </a:extLst>
          </p:cNvPr>
          <p:cNvSpPr txBox="1"/>
          <p:nvPr/>
        </p:nvSpPr>
        <p:spPr>
          <a:xfrm>
            <a:off x="6380739" y="20430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3D3972F-B4C6-06AA-FC8D-1686756C9D61}"/>
              </a:ext>
            </a:extLst>
          </p:cNvPr>
          <p:cNvSpPr txBox="1"/>
          <p:nvPr/>
        </p:nvSpPr>
        <p:spPr>
          <a:xfrm>
            <a:off x="3426825" y="204393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F8115AF-D4F2-2B7D-E323-855D894F1716}"/>
              </a:ext>
            </a:extLst>
          </p:cNvPr>
          <p:cNvSpPr txBox="1"/>
          <p:nvPr/>
        </p:nvSpPr>
        <p:spPr>
          <a:xfrm>
            <a:off x="3707202" y="2786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AAF1AD8-F38F-CE03-8A6B-3A74869EC421}"/>
              </a:ext>
            </a:extLst>
          </p:cNvPr>
          <p:cNvSpPr txBox="1"/>
          <p:nvPr/>
        </p:nvSpPr>
        <p:spPr>
          <a:xfrm>
            <a:off x="2891472" y="279570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739AB60-23F2-D095-E670-F6FC0CB73A73}"/>
              </a:ext>
            </a:extLst>
          </p:cNvPr>
          <p:cNvSpPr txBox="1"/>
          <p:nvPr/>
        </p:nvSpPr>
        <p:spPr>
          <a:xfrm>
            <a:off x="4675923" y="20430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6E6E245-6B8D-EE92-1C93-C0692CF1ADAE}"/>
              </a:ext>
            </a:extLst>
          </p:cNvPr>
          <p:cNvSpPr txBox="1"/>
          <p:nvPr/>
        </p:nvSpPr>
        <p:spPr>
          <a:xfrm>
            <a:off x="5859690" y="140284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13FB1E7-DA93-00CC-E7D2-7E2CBD418225}"/>
              </a:ext>
            </a:extLst>
          </p:cNvPr>
          <p:cNvSpPr txBox="1"/>
          <p:nvPr/>
        </p:nvSpPr>
        <p:spPr>
          <a:xfrm>
            <a:off x="5036263" y="7623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16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55CC5312-7572-4FCB-8399-DEEFAE96258E}"/>
              </a:ext>
            </a:extLst>
          </p:cNvPr>
          <p:cNvSpPr txBox="1"/>
          <p:nvPr/>
        </p:nvSpPr>
        <p:spPr>
          <a:xfrm>
            <a:off x="5438084" y="20430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52612B96-E84D-597D-D470-EE30FC294304}"/>
              </a:ext>
            </a:extLst>
          </p:cNvPr>
          <p:cNvSpPr txBox="1"/>
          <p:nvPr/>
        </p:nvSpPr>
        <p:spPr>
          <a:xfrm>
            <a:off x="2784259" y="3125203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B65E228-222D-1F1C-8F63-37FD5F61B2ED}"/>
              </a:ext>
            </a:extLst>
          </p:cNvPr>
          <p:cNvSpPr txBox="1"/>
          <p:nvPr/>
        </p:nvSpPr>
        <p:spPr>
          <a:xfrm>
            <a:off x="3642241" y="312071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E40B71C-09D7-46DF-53EB-FCFD3BCF4D44}"/>
              </a:ext>
            </a:extLst>
          </p:cNvPr>
          <p:cNvSpPr txBox="1"/>
          <p:nvPr/>
        </p:nvSpPr>
        <p:spPr>
          <a:xfrm>
            <a:off x="4490044" y="2398102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3B89A57-425D-0B0D-2360-51E0CC64A5C5}"/>
              </a:ext>
            </a:extLst>
          </p:cNvPr>
          <p:cNvSpPr txBox="1"/>
          <p:nvPr/>
        </p:nvSpPr>
        <p:spPr>
          <a:xfrm>
            <a:off x="5285995" y="23981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348897D-206E-342B-55FE-C83DFE238AB2}"/>
              </a:ext>
            </a:extLst>
          </p:cNvPr>
          <p:cNvSpPr txBox="1"/>
          <p:nvPr/>
        </p:nvSpPr>
        <p:spPr>
          <a:xfrm>
            <a:off x="6328478" y="239241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84991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ACA78-7B6D-0806-5613-9B3AB6633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F80311A-E1C8-BBA0-9295-EBF2BCB7CF26}"/>
              </a:ext>
            </a:extLst>
          </p:cNvPr>
          <p:cNvSpPr txBox="1"/>
          <p:nvPr/>
        </p:nvSpPr>
        <p:spPr>
          <a:xfrm>
            <a:off x="64208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0ED766A-7C63-AF80-A6F9-0A0FE8ACC398}"/>
              </a:ext>
            </a:extLst>
          </p:cNvPr>
          <p:cNvSpPr txBox="1"/>
          <p:nvPr/>
        </p:nvSpPr>
        <p:spPr>
          <a:xfrm>
            <a:off x="1360339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D168329-2EFB-6715-90C1-617A69657CD8}"/>
              </a:ext>
            </a:extLst>
          </p:cNvPr>
          <p:cNvSpPr txBox="1"/>
          <p:nvPr/>
        </p:nvSpPr>
        <p:spPr>
          <a:xfrm>
            <a:off x="999984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E59669E-B74D-48E9-2C52-95975E65AA88}"/>
              </a:ext>
            </a:extLst>
          </p:cNvPr>
          <p:cNvCxnSpPr>
            <a:stCxn id="4" idx="2"/>
            <a:endCxn id="2" idx="0"/>
          </p:cNvCxnSpPr>
          <p:nvPr/>
        </p:nvCxnSpPr>
        <p:spPr>
          <a:xfrm flipH="1">
            <a:off x="856244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D239F13-A908-2C6D-DE5A-EE74346E76B0}"/>
              </a:ext>
            </a:extLst>
          </p:cNvPr>
          <p:cNvCxnSpPr>
            <a:stCxn id="4" idx="2"/>
            <a:endCxn id="3" idx="0"/>
          </p:cNvCxnSpPr>
          <p:nvPr/>
        </p:nvCxnSpPr>
        <p:spPr>
          <a:xfrm>
            <a:off x="1214145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E8BF0AD9-AF4E-546F-8242-C978EFEDB4EB}"/>
              </a:ext>
            </a:extLst>
          </p:cNvPr>
          <p:cNvSpPr txBox="1"/>
          <p:nvPr/>
        </p:nvSpPr>
        <p:spPr>
          <a:xfrm>
            <a:off x="2393557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02AEB55-12C8-4887-BB42-934845AEE84F}"/>
              </a:ext>
            </a:extLst>
          </p:cNvPr>
          <p:cNvSpPr txBox="1"/>
          <p:nvPr/>
        </p:nvSpPr>
        <p:spPr>
          <a:xfrm>
            <a:off x="311181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8FF90E8-A079-7F5D-9FEA-1C3E4998F0BB}"/>
              </a:ext>
            </a:extLst>
          </p:cNvPr>
          <p:cNvSpPr txBox="1"/>
          <p:nvPr/>
        </p:nvSpPr>
        <p:spPr>
          <a:xfrm>
            <a:off x="2751458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0A0DDEF-EB3D-E3BE-FCCF-3D2CF9FC3752}"/>
              </a:ext>
            </a:extLst>
          </p:cNvPr>
          <p:cNvCxnSpPr>
            <a:stCxn id="11" idx="2"/>
            <a:endCxn id="9" idx="0"/>
          </p:cNvCxnSpPr>
          <p:nvPr/>
        </p:nvCxnSpPr>
        <p:spPr>
          <a:xfrm flipH="1">
            <a:off x="2607718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0F0623B-3751-6575-9EF3-BA537E10D57B}"/>
              </a:ext>
            </a:extLst>
          </p:cNvPr>
          <p:cNvCxnSpPr>
            <a:stCxn id="11" idx="2"/>
            <a:endCxn id="10" idx="0"/>
          </p:cNvCxnSpPr>
          <p:nvPr/>
        </p:nvCxnSpPr>
        <p:spPr>
          <a:xfrm>
            <a:off x="2965619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371B8C7A-6B0B-93AC-D543-5C17B1151A78}"/>
              </a:ext>
            </a:extLst>
          </p:cNvPr>
          <p:cNvSpPr txBox="1"/>
          <p:nvPr/>
        </p:nvSpPr>
        <p:spPr>
          <a:xfrm>
            <a:off x="3570515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3E600E-701E-F15A-D870-9F2847FD58D5}"/>
              </a:ext>
            </a:extLst>
          </p:cNvPr>
          <p:cNvSpPr txBox="1"/>
          <p:nvPr/>
        </p:nvSpPr>
        <p:spPr>
          <a:xfrm>
            <a:off x="4288771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21</a:t>
            </a:r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2FACF1E-B0B2-3050-B260-B71864DB12CC}"/>
              </a:ext>
            </a:extLst>
          </p:cNvPr>
          <p:cNvSpPr txBox="1"/>
          <p:nvPr/>
        </p:nvSpPr>
        <p:spPr>
          <a:xfrm>
            <a:off x="3928416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7B83D74-30B0-A7BC-5F2D-C721D9241DFB}"/>
              </a:ext>
            </a:extLst>
          </p:cNvPr>
          <p:cNvCxnSpPr>
            <a:stCxn id="16" idx="2"/>
            <a:endCxn id="14" idx="0"/>
          </p:cNvCxnSpPr>
          <p:nvPr/>
        </p:nvCxnSpPr>
        <p:spPr>
          <a:xfrm flipH="1">
            <a:off x="3784676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367E33E-98DB-8711-22B0-64EBB73ED70D}"/>
              </a:ext>
            </a:extLst>
          </p:cNvPr>
          <p:cNvCxnSpPr>
            <a:stCxn id="16" idx="2"/>
            <a:endCxn id="15" idx="0"/>
          </p:cNvCxnSpPr>
          <p:nvPr/>
        </p:nvCxnSpPr>
        <p:spPr>
          <a:xfrm>
            <a:off x="4142577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3F69406C-5316-BF26-4DAC-08D477BA93C0}"/>
              </a:ext>
            </a:extLst>
          </p:cNvPr>
          <p:cNvSpPr txBox="1"/>
          <p:nvPr/>
        </p:nvSpPr>
        <p:spPr>
          <a:xfrm>
            <a:off x="5251567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A67DA48-55E5-C12D-39B4-FC92CC1EB09E}"/>
              </a:ext>
            </a:extLst>
          </p:cNvPr>
          <p:cNvSpPr txBox="1"/>
          <p:nvPr/>
        </p:nvSpPr>
        <p:spPr>
          <a:xfrm>
            <a:off x="596982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F269F49-EEE4-7D14-AA50-C4B860C8807D}"/>
              </a:ext>
            </a:extLst>
          </p:cNvPr>
          <p:cNvSpPr txBox="1"/>
          <p:nvPr/>
        </p:nvSpPr>
        <p:spPr>
          <a:xfrm>
            <a:off x="5609468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93FCA38-7E12-8BB7-238B-9E97B279F393}"/>
              </a:ext>
            </a:extLst>
          </p:cNvPr>
          <p:cNvCxnSpPr>
            <a:stCxn id="21" idx="2"/>
            <a:endCxn id="19" idx="0"/>
          </p:cNvCxnSpPr>
          <p:nvPr/>
        </p:nvCxnSpPr>
        <p:spPr>
          <a:xfrm flipH="1">
            <a:off x="5465728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78D330F-62D1-12AA-2954-CF6C8DCEE7D7}"/>
              </a:ext>
            </a:extLst>
          </p:cNvPr>
          <p:cNvCxnSpPr>
            <a:stCxn id="21" idx="2"/>
            <a:endCxn id="20" idx="0"/>
          </p:cNvCxnSpPr>
          <p:nvPr/>
        </p:nvCxnSpPr>
        <p:spPr>
          <a:xfrm>
            <a:off x="5823629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9C197BB8-17FA-9F1E-6268-422BA03BBAEE}"/>
              </a:ext>
            </a:extLst>
          </p:cNvPr>
          <p:cNvSpPr txBox="1"/>
          <p:nvPr/>
        </p:nvSpPr>
        <p:spPr>
          <a:xfrm>
            <a:off x="6683247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F665DFB-8B81-2088-DE8D-11709C4F1A07}"/>
              </a:ext>
            </a:extLst>
          </p:cNvPr>
          <p:cNvSpPr txBox="1"/>
          <p:nvPr/>
        </p:nvSpPr>
        <p:spPr>
          <a:xfrm>
            <a:off x="740150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21</a:t>
            </a:r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2E26891-90C5-22BC-B49A-A2E516ACCB41}"/>
              </a:ext>
            </a:extLst>
          </p:cNvPr>
          <p:cNvSpPr txBox="1"/>
          <p:nvPr/>
        </p:nvSpPr>
        <p:spPr>
          <a:xfrm>
            <a:off x="7041148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A4FB5ED1-00D1-1A34-67A7-8A7E68794D10}"/>
              </a:ext>
            </a:extLst>
          </p:cNvPr>
          <p:cNvCxnSpPr>
            <a:stCxn id="26" idx="2"/>
            <a:endCxn id="24" idx="0"/>
          </p:cNvCxnSpPr>
          <p:nvPr/>
        </p:nvCxnSpPr>
        <p:spPr>
          <a:xfrm flipH="1">
            <a:off x="6897408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1E0EE0B5-ADF4-B2DA-E0F9-557D1701842E}"/>
              </a:ext>
            </a:extLst>
          </p:cNvPr>
          <p:cNvCxnSpPr>
            <a:stCxn id="26" idx="2"/>
            <a:endCxn id="25" idx="0"/>
          </p:cNvCxnSpPr>
          <p:nvPr/>
        </p:nvCxnSpPr>
        <p:spPr>
          <a:xfrm>
            <a:off x="7255309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96595BB8-9DE2-B9B4-9689-D3987914099B}"/>
              </a:ext>
            </a:extLst>
          </p:cNvPr>
          <p:cNvSpPr txBox="1"/>
          <p:nvPr/>
        </p:nvSpPr>
        <p:spPr>
          <a:xfrm>
            <a:off x="6340307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30</a:t>
            </a:r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53CED2A-3D13-DFAF-82D0-B92E6D740FAD}"/>
              </a:ext>
            </a:extLst>
          </p:cNvPr>
          <p:cNvSpPr txBox="1"/>
          <p:nvPr/>
        </p:nvSpPr>
        <p:spPr>
          <a:xfrm>
            <a:off x="5969823" y="207659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52</a:t>
            </a:r>
            <a:endParaRPr lang="zh-CN" altLang="en-US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8688C87C-4B6A-6704-8929-B674E2CA6507}"/>
              </a:ext>
            </a:extLst>
          </p:cNvPr>
          <p:cNvCxnSpPr>
            <a:cxnSpLocks/>
            <a:stCxn id="32" idx="2"/>
            <a:endCxn id="21" idx="0"/>
          </p:cNvCxnSpPr>
          <p:nvPr/>
        </p:nvCxnSpPr>
        <p:spPr>
          <a:xfrm flipH="1">
            <a:off x="5823629" y="2445923"/>
            <a:ext cx="360355" cy="1441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165FE596-BB87-0706-6FDC-86FAE6A3331E}"/>
              </a:ext>
            </a:extLst>
          </p:cNvPr>
          <p:cNvCxnSpPr>
            <a:cxnSpLocks/>
            <a:stCxn id="32" idx="2"/>
            <a:endCxn id="31" idx="0"/>
          </p:cNvCxnSpPr>
          <p:nvPr/>
        </p:nvCxnSpPr>
        <p:spPr>
          <a:xfrm>
            <a:off x="6183984" y="2445923"/>
            <a:ext cx="370484" cy="1441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A8711B7C-6BC1-C555-FF27-6176BC518E35}"/>
              </a:ext>
            </a:extLst>
          </p:cNvPr>
          <p:cNvSpPr txBox="1"/>
          <p:nvPr/>
        </p:nvSpPr>
        <p:spPr>
          <a:xfrm>
            <a:off x="8537900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05EE1F5-C5F9-BBA0-10E7-B10BB503F8E4}"/>
              </a:ext>
            </a:extLst>
          </p:cNvPr>
          <p:cNvSpPr txBox="1"/>
          <p:nvPr/>
        </p:nvSpPr>
        <p:spPr>
          <a:xfrm>
            <a:off x="9256156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64813B61-81EA-6362-BD8C-839857A8E710}"/>
              </a:ext>
            </a:extLst>
          </p:cNvPr>
          <p:cNvSpPr txBox="1"/>
          <p:nvPr/>
        </p:nvSpPr>
        <p:spPr>
          <a:xfrm>
            <a:off x="8895801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227601BE-1297-6AB0-A9DE-EF2007C9BE0C}"/>
              </a:ext>
            </a:extLst>
          </p:cNvPr>
          <p:cNvCxnSpPr>
            <a:stCxn id="41" idx="2"/>
            <a:endCxn id="39" idx="0"/>
          </p:cNvCxnSpPr>
          <p:nvPr/>
        </p:nvCxnSpPr>
        <p:spPr>
          <a:xfrm flipH="1">
            <a:off x="8752061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9AD9B259-D79F-1555-0C5C-A45EF350CFE1}"/>
              </a:ext>
            </a:extLst>
          </p:cNvPr>
          <p:cNvCxnSpPr>
            <a:stCxn id="41" idx="2"/>
            <a:endCxn id="40" idx="0"/>
          </p:cNvCxnSpPr>
          <p:nvPr/>
        </p:nvCxnSpPr>
        <p:spPr>
          <a:xfrm>
            <a:off x="9109962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6132F273-4399-2567-D089-397293FDE6F3}"/>
              </a:ext>
            </a:extLst>
          </p:cNvPr>
          <p:cNvSpPr txBox="1"/>
          <p:nvPr/>
        </p:nvSpPr>
        <p:spPr>
          <a:xfrm>
            <a:off x="10344896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AD7A5266-0924-4EC1-BB6A-0F70F40AB39A}"/>
              </a:ext>
            </a:extLst>
          </p:cNvPr>
          <p:cNvSpPr txBox="1"/>
          <p:nvPr/>
        </p:nvSpPr>
        <p:spPr>
          <a:xfrm>
            <a:off x="11063152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21</a:t>
            </a:r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4FE39F2-4E86-AF4E-86B4-A7C31D4DFAD5}"/>
              </a:ext>
            </a:extLst>
          </p:cNvPr>
          <p:cNvSpPr txBox="1"/>
          <p:nvPr/>
        </p:nvSpPr>
        <p:spPr>
          <a:xfrm>
            <a:off x="10715380" y="200447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F2912981-DC75-3921-3639-462640A71DB6}"/>
              </a:ext>
            </a:extLst>
          </p:cNvPr>
          <p:cNvCxnSpPr>
            <a:stCxn id="46" idx="2"/>
            <a:endCxn id="44" idx="0"/>
          </p:cNvCxnSpPr>
          <p:nvPr/>
        </p:nvCxnSpPr>
        <p:spPr>
          <a:xfrm flipH="1">
            <a:off x="10559057" y="2373805"/>
            <a:ext cx="370484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47E79837-F9B1-38DB-F1F8-010F75679AF6}"/>
              </a:ext>
            </a:extLst>
          </p:cNvPr>
          <p:cNvCxnSpPr>
            <a:stCxn id="46" idx="2"/>
            <a:endCxn id="45" idx="0"/>
          </p:cNvCxnSpPr>
          <p:nvPr/>
        </p:nvCxnSpPr>
        <p:spPr>
          <a:xfrm>
            <a:off x="10929541" y="2373805"/>
            <a:ext cx="347772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7F5315E9-D0C3-6606-CD7B-5EB7EA61E1B7}"/>
              </a:ext>
            </a:extLst>
          </p:cNvPr>
          <p:cNvSpPr txBox="1"/>
          <p:nvPr/>
        </p:nvSpPr>
        <p:spPr>
          <a:xfrm>
            <a:off x="9626640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30</a:t>
            </a:r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25415309-1383-D2B5-432A-CD0CF424EE06}"/>
              </a:ext>
            </a:extLst>
          </p:cNvPr>
          <p:cNvSpPr txBox="1"/>
          <p:nvPr/>
        </p:nvSpPr>
        <p:spPr>
          <a:xfrm>
            <a:off x="9256156" y="200447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52</a:t>
            </a:r>
            <a:endParaRPr lang="zh-CN" altLang="en-US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3ED3CB60-F38C-7ABD-50EE-8FF9C5DBD403}"/>
              </a:ext>
            </a:extLst>
          </p:cNvPr>
          <p:cNvCxnSpPr>
            <a:cxnSpLocks/>
            <a:stCxn id="50" idx="2"/>
            <a:endCxn id="41" idx="0"/>
          </p:cNvCxnSpPr>
          <p:nvPr/>
        </p:nvCxnSpPr>
        <p:spPr>
          <a:xfrm flipH="1">
            <a:off x="9109962" y="2373805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BD9F90D5-5B97-3348-D17B-EEB1DC370668}"/>
              </a:ext>
            </a:extLst>
          </p:cNvPr>
          <p:cNvCxnSpPr>
            <a:cxnSpLocks/>
            <a:stCxn id="50" idx="2"/>
            <a:endCxn id="49" idx="0"/>
          </p:cNvCxnSpPr>
          <p:nvPr/>
        </p:nvCxnSpPr>
        <p:spPr>
          <a:xfrm>
            <a:off x="9470317" y="2373805"/>
            <a:ext cx="370484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58BFC519-7BF4-C03F-AA0D-E6002D3FA822}"/>
              </a:ext>
            </a:extLst>
          </p:cNvPr>
          <p:cNvSpPr txBox="1"/>
          <p:nvPr/>
        </p:nvSpPr>
        <p:spPr>
          <a:xfrm>
            <a:off x="10004346" y="134232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89</a:t>
            </a:r>
            <a:endParaRPr lang="zh-CN" altLang="en-US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35AA89AA-551C-FF43-CD8C-B353E304E6B7}"/>
              </a:ext>
            </a:extLst>
          </p:cNvPr>
          <p:cNvCxnSpPr>
            <a:cxnSpLocks/>
            <a:stCxn id="57" idx="2"/>
            <a:endCxn id="50" idx="0"/>
          </p:cNvCxnSpPr>
          <p:nvPr/>
        </p:nvCxnSpPr>
        <p:spPr>
          <a:xfrm flipH="1">
            <a:off x="9470317" y="1711653"/>
            <a:ext cx="748190" cy="2928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21AAD2F1-DEE7-335A-9DDC-61B11B96CF61}"/>
              </a:ext>
            </a:extLst>
          </p:cNvPr>
          <p:cNvCxnSpPr>
            <a:cxnSpLocks/>
            <a:stCxn id="57" idx="2"/>
            <a:endCxn id="46" idx="0"/>
          </p:cNvCxnSpPr>
          <p:nvPr/>
        </p:nvCxnSpPr>
        <p:spPr>
          <a:xfrm>
            <a:off x="10218507" y="1711653"/>
            <a:ext cx="711034" cy="2928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B904915B-E799-F30F-CDC8-D20D0F239DF3}"/>
              </a:ext>
            </a:extLst>
          </p:cNvPr>
          <p:cNvSpPr txBox="1"/>
          <p:nvPr/>
        </p:nvSpPr>
        <p:spPr>
          <a:xfrm>
            <a:off x="769151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第一步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D4644F0E-FFB9-81DF-DC9A-ACA8EE79ED7D}"/>
              </a:ext>
            </a:extLst>
          </p:cNvPr>
          <p:cNvSpPr txBox="1"/>
          <p:nvPr/>
        </p:nvSpPr>
        <p:spPr>
          <a:xfrm>
            <a:off x="3129320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第二步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15792F4-FAAF-7C37-1C1E-83F0018EB5BF}"/>
              </a:ext>
            </a:extLst>
          </p:cNvPr>
          <p:cNvSpPr txBox="1"/>
          <p:nvPr/>
        </p:nvSpPr>
        <p:spPr>
          <a:xfrm>
            <a:off x="6037790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第三步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452EDA7-40B8-936B-D84A-2FBA9DA0E09D}"/>
              </a:ext>
            </a:extLst>
          </p:cNvPr>
          <p:cNvSpPr txBox="1"/>
          <p:nvPr/>
        </p:nvSpPr>
        <p:spPr>
          <a:xfrm>
            <a:off x="9773513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第四步</a:t>
            </a:r>
          </a:p>
        </p:txBody>
      </p:sp>
    </p:spTree>
    <p:extLst>
      <p:ext uri="{BB962C8B-B14F-4D97-AF65-F5344CB8AC3E}">
        <p14:creationId xmlns:p14="http://schemas.microsoft.com/office/powerpoint/2010/main" val="3734170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A5421-FFE0-2669-E332-E67D92C85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59048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60A4E-EEDA-2640-3033-49BD7ED45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90296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90DD-26AA-F232-A92A-35696F78B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72851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4152</TotalTime>
  <Words>1039</Words>
  <Application>Microsoft Office PowerPoint</Application>
  <PresentationFormat>宽屏</PresentationFormat>
  <Paragraphs>651</Paragraphs>
  <Slides>34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34</vt:i4>
      </vt:variant>
    </vt:vector>
  </HeadingPairs>
  <TitlesOfParts>
    <vt:vector size="38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齐齐晨羽</dc:creator>
  <cp:lastModifiedBy>齐齐晨羽</cp:lastModifiedBy>
  <cp:revision>94</cp:revision>
  <dcterms:created xsi:type="dcterms:W3CDTF">2026-10-08T09:44:33Z</dcterms:created>
  <dcterms:modified xsi:type="dcterms:W3CDTF">2026-10-13T13:51:38Z</dcterms:modified>
</cp:coreProperties>
</file>