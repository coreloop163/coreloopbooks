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73" r:id="rId15"/>
    <p:sldId id="267" r:id="rId16"/>
    <p:sldId id="268" r:id="rId17"/>
    <p:sldId id="269" r:id="rId18"/>
    <p:sldId id="278" r:id="rId19"/>
    <p:sldId id="274" r:id="rId20"/>
    <p:sldId id="275" r:id="rId21"/>
    <p:sldId id="276" r:id="rId22"/>
    <p:sldId id="277" r:id="rId23"/>
    <p:sldId id="270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65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>
            <a:extLst>
              <a:ext uri="{FF2B5EF4-FFF2-40B4-BE49-F238E27FC236}">
                <a16:creationId xmlns:a16="http://schemas.microsoft.com/office/drawing/2014/main" id="{6FDB5C2D-2C3E-93C0-FD82-F8CEA67889F3}"/>
              </a:ext>
            </a:extLst>
          </p:cNvPr>
          <p:cNvSpPr txBox="1"/>
          <p:nvPr/>
        </p:nvSpPr>
        <p:spPr>
          <a:xfrm>
            <a:off x="3937757" y="278306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9C43ED-3AAA-94F0-F676-AC5A81298C32}"/>
              </a:ext>
            </a:extLst>
          </p:cNvPr>
          <p:cNvSpPr txBox="1"/>
          <p:nvPr/>
        </p:nvSpPr>
        <p:spPr>
          <a:xfrm>
            <a:off x="2778047" y="27567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5B18242-29DD-056F-EBDD-87A14DCCC240}"/>
              </a:ext>
            </a:extLst>
          </p:cNvPr>
          <p:cNvSpPr txBox="1"/>
          <p:nvPr/>
        </p:nvSpPr>
        <p:spPr>
          <a:xfrm>
            <a:off x="3331441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B44901-7870-69DB-505D-5493D502C1E1}"/>
              </a:ext>
            </a:extLst>
          </p:cNvPr>
          <p:cNvSpPr txBox="1"/>
          <p:nvPr/>
        </p:nvSpPr>
        <p:spPr>
          <a:xfrm>
            <a:off x="5360824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63BD97E-0768-CDC4-2F3F-DC3C6F70C5A4}"/>
              </a:ext>
            </a:extLst>
          </p:cNvPr>
          <p:cNvSpPr txBox="1"/>
          <p:nvPr/>
        </p:nvSpPr>
        <p:spPr>
          <a:xfrm>
            <a:off x="5705100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5AF3E09-2B6B-3587-ABF3-1E8968526779}"/>
              </a:ext>
            </a:extLst>
          </p:cNvPr>
          <p:cNvSpPr txBox="1"/>
          <p:nvPr/>
        </p:nvSpPr>
        <p:spPr>
          <a:xfrm>
            <a:off x="6327016" y="279878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10A91E3-9556-F8C6-D369-E574D0998064}"/>
              </a:ext>
            </a:extLst>
          </p:cNvPr>
          <p:cNvSpPr txBox="1"/>
          <p:nvPr/>
        </p:nvSpPr>
        <p:spPr>
          <a:xfrm>
            <a:off x="6645071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E94AF4-AE35-8622-1DF5-5F4C1179BF7F}"/>
              </a:ext>
            </a:extLst>
          </p:cNvPr>
          <p:cNvSpPr txBox="1"/>
          <p:nvPr/>
        </p:nvSpPr>
        <p:spPr>
          <a:xfrm>
            <a:off x="7231255" y="2802624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DDDB4C7-0EF0-E872-1A50-527D5AD7F8F7}"/>
              </a:ext>
            </a:extLst>
          </p:cNvPr>
          <p:cNvCxnSpPr>
            <a:cxnSpLocks/>
            <a:endCxn id="31" idx="1"/>
          </p:cNvCxnSpPr>
          <p:nvPr/>
        </p:nvCxnSpPr>
        <p:spPr>
          <a:xfrm flipH="1">
            <a:off x="3410554" y="295725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33F07D4-0114-412E-A2BB-A71E8E3C5F8F}"/>
              </a:ext>
            </a:extLst>
          </p:cNvPr>
          <p:cNvSpPr txBox="1"/>
          <p:nvPr/>
        </p:nvSpPr>
        <p:spPr>
          <a:xfrm>
            <a:off x="3410554" y="322757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6F3E6C1-B4C2-BBCA-45FF-C99D91C1806A}"/>
              </a:ext>
            </a:extLst>
          </p:cNvPr>
          <p:cNvCxnSpPr>
            <a:cxnSpLocks/>
          </p:cNvCxnSpPr>
          <p:nvPr/>
        </p:nvCxnSpPr>
        <p:spPr>
          <a:xfrm>
            <a:off x="3464793" y="295725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B20AEA2-FB7E-BC65-8A5A-82ED3A67DC9A}"/>
              </a:ext>
            </a:extLst>
          </p:cNvPr>
          <p:cNvSpPr txBox="1"/>
          <p:nvPr/>
        </p:nvSpPr>
        <p:spPr>
          <a:xfrm>
            <a:off x="3271425" y="32440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7A5507C-1DD6-ECCC-BBA1-EC08CB5B143F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2866772" y="296773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90E02-5A59-A4FE-4A82-0D12942DC054}"/>
              </a:ext>
            </a:extLst>
          </p:cNvPr>
          <p:cNvSpPr txBox="1"/>
          <p:nvPr/>
        </p:nvSpPr>
        <p:spPr>
          <a:xfrm>
            <a:off x="2716928" y="324105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74A245-D17F-A62F-07A4-6F1E81C87992}"/>
              </a:ext>
            </a:extLst>
          </p:cNvPr>
          <p:cNvSpPr txBox="1"/>
          <p:nvPr/>
        </p:nvSpPr>
        <p:spPr>
          <a:xfrm>
            <a:off x="2866772" y="32380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AB97AC-7962-5CE0-71DE-48AE36F2A3FC}"/>
              </a:ext>
            </a:extLst>
          </p:cNvPr>
          <p:cNvCxnSpPr>
            <a:cxnSpLocks/>
          </p:cNvCxnSpPr>
          <p:nvPr/>
        </p:nvCxnSpPr>
        <p:spPr>
          <a:xfrm>
            <a:off x="2921011" y="296773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E32F473-CA3C-EB4E-9411-3ADB4C8A9109}"/>
              </a:ext>
            </a:extLst>
          </p:cNvPr>
          <p:cNvCxnSpPr>
            <a:cxnSpLocks/>
            <a:endCxn id="40" idx="1"/>
          </p:cNvCxnSpPr>
          <p:nvPr/>
        </p:nvCxnSpPr>
        <p:spPr>
          <a:xfrm flipH="1">
            <a:off x="4022338" y="293545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887BF02E-A865-C5B7-A43E-65B73E310AA8}"/>
              </a:ext>
            </a:extLst>
          </p:cNvPr>
          <p:cNvSpPr txBox="1"/>
          <p:nvPr/>
        </p:nvSpPr>
        <p:spPr>
          <a:xfrm>
            <a:off x="3872494" y="320876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AD171F2-E81E-8588-FA0E-EE2BD4A2D141}"/>
              </a:ext>
            </a:extLst>
          </p:cNvPr>
          <p:cNvSpPr txBox="1"/>
          <p:nvPr/>
        </p:nvSpPr>
        <p:spPr>
          <a:xfrm>
            <a:off x="4022338" y="320576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8BA6931-D546-DF5E-CB61-521C0F2E5B5B}"/>
              </a:ext>
            </a:extLst>
          </p:cNvPr>
          <p:cNvCxnSpPr>
            <a:cxnSpLocks/>
          </p:cNvCxnSpPr>
          <p:nvPr/>
        </p:nvCxnSpPr>
        <p:spPr>
          <a:xfrm>
            <a:off x="4076577" y="293545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0874E38-37D9-FF19-68B5-3F9CDAB58A22}"/>
              </a:ext>
            </a:extLst>
          </p:cNvPr>
          <p:cNvSpPr txBox="1"/>
          <p:nvPr/>
        </p:nvSpPr>
        <p:spPr>
          <a:xfrm>
            <a:off x="6953615" y="280262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544E3A9-F2FB-0CE2-DDA4-82D14D6B6A0F}"/>
              </a:ext>
            </a:extLst>
          </p:cNvPr>
          <p:cNvSpPr txBox="1"/>
          <p:nvPr/>
        </p:nvSpPr>
        <p:spPr>
          <a:xfrm>
            <a:off x="6016419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2" name="左大括号 61">
            <a:extLst>
              <a:ext uri="{FF2B5EF4-FFF2-40B4-BE49-F238E27FC236}">
                <a16:creationId xmlns:a16="http://schemas.microsoft.com/office/drawing/2014/main" id="{94B7B801-A9CB-6469-854C-B160692C0AD6}"/>
              </a:ext>
            </a:extLst>
          </p:cNvPr>
          <p:cNvSpPr/>
          <p:nvPr/>
        </p:nvSpPr>
        <p:spPr>
          <a:xfrm>
            <a:off x="2310679" y="612603"/>
            <a:ext cx="346148" cy="1954922"/>
          </a:xfrm>
          <a:prstGeom prst="leftBrace">
            <a:avLst>
              <a:gd name="adj1" fmla="val 38263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B27E2D1-C5E2-5742-A835-6469B39F49CB}"/>
              </a:ext>
            </a:extLst>
          </p:cNvPr>
          <p:cNvSpPr txBox="1"/>
          <p:nvPr/>
        </p:nvSpPr>
        <p:spPr>
          <a:xfrm>
            <a:off x="1202683" y="153827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前五层满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9A77D40-6F39-91EC-FA50-F12BBFEB68D5}"/>
              </a:ext>
            </a:extLst>
          </p:cNvPr>
          <p:cNvSpPr txBox="1"/>
          <p:nvPr/>
        </p:nvSpPr>
        <p:spPr>
          <a:xfrm>
            <a:off x="4571632" y="283643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5DB421C-C852-EBF3-F60A-5BC0484EEA5B}"/>
              </a:ext>
            </a:extLst>
          </p:cNvPr>
          <p:cNvSpPr txBox="1"/>
          <p:nvPr/>
        </p:nvSpPr>
        <p:spPr>
          <a:xfrm>
            <a:off x="593453" y="278306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第六层（也是满的）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E0CF29B-F6FB-45F6-7F5E-5B4A6FE03A28}"/>
              </a:ext>
            </a:extLst>
          </p:cNvPr>
          <p:cNvSpPr txBox="1"/>
          <p:nvPr/>
        </p:nvSpPr>
        <p:spPr>
          <a:xfrm>
            <a:off x="1746642" y="325835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第七层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9C0B37A-EE50-23E0-5810-07B84F936800}"/>
              </a:ext>
            </a:extLst>
          </p:cNvPr>
          <p:cNvSpPr txBox="1"/>
          <p:nvPr/>
        </p:nvSpPr>
        <p:spPr>
          <a:xfrm>
            <a:off x="7575531" y="2797477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9" name="左大括号 68">
            <a:extLst>
              <a:ext uri="{FF2B5EF4-FFF2-40B4-BE49-F238E27FC236}">
                <a16:creationId xmlns:a16="http://schemas.microsoft.com/office/drawing/2014/main" id="{9A29E390-ACBA-B6F0-1638-144F184FC792}"/>
              </a:ext>
            </a:extLst>
          </p:cNvPr>
          <p:cNvSpPr/>
          <p:nvPr/>
        </p:nvSpPr>
        <p:spPr>
          <a:xfrm rot="16200000">
            <a:off x="6515369" y="2086461"/>
            <a:ext cx="183258" cy="2336220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3795A6-49C5-23EF-4EA7-8F3EF7F63D9D}"/>
              </a:ext>
            </a:extLst>
          </p:cNvPr>
          <p:cNvSpPr txBox="1"/>
          <p:nvPr/>
        </p:nvSpPr>
        <p:spPr>
          <a:xfrm>
            <a:off x="5383158" y="3427630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r>
              <a:rPr lang="zh-CN" altLang="en-US" sz="1600"/>
              <a:t>个叶节点，一定在最右边</a:t>
            </a:r>
          </a:p>
        </p:txBody>
      </p:sp>
      <p:sp>
        <p:nvSpPr>
          <p:cNvPr id="73" name="云形 72">
            <a:extLst>
              <a:ext uri="{FF2B5EF4-FFF2-40B4-BE49-F238E27FC236}">
                <a16:creationId xmlns:a16="http://schemas.microsoft.com/office/drawing/2014/main" id="{505C86E6-F75D-479B-461D-112D3CA2FE7F}"/>
              </a:ext>
            </a:extLst>
          </p:cNvPr>
          <p:cNvSpPr/>
          <p:nvPr/>
        </p:nvSpPr>
        <p:spPr>
          <a:xfrm>
            <a:off x="2994568" y="286610"/>
            <a:ext cx="3809203" cy="2367750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08FAA9-CB94-24C7-06FB-C779C49D023B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3470261" y="2180146"/>
            <a:ext cx="400860" cy="60292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D1C45F8-836C-EAEF-4C7E-912B95B5A242}"/>
              </a:ext>
            </a:extLst>
          </p:cNvPr>
          <p:cNvCxnSpPr>
            <a:cxnSpLocks/>
          </p:cNvCxnSpPr>
          <p:nvPr/>
        </p:nvCxnSpPr>
        <p:spPr>
          <a:xfrm>
            <a:off x="6081086" y="2180146"/>
            <a:ext cx="523570" cy="65629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左大括号 83">
            <a:extLst>
              <a:ext uri="{FF2B5EF4-FFF2-40B4-BE49-F238E27FC236}">
                <a16:creationId xmlns:a16="http://schemas.microsoft.com/office/drawing/2014/main" id="{F91FC4B6-1F24-ABBC-4A83-53E9B3FCE9EB}"/>
              </a:ext>
            </a:extLst>
          </p:cNvPr>
          <p:cNvSpPr/>
          <p:nvPr/>
        </p:nvSpPr>
        <p:spPr>
          <a:xfrm rot="16200000">
            <a:off x="3762227" y="2730282"/>
            <a:ext cx="222454" cy="2051431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FA3EA53-237D-1E43-17AB-912D18219572}"/>
              </a:ext>
            </a:extLst>
          </p:cNvPr>
          <p:cNvSpPr txBox="1"/>
          <p:nvPr/>
        </p:nvSpPr>
        <p:spPr>
          <a:xfrm>
            <a:off x="2916866" y="4003804"/>
            <a:ext cx="1982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第六层的前</a:t>
            </a:r>
            <a:r>
              <a:rPr lang="en-US" altLang="zh-CN" sz="1400"/>
              <a:t>24</a:t>
            </a:r>
            <a:r>
              <a:rPr lang="zh-CN" altLang="en-US" sz="1400"/>
              <a:t>个节点均有</a:t>
            </a:r>
            <a:r>
              <a:rPr lang="en-US" altLang="zh-CN" sz="1400"/>
              <a:t>2</a:t>
            </a:r>
            <a:r>
              <a:rPr lang="zh-CN" altLang="en-US" sz="1400"/>
              <a:t>个孩子，因此第七层最大达到</a:t>
            </a:r>
            <a:r>
              <a:rPr lang="en-US" altLang="zh-CN" sz="1400"/>
              <a:t>48</a:t>
            </a:r>
            <a:r>
              <a:rPr lang="zh-CN" altLang="en-US" sz="1400"/>
              <a:t>个节点</a:t>
            </a:r>
          </a:p>
        </p:txBody>
      </p:sp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399D-A98F-1005-2142-5F770FDC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4550DD3-A723-F089-6F02-5EE0865B7972}"/>
              </a:ext>
            </a:extLst>
          </p:cNvPr>
          <p:cNvSpPr/>
          <p:nvPr/>
        </p:nvSpPr>
        <p:spPr>
          <a:xfrm>
            <a:off x="5014879" y="2159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0D7E922-B173-FEFB-6E48-8B7D48AA7A32}"/>
              </a:ext>
            </a:extLst>
          </p:cNvPr>
          <p:cNvSpPr/>
          <p:nvPr/>
        </p:nvSpPr>
        <p:spPr>
          <a:xfrm>
            <a:off x="4501374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BC4FE86-342D-AD4A-B82E-F6CA3E125FF2}"/>
              </a:ext>
            </a:extLst>
          </p:cNvPr>
          <p:cNvSpPr/>
          <p:nvPr/>
        </p:nvSpPr>
        <p:spPr>
          <a:xfrm>
            <a:off x="5515622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D2E41C3-0531-4D72-65F7-B0DF3DAB9669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4785887" y="244402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CC91B9-C8A1-509B-728D-08C01205438D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5299392" y="2444027"/>
            <a:ext cx="265045" cy="3401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2109DC29-3957-630D-8A01-A974DFC19538}"/>
              </a:ext>
            </a:extLst>
          </p:cNvPr>
          <p:cNvSpPr/>
          <p:nvPr/>
        </p:nvSpPr>
        <p:spPr>
          <a:xfrm>
            <a:off x="7532750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B19284C-C95F-487C-F7CD-9E053B99D8AA}"/>
              </a:ext>
            </a:extLst>
          </p:cNvPr>
          <p:cNvSpPr/>
          <p:nvPr/>
        </p:nvSpPr>
        <p:spPr>
          <a:xfrm>
            <a:off x="7019245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58CA6A0-B72F-1679-3E38-9B9FD0927B43}"/>
              </a:ext>
            </a:extLst>
          </p:cNvPr>
          <p:cNvSpPr/>
          <p:nvPr/>
        </p:nvSpPr>
        <p:spPr>
          <a:xfrm>
            <a:off x="8033493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FED499-2EE0-70AB-8530-40031005EF89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7303758" y="2441413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D92B66-EAB2-FB46-796A-6F01E5C107BF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817263" y="2441413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90FDA3A-42A7-062D-785C-A66377D14945}"/>
              </a:ext>
            </a:extLst>
          </p:cNvPr>
          <p:cNvSpPr/>
          <p:nvPr/>
        </p:nvSpPr>
        <p:spPr>
          <a:xfrm>
            <a:off x="6488456" y="33355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A7835DE-44DE-30BB-F680-C38654CD9084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6772969" y="3017228"/>
            <a:ext cx="295091" cy="36713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ECC96A-5565-B94E-1D12-A4BEF1C2AD1E}"/>
              </a:ext>
            </a:extLst>
          </p:cNvPr>
          <p:cNvSpPr/>
          <p:nvPr/>
        </p:nvSpPr>
        <p:spPr>
          <a:xfrm>
            <a:off x="9959226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C34110DE-7D94-7222-B4A9-D3B650FA06B2}"/>
              </a:ext>
            </a:extLst>
          </p:cNvPr>
          <p:cNvSpPr/>
          <p:nvPr/>
        </p:nvSpPr>
        <p:spPr>
          <a:xfrm>
            <a:off x="9309099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6CF8F56-8EED-231E-576F-3F7C08AFE0E6}"/>
              </a:ext>
            </a:extLst>
          </p:cNvPr>
          <p:cNvSpPr/>
          <p:nvPr/>
        </p:nvSpPr>
        <p:spPr>
          <a:xfrm>
            <a:off x="10608275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0A38322-C324-0BF4-ECDD-48477E9B3A8F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9593612" y="2441413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46827FB1-87F5-1BDA-DAEC-431403854470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10243739" y="2441413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420F98E1-2A9D-AADD-37A4-0A4D04B42335}"/>
              </a:ext>
            </a:extLst>
          </p:cNvPr>
          <p:cNvSpPr/>
          <p:nvPr/>
        </p:nvSpPr>
        <p:spPr>
          <a:xfrm>
            <a:off x="8836537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EF3B44A-E6A2-1EC0-8AF4-05AE4C722270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9121050" y="2987569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CDEA2770-DE27-4F02-89FD-1E500ECEB1F1}"/>
              </a:ext>
            </a:extLst>
          </p:cNvPr>
          <p:cNvSpPr/>
          <p:nvPr/>
        </p:nvSpPr>
        <p:spPr>
          <a:xfrm>
            <a:off x="7418135" y="33412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1F8E4B0C-CE0F-4FEB-17C7-E5A2C615D949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7303758" y="3017228"/>
            <a:ext cx="281041" cy="32399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194E2476-5DDC-F3F4-A37A-CB343675DA44}"/>
              </a:ext>
            </a:extLst>
          </p:cNvPr>
          <p:cNvSpPr/>
          <p:nvPr/>
        </p:nvSpPr>
        <p:spPr>
          <a:xfrm>
            <a:off x="965217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28C96B9-31EE-1BB6-DFFF-E22ECEB0E86E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9593612" y="2987569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9F35F3BB-8A49-EFE5-2A81-BB562DB00263}"/>
              </a:ext>
            </a:extLst>
          </p:cNvPr>
          <p:cNvSpPr/>
          <p:nvPr/>
        </p:nvSpPr>
        <p:spPr>
          <a:xfrm>
            <a:off x="1031212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B804F0E9-D24E-15C6-25C0-CB8E88A04772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10478787" y="2987569"/>
            <a:ext cx="178303" cy="33523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04F2545-F007-59F7-5B92-F42B4E8B64B9}"/>
              </a:ext>
            </a:extLst>
          </p:cNvPr>
          <p:cNvSpPr/>
          <p:nvPr/>
        </p:nvSpPr>
        <p:spPr>
          <a:xfrm>
            <a:off x="980623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01E8753-3202-653C-F959-8B67008EEE5D}"/>
              </a:ext>
            </a:extLst>
          </p:cNvPr>
          <p:cNvSpPr/>
          <p:nvPr/>
        </p:nvSpPr>
        <p:spPr>
          <a:xfrm>
            <a:off x="2997751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57278EA-AA0D-763B-6894-91064554C223}"/>
              </a:ext>
            </a:extLst>
          </p:cNvPr>
          <p:cNvSpPr/>
          <p:nvPr/>
        </p:nvSpPr>
        <p:spPr>
          <a:xfrm>
            <a:off x="2484246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9B87D29-9112-DDEF-C20D-5796BE035907}"/>
              </a:ext>
            </a:extLst>
          </p:cNvPr>
          <p:cNvCxnSpPr>
            <a:stCxn id="10" idx="3"/>
            <a:endCxn id="17" idx="7"/>
          </p:cNvCxnSpPr>
          <p:nvPr/>
        </p:nvCxnSpPr>
        <p:spPr>
          <a:xfrm flipH="1">
            <a:off x="2768759" y="2441413"/>
            <a:ext cx="277807" cy="340117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4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A5437-8154-D68C-5D3E-C9918B79E430}"/>
              </a:ext>
            </a:extLst>
          </p:cNvPr>
          <p:cNvSpPr/>
          <p:nvPr/>
        </p:nvSpPr>
        <p:spPr>
          <a:xfrm>
            <a:off x="8318311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2B4B191-E28F-5DF9-A159-0E267E33F298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p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3E56719-D1FC-E787-7FFF-7145E5041EEE}"/>
              </a:ext>
            </a:extLst>
          </p:cNvPr>
          <p:cNvSpPr/>
          <p:nvPr/>
        </p:nvSpPr>
        <p:spPr>
          <a:xfrm>
            <a:off x="9817535" y="16268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7D9903E-9712-768E-D466-C76B854CFBDC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6920438" y="1479686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2D3D5A0-F7AD-26C4-748D-A486BB63C9FC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8602824" y="1479686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FF34C33-A2CA-AC30-A552-F63191863F4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EE2BFD-6D94-E0FE-FD5C-7FE002BA773B}"/>
              </a:ext>
            </a:extLst>
          </p:cNvPr>
          <p:cNvSpPr/>
          <p:nvPr/>
        </p:nvSpPr>
        <p:spPr>
          <a:xfrm>
            <a:off x="10469958" y="22244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8CA3B8-DFB4-75F8-38AF-FFC6DDF8060F}"/>
              </a:ext>
            </a:extLst>
          </p:cNvPr>
          <p:cNvSpPr/>
          <p:nvPr/>
        </p:nvSpPr>
        <p:spPr>
          <a:xfrm>
            <a:off x="3314813" y="24654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489726-E87B-4014-6FFB-3635D5E54823}"/>
              </a:ext>
            </a:extLst>
          </p:cNvPr>
          <p:cNvSpPr/>
          <p:nvPr/>
        </p:nvSpPr>
        <p:spPr>
          <a:xfrm>
            <a:off x="10023259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0B838DC-7A68-0C06-5B09-61C0EBBEF5A7}"/>
              </a:ext>
            </a:extLst>
          </p:cNvPr>
          <p:cNvSpPr/>
          <p:nvPr/>
        </p:nvSpPr>
        <p:spPr>
          <a:xfrm>
            <a:off x="10951155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A5D44-8FED-DADC-B94F-11394AC4C7F7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7FE8D77-B7BC-869B-7BCD-19BCB689149D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10102048" y="1911362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A4FB2B-93A1-F631-DFFC-C2102684434A}"/>
              </a:ext>
            </a:extLst>
          </p:cNvPr>
          <p:cNvCxnSpPr>
            <a:cxnSpLocks/>
            <a:stCxn id="17" idx="5"/>
            <a:endCxn id="9" idx="0"/>
          </p:cNvCxnSpPr>
          <p:nvPr/>
        </p:nvCxnSpPr>
        <p:spPr>
          <a:xfrm>
            <a:off x="3043104" y="2087017"/>
            <a:ext cx="438373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98DE732-1FBD-F457-3A77-2ED83A10AB75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10189923" y="2508932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037CE08-5F70-9D67-FABE-B1360C630F10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10754471" y="2508932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AFADFB61-84CF-A181-DF64-E439AAAFA187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97D681F-615E-9AF1-6056-624E709604FB}"/>
              </a:ext>
            </a:extLst>
          </p:cNvPr>
          <p:cNvSpPr/>
          <p:nvPr/>
        </p:nvSpPr>
        <p:spPr>
          <a:xfrm>
            <a:off x="2041137" y="246692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BE00D2-E6DF-B0B8-10E4-D0432B8C3249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79144F-B9C0-29B7-89EA-6CB0A5D8DA35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2325650" y="2087017"/>
            <a:ext cx="481756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BCFC9C5A-7DC9-AD15-C2FB-E0824F2BE004}"/>
              </a:ext>
            </a:extLst>
          </p:cNvPr>
          <p:cNvSpPr/>
          <p:nvPr/>
        </p:nvSpPr>
        <p:spPr>
          <a:xfrm>
            <a:off x="3713927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r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8FB1153-3916-40D6-327D-199F62256A74}"/>
              </a:ext>
            </a:extLst>
          </p:cNvPr>
          <p:cNvSpPr/>
          <p:nvPr/>
        </p:nvSpPr>
        <p:spPr>
          <a:xfrm>
            <a:off x="2876440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2F731FAF-A153-5872-A0D6-70CB905B2061}"/>
              </a:ext>
            </a:extLst>
          </p:cNvPr>
          <p:cNvSpPr/>
          <p:nvPr/>
        </p:nvSpPr>
        <p:spPr>
          <a:xfrm>
            <a:off x="5062985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46912A3-CB1B-6C8C-B31F-11165D12ED68}"/>
              </a:ext>
            </a:extLst>
          </p:cNvPr>
          <p:cNvCxnSpPr>
            <a:cxnSpLocks/>
            <a:stCxn id="9" idx="3"/>
            <a:endCxn id="31" idx="0"/>
          </p:cNvCxnSpPr>
          <p:nvPr/>
        </p:nvCxnSpPr>
        <p:spPr>
          <a:xfrm flipH="1">
            <a:off x="3043104" y="2749935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E73BB94-733D-394F-86E0-9D1AD9F611A0}"/>
              </a:ext>
            </a:extLst>
          </p:cNvPr>
          <p:cNvCxnSpPr>
            <a:stCxn id="9" idx="5"/>
            <a:endCxn id="29" idx="0"/>
          </p:cNvCxnSpPr>
          <p:nvPr/>
        </p:nvCxnSpPr>
        <p:spPr>
          <a:xfrm>
            <a:off x="3599326" y="2749935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6F32C73-4CF6-FC18-734A-3F127F1559A2}"/>
              </a:ext>
            </a:extLst>
          </p:cNvPr>
          <p:cNvCxnSpPr>
            <a:stCxn id="7" idx="5"/>
            <a:endCxn id="33" idx="1"/>
          </p:cNvCxnSpPr>
          <p:nvPr/>
        </p:nvCxnSpPr>
        <p:spPr>
          <a:xfrm>
            <a:off x="4773389" y="2087017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A08A87F-5D89-34EA-3BEE-9E5FB1699B48}"/>
              </a:ext>
            </a:extLst>
          </p:cNvPr>
          <p:cNvSpPr/>
          <p:nvPr/>
        </p:nvSpPr>
        <p:spPr>
          <a:xfrm>
            <a:off x="11535998" y="36253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s</a:t>
            </a:r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5A846AB-D259-CD01-FC6A-79239B6C86E2}"/>
              </a:ext>
            </a:extLst>
          </p:cNvPr>
          <p:cNvCxnSpPr>
            <a:stCxn id="11" idx="5"/>
            <a:endCxn id="44" idx="1"/>
          </p:cNvCxnSpPr>
          <p:nvPr/>
        </p:nvCxnSpPr>
        <p:spPr>
          <a:xfrm>
            <a:off x="11235668" y="3204885"/>
            <a:ext cx="349145" cy="469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042DD8-BDFA-797F-D7FC-A03D6604C9AA}"/>
              </a:ext>
            </a:extLst>
          </p:cNvPr>
          <p:cNvSpPr/>
          <p:nvPr/>
        </p:nvSpPr>
        <p:spPr>
          <a:xfrm>
            <a:off x="4380583" y="650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5874811-4A3F-AB90-97E3-E93A941906C5}"/>
              </a:ext>
            </a:extLst>
          </p:cNvPr>
          <p:cNvSpPr/>
          <p:nvPr/>
        </p:nvSpPr>
        <p:spPr>
          <a:xfrm>
            <a:off x="5155532" y="12574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044B52-4243-7ECA-F535-1254808538B7}"/>
              </a:ext>
            </a:extLst>
          </p:cNvPr>
          <p:cNvSpPr/>
          <p:nvPr/>
        </p:nvSpPr>
        <p:spPr>
          <a:xfrm>
            <a:off x="3981469" y="19203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8635EA-B543-95F4-5B41-0BAF3B97B14B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4665096" y="934649"/>
            <a:ext cx="539251" cy="3716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C9009AF-E7CB-3B8F-F4B8-52F0EFE1EE4D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3714708" y="154198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CEFBAAD3-0E2E-F29E-3809-3CD00AE5A9DB}"/>
              </a:ext>
            </a:extLst>
          </p:cNvPr>
          <p:cNvSpPr/>
          <p:nvPr/>
        </p:nvSpPr>
        <p:spPr>
          <a:xfrm>
            <a:off x="3430195" y="125746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ADE46A9-CAF0-87D3-4A5A-AD7CE88C82A3}"/>
              </a:ext>
            </a:extLst>
          </p:cNvPr>
          <p:cNvSpPr/>
          <p:nvPr/>
        </p:nvSpPr>
        <p:spPr>
          <a:xfrm>
            <a:off x="2707793" y="192188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4AE81F-A28E-37C1-3601-4125B29E39A4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3714708" y="934649"/>
            <a:ext cx="714690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5310FDC-887C-692C-4382-C10743D9B2B3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992306" y="154198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BA6FA42-1E36-1209-BE61-2DF26AD47FE2}"/>
              </a:ext>
            </a:extLst>
          </p:cNvPr>
          <p:cNvSpPr/>
          <p:nvPr/>
        </p:nvSpPr>
        <p:spPr>
          <a:xfrm>
            <a:off x="4380583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FB939A6-2C34-ED34-4178-0B22CA2D81F4}"/>
              </a:ext>
            </a:extLst>
          </p:cNvPr>
          <p:cNvSpPr/>
          <p:nvPr/>
        </p:nvSpPr>
        <p:spPr>
          <a:xfrm>
            <a:off x="3543096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A52E561-FA27-4B41-1E40-0E1A11E6893B}"/>
              </a:ext>
            </a:extLst>
          </p:cNvPr>
          <p:cNvSpPr/>
          <p:nvPr/>
        </p:nvSpPr>
        <p:spPr>
          <a:xfrm>
            <a:off x="5729641" y="19534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69100E-401C-2A7D-3CF1-DE8F3B8FA59D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3709760" y="2204898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5BA6AF8-727A-B663-EBF8-5FCC15FEE36C}"/>
              </a:ext>
            </a:extLst>
          </p:cNvPr>
          <p:cNvCxnSpPr>
            <a:stCxn id="4" idx="5"/>
            <a:endCxn id="11" idx="0"/>
          </p:cNvCxnSpPr>
          <p:nvPr/>
        </p:nvCxnSpPr>
        <p:spPr>
          <a:xfrm>
            <a:off x="4265982" y="2204898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241C900-6BF5-8305-3DA5-C940614BDB33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5440045" y="1541980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C5DD719-D858-D88C-221E-9C8A7B9C0A8E}"/>
              </a:ext>
            </a:extLst>
          </p:cNvPr>
          <p:cNvSpPr/>
          <p:nvPr/>
        </p:nvSpPr>
        <p:spPr>
          <a:xfrm>
            <a:off x="2143988" y="265836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AB6FA1C-0ED9-1347-EDBE-3DBE22EBD4BE}"/>
              </a:ext>
            </a:extLst>
          </p:cNvPr>
          <p:cNvCxnSpPr>
            <a:stCxn id="8" idx="3"/>
            <a:endCxn id="18" idx="0"/>
          </p:cNvCxnSpPr>
          <p:nvPr/>
        </p:nvCxnSpPr>
        <p:spPr>
          <a:xfrm flipH="1">
            <a:off x="2310652" y="2206402"/>
            <a:ext cx="445956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0A15CA8-3FA6-401A-CAE7-220BCF43D125}"/>
              </a:ext>
            </a:extLst>
          </p:cNvPr>
          <p:cNvSpPr txBox="1"/>
          <p:nvPr/>
        </p:nvSpPr>
        <p:spPr>
          <a:xfrm>
            <a:off x="5696571" y="19534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FF7180F-8BB5-BD96-3700-F5CC4FA8E4E0}"/>
              </a:ext>
            </a:extLst>
          </p:cNvPr>
          <p:cNvSpPr/>
          <p:nvPr/>
        </p:nvSpPr>
        <p:spPr>
          <a:xfrm>
            <a:off x="5237417" y="26531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C3C28D6-181E-1C71-5E40-1A61F0DDDD45}"/>
              </a:ext>
            </a:extLst>
          </p:cNvPr>
          <p:cNvSpPr txBox="1"/>
          <p:nvPr/>
        </p:nvSpPr>
        <p:spPr>
          <a:xfrm>
            <a:off x="5204347" y="2653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64117FA-587D-8A9C-CEB5-6F036A63991E}"/>
              </a:ext>
            </a:extLst>
          </p:cNvPr>
          <p:cNvCxnSpPr>
            <a:endCxn id="31" idx="0"/>
          </p:cNvCxnSpPr>
          <p:nvPr/>
        </p:nvCxnSpPr>
        <p:spPr>
          <a:xfrm flipH="1">
            <a:off x="5404081" y="2253713"/>
            <a:ext cx="374375" cy="3994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C1CF62-E81E-38B3-498E-D1DF7C43C55F}"/>
              </a:ext>
            </a:extLst>
          </p:cNvPr>
          <p:cNvSpPr txBox="1"/>
          <p:nvPr/>
        </p:nvSpPr>
        <p:spPr>
          <a:xfrm>
            <a:off x="318378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BB6293-F9FA-64C0-0EB2-4D8DF135A151}"/>
              </a:ext>
            </a:extLst>
          </p:cNvPr>
          <p:cNvSpPr txBox="1"/>
          <p:nvPr/>
        </p:nvSpPr>
        <p:spPr>
          <a:xfrm>
            <a:off x="4107197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D02162-3213-08F4-1F42-16D615B798EE}"/>
              </a:ext>
            </a:extLst>
          </p:cNvPr>
          <p:cNvSpPr txBox="1"/>
          <p:nvPr/>
        </p:nvSpPr>
        <p:spPr>
          <a:xfrm>
            <a:off x="4967449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A6A3E-2A75-0F10-F7CF-235D31E6F2FD}"/>
              </a:ext>
            </a:extLst>
          </p:cNvPr>
          <p:cNvSpPr txBox="1"/>
          <p:nvPr/>
        </p:nvSpPr>
        <p:spPr>
          <a:xfrm>
            <a:off x="578950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E8E1711-4CA1-6001-0C24-033F555EA0E2}"/>
              </a:ext>
            </a:extLst>
          </p:cNvPr>
          <p:cNvSpPr txBox="1"/>
          <p:nvPr/>
        </p:nvSpPr>
        <p:spPr>
          <a:xfrm>
            <a:off x="6760308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AC8936-31F2-0339-FA73-DE67B0DD5939}"/>
              </a:ext>
            </a:extLst>
          </p:cNvPr>
          <p:cNvSpPr txBox="1"/>
          <p:nvPr/>
        </p:nvSpPr>
        <p:spPr>
          <a:xfrm>
            <a:off x="3638736" y="14279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C234FB0-D623-313D-E6FF-517E7FEAA2D1}"/>
              </a:ext>
            </a:extLst>
          </p:cNvPr>
          <p:cNvSpPr txBox="1"/>
          <p:nvPr/>
        </p:nvSpPr>
        <p:spPr>
          <a:xfrm>
            <a:off x="4341428" y="20765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3A1054-0C76-2034-81A8-2B50E7CEA703}"/>
              </a:ext>
            </a:extLst>
          </p:cNvPr>
          <p:cNvSpPr txBox="1"/>
          <p:nvPr/>
        </p:nvSpPr>
        <p:spPr>
          <a:xfrm>
            <a:off x="5071145" y="284792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922D55C-42F6-584F-B0BF-A134395FBFFE}"/>
              </a:ext>
            </a:extLst>
          </p:cNvPr>
          <p:cNvSpPr txBox="1"/>
          <p:nvPr/>
        </p:nvSpPr>
        <p:spPr>
          <a:xfrm>
            <a:off x="5881839" y="352697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1E27E1-CCE9-AE70-BD35-DDC89264E8D7}"/>
              </a:ext>
            </a:extLst>
          </p:cNvPr>
          <p:cNvCxnSpPr>
            <a:stCxn id="2" idx="2"/>
            <a:endCxn id="7" idx="0"/>
          </p:cNvCxnSpPr>
          <p:nvPr/>
        </p:nvCxnSpPr>
        <p:spPr>
          <a:xfrm>
            <a:off x="3337033" y="981935"/>
            <a:ext cx="454950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9B4ADD0-ED6E-D39D-466D-C6C59CFE34F0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3791983" y="981935"/>
            <a:ext cx="468461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52ECD33-9732-D256-9C53-7561D1213F8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791983" y="1797236"/>
            <a:ext cx="763606" cy="2793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45580B9-E779-6869-813F-CF3563815E98}"/>
              </a:ext>
            </a:extLst>
          </p:cNvPr>
          <p:cNvCxnSpPr>
            <a:stCxn id="4" idx="2"/>
            <a:endCxn id="8" idx="0"/>
          </p:cNvCxnSpPr>
          <p:nvPr/>
        </p:nvCxnSpPr>
        <p:spPr>
          <a:xfrm flipH="1">
            <a:off x="4555589" y="981935"/>
            <a:ext cx="565107" cy="10946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588F5FD-06C6-EFB4-8F36-BBC984A55C1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4555589" y="2445876"/>
            <a:ext cx="729717" cy="402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182FC8-7F7D-9A53-F2BC-E27473B0C4BC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5285306" y="981935"/>
            <a:ext cx="657447" cy="18659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2D6A8-B47E-70E1-0212-DBE6DB60478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285306" y="3217260"/>
            <a:ext cx="810694" cy="3097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E9FC23CC-38CD-D232-1264-3B0CC4939683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6096000" y="981935"/>
            <a:ext cx="817555" cy="25450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3861-C13D-4041-6525-58DCBD9BB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076475-9052-4453-F46B-79106D6D9CD0}"/>
              </a:ext>
            </a:extLst>
          </p:cNvPr>
          <p:cNvSpPr txBox="1"/>
          <p:nvPr/>
        </p:nvSpPr>
        <p:spPr>
          <a:xfrm>
            <a:off x="3906459" y="6531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FB5C4A-AD3B-B723-F170-D536798EAAA4}"/>
              </a:ext>
            </a:extLst>
          </p:cNvPr>
          <p:cNvSpPr txBox="1"/>
          <p:nvPr/>
        </p:nvSpPr>
        <p:spPr>
          <a:xfrm>
            <a:off x="3201961" y="6531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D3D8B6-6AA1-6868-C910-27378FBA4046}"/>
              </a:ext>
            </a:extLst>
          </p:cNvPr>
          <p:cNvSpPr txBox="1"/>
          <p:nvPr/>
        </p:nvSpPr>
        <p:spPr>
          <a:xfrm>
            <a:off x="1532259" y="6531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C75085-612E-AE73-E5D8-CFAD84EE2435}"/>
              </a:ext>
            </a:extLst>
          </p:cNvPr>
          <p:cNvSpPr txBox="1"/>
          <p:nvPr/>
        </p:nvSpPr>
        <p:spPr>
          <a:xfrm>
            <a:off x="2430837" y="6531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9DFA95-C68B-EE1E-3F03-BF0F88FADA0C}"/>
              </a:ext>
            </a:extLst>
          </p:cNvPr>
          <p:cNvSpPr txBox="1"/>
          <p:nvPr/>
        </p:nvSpPr>
        <p:spPr>
          <a:xfrm>
            <a:off x="4554433" y="6531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F01590C-6C42-A69F-772B-DE59240836B8}"/>
              </a:ext>
            </a:extLst>
          </p:cNvPr>
          <p:cNvSpPr txBox="1"/>
          <p:nvPr/>
        </p:nvSpPr>
        <p:spPr>
          <a:xfrm>
            <a:off x="2005023" y="15089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1B5B3D3-1D0C-D2BB-D0D9-FADB8D810041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1685506" y="1022475"/>
            <a:ext cx="47276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B80500-B21E-9464-E6DA-DCB8807B6C8E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2158270" y="1022475"/>
            <a:ext cx="42581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BD90FFE-3A16-6568-2729-525509D88406}"/>
              </a:ext>
            </a:extLst>
          </p:cNvPr>
          <p:cNvSpPr txBox="1"/>
          <p:nvPr/>
        </p:nvSpPr>
        <p:spPr>
          <a:xfrm>
            <a:off x="3163609" y="310915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C620E4F-6970-E28C-0578-C70451132532}"/>
              </a:ext>
            </a:extLst>
          </p:cNvPr>
          <p:cNvSpPr txBox="1"/>
          <p:nvPr/>
        </p:nvSpPr>
        <p:spPr>
          <a:xfrm>
            <a:off x="4122103" y="15089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082B7DD-8C83-A444-6056-6C327932178F}"/>
              </a:ext>
            </a:extLst>
          </p:cNvPr>
          <p:cNvCxnSpPr>
            <a:cxnSpLocks/>
            <a:stCxn id="2" idx="2"/>
            <a:endCxn id="109" idx="0"/>
          </p:cNvCxnSpPr>
          <p:nvPr/>
        </p:nvCxnSpPr>
        <p:spPr>
          <a:xfrm>
            <a:off x="4059706" y="1022475"/>
            <a:ext cx="21564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9D3E03DC-2AC6-2E71-13B1-67692C7FC313}"/>
              </a:ext>
            </a:extLst>
          </p:cNvPr>
          <p:cNvCxnSpPr>
            <a:cxnSpLocks/>
            <a:stCxn id="6" idx="2"/>
            <a:endCxn id="109" idx="0"/>
          </p:cNvCxnSpPr>
          <p:nvPr/>
        </p:nvCxnSpPr>
        <p:spPr>
          <a:xfrm flipH="1">
            <a:off x="4275350" y="1022475"/>
            <a:ext cx="432330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AE49E42-C6D7-9868-E2E5-F9389D698AD8}"/>
              </a:ext>
            </a:extLst>
          </p:cNvPr>
          <p:cNvSpPr txBox="1"/>
          <p:nvPr/>
        </p:nvSpPr>
        <p:spPr>
          <a:xfrm>
            <a:off x="2648607" y="221167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2D8D8DCB-8E00-E2D2-6FB5-71E8DB1B2C45}"/>
              </a:ext>
            </a:extLst>
          </p:cNvPr>
          <p:cNvCxnSpPr>
            <a:cxnSpLocks/>
            <a:stCxn id="11" idx="2"/>
            <a:endCxn id="116" idx="0"/>
          </p:cNvCxnSpPr>
          <p:nvPr/>
        </p:nvCxnSpPr>
        <p:spPr>
          <a:xfrm>
            <a:off x="2158270" y="1878316"/>
            <a:ext cx="704498" cy="333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E58A279-524E-5DC1-D620-9E8FBEE90EFB}"/>
              </a:ext>
            </a:extLst>
          </p:cNvPr>
          <p:cNvCxnSpPr>
            <a:cxnSpLocks/>
            <a:stCxn id="3" idx="2"/>
            <a:endCxn id="116" idx="0"/>
          </p:cNvCxnSpPr>
          <p:nvPr/>
        </p:nvCxnSpPr>
        <p:spPr>
          <a:xfrm flipH="1">
            <a:off x="2862768" y="1022475"/>
            <a:ext cx="492440" cy="11892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1B4F115C-6B8F-F96C-D4D8-3CFB6D5E6C0E}"/>
              </a:ext>
            </a:extLst>
          </p:cNvPr>
          <p:cNvCxnSpPr>
            <a:cxnSpLocks/>
            <a:stCxn id="116" idx="2"/>
            <a:endCxn id="59" idx="0"/>
          </p:cNvCxnSpPr>
          <p:nvPr/>
        </p:nvCxnSpPr>
        <p:spPr>
          <a:xfrm>
            <a:off x="2862768" y="2581009"/>
            <a:ext cx="515002" cy="5281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9FA583F-B239-4EC0-7B9B-32CBFB87FFC5}"/>
              </a:ext>
            </a:extLst>
          </p:cNvPr>
          <p:cNvCxnSpPr>
            <a:cxnSpLocks/>
            <a:stCxn id="109" idx="2"/>
            <a:endCxn id="59" idx="0"/>
          </p:cNvCxnSpPr>
          <p:nvPr/>
        </p:nvCxnSpPr>
        <p:spPr>
          <a:xfrm flipH="1">
            <a:off x="3377770" y="1878316"/>
            <a:ext cx="897580" cy="12308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4DDC5A4-5483-8B30-851D-1FE9F838B38E}"/>
              </a:ext>
            </a:extLst>
          </p:cNvPr>
          <p:cNvSpPr txBox="1"/>
          <p:nvPr/>
        </p:nvSpPr>
        <p:spPr>
          <a:xfrm>
            <a:off x="1964216" y="1183237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①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E3A8027-E6E0-4B59-F0F1-2236A1E22FAB}"/>
              </a:ext>
            </a:extLst>
          </p:cNvPr>
          <p:cNvSpPr txBox="1"/>
          <p:nvPr/>
        </p:nvSpPr>
        <p:spPr>
          <a:xfrm>
            <a:off x="4122103" y="1102910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②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170AE4CA-1241-B426-CDE2-62796328E727}"/>
              </a:ext>
            </a:extLst>
          </p:cNvPr>
          <p:cNvSpPr txBox="1"/>
          <p:nvPr/>
        </p:nvSpPr>
        <p:spPr>
          <a:xfrm>
            <a:off x="2640313" y="1891107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③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B402B1F-9DC0-2674-E581-1B54729540A4}"/>
              </a:ext>
            </a:extLst>
          </p:cNvPr>
          <p:cNvSpPr txBox="1"/>
          <p:nvPr/>
        </p:nvSpPr>
        <p:spPr>
          <a:xfrm>
            <a:off x="3184388" y="2691193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1830815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A6F9-4B7D-0679-8D7D-D60E6234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80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390C-2CE2-DB41-A4E1-6A69CCCF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9793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A92F-D53D-975F-FE77-9AB314630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3309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FBE0-89AB-28D9-22EF-C55DC5D5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4879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2790</TotalTime>
  <Words>666</Words>
  <Application>Microsoft Office PowerPoint</Application>
  <PresentationFormat>宽屏</PresentationFormat>
  <Paragraphs>362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57</cp:revision>
  <dcterms:created xsi:type="dcterms:W3CDTF">2026-10-08T09:44:33Z</dcterms:created>
  <dcterms:modified xsi:type="dcterms:W3CDTF">2026-10-11T16:35:12Z</dcterms:modified>
</cp:coreProperties>
</file>