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65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1842</TotalTime>
  <Words>545</Words>
  <Application>Microsoft Office PowerPoint</Application>
  <PresentationFormat>宽屏</PresentationFormat>
  <Paragraphs>293</Paragraphs>
  <Slides>17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37</cp:revision>
  <dcterms:created xsi:type="dcterms:W3CDTF">2026-10-08T09:44:33Z</dcterms:created>
  <dcterms:modified xsi:type="dcterms:W3CDTF">2026-10-10T14:48:54Z</dcterms:modified>
</cp:coreProperties>
</file>