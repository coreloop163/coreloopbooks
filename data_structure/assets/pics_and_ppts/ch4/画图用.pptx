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  <p:sldId id="290" r:id="rId36"/>
    <p:sldId id="291" r:id="rId37"/>
    <p:sldId id="292" r:id="rId38"/>
    <p:sldId id="293" r:id="rId39"/>
    <p:sldId id="297" r:id="rId40"/>
    <p:sldId id="294" r:id="rId41"/>
    <p:sldId id="295" r:id="rId42"/>
    <p:sldId id="296" r:id="rId43"/>
    <p:sldId id="298" r:id="rId44"/>
    <p:sldId id="299" r:id="rId45"/>
    <p:sldId id="300" r:id="rId46"/>
    <p:sldId id="301" r:id="rId47"/>
    <p:sldId id="303" r:id="rId48"/>
    <p:sldId id="304" r:id="rId49"/>
    <p:sldId id="308" r:id="rId50"/>
    <p:sldId id="305" r:id="rId51"/>
    <p:sldId id="309" r:id="rId52"/>
    <p:sldId id="306" r:id="rId53"/>
    <p:sldId id="307" r:id="rId54"/>
    <p:sldId id="310" r:id="rId55"/>
    <p:sldId id="311" r:id="rId56"/>
    <p:sldId id="312" r:id="rId57"/>
    <p:sldId id="313" r:id="rId58"/>
    <p:sldId id="302" r:id="rId59"/>
    <p:sldId id="314" r:id="rId60"/>
    <p:sldId id="317" r:id="rId61"/>
    <p:sldId id="318" r:id="rId62"/>
    <p:sldId id="315" r:id="rId63"/>
    <p:sldId id="316" r:id="rId6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4A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7946144-CFBE-0FA2-723A-04F9B1730CF2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127368-83A5-7A1C-57CB-8D080C51283B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7D9676-E183-A51D-D5F3-0F44B955ECD6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C7C9AA7-223C-E577-5EB8-82FF3C373D2A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2729480-22CC-FB07-7D6F-9FB552AFDBA4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6714D9A-2500-1357-FAF6-95B11C25F787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2955D0B-FB54-635B-8989-13491D569B99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122462" y="12469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D349DBA-DE05-46E9-9B65-F3A6853D986B}"/>
              </a:ext>
            </a:extLst>
          </p:cNvPr>
          <p:cNvSpPr txBox="1"/>
          <p:nvPr/>
        </p:nvSpPr>
        <p:spPr>
          <a:xfrm>
            <a:off x="5682144" y="192791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DF5570F-6E78-0F9E-C3B6-4F485FE07D45}"/>
              </a:ext>
            </a:extLst>
          </p:cNvPr>
          <p:cNvSpPr/>
          <p:nvPr/>
        </p:nvSpPr>
        <p:spPr>
          <a:xfrm>
            <a:off x="2471415" y="1039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6F37E8-07FD-EF24-7C22-DCD15B26B447}"/>
              </a:ext>
            </a:extLst>
          </p:cNvPr>
          <p:cNvSpPr/>
          <p:nvPr/>
        </p:nvSpPr>
        <p:spPr>
          <a:xfrm>
            <a:off x="4590019" y="786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5D5FBA7-EEFE-BCF0-C0C5-207F788EF8BE}"/>
              </a:ext>
            </a:extLst>
          </p:cNvPr>
          <p:cNvSpPr/>
          <p:nvPr/>
        </p:nvSpPr>
        <p:spPr>
          <a:xfrm>
            <a:off x="4165852" y="1220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C971A5-3758-72BC-26EF-172651002519}"/>
              </a:ext>
            </a:extLst>
          </p:cNvPr>
          <p:cNvSpPr/>
          <p:nvPr/>
        </p:nvSpPr>
        <p:spPr>
          <a:xfrm>
            <a:off x="5009682" y="12199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D2C9834-CC77-67FF-CFBA-03D5558D1C68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4450365" y="1071285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8321D9E-9A92-3ED4-9548-CFFA0839DD97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4874532" y="1071285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DD87EE21-AC87-13AB-D709-EF0411F8981B}"/>
              </a:ext>
            </a:extLst>
          </p:cNvPr>
          <p:cNvSpPr/>
          <p:nvPr/>
        </p:nvSpPr>
        <p:spPr>
          <a:xfrm>
            <a:off x="7457859" y="519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736EAC9-CA80-C9E8-C628-2D7921C8F214}"/>
              </a:ext>
            </a:extLst>
          </p:cNvPr>
          <p:cNvSpPr/>
          <p:nvPr/>
        </p:nvSpPr>
        <p:spPr>
          <a:xfrm>
            <a:off x="7038196" y="9966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04ACB5C-4BDD-0FA7-CB65-D216EBA03BFE}"/>
              </a:ext>
            </a:extLst>
          </p:cNvPr>
          <p:cNvSpPr/>
          <p:nvPr/>
        </p:nvSpPr>
        <p:spPr>
          <a:xfrm>
            <a:off x="6614029" y="1430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792FC56-F9C0-E0FF-57FA-63E6DC9F0935}"/>
              </a:ext>
            </a:extLst>
          </p:cNvPr>
          <p:cNvSpPr/>
          <p:nvPr/>
        </p:nvSpPr>
        <p:spPr>
          <a:xfrm>
            <a:off x="7457859" y="142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0BC307-17A6-66EF-4754-16B5392E7791}"/>
              </a:ext>
            </a:extLst>
          </p:cNvPr>
          <p:cNvCxnSpPr>
            <a:stCxn id="11" idx="3"/>
            <a:endCxn id="12" idx="7"/>
          </p:cNvCxnSpPr>
          <p:nvPr/>
        </p:nvCxnSpPr>
        <p:spPr>
          <a:xfrm flipH="1">
            <a:off x="7322709" y="803649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64551B9-5103-3CCD-9C25-5259FC91687C}"/>
              </a:ext>
            </a:extLst>
          </p:cNvPr>
          <p:cNvCxnSpPr>
            <a:cxnSpLocks/>
            <a:stCxn id="12" idx="3"/>
            <a:endCxn id="13" idx="7"/>
          </p:cNvCxnSpPr>
          <p:nvPr/>
        </p:nvCxnSpPr>
        <p:spPr>
          <a:xfrm flipH="1">
            <a:off x="6898542" y="128111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0DDCF8-8982-F3A2-A7EC-4DFABBDF30F7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322709" y="128111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4D50F19B-2241-C7F1-79B2-0BFCE8EB06B4}"/>
              </a:ext>
            </a:extLst>
          </p:cNvPr>
          <p:cNvSpPr/>
          <p:nvPr/>
        </p:nvSpPr>
        <p:spPr>
          <a:xfrm>
            <a:off x="3555886" y="23404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1DED3936-6525-9DA1-36D3-E9870F3F4285}"/>
              </a:ext>
            </a:extLst>
          </p:cNvPr>
          <p:cNvSpPr/>
          <p:nvPr/>
        </p:nvSpPr>
        <p:spPr>
          <a:xfrm>
            <a:off x="3136223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EB52F62-D2CB-56AF-2B09-01D29DF14249}"/>
              </a:ext>
            </a:extLst>
          </p:cNvPr>
          <p:cNvSpPr/>
          <p:nvPr/>
        </p:nvSpPr>
        <p:spPr>
          <a:xfrm>
            <a:off x="2712056" y="32518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D3E2BD22-6EE2-CBA5-8EED-E7AB58FE1FEE}"/>
              </a:ext>
            </a:extLst>
          </p:cNvPr>
          <p:cNvSpPr/>
          <p:nvPr/>
        </p:nvSpPr>
        <p:spPr>
          <a:xfrm>
            <a:off x="3555886" y="3251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48235D9-D1F3-CA19-22D7-0885B062A075}"/>
              </a:ext>
            </a:extLst>
          </p:cNvPr>
          <p:cNvCxnSpPr>
            <a:stCxn id="19" idx="3"/>
            <a:endCxn id="20" idx="7"/>
          </p:cNvCxnSpPr>
          <p:nvPr/>
        </p:nvCxnSpPr>
        <p:spPr>
          <a:xfrm flipH="1">
            <a:off x="3420736" y="2624941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4D9293E-9563-5AAC-AC43-A4361316D9C4}"/>
              </a:ext>
            </a:extLst>
          </p:cNvPr>
          <p:cNvCxnSpPr>
            <a:cxnSpLocks/>
            <a:stCxn id="20" idx="3"/>
            <a:endCxn id="21" idx="7"/>
          </p:cNvCxnSpPr>
          <p:nvPr/>
        </p:nvCxnSpPr>
        <p:spPr>
          <a:xfrm flipH="1">
            <a:off x="2996569" y="3102409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39EF1BF-3C89-C201-B6FD-E094CBD2E44D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420736" y="3102409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5D4E2A25-13F4-56A5-6DB2-8056EB0B6E78}"/>
              </a:ext>
            </a:extLst>
          </p:cNvPr>
          <p:cNvSpPr/>
          <p:nvPr/>
        </p:nvSpPr>
        <p:spPr>
          <a:xfrm>
            <a:off x="2301026" y="37112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0BCEC5-7DAA-A161-D047-15039C16C67F}"/>
              </a:ext>
            </a:extLst>
          </p:cNvPr>
          <p:cNvCxnSpPr>
            <a:cxnSpLocks/>
            <a:endCxn id="27" idx="7"/>
          </p:cNvCxnSpPr>
          <p:nvPr/>
        </p:nvCxnSpPr>
        <p:spPr>
          <a:xfrm flipH="1">
            <a:off x="2585539" y="3561824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82D53D2F-7B7F-485D-6AEF-C50F1ABD8F7F}"/>
              </a:ext>
            </a:extLst>
          </p:cNvPr>
          <p:cNvSpPr/>
          <p:nvPr/>
        </p:nvSpPr>
        <p:spPr>
          <a:xfrm>
            <a:off x="3975552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263EBDE-7A58-A195-6369-2233B15978A5}"/>
              </a:ext>
            </a:extLst>
          </p:cNvPr>
          <p:cNvCxnSpPr>
            <a:cxnSpLocks/>
            <a:stCxn id="19" idx="5"/>
            <a:endCxn id="29" idx="1"/>
          </p:cNvCxnSpPr>
          <p:nvPr/>
        </p:nvCxnSpPr>
        <p:spPr>
          <a:xfrm>
            <a:off x="3840399" y="2624941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273F75A0-6822-0047-4002-D031872E0F7D}"/>
              </a:ext>
            </a:extLst>
          </p:cNvPr>
          <p:cNvSpPr/>
          <p:nvPr/>
        </p:nvSpPr>
        <p:spPr>
          <a:xfrm>
            <a:off x="6989381" y="23459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8946E8E-8BAC-2395-2BAC-C43423C7A560}"/>
              </a:ext>
            </a:extLst>
          </p:cNvPr>
          <p:cNvSpPr/>
          <p:nvPr/>
        </p:nvSpPr>
        <p:spPr>
          <a:xfrm>
            <a:off x="6067849" y="27690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F15DE30-5EEF-4A8C-49A0-5F74BB3BA063}"/>
              </a:ext>
            </a:extLst>
          </p:cNvPr>
          <p:cNvSpPr/>
          <p:nvPr/>
        </p:nvSpPr>
        <p:spPr>
          <a:xfrm>
            <a:off x="5614781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ED805A9-F665-C8CF-099A-C4DFC50E2518}"/>
              </a:ext>
            </a:extLst>
          </p:cNvPr>
          <p:cNvSpPr/>
          <p:nvPr/>
        </p:nvSpPr>
        <p:spPr>
          <a:xfrm>
            <a:off x="6479632" y="32292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8D6F85D-5777-5B8E-6B19-0C77E5B8CCCB}"/>
              </a:ext>
            </a:extLst>
          </p:cNvPr>
          <p:cNvCxnSpPr>
            <a:stCxn id="32" idx="3"/>
            <a:endCxn id="33" idx="7"/>
          </p:cNvCxnSpPr>
          <p:nvPr/>
        </p:nvCxnSpPr>
        <p:spPr>
          <a:xfrm flipH="1">
            <a:off x="6352362" y="263047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55D123F-8FDD-1361-4D96-B7553697AA07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5899294" y="305359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1A927CF-73FE-F39F-7C84-F396646D2CAB}"/>
              </a:ext>
            </a:extLst>
          </p:cNvPr>
          <p:cNvCxnSpPr>
            <a:stCxn id="33" idx="5"/>
            <a:endCxn id="35" idx="1"/>
          </p:cNvCxnSpPr>
          <p:nvPr/>
        </p:nvCxnSpPr>
        <p:spPr>
          <a:xfrm>
            <a:off x="6352362" y="305359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3395138B-B64B-B02F-175E-FA856F85EEBF}"/>
              </a:ext>
            </a:extLst>
          </p:cNvPr>
          <p:cNvSpPr/>
          <p:nvPr/>
        </p:nvSpPr>
        <p:spPr>
          <a:xfrm>
            <a:off x="5362663" y="37284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FD40A5-43A3-525E-1244-17C99220220E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529327" y="352355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22C72FD3-3743-629E-8784-8948BB34A3F5}"/>
              </a:ext>
            </a:extLst>
          </p:cNvPr>
          <p:cNvSpPr/>
          <p:nvPr/>
        </p:nvSpPr>
        <p:spPr>
          <a:xfrm>
            <a:off x="7849746" y="27251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3BE2FCA-DE0A-5F26-700E-193C62C01E94}"/>
              </a:ext>
            </a:extLst>
          </p:cNvPr>
          <p:cNvCxnSpPr>
            <a:cxnSpLocks/>
            <a:stCxn id="32" idx="5"/>
            <a:endCxn id="41" idx="1"/>
          </p:cNvCxnSpPr>
          <p:nvPr/>
        </p:nvCxnSpPr>
        <p:spPr>
          <a:xfrm>
            <a:off x="7273894" y="263047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173AD748-8F93-1616-4874-4BF732BD7DCA}"/>
              </a:ext>
            </a:extLst>
          </p:cNvPr>
          <p:cNvSpPr/>
          <p:nvPr/>
        </p:nvSpPr>
        <p:spPr>
          <a:xfrm>
            <a:off x="5835645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1C288E3E-CD32-A0F8-E884-07F2FBA60CC9}"/>
              </a:ext>
            </a:extLst>
          </p:cNvPr>
          <p:cNvSpPr/>
          <p:nvPr/>
        </p:nvSpPr>
        <p:spPr>
          <a:xfrm>
            <a:off x="6273740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B5038BB-264B-5594-04C2-D205F786F031}"/>
              </a:ext>
            </a:extLst>
          </p:cNvPr>
          <p:cNvSpPr/>
          <p:nvPr/>
        </p:nvSpPr>
        <p:spPr>
          <a:xfrm>
            <a:off x="6719510" y="3738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04A273-23A1-4ACF-850A-AAF6272928D0}"/>
              </a:ext>
            </a:extLst>
          </p:cNvPr>
          <p:cNvSpPr/>
          <p:nvPr/>
        </p:nvSpPr>
        <p:spPr>
          <a:xfrm>
            <a:off x="7456715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C26D702-B2E4-CEF0-6690-89C4F1B1FF68}"/>
              </a:ext>
            </a:extLst>
          </p:cNvPr>
          <p:cNvSpPr/>
          <p:nvPr/>
        </p:nvSpPr>
        <p:spPr>
          <a:xfrm>
            <a:off x="8394639" y="32249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4801D191-6CAA-8C8B-28BE-EAF83C060E66}"/>
              </a:ext>
            </a:extLst>
          </p:cNvPr>
          <p:cNvSpPr/>
          <p:nvPr/>
        </p:nvSpPr>
        <p:spPr>
          <a:xfrm>
            <a:off x="722077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A730CC0-BC0B-58C0-BB6A-2BCF8F45A23F}"/>
              </a:ext>
            </a:extLst>
          </p:cNvPr>
          <p:cNvSpPr/>
          <p:nvPr/>
        </p:nvSpPr>
        <p:spPr>
          <a:xfrm>
            <a:off x="766654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EF9403D5-3801-C1E3-269F-FB3E04A3DD52}"/>
              </a:ext>
            </a:extLst>
          </p:cNvPr>
          <p:cNvSpPr/>
          <p:nvPr/>
        </p:nvSpPr>
        <p:spPr>
          <a:xfrm>
            <a:off x="811231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F935243D-D3F9-AD0D-BF2D-2F625389CD78}"/>
              </a:ext>
            </a:extLst>
          </p:cNvPr>
          <p:cNvSpPr/>
          <p:nvPr/>
        </p:nvSpPr>
        <p:spPr>
          <a:xfrm>
            <a:off x="8636054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482EDD02-40D5-8BB9-C901-7F83822D0DD5}"/>
              </a:ext>
            </a:extLst>
          </p:cNvPr>
          <p:cNvCxnSpPr>
            <a:cxnSpLocks/>
            <a:stCxn id="34" idx="5"/>
            <a:endCxn id="66" idx="0"/>
          </p:cNvCxnSpPr>
          <p:nvPr/>
        </p:nvCxnSpPr>
        <p:spPr>
          <a:xfrm>
            <a:off x="5899294" y="352355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2A43086-7166-32F4-1F07-CE2D1BCA4BFD}"/>
              </a:ext>
            </a:extLst>
          </p:cNvPr>
          <p:cNvCxnSpPr>
            <a:cxnSpLocks/>
            <a:stCxn id="35" idx="3"/>
            <a:endCxn id="68" idx="0"/>
          </p:cNvCxnSpPr>
          <p:nvPr/>
        </p:nvCxnSpPr>
        <p:spPr>
          <a:xfrm flipH="1">
            <a:off x="6440404" y="351377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11282A5-3A39-D37B-9988-05ACAE3AC0EE}"/>
              </a:ext>
            </a:extLst>
          </p:cNvPr>
          <p:cNvCxnSpPr>
            <a:cxnSpLocks/>
            <a:stCxn id="35" idx="5"/>
            <a:endCxn id="71" idx="0"/>
          </p:cNvCxnSpPr>
          <p:nvPr/>
        </p:nvCxnSpPr>
        <p:spPr>
          <a:xfrm>
            <a:off x="6764145" y="351377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24AE0CC-3634-6ECC-3D1F-8D79E03A0CDC}"/>
              </a:ext>
            </a:extLst>
          </p:cNvPr>
          <p:cNvCxnSpPr>
            <a:cxnSpLocks/>
            <a:stCxn id="73" idx="3"/>
            <a:endCxn id="77" idx="0"/>
          </p:cNvCxnSpPr>
          <p:nvPr/>
        </p:nvCxnSpPr>
        <p:spPr>
          <a:xfrm flipH="1">
            <a:off x="7387441" y="352355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DFAEC97A-0DC0-4858-B523-B53352629BC6}"/>
              </a:ext>
            </a:extLst>
          </p:cNvPr>
          <p:cNvCxnSpPr>
            <a:cxnSpLocks/>
            <a:stCxn id="73" idx="5"/>
            <a:endCxn id="79" idx="0"/>
          </p:cNvCxnSpPr>
          <p:nvPr/>
        </p:nvCxnSpPr>
        <p:spPr>
          <a:xfrm>
            <a:off x="7741228" y="352355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FEC1031-2847-5218-DF56-0E3EF6CA532D}"/>
              </a:ext>
            </a:extLst>
          </p:cNvPr>
          <p:cNvCxnSpPr>
            <a:cxnSpLocks/>
            <a:stCxn id="41" idx="3"/>
            <a:endCxn id="73" idx="0"/>
          </p:cNvCxnSpPr>
          <p:nvPr/>
        </p:nvCxnSpPr>
        <p:spPr>
          <a:xfrm flipH="1">
            <a:off x="7623379" y="300963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3FE5490-195F-6633-F71A-4136F1CBB586}"/>
              </a:ext>
            </a:extLst>
          </p:cNvPr>
          <p:cNvCxnSpPr>
            <a:cxnSpLocks/>
            <a:stCxn id="41" idx="5"/>
            <a:endCxn id="75" idx="1"/>
          </p:cNvCxnSpPr>
          <p:nvPr/>
        </p:nvCxnSpPr>
        <p:spPr>
          <a:xfrm>
            <a:off x="8134259" y="300963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76EB09B6-11BD-F302-3B94-88D4C10C4554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8278981" y="350943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155EAE7A-D8D1-8DB0-47C1-08DE19CBF4D1}"/>
              </a:ext>
            </a:extLst>
          </p:cNvPr>
          <p:cNvCxnSpPr>
            <a:cxnSpLocks/>
            <a:stCxn id="75" idx="5"/>
            <a:endCxn id="83" idx="0"/>
          </p:cNvCxnSpPr>
          <p:nvPr/>
        </p:nvCxnSpPr>
        <p:spPr>
          <a:xfrm>
            <a:off x="8679152" y="350943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7D3CC62F-B531-FFFF-D8C9-714FFE1A94C0}"/>
              </a:ext>
            </a:extLst>
          </p:cNvPr>
          <p:cNvSpPr txBox="1"/>
          <p:nvPr/>
        </p:nvSpPr>
        <p:spPr>
          <a:xfrm>
            <a:off x="4970681" y="12199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D90897C-99B5-7E08-E78A-AB0FF67940A3}"/>
              </a:ext>
            </a:extLst>
          </p:cNvPr>
          <p:cNvSpPr txBox="1"/>
          <p:nvPr/>
        </p:nvSpPr>
        <p:spPr>
          <a:xfrm>
            <a:off x="6956311" y="23451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956EAA3-78CE-A033-0D6B-D88B699862EC}"/>
              </a:ext>
            </a:extLst>
          </p:cNvPr>
          <p:cNvSpPr txBox="1"/>
          <p:nvPr/>
        </p:nvSpPr>
        <p:spPr>
          <a:xfrm>
            <a:off x="6681749" y="37247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534CEEE-E435-3AC0-6934-8A36BB1F5C99}"/>
              </a:ext>
            </a:extLst>
          </p:cNvPr>
          <p:cNvSpPr txBox="1"/>
          <p:nvPr/>
        </p:nvSpPr>
        <p:spPr>
          <a:xfrm>
            <a:off x="7800141" y="27123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947F863-159F-1FCF-B7F3-7D3EFAAB7F9F}"/>
              </a:ext>
            </a:extLst>
          </p:cNvPr>
          <p:cNvSpPr txBox="1"/>
          <p:nvPr/>
        </p:nvSpPr>
        <p:spPr>
          <a:xfrm>
            <a:off x="7411304" y="32292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1FE8909-C6F5-5416-85D6-ED26726B53C7}"/>
              </a:ext>
            </a:extLst>
          </p:cNvPr>
          <p:cNvSpPr txBox="1"/>
          <p:nvPr/>
        </p:nvSpPr>
        <p:spPr>
          <a:xfrm>
            <a:off x="7630587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9A3BF543-2E1E-EB8D-FA26-B65E6B002220}"/>
              </a:ext>
            </a:extLst>
          </p:cNvPr>
          <p:cNvSpPr txBox="1"/>
          <p:nvPr/>
        </p:nvSpPr>
        <p:spPr>
          <a:xfrm>
            <a:off x="7193358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A1F59A3-7961-9ABF-C702-2679C06B2069}"/>
              </a:ext>
            </a:extLst>
          </p:cNvPr>
          <p:cNvSpPr txBox="1"/>
          <p:nvPr/>
        </p:nvSpPr>
        <p:spPr>
          <a:xfrm>
            <a:off x="8367067" y="3217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D76FFD2-C54C-BC3F-EF59-FD8AE9507905}"/>
              </a:ext>
            </a:extLst>
          </p:cNvPr>
          <p:cNvSpPr txBox="1"/>
          <p:nvPr/>
        </p:nvSpPr>
        <p:spPr>
          <a:xfrm>
            <a:off x="8078806" y="371950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15C6174-0E4E-79D2-2475-AA6DBDD8E8CA}"/>
              </a:ext>
            </a:extLst>
          </p:cNvPr>
          <p:cNvSpPr txBox="1"/>
          <p:nvPr/>
        </p:nvSpPr>
        <p:spPr>
          <a:xfrm>
            <a:off x="8602984" y="37247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5A19B2E-6A90-C337-7E4E-FC92432FAC2A}"/>
              </a:ext>
            </a:extLst>
          </p:cNvPr>
          <p:cNvSpPr/>
          <p:nvPr/>
        </p:nvSpPr>
        <p:spPr>
          <a:xfrm>
            <a:off x="4993917" y="7919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5D4D7E9-A35B-E2A7-38DE-A24AF8112637}"/>
              </a:ext>
            </a:extLst>
          </p:cNvPr>
          <p:cNvSpPr/>
          <p:nvPr/>
        </p:nvSpPr>
        <p:spPr>
          <a:xfrm>
            <a:off x="4072385" y="121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2A83C2F-D8A3-EF23-B0DF-5183316201E4}"/>
              </a:ext>
            </a:extLst>
          </p:cNvPr>
          <p:cNvSpPr/>
          <p:nvPr/>
        </p:nvSpPr>
        <p:spPr>
          <a:xfrm>
            <a:off x="3619317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7827257-81B7-57DE-C2E1-04E18B832A8B}"/>
              </a:ext>
            </a:extLst>
          </p:cNvPr>
          <p:cNvSpPr/>
          <p:nvPr/>
        </p:nvSpPr>
        <p:spPr>
          <a:xfrm>
            <a:off x="4484168" y="16752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CCF26BC-186B-F13B-CD48-FFB6D080D2F8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56898" y="107644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061A6D-26D3-3D2E-79D3-3D8949061AA8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3903830" y="149956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261F8C7-9895-5B2A-3C6A-72FFD63C362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4356898" y="149956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62A1CB47-2BB0-7B0A-2016-70FE6A69C1FF}"/>
              </a:ext>
            </a:extLst>
          </p:cNvPr>
          <p:cNvSpPr/>
          <p:nvPr/>
        </p:nvSpPr>
        <p:spPr>
          <a:xfrm>
            <a:off x="3367199" y="21744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AA2E274-AE7C-71BC-0828-70A3C6AEE1AA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3533863" y="196952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9CAC0EF-E4D8-328E-76F3-51635285008A}"/>
              </a:ext>
            </a:extLst>
          </p:cNvPr>
          <p:cNvSpPr/>
          <p:nvPr/>
        </p:nvSpPr>
        <p:spPr>
          <a:xfrm>
            <a:off x="5854282" y="11710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F0B7052-9C5C-4120-6E5D-26CB450A7046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5278430" y="107644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E5C8A91E-2096-7931-A2C2-3DA25CD87070}"/>
              </a:ext>
            </a:extLst>
          </p:cNvPr>
          <p:cNvSpPr/>
          <p:nvPr/>
        </p:nvSpPr>
        <p:spPr>
          <a:xfrm>
            <a:off x="3840181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831412-CDE0-A8A8-5EE0-BAD3AFDCCCC1}"/>
              </a:ext>
            </a:extLst>
          </p:cNvPr>
          <p:cNvSpPr/>
          <p:nvPr/>
        </p:nvSpPr>
        <p:spPr>
          <a:xfrm>
            <a:off x="4278276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E128898-E7A6-4CFC-668B-1C749DDCAEF1}"/>
              </a:ext>
            </a:extLst>
          </p:cNvPr>
          <p:cNvSpPr/>
          <p:nvPr/>
        </p:nvSpPr>
        <p:spPr>
          <a:xfrm>
            <a:off x="4724046" y="21842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622407-9FA6-26E7-CF6B-BA075C7B4BBF}"/>
              </a:ext>
            </a:extLst>
          </p:cNvPr>
          <p:cNvSpPr/>
          <p:nvPr/>
        </p:nvSpPr>
        <p:spPr>
          <a:xfrm>
            <a:off x="5461251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55DFFA0-3592-F61F-2BE1-354CF27DFEF9}"/>
              </a:ext>
            </a:extLst>
          </p:cNvPr>
          <p:cNvSpPr/>
          <p:nvPr/>
        </p:nvSpPr>
        <p:spPr>
          <a:xfrm>
            <a:off x="6399175" y="1670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0AE2664-83BF-3EFD-837E-F88EFA2C40FC}"/>
              </a:ext>
            </a:extLst>
          </p:cNvPr>
          <p:cNvSpPr/>
          <p:nvPr/>
        </p:nvSpPr>
        <p:spPr>
          <a:xfrm>
            <a:off x="522531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0C7687A-A396-E619-1839-4474EA87091B}"/>
              </a:ext>
            </a:extLst>
          </p:cNvPr>
          <p:cNvSpPr/>
          <p:nvPr/>
        </p:nvSpPr>
        <p:spPr>
          <a:xfrm>
            <a:off x="567108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44E757D-4BDD-3CFE-2A84-19CA07440897}"/>
              </a:ext>
            </a:extLst>
          </p:cNvPr>
          <p:cNvSpPr/>
          <p:nvPr/>
        </p:nvSpPr>
        <p:spPr>
          <a:xfrm>
            <a:off x="611685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695863-FD40-3583-97CE-218F648B3A7A}"/>
              </a:ext>
            </a:extLst>
          </p:cNvPr>
          <p:cNvSpPr/>
          <p:nvPr/>
        </p:nvSpPr>
        <p:spPr>
          <a:xfrm>
            <a:off x="6640590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158BA05-3770-A985-F7D3-F388C064608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3903830" y="196952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59870A7-061A-F588-755A-0736C1A99907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4444940" y="195974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35F1FBF-C7CF-242F-5081-30BF726576DF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4768681" y="195974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F22A49A-6A25-1D2C-266E-C48311B5943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5391977" y="196952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6FBE74C-6B6B-329D-5679-BED243D95D51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5745764" y="196952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DD6E2B1-9274-2902-DFAE-9D49EFA7A5AB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5627915" y="145560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5BDA38B-B4FE-EAEF-1138-87D2A9B4271F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6138795" y="145560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C0D202-F6EF-8067-8304-9D622E9CCCB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6283517" y="195540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6027E6-644C-8BB9-7725-0D8FF3921209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6683688" y="195540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46AF6AE-80B6-DBAB-BB1A-3ADA4AC0E944}"/>
              </a:ext>
            </a:extLst>
          </p:cNvPr>
          <p:cNvSpPr txBox="1"/>
          <p:nvPr/>
        </p:nvSpPr>
        <p:spPr>
          <a:xfrm>
            <a:off x="4960847" y="7911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93E752E-5FF3-B448-2F3B-1A137925E5E7}"/>
              </a:ext>
            </a:extLst>
          </p:cNvPr>
          <p:cNvSpPr txBox="1"/>
          <p:nvPr/>
        </p:nvSpPr>
        <p:spPr>
          <a:xfrm>
            <a:off x="4686285" y="2170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58D3D11-B30F-36C0-D996-1198AA8AB4F0}"/>
              </a:ext>
            </a:extLst>
          </p:cNvPr>
          <p:cNvSpPr txBox="1"/>
          <p:nvPr/>
        </p:nvSpPr>
        <p:spPr>
          <a:xfrm>
            <a:off x="5804677" y="11582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DDEF94-A151-B671-627E-01944528B99B}"/>
              </a:ext>
            </a:extLst>
          </p:cNvPr>
          <p:cNvSpPr txBox="1"/>
          <p:nvPr/>
        </p:nvSpPr>
        <p:spPr>
          <a:xfrm>
            <a:off x="5415840" y="167523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46BD5D2-B5AB-28CD-9A0F-4731CD9D701A}"/>
              </a:ext>
            </a:extLst>
          </p:cNvPr>
          <p:cNvSpPr txBox="1"/>
          <p:nvPr/>
        </p:nvSpPr>
        <p:spPr>
          <a:xfrm>
            <a:off x="5635123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25AF98-FA9A-72B9-0A18-A3941C4F6941}"/>
              </a:ext>
            </a:extLst>
          </p:cNvPr>
          <p:cNvSpPr txBox="1"/>
          <p:nvPr/>
        </p:nvSpPr>
        <p:spPr>
          <a:xfrm>
            <a:off x="5197894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258B530-4ABE-27A8-873F-7CBB86FF1038}"/>
              </a:ext>
            </a:extLst>
          </p:cNvPr>
          <p:cNvSpPr txBox="1"/>
          <p:nvPr/>
        </p:nvSpPr>
        <p:spPr>
          <a:xfrm>
            <a:off x="6371603" y="16630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3FB1841-3850-99BB-CC31-27019D7FAE03}"/>
              </a:ext>
            </a:extLst>
          </p:cNvPr>
          <p:cNvSpPr txBox="1"/>
          <p:nvPr/>
        </p:nvSpPr>
        <p:spPr>
          <a:xfrm>
            <a:off x="6083342" y="21654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85A43CD-E3AF-0A3D-A4EC-C885C67AD643}"/>
              </a:ext>
            </a:extLst>
          </p:cNvPr>
          <p:cNvSpPr txBox="1"/>
          <p:nvPr/>
        </p:nvSpPr>
        <p:spPr>
          <a:xfrm>
            <a:off x="6607520" y="21706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931239A-3D01-A0A6-B370-0453FC973E5E}"/>
              </a:ext>
            </a:extLst>
          </p:cNvPr>
          <p:cNvCxnSpPr>
            <a:cxnSpLocks/>
          </p:cNvCxnSpPr>
          <p:nvPr/>
        </p:nvCxnSpPr>
        <p:spPr>
          <a:xfrm>
            <a:off x="5160581" y="481974"/>
            <a:ext cx="0" cy="240086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AD01EA1-826F-839F-A2CD-1BEC82ADF9FF}"/>
              </a:ext>
            </a:extLst>
          </p:cNvPr>
          <p:cNvSpPr txBox="1"/>
          <p:nvPr/>
        </p:nvSpPr>
        <p:spPr>
          <a:xfrm>
            <a:off x="4014084" y="112642"/>
            <a:ext cx="2422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若</a:t>
            </a:r>
            <a:r>
              <a:rPr lang="en-US" altLang="zh-CN"/>
              <a:t>e&gt;12, </a:t>
            </a:r>
            <a:r>
              <a:rPr lang="zh-CN" altLang="en-US"/>
              <a:t>一定进入右侧</a:t>
            </a:r>
          </a:p>
        </p:txBody>
      </p:sp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DD34FE-0E6C-D526-BF26-D067B75E4253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78A0688-C32F-AB8E-2FEB-80A9526B8484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ADF9FF8-F561-47B1-768F-B45285FA2D6D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97EA44C-E460-2578-69A9-35F4AD1F9007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72CD6B-6C78-237A-39C9-ABB996A3397A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4C6691D-CC5A-87FF-A20E-3A779CC5BE1C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0543C-AE03-8536-5693-625329D768A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7DED5ECA-47ED-FB6C-61DF-725184FA6D28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DD2AC7F-257B-04B6-F49C-77A41FF36DE7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033F296-5999-4B6C-EBF0-81E33B731D43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1865658-008B-E3D9-2299-926FEF6810D0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B75BC37-964B-33FB-F69F-92CD8B2C9224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AB78783-B4D9-4B30-0C68-CCB5F4FE2A32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2053419-255D-4E34-CFA5-F8C6402737A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8599646-752F-69B4-5E18-58D6E712B4C6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7A0E94E-8506-14B0-1609-8832F6BC14D8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511AE01-4870-5DE3-8EFE-BDAFBF64ECFF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86A0749-D222-174F-4327-2CF9DE545AED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99D39AB-0473-1A8C-D56C-E0832DD1600E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A9ACB94-2026-AA5C-A53A-0055B6D6B4E4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18727CD-FB53-90A7-9034-EA64D81B5100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0C8A99-CBBE-BD10-BA7A-6B11473DDD6F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9156FD2-47C6-2DBB-0792-154DBBFA353B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4005C0-3942-091C-753E-43704A1ED27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03BD3A4-3572-FB6F-9ADB-238C692F936E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66D8872-C9C4-109C-BA79-3EDD6BAA9CC3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6E15587-299B-09C8-80E2-4A00A368CA99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36B0C01-ED47-04E9-B6A6-69709CC2C9F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B3C79F0-9E8B-3B43-C407-4D8DC0488B9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2C4E6B6-B353-FAB4-F536-07FBE030F701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D266C-DEAD-EF90-C741-5A4F17792B00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0F0277F-8EF1-25F8-C13D-294808A0C016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BF27EA4-9443-209B-60AE-9D666F21C4C5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580440-A9A4-1220-DF9E-CF7DD4AFF129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540513C-C57F-88B5-2E88-89908297079E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789C790-5BC6-43AC-06C3-F291D041FBD6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054AE4-E1E5-52FA-7607-C5B6AA49C081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873257-54ED-8FAB-5DE7-63F8BA55F9E5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35B5E48-D719-97F3-0DE5-72B5E7FA0CEF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A46C153-90EA-F5D7-9C86-55E2A97AE261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3BB81BF-0A92-B4A0-F684-F18E30555BB8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189D57BF-D749-DC45-3A81-A1880B6027D6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1642243-5397-D789-BBD7-FD2CF9091783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59B6EC9-5AAF-5B63-AFBA-9CE4443BDF9D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0F332D5-BFE2-6A03-543B-50796AD9F345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A2ED45B0-89A8-2327-0E36-50D5D07750A3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164D7F5-2B72-A87C-9810-3E04859B34B3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2CDF173A-6F39-10A8-24B4-E1557FE0578B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B4B6C58-BB7C-9ED5-3203-EA7210DF6457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06627B97-D9E1-C13E-1677-2846FA14A2A6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E359F136-619A-A4DB-A8CC-344044DDAC7B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48949D0-A443-556B-6485-B36378C18AF8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472E4FBD-70F8-83E1-3122-583A9DF1C7F5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58C7E2E-DF7C-2942-F8BB-16BDDE439D1A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5269E4-6E37-F7B4-C103-8D562182DDEF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A09F058-C0BB-28B4-7CBD-32E08222CDC9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0DEEA5E-A3F1-9A67-5941-8207657C113E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2E75CAB-2D61-9DF6-091E-5BF99499C67C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BB180435-11E5-BFC0-908B-26D781130ECB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DD70D821-42BB-45E4-119B-2362E96E780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5D25FEC-294F-2E82-600F-6A7E83C0DC38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D72DCB1-1436-6590-37AE-1F39164F7858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D85A695-A41A-1AAA-C153-262D55B85EE7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EBA10D4-AFF4-4DD7-4E44-058944FF9E9F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EA22189-603A-4C06-5230-9ADF57667732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FCD8E2E-40BC-4C9C-3715-80F1DFAB61E6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C389B79-E5B6-FB50-84B7-0A3236E88C8B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8E8700B5-8FFF-405D-BD75-33C3B38CE2B6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94488CF-696C-8C93-0424-65CF34D52B5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4A9FA78-5BD8-83C8-2C0A-5B43DAC985C9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31014783-6809-A0B5-EBE3-14489848B38B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2260722-501E-7BF3-CDA5-7E85FA8BA7CA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41421FB-9792-94C7-A408-ACFF314CFA4D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46D4965-DD5A-C3F1-3980-0587D020A95D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E231E9C-F496-C126-E722-B91B7470A7EE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B3712C1-13BE-D862-9898-505B4C34265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8D54F88-6DDB-51D5-2544-C48A6C833C82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B924E0C-63A8-3DD6-04AA-B2A2B1A162FF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A8F9114F-6FC3-BFED-B064-2C1980A22E2F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E2DF6A6C-47DC-494A-7198-317518BAF398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3A1D3E4-1ED2-7D84-70CF-166813775BE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7405B487-6176-5597-4F39-8A1FE8C9EA18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B0958D22-B3F3-246B-8BCC-54E825D64FA5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E6D8C1F-ED0B-3B58-2986-3DC231B11D13}"/>
              </a:ext>
            </a:extLst>
          </p:cNvPr>
          <p:cNvSpPr txBox="1"/>
          <p:nvPr/>
        </p:nvSpPr>
        <p:spPr>
          <a:xfrm>
            <a:off x="2284334" y="3828272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8=8, </a:t>
            </a:r>
            <a:r>
              <a:rPr lang="zh-CN" altLang="en-US" sz="1400"/>
              <a:t>成功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7CF6984-53EC-83CA-63DA-8A1C1C15DA7C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711C0CD-74D5-94D2-991F-31B88638C095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6016BAFA-F36C-F5AA-0D49-AB225CC9DBDC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8DE5148C-1BE2-0980-5426-EA2A0BBCB86E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FFC893D-1F88-06F6-F296-FEABB26CDB15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42D16946-65AF-CA79-8FC3-0761D5BF6DFF}"/>
              </a:ext>
            </a:extLst>
          </p:cNvPr>
          <p:cNvSpPr txBox="1"/>
          <p:nvPr/>
        </p:nvSpPr>
        <p:spPr>
          <a:xfrm>
            <a:off x="9055119" y="4390229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查找失败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23CE5251-A9AA-73C0-B61A-E44A1BAF0910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1952E313-7FA5-AF0B-74BD-EBDF74D94300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21F2FCA-11B0-2660-7623-A01E21501BAD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1A285016-FC5B-A385-50CA-7D47FFA75D97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42C6-2F3D-496F-7135-37985281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AFC4948-4C4B-B680-8B82-ACEE4FA95ACE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C71D9F3-E98A-0A3E-01A7-23121A3A2B02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15C03E-F87F-1E36-0606-F44CDE685EE5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EE7F8BB-AABF-1098-105C-613FF9FEEC02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283CEA8-4B28-2015-588F-B6DAF6290984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529BC20-DD5B-F6AB-A2F0-816043252A0A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B2B4EF-DC05-53A9-9518-008664CF1734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19E44B7E-EFE3-8D1F-8E45-D4B3FDCE9116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6A05F8-4235-76D0-E64D-46BD970D8513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3C0854E-B966-E757-2267-9ADC1504E476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3793D5F-9E93-1757-B5A7-600CB975B95D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363A519-B75D-7E9D-4ADF-70D00900874C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9F4C46B-F499-9CB3-F146-E79FA7D32B1C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342C9C3-F5D2-8190-D9EA-09D16219376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647DB4D-E241-DE52-F988-FB14A6762670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391CF18B-A15E-BF7C-6329-96031FBE1163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8B6C93A-C492-BCCB-26EE-EF0CAFBE438D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DE7EBC-5ABC-7B61-03AA-3E9D5859ADE4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939AA3E-B902-3E39-EF2C-2BFCC7E2A389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C29372E-1F8A-08B9-E6E2-5AB9CA1FE4C1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0CAA94-C13C-02BA-D76F-8CB2AC5BF22D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EC1041-9CD9-9D77-CD16-A4D176B29CAB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793287-1944-9B88-F442-61AA1EAE35CA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CC1AEFC-3246-0F32-7C38-B767C5099D94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CB707D2-724C-6632-6DCF-E8C08C053CA4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A0AA77B-D1BB-0262-87AB-576AE9E8244D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5E4AC61-CE07-3627-6099-15CE529A286B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1523D2-3BF5-81E7-B73F-916C0E03D544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2DA1BFA-FD35-B8C4-E73D-FB391368790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83E04B3B-672F-79BA-4526-3292A0125287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9DC8AD-8A53-79D7-F3CE-FD8B2FFC388D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C388415-3191-FE32-0A68-F9CEA3C06412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A24D3DE-A740-B9CD-3106-3D6EEDD20A1D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C8A5BF-17A2-8662-59BA-BA74FD37A1FB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E9681B4-5495-C2CF-4E60-316C5D31DC6F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FE0702-CFDD-F5EC-78F2-3B23D340F59C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D7582AC-8121-6480-EE4C-782417B8FA39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A9C4345-FCCA-C377-1408-A3E2CF9D2D4C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B1E411-21A6-955E-9831-BA9A116D9A70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32FBAAA-01FC-423E-7B13-95BE5A10BD47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C204AFE-83AA-8448-EE63-5D381A927876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7F83A43-5635-9DEB-F77E-11410A18C1A1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D1B4A11-19CA-EEA6-E739-7F37A380940E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B6F07C11-9377-3452-F333-FEF55674F404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AB89E77-B68C-23C8-B6D8-C7EB18BEA2D1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8E337C1E-0432-FD0F-7760-D6882CBB3711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730BB78-62FA-B71B-50B4-AD0DD6CEC40C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B1CD1F2-70E2-4DE1-F86A-B1C20E2BA867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32701D8-DAF4-BB51-2C23-1904E09807B9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AB9466E5-436B-A86B-9E1A-D0E1F5E9DEE5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D947312-6A00-48D5-89BA-BF52222DC424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3592D79-852E-D1EE-6A73-9FF7A03DCCD7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E8D21F4-CD15-D211-CE43-F69D0B9C016B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B9945AC-386D-90DA-4BEF-919439D9DA50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6A66CF6B-5CAD-95C5-A898-EEA436751CAC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38CF72F2-14B9-BDBE-DD1F-F070750588CE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E5A16F9-3715-F064-CF27-C1FE35C80D75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109B8169-2ABF-2C73-AE22-B51C6C84CDD9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00B0500-D3AD-2D3B-07CF-A5FA5E30CE5E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DE83D1-2524-382E-EBC6-6ACABC4F858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81777E2-EBFD-D486-D9F3-13F00139A216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DD40791-27EC-785D-2AEF-28AD81C18047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13F1A4B-6F5A-E3EC-9461-C3E8991BC902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2CC2ED8-3441-511B-E4D5-458C5EB81A5C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DFBA6D2-96C7-FB4D-FE57-4BA57F41F201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2C41043-3D07-0D58-C423-D1FCAD7E3FFB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1F9EE3B-04F2-2B0D-5C44-9B753CF74DC8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7E47029-EBED-8803-AB04-D431C0FA821B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8D7CFC-0487-37E6-E2E2-290D27B2129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7FD20A-FBCD-7E06-F883-254855986003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0BC8B04-C9E1-3139-998C-FC90A9BF6A7A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1F21E7B-6732-6DD2-1256-0E3EE4047C02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3336BEF-3141-1FF9-B056-4D65819CEF28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7DA1458-6B31-D3D2-1E13-552C38A7B5C8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8E5915-B044-95A3-3120-D50452476FC6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F1FBF6A-FDF4-1A71-78CE-F1B71A8EBF7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6998620-4BC0-E544-C49F-CCA9B756D0D9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3702C34-FFBA-64D7-8DB6-91208E0744E6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7C262BF9-BED4-CA7D-48A5-75BACA63AD0B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8535380-4E6A-B10E-775E-33B2BB09F790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4BA53E1-7D7C-7770-52DD-39977B99AEC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E1F2FDED-05FD-6139-7DF5-EF480D08D4B1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992E3BFB-A1B9-4F99-B2D9-BB6334FAF5AD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6356450-D15B-9571-4B2F-E94DA219E559}"/>
              </a:ext>
            </a:extLst>
          </p:cNvPr>
          <p:cNvSpPr txBox="1"/>
          <p:nvPr/>
        </p:nvSpPr>
        <p:spPr>
          <a:xfrm>
            <a:off x="1513963" y="4477669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</a:t>
            </a:r>
            <a:r>
              <a:rPr lang="zh-CN" altLang="en-US" sz="1400"/>
              <a:t>，即插入位置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682C46A-BE73-6F7D-77F1-0C3CD657CD94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BCC855C-D080-2A72-11BD-88A8F7928DB4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5C90C48-2E48-8480-49E1-61134069BE25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046DBDF-830C-AEBE-73FD-F5F9EF3A821A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EC3D7CBA-EB11-940A-A97E-01384CE3948D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1EEA877-416A-7F50-6D3E-CC932F49E0EF}"/>
              </a:ext>
            </a:extLst>
          </p:cNvPr>
          <p:cNvSpPr txBox="1"/>
          <p:nvPr/>
        </p:nvSpPr>
        <p:spPr>
          <a:xfrm>
            <a:off x="8892221" y="4390229"/>
            <a:ext cx="159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即插入位置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96074337-0CC8-4C04-F465-86E6E3537C83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35DD5567-516C-4F36-1027-D1E31F8C7DC2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0E2C076-6DF4-17B4-6998-B5C3051DB4BA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EA202ECE-B025-5084-15A7-F4977996F51B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56134D0-75CC-CDDA-AF73-9818870ABB00}"/>
              </a:ext>
            </a:extLst>
          </p:cNvPr>
          <p:cNvSpPr/>
          <p:nvPr/>
        </p:nvSpPr>
        <p:spPr>
          <a:xfrm>
            <a:off x="2255786" y="399493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13C488A9-E07C-3EFA-ADAC-73D3BD6CA411}"/>
              </a:ext>
            </a:extLst>
          </p:cNvPr>
          <p:cNvSpPr/>
          <p:nvPr/>
        </p:nvSpPr>
        <p:spPr>
          <a:xfrm>
            <a:off x="2432038" y="3738258"/>
            <a:ext cx="216569" cy="222074"/>
          </a:xfrm>
          <a:custGeom>
            <a:avLst/>
            <a:gdLst>
              <a:gd name="csX0" fmla="*/ 217305 w 217305"/>
              <a:gd name="csY0" fmla="*/ 1357 h 136490"/>
              <a:gd name="csX1" fmla="*/ 32623 w 217305"/>
              <a:gd name="csY1" fmla="*/ 19375 h 136490"/>
              <a:gd name="csX2" fmla="*/ 1092 w 217305"/>
              <a:gd name="csY2" fmla="*/ 136490 h 13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05" h="136490">
                <a:moveTo>
                  <a:pt x="217305" y="1357"/>
                </a:moveTo>
                <a:cubicBezTo>
                  <a:pt x="142981" y="-895"/>
                  <a:pt x="68658" y="-3147"/>
                  <a:pt x="32623" y="19375"/>
                </a:cubicBezTo>
                <a:cubicBezTo>
                  <a:pt x="-3412" y="41897"/>
                  <a:pt x="-1160" y="89193"/>
                  <a:pt x="1092" y="13649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681DBC7-CD1A-BC87-DCE1-7A81FF8D2792}"/>
              </a:ext>
            </a:extLst>
          </p:cNvPr>
          <p:cNvSpPr txBox="1"/>
          <p:nvPr/>
        </p:nvSpPr>
        <p:spPr>
          <a:xfrm>
            <a:off x="9530847" y="39876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078250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8936-1D20-2BA0-BFE0-C127E8C8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C02012CA-D6BC-150D-074A-CC9D9A1CC99A}"/>
              </a:ext>
            </a:extLst>
          </p:cNvPr>
          <p:cNvSpPr/>
          <p:nvPr/>
        </p:nvSpPr>
        <p:spPr>
          <a:xfrm>
            <a:off x="3304755" y="8279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2AE4929E-EC22-ADB2-38D1-34D0C1102D51}"/>
              </a:ext>
            </a:extLst>
          </p:cNvPr>
          <p:cNvSpPr/>
          <p:nvPr/>
        </p:nvSpPr>
        <p:spPr>
          <a:xfrm>
            <a:off x="2383223" y="12510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24890480-91AA-AECF-EF67-9782E3AE8453}"/>
              </a:ext>
            </a:extLst>
          </p:cNvPr>
          <p:cNvSpPr/>
          <p:nvPr/>
        </p:nvSpPr>
        <p:spPr>
          <a:xfrm>
            <a:off x="1930155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17EF676E-97E8-3B78-78B3-B79EA6C24BE4}"/>
              </a:ext>
            </a:extLst>
          </p:cNvPr>
          <p:cNvSpPr/>
          <p:nvPr/>
        </p:nvSpPr>
        <p:spPr>
          <a:xfrm>
            <a:off x="2795006" y="17112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876B10E7-AEB8-6A09-5E52-5BDE1E681AD6}"/>
              </a:ext>
            </a:extLst>
          </p:cNvPr>
          <p:cNvCxnSpPr>
            <a:stCxn id="82" idx="3"/>
            <a:endCxn id="88" idx="7"/>
          </p:cNvCxnSpPr>
          <p:nvPr/>
        </p:nvCxnSpPr>
        <p:spPr>
          <a:xfrm flipH="1">
            <a:off x="2667736" y="1112482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256761D-ED24-0743-62FC-53AA1222CBFC}"/>
              </a:ext>
            </a:extLst>
          </p:cNvPr>
          <p:cNvCxnSpPr>
            <a:cxnSpLocks/>
            <a:stCxn id="88" idx="3"/>
            <a:endCxn id="90" idx="7"/>
          </p:cNvCxnSpPr>
          <p:nvPr/>
        </p:nvCxnSpPr>
        <p:spPr>
          <a:xfrm flipH="1">
            <a:off x="2214668" y="1535600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4D9F581-B9E1-6C2F-53F1-D6DDCB00A9B0}"/>
              </a:ext>
            </a:extLst>
          </p:cNvPr>
          <p:cNvCxnSpPr>
            <a:stCxn id="88" idx="5"/>
            <a:endCxn id="92" idx="1"/>
          </p:cNvCxnSpPr>
          <p:nvPr/>
        </p:nvCxnSpPr>
        <p:spPr>
          <a:xfrm>
            <a:off x="2667736" y="1535600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椭圆 102">
            <a:extLst>
              <a:ext uri="{FF2B5EF4-FFF2-40B4-BE49-F238E27FC236}">
                <a16:creationId xmlns:a16="http://schemas.microsoft.com/office/drawing/2014/main" id="{14543249-4724-1D5B-E94A-84CA1269C9C9}"/>
              </a:ext>
            </a:extLst>
          </p:cNvPr>
          <p:cNvSpPr/>
          <p:nvPr/>
        </p:nvSpPr>
        <p:spPr>
          <a:xfrm>
            <a:off x="1678037" y="22104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47DDE7C-743A-BFA5-CB3B-89D84DA41C79}"/>
              </a:ext>
            </a:extLst>
          </p:cNvPr>
          <p:cNvCxnSpPr>
            <a:cxnSpLocks/>
            <a:stCxn id="90" idx="3"/>
            <a:endCxn id="103" idx="0"/>
          </p:cNvCxnSpPr>
          <p:nvPr/>
        </p:nvCxnSpPr>
        <p:spPr>
          <a:xfrm flipH="1">
            <a:off x="1844701" y="2005558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50C1F5-29D4-F008-4BC2-C8C319E24FE4}"/>
              </a:ext>
            </a:extLst>
          </p:cNvPr>
          <p:cNvSpPr/>
          <p:nvPr/>
        </p:nvSpPr>
        <p:spPr>
          <a:xfrm>
            <a:off x="4165120" y="12071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9861AC1-ABC7-6674-CAE4-DCF239FDBE2E}"/>
              </a:ext>
            </a:extLst>
          </p:cNvPr>
          <p:cNvCxnSpPr>
            <a:cxnSpLocks/>
            <a:stCxn id="82" idx="5"/>
            <a:endCxn id="105" idx="1"/>
          </p:cNvCxnSpPr>
          <p:nvPr/>
        </p:nvCxnSpPr>
        <p:spPr>
          <a:xfrm>
            <a:off x="3589268" y="1112482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椭圆 106">
            <a:extLst>
              <a:ext uri="{FF2B5EF4-FFF2-40B4-BE49-F238E27FC236}">
                <a16:creationId xmlns:a16="http://schemas.microsoft.com/office/drawing/2014/main" id="{5807380C-CF34-BD23-C525-C2657B97826B}"/>
              </a:ext>
            </a:extLst>
          </p:cNvPr>
          <p:cNvSpPr/>
          <p:nvPr/>
        </p:nvSpPr>
        <p:spPr>
          <a:xfrm>
            <a:off x="2151019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B409061E-0F5D-5186-9275-05B674526BB2}"/>
              </a:ext>
            </a:extLst>
          </p:cNvPr>
          <p:cNvSpPr/>
          <p:nvPr/>
        </p:nvSpPr>
        <p:spPr>
          <a:xfrm>
            <a:off x="2589114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F8282FE5-5C74-EBF6-4A0A-213806EEA6B0}"/>
              </a:ext>
            </a:extLst>
          </p:cNvPr>
          <p:cNvSpPr/>
          <p:nvPr/>
        </p:nvSpPr>
        <p:spPr>
          <a:xfrm>
            <a:off x="3034884" y="22202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1C64D6AD-8888-F9AB-0F1F-1B40C699316B}"/>
              </a:ext>
            </a:extLst>
          </p:cNvPr>
          <p:cNvSpPr/>
          <p:nvPr/>
        </p:nvSpPr>
        <p:spPr>
          <a:xfrm>
            <a:off x="3772089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4C716D74-FAEC-1DA0-A158-4BD316EEB07C}"/>
              </a:ext>
            </a:extLst>
          </p:cNvPr>
          <p:cNvSpPr/>
          <p:nvPr/>
        </p:nvSpPr>
        <p:spPr>
          <a:xfrm>
            <a:off x="4710013" y="17069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3BCD967-8BB1-7013-D403-78E0946B890D}"/>
              </a:ext>
            </a:extLst>
          </p:cNvPr>
          <p:cNvSpPr/>
          <p:nvPr/>
        </p:nvSpPr>
        <p:spPr>
          <a:xfrm>
            <a:off x="353615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88CBE174-EFC9-C95A-5CB1-A5EC8632D5AE}"/>
              </a:ext>
            </a:extLst>
          </p:cNvPr>
          <p:cNvSpPr/>
          <p:nvPr/>
        </p:nvSpPr>
        <p:spPr>
          <a:xfrm>
            <a:off x="398192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AD34E696-EFDF-F03A-7000-DC70474A314E}"/>
              </a:ext>
            </a:extLst>
          </p:cNvPr>
          <p:cNvSpPr/>
          <p:nvPr/>
        </p:nvSpPr>
        <p:spPr>
          <a:xfrm>
            <a:off x="442769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79DF37C4-FA3C-B742-B7DC-759E47A0E59C}"/>
              </a:ext>
            </a:extLst>
          </p:cNvPr>
          <p:cNvSpPr/>
          <p:nvPr/>
        </p:nvSpPr>
        <p:spPr>
          <a:xfrm>
            <a:off x="4951428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D1D64CBB-BAC9-DB6F-18E0-FDC04DB372BA}"/>
              </a:ext>
            </a:extLst>
          </p:cNvPr>
          <p:cNvCxnSpPr>
            <a:cxnSpLocks/>
            <a:stCxn id="90" idx="5"/>
            <a:endCxn id="107" idx="0"/>
          </p:cNvCxnSpPr>
          <p:nvPr/>
        </p:nvCxnSpPr>
        <p:spPr>
          <a:xfrm>
            <a:off x="2214668" y="2005558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2D02947-DA88-A1AE-7B25-EE29FE6140AA}"/>
              </a:ext>
            </a:extLst>
          </p:cNvPr>
          <p:cNvCxnSpPr>
            <a:cxnSpLocks/>
            <a:stCxn id="92" idx="3"/>
            <a:endCxn id="108" idx="0"/>
          </p:cNvCxnSpPr>
          <p:nvPr/>
        </p:nvCxnSpPr>
        <p:spPr>
          <a:xfrm flipH="1">
            <a:off x="2755778" y="1995781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57E7BA3-6741-38E3-D55C-7F25E303A557}"/>
              </a:ext>
            </a:extLst>
          </p:cNvPr>
          <p:cNvCxnSpPr>
            <a:cxnSpLocks/>
            <a:stCxn id="92" idx="5"/>
            <a:endCxn id="109" idx="0"/>
          </p:cNvCxnSpPr>
          <p:nvPr/>
        </p:nvCxnSpPr>
        <p:spPr>
          <a:xfrm>
            <a:off x="3079519" y="1995781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5A8BC12A-3B38-6F88-6D52-46675AE1CE70}"/>
              </a:ext>
            </a:extLst>
          </p:cNvPr>
          <p:cNvCxnSpPr>
            <a:cxnSpLocks/>
            <a:stCxn id="110" idx="3"/>
            <a:endCxn id="112" idx="0"/>
          </p:cNvCxnSpPr>
          <p:nvPr/>
        </p:nvCxnSpPr>
        <p:spPr>
          <a:xfrm flipH="1">
            <a:off x="3702815" y="2005558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AEA65585-2853-12B5-F654-64E965EF2123}"/>
              </a:ext>
            </a:extLst>
          </p:cNvPr>
          <p:cNvCxnSpPr>
            <a:cxnSpLocks/>
            <a:stCxn id="110" idx="5"/>
            <a:endCxn id="113" idx="0"/>
          </p:cNvCxnSpPr>
          <p:nvPr/>
        </p:nvCxnSpPr>
        <p:spPr>
          <a:xfrm>
            <a:off x="4056602" y="2005558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4F28F6DD-DB49-2D59-08C4-C51EFD55CC93}"/>
              </a:ext>
            </a:extLst>
          </p:cNvPr>
          <p:cNvCxnSpPr>
            <a:cxnSpLocks/>
            <a:stCxn id="105" idx="3"/>
            <a:endCxn id="110" idx="0"/>
          </p:cNvCxnSpPr>
          <p:nvPr/>
        </p:nvCxnSpPr>
        <p:spPr>
          <a:xfrm flipH="1">
            <a:off x="3938753" y="1491643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6179C5C7-C7DA-7E9A-0509-4B7FB577BC54}"/>
              </a:ext>
            </a:extLst>
          </p:cNvPr>
          <p:cNvCxnSpPr>
            <a:cxnSpLocks/>
            <a:stCxn id="105" idx="5"/>
            <a:endCxn id="111" idx="1"/>
          </p:cNvCxnSpPr>
          <p:nvPr/>
        </p:nvCxnSpPr>
        <p:spPr>
          <a:xfrm>
            <a:off x="4449633" y="1491643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C289B613-12E0-DB91-D9B4-96DA5CE274CD}"/>
              </a:ext>
            </a:extLst>
          </p:cNvPr>
          <p:cNvCxnSpPr>
            <a:cxnSpLocks/>
            <a:stCxn id="111" idx="3"/>
            <a:endCxn id="114" idx="0"/>
          </p:cNvCxnSpPr>
          <p:nvPr/>
        </p:nvCxnSpPr>
        <p:spPr>
          <a:xfrm flipH="1">
            <a:off x="4594355" y="199144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5022884C-4B88-A510-53D0-FB1B63EA1323}"/>
              </a:ext>
            </a:extLst>
          </p:cNvPr>
          <p:cNvCxnSpPr>
            <a:cxnSpLocks/>
            <a:stCxn id="111" idx="5"/>
            <a:endCxn id="115" idx="0"/>
          </p:cNvCxnSpPr>
          <p:nvPr/>
        </p:nvCxnSpPr>
        <p:spPr>
          <a:xfrm>
            <a:off x="4994526" y="1991445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8297D2B-9792-5E20-94E1-9CB8C8E944DE}"/>
              </a:ext>
            </a:extLst>
          </p:cNvPr>
          <p:cNvSpPr txBox="1"/>
          <p:nvPr/>
        </p:nvSpPr>
        <p:spPr>
          <a:xfrm>
            <a:off x="3271685" y="827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1FFE3F0-E364-D1A6-4279-0F08018EA2AB}"/>
              </a:ext>
            </a:extLst>
          </p:cNvPr>
          <p:cNvSpPr txBox="1"/>
          <p:nvPr/>
        </p:nvSpPr>
        <p:spPr>
          <a:xfrm>
            <a:off x="2997123" y="22067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DAEF80B-8EA9-918C-1D2A-B22891440CAC}"/>
              </a:ext>
            </a:extLst>
          </p:cNvPr>
          <p:cNvSpPr txBox="1"/>
          <p:nvPr/>
        </p:nvSpPr>
        <p:spPr>
          <a:xfrm>
            <a:off x="4115515" y="11943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6BC6AFC-922D-B315-E727-914D4783353D}"/>
              </a:ext>
            </a:extLst>
          </p:cNvPr>
          <p:cNvSpPr txBox="1"/>
          <p:nvPr/>
        </p:nvSpPr>
        <p:spPr>
          <a:xfrm>
            <a:off x="3726678" y="17112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128049E6-E741-B90F-6ACB-7BFBDB298EE7}"/>
              </a:ext>
            </a:extLst>
          </p:cNvPr>
          <p:cNvSpPr txBox="1"/>
          <p:nvPr/>
        </p:nvSpPr>
        <p:spPr>
          <a:xfrm>
            <a:off x="3945961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830069A-4247-E3A1-DDDA-F43F25D05264}"/>
              </a:ext>
            </a:extLst>
          </p:cNvPr>
          <p:cNvSpPr txBox="1"/>
          <p:nvPr/>
        </p:nvSpPr>
        <p:spPr>
          <a:xfrm>
            <a:off x="3508732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6DB8D14-888E-AED1-01FE-B1E3A84D13F6}"/>
              </a:ext>
            </a:extLst>
          </p:cNvPr>
          <p:cNvSpPr txBox="1"/>
          <p:nvPr/>
        </p:nvSpPr>
        <p:spPr>
          <a:xfrm>
            <a:off x="4682441" y="16990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777E479-34E4-C9EE-B360-FBB8052F320E}"/>
              </a:ext>
            </a:extLst>
          </p:cNvPr>
          <p:cNvSpPr txBox="1"/>
          <p:nvPr/>
        </p:nvSpPr>
        <p:spPr>
          <a:xfrm>
            <a:off x="4394180" y="22015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0433E9-96CA-1DE9-B798-A3C7CE4C277B}"/>
              </a:ext>
            </a:extLst>
          </p:cNvPr>
          <p:cNvSpPr txBox="1"/>
          <p:nvPr/>
        </p:nvSpPr>
        <p:spPr>
          <a:xfrm>
            <a:off x="4918358" y="2206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7135C272-1FC1-1EA8-6724-5EB0ED0D0234}"/>
              </a:ext>
            </a:extLst>
          </p:cNvPr>
          <p:cNvSpPr/>
          <p:nvPr/>
        </p:nvSpPr>
        <p:spPr>
          <a:xfrm>
            <a:off x="2545005" y="703938"/>
            <a:ext cx="747736" cy="467215"/>
          </a:xfrm>
          <a:custGeom>
            <a:avLst/>
            <a:gdLst>
              <a:gd name="csX0" fmla="*/ 747736 w 747736"/>
              <a:gd name="csY0" fmla="*/ 34789 h 467215"/>
              <a:gd name="csX1" fmla="*/ 202699 w 747736"/>
              <a:gd name="csY1" fmla="*/ 43798 h 467215"/>
              <a:gd name="csX2" fmla="*/ 0 w 747736"/>
              <a:gd name="csY2" fmla="*/ 467215 h 46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36" h="467215">
                <a:moveTo>
                  <a:pt x="747736" y="34789"/>
                </a:moveTo>
                <a:cubicBezTo>
                  <a:pt x="537529" y="3258"/>
                  <a:pt x="327322" y="-28273"/>
                  <a:pt x="202699" y="43798"/>
                </a:cubicBezTo>
                <a:cubicBezTo>
                  <a:pt x="78076" y="115869"/>
                  <a:pt x="20270" y="390640"/>
                  <a:pt x="0" y="46721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2438F8EA-5FDB-D147-5FBE-42CA09BA706A}"/>
              </a:ext>
            </a:extLst>
          </p:cNvPr>
          <p:cNvSpPr/>
          <p:nvPr/>
        </p:nvSpPr>
        <p:spPr>
          <a:xfrm flipH="1">
            <a:off x="2795004" y="1346821"/>
            <a:ext cx="260891" cy="333328"/>
          </a:xfrm>
          <a:custGeom>
            <a:avLst/>
            <a:gdLst>
              <a:gd name="csX0" fmla="*/ 426781 w 426781"/>
              <a:gd name="csY0" fmla="*/ 0 h 418913"/>
              <a:gd name="csX1" fmla="*/ 61922 w 426781"/>
              <a:gd name="csY1" fmla="*/ 85585 h 418913"/>
              <a:gd name="csX2" fmla="*/ 3364 w 426781"/>
              <a:gd name="csY2" fmla="*/ 418913 h 418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781" h="418913">
                <a:moveTo>
                  <a:pt x="426781" y="0"/>
                </a:moveTo>
                <a:cubicBezTo>
                  <a:pt x="279636" y="7883"/>
                  <a:pt x="132492" y="15766"/>
                  <a:pt x="61922" y="85585"/>
                </a:cubicBezTo>
                <a:cubicBezTo>
                  <a:pt x="-8648" y="155404"/>
                  <a:pt x="-2642" y="287158"/>
                  <a:pt x="3364" y="41891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8B244152-0D6B-C0BD-AF02-470DDA7CCA65}"/>
              </a:ext>
            </a:extLst>
          </p:cNvPr>
          <p:cNvSpPr/>
          <p:nvPr/>
        </p:nvSpPr>
        <p:spPr>
          <a:xfrm>
            <a:off x="3193643" y="1795594"/>
            <a:ext cx="214054" cy="411578"/>
          </a:xfrm>
          <a:custGeom>
            <a:avLst/>
            <a:gdLst>
              <a:gd name="csX0" fmla="*/ 0 w 214054"/>
              <a:gd name="csY0" fmla="*/ 6179 h 411578"/>
              <a:gd name="csX1" fmla="*/ 211709 w 214054"/>
              <a:gd name="csY1" fmla="*/ 55728 h 411578"/>
              <a:gd name="csX2" fmla="*/ 94593 w 214054"/>
              <a:gd name="csY2" fmla="*/ 411578 h 411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4054" h="411578">
                <a:moveTo>
                  <a:pt x="0" y="6179"/>
                </a:moveTo>
                <a:cubicBezTo>
                  <a:pt x="97972" y="-2830"/>
                  <a:pt x="195944" y="-11838"/>
                  <a:pt x="211709" y="55728"/>
                </a:cubicBezTo>
                <a:cubicBezTo>
                  <a:pt x="227474" y="123294"/>
                  <a:pt x="161033" y="267436"/>
                  <a:pt x="94593" y="41157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89A4AD-CC41-CFA1-590C-DA8762B389D9}"/>
              </a:ext>
            </a:extLst>
          </p:cNvPr>
          <p:cNvSpPr txBox="1"/>
          <p:nvPr/>
        </p:nvSpPr>
        <p:spPr>
          <a:xfrm>
            <a:off x="2600025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的中序前驱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0F69658-2076-E41E-8BBC-F080D9FCA17B}"/>
              </a:ext>
            </a:extLst>
          </p:cNvPr>
          <p:cNvSpPr txBox="1"/>
          <p:nvPr/>
        </p:nvSpPr>
        <p:spPr>
          <a:xfrm>
            <a:off x="8028637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的中序后继</a:t>
            </a: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E66AE68A-6380-E6E1-FEF3-EBB96D834C2E}"/>
              </a:ext>
            </a:extLst>
          </p:cNvPr>
          <p:cNvSpPr/>
          <p:nvPr/>
        </p:nvSpPr>
        <p:spPr>
          <a:xfrm>
            <a:off x="8736811" y="8144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62DD975C-4952-85EB-5135-5FDD830ACDF6}"/>
              </a:ext>
            </a:extLst>
          </p:cNvPr>
          <p:cNvSpPr/>
          <p:nvPr/>
        </p:nvSpPr>
        <p:spPr>
          <a:xfrm>
            <a:off x="7815279" y="12375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EF4ABF89-66CA-2A8C-DFB9-A6764FE152D2}"/>
              </a:ext>
            </a:extLst>
          </p:cNvPr>
          <p:cNvSpPr/>
          <p:nvPr/>
        </p:nvSpPr>
        <p:spPr>
          <a:xfrm>
            <a:off x="7362211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FAF1B6D7-18EC-D7F8-9B3E-3F22FF55DC4B}"/>
              </a:ext>
            </a:extLst>
          </p:cNvPr>
          <p:cNvSpPr/>
          <p:nvPr/>
        </p:nvSpPr>
        <p:spPr>
          <a:xfrm>
            <a:off x="8227062" y="16977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126738A7-6D46-0B32-C979-1540C90CB6EE}"/>
              </a:ext>
            </a:extLst>
          </p:cNvPr>
          <p:cNvCxnSpPr>
            <a:stCxn id="142" idx="3"/>
            <a:endCxn id="143" idx="7"/>
          </p:cNvCxnSpPr>
          <p:nvPr/>
        </p:nvCxnSpPr>
        <p:spPr>
          <a:xfrm flipH="1">
            <a:off x="8099792" y="1098951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E9446EE-32A4-F866-B032-7102382DAB1E}"/>
              </a:ext>
            </a:extLst>
          </p:cNvPr>
          <p:cNvCxnSpPr>
            <a:cxnSpLocks/>
            <a:stCxn id="143" idx="3"/>
            <a:endCxn id="144" idx="7"/>
          </p:cNvCxnSpPr>
          <p:nvPr/>
        </p:nvCxnSpPr>
        <p:spPr>
          <a:xfrm flipH="1">
            <a:off x="7646724" y="1522069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790C9F8D-12C2-1F2B-6D39-6F67A5E97D10}"/>
              </a:ext>
            </a:extLst>
          </p:cNvPr>
          <p:cNvCxnSpPr>
            <a:stCxn id="143" idx="5"/>
            <a:endCxn id="145" idx="1"/>
          </p:cNvCxnSpPr>
          <p:nvPr/>
        </p:nvCxnSpPr>
        <p:spPr>
          <a:xfrm>
            <a:off x="8099792" y="1522069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4E0407E1-291C-6FC2-0182-FDDED7B4CBA3}"/>
              </a:ext>
            </a:extLst>
          </p:cNvPr>
          <p:cNvSpPr/>
          <p:nvPr/>
        </p:nvSpPr>
        <p:spPr>
          <a:xfrm>
            <a:off x="7110093" y="21969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F6D2669-486D-4E80-2787-3A21A9D9C664}"/>
              </a:ext>
            </a:extLst>
          </p:cNvPr>
          <p:cNvCxnSpPr>
            <a:cxnSpLocks/>
            <a:stCxn id="144" idx="3"/>
            <a:endCxn id="149" idx="0"/>
          </p:cNvCxnSpPr>
          <p:nvPr/>
        </p:nvCxnSpPr>
        <p:spPr>
          <a:xfrm flipH="1">
            <a:off x="7276757" y="1992027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B8042954-A7FF-DDE8-B993-2E75010DE0DE}"/>
              </a:ext>
            </a:extLst>
          </p:cNvPr>
          <p:cNvSpPr/>
          <p:nvPr/>
        </p:nvSpPr>
        <p:spPr>
          <a:xfrm>
            <a:off x="9597176" y="11935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24159D6-3EC1-5202-F0BE-C4CD0DE9DCE6}"/>
              </a:ext>
            </a:extLst>
          </p:cNvPr>
          <p:cNvCxnSpPr>
            <a:cxnSpLocks/>
            <a:stCxn id="142" idx="5"/>
            <a:endCxn id="151" idx="1"/>
          </p:cNvCxnSpPr>
          <p:nvPr/>
        </p:nvCxnSpPr>
        <p:spPr>
          <a:xfrm>
            <a:off x="9021324" y="1098951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椭圆 152">
            <a:extLst>
              <a:ext uri="{FF2B5EF4-FFF2-40B4-BE49-F238E27FC236}">
                <a16:creationId xmlns:a16="http://schemas.microsoft.com/office/drawing/2014/main" id="{8B16E6D6-93C0-1CA8-27F8-7CB1B4CDAEB1}"/>
              </a:ext>
            </a:extLst>
          </p:cNvPr>
          <p:cNvSpPr/>
          <p:nvPr/>
        </p:nvSpPr>
        <p:spPr>
          <a:xfrm>
            <a:off x="7583075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0D492C2E-2A44-15D6-CEAF-592F5FC7603A}"/>
              </a:ext>
            </a:extLst>
          </p:cNvPr>
          <p:cNvSpPr/>
          <p:nvPr/>
        </p:nvSpPr>
        <p:spPr>
          <a:xfrm>
            <a:off x="8021170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05098CDF-4DFF-ECCB-ED2E-3C7A86035B79}"/>
              </a:ext>
            </a:extLst>
          </p:cNvPr>
          <p:cNvSpPr/>
          <p:nvPr/>
        </p:nvSpPr>
        <p:spPr>
          <a:xfrm>
            <a:off x="8466940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BC45C61-B49D-E94A-583F-8CC76117966F}"/>
              </a:ext>
            </a:extLst>
          </p:cNvPr>
          <p:cNvSpPr/>
          <p:nvPr/>
        </p:nvSpPr>
        <p:spPr>
          <a:xfrm>
            <a:off x="9204145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9460114A-9F5C-5803-55E8-5E148D4E86C3}"/>
              </a:ext>
            </a:extLst>
          </p:cNvPr>
          <p:cNvSpPr/>
          <p:nvPr/>
        </p:nvSpPr>
        <p:spPr>
          <a:xfrm>
            <a:off x="10142069" y="16934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5C4423DA-569A-F39C-4F3B-02FE0A6670DC}"/>
              </a:ext>
            </a:extLst>
          </p:cNvPr>
          <p:cNvSpPr/>
          <p:nvPr/>
        </p:nvSpPr>
        <p:spPr>
          <a:xfrm>
            <a:off x="896820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D72F1E2A-AC59-A35A-E251-27B1F2011367}"/>
              </a:ext>
            </a:extLst>
          </p:cNvPr>
          <p:cNvSpPr/>
          <p:nvPr/>
        </p:nvSpPr>
        <p:spPr>
          <a:xfrm>
            <a:off x="941397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E97B2D8B-526E-4D06-8263-60B44AC362BC}"/>
              </a:ext>
            </a:extLst>
          </p:cNvPr>
          <p:cNvSpPr/>
          <p:nvPr/>
        </p:nvSpPr>
        <p:spPr>
          <a:xfrm>
            <a:off x="985974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882831A6-1E2B-EB3F-196C-4F84FF757A99}"/>
              </a:ext>
            </a:extLst>
          </p:cNvPr>
          <p:cNvSpPr/>
          <p:nvPr/>
        </p:nvSpPr>
        <p:spPr>
          <a:xfrm>
            <a:off x="10383484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EF1755EA-05C0-D256-590E-E74A58591EFD}"/>
              </a:ext>
            </a:extLst>
          </p:cNvPr>
          <p:cNvCxnSpPr>
            <a:cxnSpLocks/>
            <a:stCxn id="144" idx="5"/>
            <a:endCxn id="153" idx="0"/>
          </p:cNvCxnSpPr>
          <p:nvPr/>
        </p:nvCxnSpPr>
        <p:spPr>
          <a:xfrm>
            <a:off x="7646724" y="1992027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D031DE1-2633-F300-48AA-F16CF4CE82CE}"/>
              </a:ext>
            </a:extLst>
          </p:cNvPr>
          <p:cNvCxnSpPr>
            <a:cxnSpLocks/>
            <a:stCxn id="145" idx="3"/>
            <a:endCxn id="154" idx="0"/>
          </p:cNvCxnSpPr>
          <p:nvPr/>
        </p:nvCxnSpPr>
        <p:spPr>
          <a:xfrm flipH="1">
            <a:off x="8187834" y="1982250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E796AC6D-0C72-57B6-1957-5D9B5AAC2A52}"/>
              </a:ext>
            </a:extLst>
          </p:cNvPr>
          <p:cNvCxnSpPr>
            <a:cxnSpLocks/>
            <a:stCxn id="145" idx="5"/>
            <a:endCxn id="155" idx="0"/>
          </p:cNvCxnSpPr>
          <p:nvPr/>
        </p:nvCxnSpPr>
        <p:spPr>
          <a:xfrm>
            <a:off x="8511575" y="1982250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14CA55BF-C0A6-BAC5-069D-03D5BA453308}"/>
              </a:ext>
            </a:extLst>
          </p:cNvPr>
          <p:cNvCxnSpPr>
            <a:cxnSpLocks/>
            <a:stCxn id="156" idx="3"/>
            <a:endCxn id="158" idx="0"/>
          </p:cNvCxnSpPr>
          <p:nvPr/>
        </p:nvCxnSpPr>
        <p:spPr>
          <a:xfrm flipH="1">
            <a:off x="9134871" y="1992027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F6AA1B17-BC50-2F45-3A4C-C238F4F845C4}"/>
              </a:ext>
            </a:extLst>
          </p:cNvPr>
          <p:cNvCxnSpPr>
            <a:cxnSpLocks/>
            <a:stCxn id="156" idx="5"/>
            <a:endCxn id="159" idx="0"/>
          </p:cNvCxnSpPr>
          <p:nvPr/>
        </p:nvCxnSpPr>
        <p:spPr>
          <a:xfrm>
            <a:off x="9488658" y="1992027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4F4AAF0-086E-05ED-D90B-F3E255409417}"/>
              </a:ext>
            </a:extLst>
          </p:cNvPr>
          <p:cNvCxnSpPr>
            <a:cxnSpLocks/>
            <a:stCxn id="151" idx="3"/>
            <a:endCxn id="156" idx="0"/>
          </p:cNvCxnSpPr>
          <p:nvPr/>
        </p:nvCxnSpPr>
        <p:spPr>
          <a:xfrm flipH="1">
            <a:off x="9370809" y="1478112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65B38868-FC4C-2028-531D-AC5E0D1A808C}"/>
              </a:ext>
            </a:extLst>
          </p:cNvPr>
          <p:cNvCxnSpPr>
            <a:cxnSpLocks/>
            <a:stCxn id="151" idx="5"/>
            <a:endCxn id="157" idx="1"/>
          </p:cNvCxnSpPr>
          <p:nvPr/>
        </p:nvCxnSpPr>
        <p:spPr>
          <a:xfrm>
            <a:off x="9881689" y="1478112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8F64DE3A-844A-A81D-2D82-0A5C4FB4A10B}"/>
              </a:ext>
            </a:extLst>
          </p:cNvPr>
          <p:cNvCxnSpPr>
            <a:cxnSpLocks/>
            <a:stCxn id="157" idx="3"/>
            <a:endCxn id="160" idx="0"/>
          </p:cNvCxnSpPr>
          <p:nvPr/>
        </p:nvCxnSpPr>
        <p:spPr>
          <a:xfrm flipH="1">
            <a:off x="10026411" y="1977914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341AB92-5B41-F707-CE8D-1DEB814E4A15}"/>
              </a:ext>
            </a:extLst>
          </p:cNvPr>
          <p:cNvCxnSpPr>
            <a:cxnSpLocks/>
            <a:stCxn id="157" idx="5"/>
            <a:endCxn id="161" idx="0"/>
          </p:cNvCxnSpPr>
          <p:nvPr/>
        </p:nvCxnSpPr>
        <p:spPr>
          <a:xfrm>
            <a:off x="10426582" y="1977914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C82867F-B3D3-A8C3-AD2C-98AA6DDFD6A5}"/>
              </a:ext>
            </a:extLst>
          </p:cNvPr>
          <p:cNvSpPr txBox="1"/>
          <p:nvPr/>
        </p:nvSpPr>
        <p:spPr>
          <a:xfrm>
            <a:off x="8703741" y="8136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5E3A5B9-C374-B2B3-A923-F2B4A633D9DE}"/>
              </a:ext>
            </a:extLst>
          </p:cNvPr>
          <p:cNvSpPr txBox="1"/>
          <p:nvPr/>
        </p:nvSpPr>
        <p:spPr>
          <a:xfrm>
            <a:off x="8429179" y="219320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193D80B-FA36-FF42-609F-1735FDA8B9B5}"/>
              </a:ext>
            </a:extLst>
          </p:cNvPr>
          <p:cNvSpPr txBox="1"/>
          <p:nvPr/>
        </p:nvSpPr>
        <p:spPr>
          <a:xfrm>
            <a:off x="9547571" y="1180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A16A20D-AD93-2231-35E7-FA99805C4BAB}"/>
              </a:ext>
            </a:extLst>
          </p:cNvPr>
          <p:cNvSpPr txBox="1"/>
          <p:nvPr/>
        </p:nvSpPr>
        <p:spPr>
          <a:xfrm>
            <a:off x="9158734" y="169773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8457DB22-4E3A-6C7F-1922-140099BF295F}"/>
              </a:ext>
            </a:extLst>
          </p:cNvPr>
          <p:cNvSpPr txBox="1"/>
          <p:nvPr/>
        </p:nvSpPr>
        <p:spPr>
          <a:xfrm>
            <a:off x="9378017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D3C51DC-D569-9A7D-A39D-0314180384A6}"/>
              </a:ext>
            </a:extLst>
          </p:cNvPr>
          <p:cNvSpPr txBox="1"/>
          <p:nvPr/>
        </p:nvSpPr>
        <p:spPr>
          <a:xfrm>
            <a:off x="8940788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8D5639A-4495-D604-1E1D-B7F139EEDFAF}"/>
              </a:ext>
            </a:extLst>
          </p:cNvPr>
          <p:cNvSpPr txBox="1"/>
          <p:nvPr/>
        </p:nvSpPr>
        <p:spPr>
          <a:xfrm>
            <a:off x="10114497" y="16855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0BF12821-331C-FE18-C90F-E5D2D17A4544}"/>
              </a:ext>
            </a:extLst>
          </p:cNvPr>
          <p:cNvSpPr txBox="1"/>
          <p:nvPr/>
        </p:nvSpPr>
        <p:spPr>
          <a:xfrm>
            <a:off x="9826236" y="21879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043565ED-CDAB-7365-550A-51F7FF5D80D9}"/>
              </a:ext>
            </a:extLst>
          </p:cNvPr>
          <p:cNvSpPr txBox="1"/>
          <p:nvPr/>
        </p:nvSpPr>
        <p:spPr>
          <a:xfrm>
            <a:off x="10350414" y="2193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56CC5DC-5DC9-952F-72BB-B8A4BEFE657E}"/>
              </a:ext>
            </a:extLst>
          </p:cNvPr>
          <p:cNvSpPr/>
          <p:nvPr/>
        </p:nvSpPr>
        <p:spPr>
          <a:xfrm>
            <a:off x="9085442" y="628232"/>
            <a:ext cx="824922" cy="484363"/>
          </a:xfrm>
          <a:custGeom>
            <a:avLst/>
            <a:gdLst>
              <a:gd name="csX0" fmla="*/ 0 w 824922"/>
              <a:gd name="csY0" fmla="*/ 164548 h 484363"/>
              <a:gd name="csX1" fmla="*/ 441435 w 824922"/>
              <a:gd name="csY1" fmla="*/ 24911 h 484363"/>
              <a:gd name="csX2" fmla="*/ 806294 w 824922"/>
              <a:gd name="csY2" fmla="*/ 47433 h 484363"/>
              <a:gd name="csX3" fmla="*/ 738727 w 824922"/>
              <a:gd name="csY3" fmla="*/ 484363 h 484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4922" h="484363">
                <a:moveTo>
                  <a:pt x="0" y="164548"/>
                </a:moveTo>
                <a:cubicBezTo>
                  <a:pt x="153526" y="104489"/>
                  <a:pt x="307053" y="44430"/>
                  <a:pt x="441435" y="24911"/>
                </a:cubicBezTo>
                <a:cubicBezTo>
                  <a:pt x="575817" y="5392"/>
                  <a:pt x="756745" y="-29142"/>
                  <a:pt x="806294" y="47433"/>
                </a:cubicBezTo>
                <a:cubicBezTo>
                  <a:pt x="855843" y="124008"/>
                  <a:pt x="797285" y="304185"/>
                  <a:pt x="738727" y="48436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C7DE537D-8046-09D0-6659-ED85F9B5C81D}"/>
              </a:ext>
            </a:extLst>
          </p:cNvPr>
          <p:cNvSpPr/>
          <p:nvPr/>
        </p:nvSpPr>
        <p:spPr>
          <a:xfrm>
            <a:off x="9036244" y="1279717"/>
            <a:ext cx="486128" cy="440977"/>
          </a:xfrm>
          <a:custGeom>
            <a:avLst/>
            <a:gdLst>
              <a:gd name="csX0" fmla="*/ 486128 w 486128"/>
              <a:gd name="csY0" fmla="*/ 76117 h 440977"/>
              <a:gd name="csX1" fmla="*/ 22172 w 486128"/>
              <a:gd name="csY1" fmla="*/ 26569 h 440977"/>
              <a:gd name="csX2" fmla="*/ 116765 w 486128"/>
              <a:gd name="csY2" fmla="*/ 440977 h 440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6128" h="440977">
                <a:moveTo>
                  <a:pt x="486128" y="76117"/>
                </a:moveTo>
                <a:cubicBezTo>
                  <a:pt x="284930" y="20938"/>
                  <a:pt x="83733" y="-34241"/>
                  <a:pt x="22172" y="26569"/>
                </a:cubicBezTo>
                <a:cubicBezTo>
                  <a:pt x="-39389" y="87379"/>
                  <a:pt x="38688" y="264178"/>
                  <a:pt x="116765" y="440977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任意多边形: 形状 182">
            <a:extLst>
              <a:ext uri="{FF2B5EF4-FFF2-40B4-BE49-F238E27FC236}">
                <a16:creationId xmlns:a16="http://schemas.microsoft.com/office/drawing/2014/main" id="{3D507933-A4B3-5648-E0B4-E8FA32477B60}"/>
              </a:ext>
            </a:extLst>
          </p:cNvPr>
          <p:cNvSpPr/>
          <p:nvPr/>
        </p:nvSpPr>
        <p:spPr>
          <a:xfrm>
            <a:off x="8929363" y="1842313"/>
            <a:ext cx="187610" cy="337833"/>
          </a:xfrm>
          <a:custGeom>
            <a:avLst/>
            <a:gdLst>
              <a:gd name="csX0" fmla="*/ 187610 w 187610"/>
              <a:gd name="csY0" fmla="*/ 0 h 337833"/>
              <a:gd name="csX1" fmla="*/ 11937 w 187610"/>
              <a:gd name="csY1" fmla="*/ 162160 h 337833"/>
              <a:gd name="csX2" fmla="*/ 29955 w 18761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7610" h="337833">
                <a:moveTo>
                  <a:pt x="187610" y="0"/>
                </a:moveTo>
                <a:cubicBezTo>
                  <a:pt x="112911" y="52927"/>
                  <a:pt x="38213" y="105854"/>
                  <a:pt x="11937" y="162160"/>
                </a:cubicBezTo>
                <a:cubicBezTo>
                  <a:pt x="-14339" y="218466"/>
                  <a:pt x="7808" y="278149"/>
                  <a:pt x="29955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80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3CE-CE4C-C8D7-2A38-FEB85914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>
            <a:extLst>
              <a:ext uri="{FF2B5EF4-FFF2-40B4-BE49-F238E27FC236}">
                <a16:creationId xmlns:a16="http://schemas.microsoft.com/office/drawing/2014/main" id="{4CD9E70E-0E81-7CC4-B4E3-AE8172493E4F}"/>
              </a:ext>
            </a:extLst>
          </p:cNvPr>
          <p:cNvSpPr/>
          <p:nvPr/>
        </p:nvSpPr>
        <p:spPr>
          <a:xfrm>
            <a:off x="3039168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B14D70A-4C38-EC13-DEDC-25760816BC26}"/>
              </a:ext>
            </a:extLst>
          </p:cNvPr>
          <p:cNvSpPr/>
          <p:nvPr/>
        </p:nvSpPr>
        <p:spPr>
          <a:xfrm>
            <a:off x="3511382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3FA19FB-609C-843F-E1AF-AF65204895D6}"/>
              </a:ext>
            </a:extLst>
          </p:cNvPr>
          <p:cNvSpPr/>
          <p:nvPr/>
        </p:nvSpPr>
        <p:spPr>
          <a:xfrm>
            <a:off x="132914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949EE591-BBB4-6948-074B-5C2B96B29CB6}"/>
              </a:ext>
            </a:extLst>
          </p:cNvPr>
          <p:cNvSpPr/>
          <p:nvPr/>
        </p:nvSpPr>
        <p:spPr>
          <a:xfrm>
            <a:off x="522141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18595BB-6788-6566-045D-C9648CDC83F0}"/>
              </a:ext>
            </a:extLst>
          </p:cNvPr>
          <p:cNvSpPr/>
          <p:nvPr/>
        </p:nvSpPr>
        <p:spPr>
          <a:xfrm>
            <a:off x="5788217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A1DC7DF-9D9F-B2E2-A5C6-5979425E3CDC}"/>
              </a:ext>
            </a:extLst>
          </p:cNvPr>
          <p:cNvSpPr/>
          <p:nvPr/>
        </p:nvSpPr>
        <p:spPr>
          <a:xfrm>
            <a:off x="6355775" y="17421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2BC84BE-F7B6-A935-5775-1D8FA77EC8A7}"/>
              </a:ext>
            </a:extLst>
          </p:cNvPr>
          <p:cNvSpPr/>
          <p:nvPr/>
        </p:nvSpPr>
        <p:spPr>
          <a:xfrm>
            <a:off x="797041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670A115-02A6-845B-0B44-941F26C26691}"/>
              </a:ext>
            </a:extLst>
          </p:cNvPr>
          <p:cNvSpPr/>
          <p:nvPr/>
        </p:nvSpPr>
        <p:spPr>
          <a:xfrm>
            <a:off x="8492175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03F26FB-5BBC-0B9E-11EC-46525B56D40C}"/>
              </a:ext>
            </a:extLst>
          </p:cNvPr>
          <p:cNvSpPr/>
          <p:nvPr/>
        </p:nvSpPr>
        <p:spPr>
          <a:xfrm>
            <a:off x="905973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76FBB078-A4C8-FDEA-BB8D-2906091D5EB2}"/>
              </a:ext>
            </a:extLst>
          </p:cNvPr>
          <p:cNvSpPr/>
          <p:nvPr/>
        </p:nvSpPr>
        <p:spPr>
          <a:xfrm>
            <a:off x="1355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6E166DA-C32C-2EC0-6A97-B8CA6024908C}"/>
              </a:ext>
            </a:extLst>
          </p:cNvPr>
          <p:cNvSpPr/>
          <p:nvPr/>
        </p:nvSpPr>
        <p:spPr>
          <a:xfrm>
            <a:off x="1877017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414793-A988-C1EF-48FD-6EE35F7D4297}"/>
              </a:ext>
            </a:extLst>
          </p:cNvPr>
          <p:cNvSpPr/>
          <p:nvPr/>
        </p:nvSpPr>
        <p:spPr>
          <a:xfrm>
            <a:off x="244457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E821039-D667-3116-071C-37845C8F3D2D}"/>
              </a:ext>
            </a:extLst>
          </p:cNvPr>
          <p:cNvSpPr/>
          <p:nvPr/>
        </p:nvSpPr>
        <p:spPr>
          <a:xfrm>
            <a:off x="3043667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948B61D-0C63-D2E0-AB0C-C998A7D1EF8A}"/>
              </a:ext>
            </a:extLst>
          </p:cNvPr>
          <p:cNvSpPr/>
          <p:nvPr/>
        </p:nvSpPr>
        <p:spPr>
          <a:xfrm>
            <a:off x="486482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E180824B-E503-5035-BC30-958CF09EBB89}"/>
              </a:ext>
            </a:extLst>
          </p:cNvPr>
          <p:cNvSpPr/>
          <p:nvPr/>
        </p:nvSpPr>
        <p:spPr>
          <a:xfrm>
            <a:off x="5386589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66D5BAAB-06A4-1C27-9254-A716D99504AF}"/>
              </a:ext>
            </a:extLst>
          </p:cNvPr>
          <p:cNvSpPr/>
          <p:nvPr/>
        </p:nvSpPr>
        <p:spPr>
          <a:xfrm>
            <a:off x="595414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FD5D0E95-9203-AC50-575D-158AC8ED27EC}"/>
              </a:ext>
            </a:extLst>
          </p:cNvPr>
          <p:cNvSpPr/>
          <p:nvPr/>
        </p:nvSpPr>
        <p:spPr>
          <a:xfrm>
            <a:off x="6553239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BC8081-E3DA-02E6-9193-33D4622504DF}"/>
              </a:ext>
            </a:extLst>
          </p:cNvPr>
          <p:cNvSpPr/>
          <p:nvPr/>
        </p:nvSpPr>
        <p:spPr>
          <a:xfrm>
            <a:off x="7070499" y="47195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090FC3B-117D-1DEE-E5D9-7A1BD0EE9F71}"/>
              </a:ext>
            </a:extLst>
          </p:cNvPr>
          <p:cNvSpPr/>
          <p:nvPr/>
        </p:nvSpPr>
        <p:spPr>
          <a:xfrm>
            <a:off x="8972684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4B80EED-2074-2DAC-A350-7ACA66A26B63}"/>
              </a:ext>
            </a:extLst>
          </p:cNvPr>
          <p:cNvSpPr/>
          <p:nvPr/>
        </p:nvSpPr>
        <p:spPr>
          <a:xfrm>
            <a:off x="9494446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B964C9D-9F2B-FA4F-AB75-CDE579F40832}"/>
              </a:ext>
            </a:extLst>
          </p:cNvPr>
          <p:cNvSpPr/>
          <p:nvPr/>
        </p:nvSpPr>
        <p:spPr>
          <a:xfrm>
            <a:off x="9612295" y="4115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51DEB1F2-C397-C3A1-B011-404AEA211538}"/>
              </a:ext>
            </a:extLst>
          </p:cNvPr>
          <p:cNvSpPr/>
          <p:nvPr/>
        </p:nvSpPr>
        <p:spPr>
          <a:xfrm>
            <a:off x="10043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F3D00E3-FC0D-0C1C-E6EB-06759D080653}"/>
              </a:ext>
            </a:extLst>
          </p:cNvPr>
          <p:cNvSpPr/>
          <p:nvPr/>
        </p:nvSpPr>
        <p:spPr>
          <a:xfrm>
            <a:off x="10461569" y="40958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6A44E14-E5FC-30FB-E877-B62D3AEB9BE5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323681" y="811934"/>
            <a:ext cx="236516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E342B42B-008B-2736-9E52-E35B421666BC}"/>
              </a:ext>
            </a:extLst>
          </p:cNvPr>
          <p:cNvCxnSpPr>
            <a:cxnSpLocks/>
            <a:stCxn id="11" idx="5"/>
            <a:endCxn id="15" idx="1"/>
          </p:cNvCxnSpPr>
          <p:nvPr/>
        </p:nvCxnSpPr>
        <p:spPr>
          <a:xfrm>
            <a:off x="5505923" y="811934"/>
            <a:ext cx="331109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C3957E3-E474-114E-4891-5956A8168FC3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6072730" y="1450812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A09E131B-0B58-ACCA-0B97-B3F4DA517E0B}"/>
              </a:ext>
            </a:extLst>
          </p:cNvPr>
          <p:cNvCxnSpPr>
            <a:cxnSpLocks/>
            <a:stCxn id="21" idx="3"/>
            <a:endCxn id="19" idx="7"/>
          </p:cNvCxnSpPr>
          <p:nvPr/>
        </p:nvCxnSpPr>
        <p:spPr>
          <a:xfrm flipH="1">
            <a:off x="8254926" y="811934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A1F2093-27B7-A042-C66B-752ADCA1B176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8776688" y="811934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D84F0FC-2957-85C2-9CBB-49F883456849}"/>
              </a:ext>
            </a:extLst>
          </p:cNvPr>
          <p:cNvCxnSpPr>
            <a:cxnSpLocks/>
            <a:stCxn id="27" idx="3"/>
            <a:endCxn id="25" idx="7"/>
          </p:cNvCxnSpPr>
          <p:nvPr/>
        </p:nvCxnSpPr>
        <p:spPr>
          <a:xfrm flipH="1">
            <a:off x="1639768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411BE2-9720-A5CE-D6EC-AA6E4ABD33B0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>
          <a:xfrm>
            <a:off x="2161530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5F143652-3DAC-88FD-4634-C42B90D6DBFD}"/>
              </a:ext>
            </a:extLst>
          </p:cNvPr>
          <p:cNvCxnSpPr>
            <a:cxnSpLocks/>
            <a:stCxn id="29" idx="5"/>
            <a:endCxn id="31" idx="1"/>
          </p:cNvCxnSpPr>
          <p:nvPr/>
        </p:nvCxnSpPr>
        <p:spPr>
          <a:xfrm>
            <a:off x="2729088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0B94CF-BE7D-18D9-F65E-173B3E0336B5}"/>
              </a:ext>
            </a:extLst>
          </p:cNvPr>
          <p:cNvCxnSpPr>
            <a:cxnSpLocks/>
            <a:stCxn id="35" idx="3"/>
            <a:endCxn id="33" idx="7"/>
          </p:cNvCxnSpPr>
          <p:nvPr/>
        </p:nvCxnSpPr>
        <p:spPr>
          <a:xfrm flipH="1">
            <a:off x="5149340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E24CA3A8-1055-1157-38C1-3E36C5666D6B}"/>
              </a:ext>
            </a:extLst>
          </p:cNvPr>
          <p:cNvCxnSpPr>
            <a:cxnSpLocks/>
            <a:stCxn id="35" idx="5"/>
            <a:endCxn id="37" idx="1"/>
          </p:cNvCxnSpPr>
          <p:nvPr/>
        </p:nvCxnSpPr>
        <p:spPr>
          <a:xfrm>
            <a:off x="5671102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D9A0A3A-E491-F595-B7D8-2641E8DDEE56}"/>
              </a:ext>
            </a:extLst>
          </p:cNvPr>
          <p:cNvCxnSpPr>
            <a:cxnSpLocks/>
            <a:stCxn id="37" idx="5"/>
            <a:endCxn id="39" idx="1"/>
          </p:cNvCxnSpPr>
          <p:nvPr/>
        </p:nvCxnSpPr>
        <p:spPr>
          <a:xfrm>
            <a:off x="6238660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1B954C50-0DA2-7367-8E92-79ECD6C20EE2}"/>
              </a:ext>
            </a:extLst>
          </p:cNvPr>
          <p:cNvCxnSpPr>
            <a:cxnSpLocks/>
            <a:stCxn id="39" idx="5"/>
            <a:endCxn id="41" idx="1"/>
          </p:cNvCxnSpPr>
          <p:nvPr/>
        </p:nvCxnSpPr>
        <p:spPr>
          <a:xfrm>
            <a:off x="6837752" y="4387676"/>
            <a:ext cx="281562" cy="380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E9B870C-5510-9B85-1130-4CF2E39FAFA4}"/>
              </a:ext>
            </a:extLst>
          </p:cNvPr>
          <p:cNvCxnSpPr>
            <a:cxnSpLocks/>
            <a:stCxn id="45" idx="3"/>
            <a:endCxn id="43" idx="7"/>
          </p:cNvCxnSpPr>
          <p:nvPr/>
        </p:nvCxnSpPr>
        <p:spPr>
          <a:xfrm flipH="1">
            <a:off x="9257197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F1586773-2917-83DB-E0B2-F494A49F6285}"/>
              </a:ext>
            </a:extLst>
          </p:cNvPr>
          <p:cNvCxnSpPr>
            <a:cxnSpLocks/>
            <a:stCxn id="45" idx="5"/>
            <a:endCxn id="49" idx="1"/>
          </p:cNvCxnSpPr>
          <p:nvPr/>
        </p:nvCxnSpPr>
        <p:spPr>
          <a:xfrm>
            <a:off x="9778959" y="3172981"/>
            <a:ext cx="313111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D88B911F-461E-62DF-3933-019A1BD34BFD}"/>
              </a:ext>
            </a:extLst>
          </p:cNvPr>
          <p:cNvCxnSpPr>
            <a:cxnSpLocks/>
            <a:stCxn id="49" idx="3"/>
            <a:endCxn id="47" idx="0"/>
          </p:cNvCxnSpPr>
          <p:nvPr/>
        </p:nvCxnSpPr>
        <p:spPr>
          <a:xfrm flipH="1">
            <a:off x="9778959" y="3748798"/>
            <a:ext cx="313111" cy="3669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B749ECE6-CBA6-5E25-1D08-9F10876B3271}"/>
              </a:ext>
            </a:extLst>
          </p:cNvPr>
          <p:cNvCxnSpPr>
            <a:cxnSpLocks/>
            <a:stCxn id="49" idx="5"/>
            <a:endCxn id="51" idx="0"/>
          </p:cNvCxnSpPr>
          <p:nvPr/>
        </p:nvCxnSpPr>
        <p:spPr>
          <a:xfrm>
            <a:off x="10327768" y="3748798"/>
            <a:ext cx="300465" cy="3470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8778EB8-A201-D69B-D603-4BDFD5C16094}"/>
              </a:ext>
            </a:extLst>
          </p:cNvPr>
          <p:cNvSpPr txBox="1"/>
          <p:nvPr/>
        </p:nvSpPr>
        <p:spPr>
          <a:xfrm>
            <a:off x="964715" y="2250792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）插入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112A1F7-006C-F314-2642-70DF57A9C846}"/>
              </a:ext>
            </a:extLst>
          </p:cNvPr>
          <p:cNvSpPr txBox="1"/>
          <p:nvPr/>
        </p:nvSpPr>
        <p:spPr>
          <a:xfrm>
            <a:off x="3278689" y="2297290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）插入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7B0EBED-8062-176F-F2E6-CC8D401D1027}"/>
              </a:ext>
            </a:extLst>
          </p:cNvPr>
          <p:cNvSpPr txBox="1"/>
          <p:nvPr/>
        </p:nvSpPr>
        <p:spPr>
          <a:xfrm>
            <a:off x="6355775" y="2250792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）插入</a:t>
            </a:r>
            <a:r>
              <a:rPr lang="en-US" altLang="zh-CN"/>
              <a:t>3</a:t>
            </a:r>
            <a:r>
              <a:rPr lang="zh-CN" altLang="en-US"/>
              <a:t>（需调整）</a:t>
            </a: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E9A910E-A1DE-E655-F9FB-FDC31AC4DBBA}"/>
              </a:ext>
            </a:extLst>
          </p:cNvPr>
          <p:cNvCxnSpPr>
            <a:cxnSpLocks/>
          </p:cNvCxnSpPr>
          <p:nvPr/>
        </p:nvCxnSpPr>
        <p:spPr>
          <a:xfrm>
            <a:off x="6741676" y="1039480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1449ABC3-70CC-8B88-3BBD-DA27804F6446}"/>
              </a:ext>
            </a:extLst>
          </p:cNvPr>
          <p:cNvSpPr txBox="1"/>
          <p:nvPr/>
        </p:nvSpPr>
        <p:spPr>
          <a:xfrm>
            <a:off x="6738633" y="68917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3602A18-FF84-1D9D-8F67-F92F6664C564}"/>
              </a:ext>
            </a:extLst>
          </p:cNvPr>
          <p:cNvSpPr txBox="1"/>
          <p:nvPr/>
        </p:nvSpPr>
        <p:spPr>
          <a:xfrm>
            <a:off x="1301781" y="5144063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）插入</a:t>
            </a:r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4821026-E7EE-6238-8548-CB1D9EA1B55F}"/>
              </a:ext>
            </a:extLst>
          </p:cNvPr>
          <p:cNvSpPr txBox="1"/>
          <p:nvPr/>
        </p:nvSpPr>
        <p:spPr>
          <a:xfrm>
            <a:off x="6644981" y="5144063"/>
            <a:ext cx="2271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r>
              <a:rPr lang="zh-CN" altLang="en-US"/>
              <a:t>）插入</a:t>
            </a:r>
            <a:r>
              <a:rPr lang="en-US" altLang="zh-CN"/>
              <a:t>5</a:t>
            </a:r>
            <a:r>
              <a:rPr lang="zh-CN" altLang="en-US"/>
              <a:t>（需调整）</a:t>
            </a: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CD58E06C-6FD4-25FA-686A-787DFFF7FC6B}"/>
              </a:ext>
            </a:extLst>
          </p:cNvPr>
          <p:cNvCxnSpPr>
            <a:cxnSpLocks/>
          </p:cNvCxnSpPr>
          <p:nvPr/>
        </p:nvCxnSpPr>
        <p:spPr>
          <a:xfrm>
            <a:off x="7440389" y="3748085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2FBF3E9-61CE-CCF4-EA76-572D6617ABB9}"/>
              </a:ext>
            </a:extLst>
          </p:cNvPr>
          <p:cNvSpPr txBox="1"/>
          <p:nvPr/>
        </p:nvSpPr>
        <p:spPr>
          <a:xfrm>
            <a:off x="7437346" y="33977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</p:spTree>
    <p:extLst>
      <p:ext uri="{BB962C8B-B14F-4D97-AF65-F5344CB8AC3E}">
        <p14:creationId xmlns:p14="http://schemas.microsoft.com/office/powerpoint/2010/main" val="343725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D780-E278-C38D-9BFA-08B30858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4E69D0B-358A-8F46-3947-859A34ACD326}"/>
              </a:ext>
            </a:extLst>
          </p:cNvPr>
          <p:cNvSpPr/>
          <p:nvPr/>
        </p:nvSpPr>
        <p:spPr>
          <a:xfrm>
            <a:off x="1784087" y="6805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8793B06-FD6E-D866-5A94-CED9757C1969}"/>
              </a:ext>
            </a:extLst>
          </p:cNvPr>
          <p:cNvSpPr/>
          <p:nvPr/>
        </p:nvSpPr>
        <p:spPr>
          <a:xfrm>
            <a:off x="2319363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15E8840-6949-3C66-E637-3CE8095D0868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1382861" y="965085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D7B4D1C-F3DF-1491-63CC-B6D65C13AB79}"/>
              </a:ext>
            </a:extLst>
          </p:cNvPr>
          <p:cNvCxnSpPr>
            <a:stCxn id="3" idx="5"/>
            <a:endCxn id="5" idx="0"/>
          </p:cNvCxnSpPr>
          <p:nvPr/>
        </p:nvCxnSpPr>
        <p:spPr>
          <a:xfrm>
            <a:off x="2068600" y="965085"/>
            <a:ext cx="417427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05FB918-0762-5BEF-956F-5824AE399FC4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068600" y="1594955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CA050783-A342-9212-5060-53E48E671BFD}"/>
              </a:ext>
            </a:extLst>
          </p:cNvPr>
          <p:cNvCxnSpPr>
            <a:cxnSpLocks/>
            <a:stCxn id="5" idx="5"/>
            <a:endCxn id="29" idx="3"/>
          </p:cNvCxnSpPr>
          <p:nvPr/>
        </p:nvCxnSpPr>
        <p:spPr>
          <a:xfrm>
            <a:off x="2603876" y="1594955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F1B1DD0-5277-6FEE-5EFB-2204FC26364B}"/>
              </a:ext>
            </a:extLst>
          </p:cNvPr>
          <p:cNvGrpSpPr/>
          <p:nvPr/>
        </p:nvGrpSpPr>
        <p:grpSpPr>
          <a:xfrm>
            <a:off x="1174148" y="1310442"/>
            <a:ext cx="340158" cy="333328"/>
            <a:chOff x="1174148" y="1310442"/>
            <a:chExt cx="340158" cy="333328"/>
          </a:xfrm>
        </p:grpSpPr>
        <p:sp>
          <p:nvSpPr>
            <p:cNvPr id="8" name="云形 7">
              <a:extLst>
                <a:ext uri="{FF2B5EF4-FFF2-40B4-BE49-F238E27FC236}">
                  <a16:creationId xmlns:a16="http://schemas.microsoft.com/office/drawing/2014/main" id="{2438C5BD-E4E9-995F-B154-D6FF9C2A7DA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B22C8F3-BE9B-4702-C222-E7C878CE48B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C6487D0-9220-64A9-695A-3F0085E82C2B}"/>
              </a:ext>
            </a:extLst>
          </p:cNvPr>
          <p:cNvGrpSpPr/>
          <p:nvPr/>
        </p:nvGrpSpPr>
        <p:grpSpPr>
          <a:xfrm>
            <a:off x="1885061" y="1965863"/>
            <a:ext cx="340158" cy="344563"/>
            <a:chOff x="1885061" y="1965863"/>
            <a:chExt cx="340158" cy="344563"/>
          </a:xfrm>
        </p:grpSpPr>
        <p:sp>
          <p:nvSpPr>
            <p:cNvPr id="27" name="云形 26">
              <a:extLst>
                <a:ext uri="{FF2B5EF4-FFF2-40B4-BE49-F238E27FC236}">
                  <a16:creationId xmlns:a16="http://schemas.microsoft.com/office/drawing/2014/main" id="{2D944BDE-1F39-56BB-1597-99CC0B9645F4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F50403B-6B55-BE0A-7041-AC9BEB3D5632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7384FEFB-1821-3772-4B41-4CB151773314}"/>
              </a:ext>
            </a:extLst>
          </p:cNvPr>
          <p:cNvGrpSpPr/>
          <p:nvPr/>
        </p:nvGrpSpPr>
        <p:grpSpPr>
          <a:xfrm>
            <a:off x="2702240" y="1965862"/>
            <a:ext cx="340158" cy="344564"/>
            <a:chOff x="2702240" y="1965862"/>
            <a:chExt cx="340158" cy="344564"/>
          </a:xfrm>
        </p:grpSpPr>
        <p:sp>
          <p:nvSpPr>
            <p:cNvPr id="29" name="云形 28">
              <a:extLst>
                <a:ext uri="{FF2B5EF4-FFF2-40B4-BE49-F238E27FC236}">
                  <a16:creationId xmlns:a16="http://schemas.microsoft.com/office/drawing/2014/main" id="{61E2980F-AB3F-40D2-5E71-AABB6C6ADD2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FDE04C-9D8E-FE42-0F63-2C63BE4212EE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36" name="椭圆 35">
            <a:extLst>
              <a:ext uri="{FF2B5EF4-FFF2-40B4-BE49-F238E27FC236}">
                <a16:creationId xmlns:a16="http://schemas.microsoft.com/office/drawing/2014/main" id="{150FD2BC-A1DF-41F5-DE78-A7EC80606567}"/>
              </a:ext>
            </a:extLst>
          </p:cNvPr>
          <p:cNvSpPr/>
          <p:nvPr/>
        </p:nvSpPr>
        <p:spPr>
          <a:xfrm>
            <a:off x="4310324" y="6847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E95D84B-BFED-2B73-D689-F9326A908FA3}"/>
              </a:ext>
            </a:extLst>
          </p:cNvPr>
          <p:cNvSpPr/>
          <p:nvPr/>
        </p:nvSpPr>
        <p:spPr>
          <a:xfrm>
            <a:off x="4845600" y="1314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8" name="云形 37">
            <a:extLst>
              <a:ext uri="{FF2B5EF4-FFF2-40B4-BE49-F238E27FC236}">
                <a16:creationId xmlns:a16="http://schemas.microsoft.com/office/drawing/2014/main" id="{0D9E9485-42EC-95CF-7111-AF95F54C64D0}"/>
              </a:ext>
            </a:extLst>
          </p:cNvPr>
          <p:cNvSpPr/>
          <p:nvPr/>
        </p:nvSpPr>
        <p:spPr>
          <a:xfrm>
            <a:off x="3700385" y="1314598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39659B4-8FCB-0296-FB7E-43EF310DD642}"/>
              </a:ext>
            </a:extLst>
          </p:cNvPr>
          <p:cNvCxnSpPr>
            <a:cxnSpLocks/>
            <a:stCxn id="36" idx="3"/>
          </p:cNvCxnSpPr>
          <p:nvPr/>
        </p:nvCxnSpPr>
        <p:spPr>
          <a:xfrm flipH="1">
            <a:off x="3909098" y="969241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6BA122-1E0F-832F-0C68-BF546141DA87}"/>
              </a:ext>
            </a:extLst>
          </p:cNvPr>
          <p:cNvCxnSpPr>
            <a:cxnSpLocks/>
            <a:stCxn id="36" idx="5"/>
            <a:endCxn id="46" idx="0"/>
          </p:cNvCxnSpPr>
          <p:nvPr/>
        </p:nvCxnSpPr>
        <p:spPr>
          <a:xfrm flipH="1">
            <a:off x="4581377" y="969241"/>
            <a:ext cx="13460" cy="10007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7C7C513-90B3-E5C9-6536-43A6955885D8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4594837" y="1599111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A17E2AB-A616-7EAC-F8AD-C4FEB82D8040}"/>
              </a:ext>
            </a:extLst>
          </p:cNvPr>
          <p:cNvCxnSpPr>
            <a:cxnSpLocks/>
            <a:stCxn id="37" idx="5"/>
            <a:endCxn id="44" idx="3"/>
          </p:cNvCxnSpPr>
          <p:nvPr/>
        </p:nvCxnSpPr>
        <p:spPr>
          <a:xfrm>
            <a:off x="5130113" y="1599111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云形 42">
            <a:extLst>
              <a:ext uri="{FF2B5EF4-FFF2-40B4-BE49-F238E27FC236}">
                <a16:creationId xmlns:a16="http://schemas.microsoft.com/office/drawing/2014/main" id="{F460CAA5-94B7-9907-D505-363942026F7D}"/>
              </a:ext>
            </a:extLst>
          </p:cNvPr>
          <p:cNvSpPr/>
          <p:nvPr/>
        </p:nvSpPr>
        <p:spPr>
          <a:xfrm>
            <a:off x="4411298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云形 43">
            <a:extLst>
              <a:ext uri="{FF2B5EF4-FFF2-40B4-BE49-F238E27FC236}">
                <a16:creationId xmlns:a16="http://schemas.microsoft.com/office/drawing/2014/main" id="{65997CC6-C2B4-085B-FE49-B3A40A16F82E}"/>
              </a:ext>
            </a:extLst>
          </p:cNvPr>
          <p:cNvSpPr/>
          <p:nvPr/>
        </p:nvSpPr>
        <p:spPr>
          <a:xfrm>
            <a:off x="5228477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75BAC4F-30F5-C764-28BA-F0D80D2898AB}"/>
              </a:ext>
            </a:extLst>
          </p:cNvPr>
          <p:cNvSpPr txBox="1"/>
          <p:nvPr/>
        </p:nvSpPr>
        <p:spPr>
          <a:xfrm>
            <a:off x="3700385" y="131459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1</a:t>
            </a:r>
            <a:endParaRPr lang="zh-CN" altLang="en-US" sz="1400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CC0DAA6-6998-B9B1-22DC-C99F994D36DB}"/>
              </a:ext>
            </a:extLst>
          </p:cNvPr>
          <p:cNvSpPr txBox="1"/>
          <p:nvPr/>
        </p:nvSpPr>
        <p:spPr>
          <a:xfrm>
            <a:off x="4411298" y="1970019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2</a:t>
            </a:r>
            <a:endParaRPr lang="zh-CN" altLang="en-US" sz="1400" baseline="-250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91DD617-BA42-7450-A5E4-762080D6E7FE}"/>
              </a:ext>
            </a:extLst>
          </p:cNvPr>
          <p:cNvSpPr txBox="1"/>
          <p:nvPr/>
        </p:nvSpPr>
        <p:spPr>
          <a:xfrm>
            <a:off x="5228477" y="197001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3</a:t>
            </a:r>
            <a:endParaRPr lang="zh-CN" altLang="en-US" sz="1400" baseline="-250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65362260-9FA5-C83C-F9ED-62295CBA3CF8}"/>
              </a:ext>
            </a:extLst>
          </p:cNvPr>
          <p:cNvSpPr/>
          <p:nvPr/>
        </p:nvSpPr>
        <p:spPr>
          <a:xfrm>
            <a:off x="6653590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BD2F5715-4ABF-23A8-6621-827A0AD48208}"/>
              </a:ext>
            </a:extLst>
          </p:cNvPr>
          <p:cNvSpPr/>
          <p:nvPr/>
        </p:nvSpPr>
        <p:spPr>
          <a:xfrm>
            <a:off x="7120570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47F6934-AED6-0B97-7B25-2E5D45B7CAAF}"/>
              </a:ext>
            </a:extLst>
          </p:cNvPr>
          <p:cNvCxnSpPr>
            <a:cxnSpLocks/>
            <a:stCxn id="77" idx="3"/>
            <a:endCxn id="85" idx="0"/>
          </p:cNvCxnSpPr>
          <p:nvPr/>
        </p:nvCxnSpPr>
        <p:spPr>
          <a:xfrm flipH="1">
            <a:off x="6406204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5FC9528-636B-91BB-CA98-4F5629AD31E5}"/>
              </a:ext>
            </a:extLst>
          </p:cNvPr>
          <p:cNvCxnSpPr>
            <a:cxnSpLocks/>
            <a:stCxn id="77" idx="5"/>
            <a:endCxn id="88" idx="0"/>
          </p:cNvCxnSpPr>
          <p:nvPr/>
        </p:nvCxnSpPr>
        <p:spPr>
          <a:xfrm>
            <a:off x="6938103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42C03D7C-889A-4429-17C2-4CC5CC2D8056}"/>
              </a:ext>
            </a:extLst>
          </p:cNvPr>
          <p:cNvCxnSpPr>
            <a:cxnSpLocks/>
            <a:stCxn id="78" idx="3"/>
            <a:endCxn id="77" idx="0"/>
          </p:cNvCxnSpPr>
          <p:nvPr/>
        </p:nvCxnSpPr>
        <p:spPr>
          <a:xfrm flipH="1">
            <a:off x="6820254" y="937710"/>
            <a:ext cx="349131" cy="37273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45EFC36-1BAB-D0EC-43E2-17D3F4F4A03C}"/>
              </a:ext>
            </a:extLst>
          </p:cNvPr>
          <p:cNvCxnSpPr>
            <a:cxnSpLocks/>
            <a:stCxn id="78" idx="5"/>
            <a:endCxn id="90" idx="3"/>
          </p:cNvCxnSpPr>
          <p:nvPr/>
        </p:nvCxnSpPr>
        <p:spPr>
          <a:xfrm>
            <a:off x="7405083" y="937710"/>
            <a:ext cx="692500" cy="10584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AC8B81CF-D1B9-C67C-E1F7-B13B20F20E0D}"/>
              </a:ext>
            </a:extLst>
          </p:cNvPr>
          <p:cNvGrpSpPr/>
          <p:nvPr/>
        </p:nvGrpSpPr>
        <p:grpSpPr>
          <a:xfrm>
            <a:off x="6236125" y="1991303"/>
            <a:ext cx="340158" cy="333328"/>
            <a:chOff x="1174148" y="1310442"/>
            <a:chExt cx="340158" cy="333328"/>
          </a:xfrm>
        </p:grpSpPr>
        <p:sp>
          <p:nvSpPr>
            <p:cNvPr id="84" name="云形 83">
              <a:extLst>
                <a:ext uri="{FF2B5EF4-FFF2-40B4-BE49-F238E27FC236}">
                  <a16:creationId xmlns:a16="http://schemas.microsoft.com/office/drawing/2014/main" id="{5CFBF0A3-6A46-25DB-C90E-98D89981569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F280B1-A252-3722-7266-64140CEF767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363960-E0D8-E88E-488B-C281CF7A1C8B}"/>
              </a:ext>
            </a:extLst>
          </p:cNvPr>
          <p:cNvGrpSpPr/>
          <p:nvPr/>
        </p:nvGrpSpPr>
        <p:grpSpPr>
          <a:xfrm>
            <a:off x="7113740" y="1965863"/>
            <a:ext cx="340158" cy="344563"/>
            <a:chOff x="1885061" y="1965863"/>
            <a:chExt cx="340158" cy="344563"/>
          </a:xfrm>
        </p:grpSpPr>
        <p:sp>
          <p:nvSpPr>
            <p:cNvPr id="87" name="云形 86">
              <a:extLst>
                <a:ext uri="{FF2B5EF4-FFF2-40B4-BE49-F238E27FC236}">
                  <a16:creationId xmlns:a16="http://schemas.microsoft.com/office/drawing/2014/main" id="{5E8BC709-39FD-764E-7A3A-7C723B31DCFD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E69854F0-529C-32A5-401C-E4BC0B45E7AD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233D1BBD-D529-E7AE-84CF-A4128EDFF615}"/>
              </a:ext>
            </a:extLst>
          </p:cNvPr>
          <p:cNvGrpSpPr/>
          <p:nvPr/>
        </p:nvGrpSpPr>
        <p:grpSpPr>
          <a:xfrm>
            <a:off x="7930919" y="1965862"/>
            <a:ext cx="340158" cy="344564"/>
            <a:chOff x="2702240" y="1965862"/>
            <a:chExt cx="340158" cy="344564"/>
          </a:xfrm>
        </p:grpSpPr>
        <p:sp>
          <p:nvSpPr>
            <p:cNvPr id="90" name="云形 89">
              <a:extLst>
                <a:ext uri="{FF2B5EF4-FFF2-40B4-BE49-F238E27FC236}">
                  <a16:creationId xmlns:a16="http://schemas.microsoft.com/office/drawing/2014/main" id="{1741FB18-2F54-4E6A-10C3-45ADC1B55C31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F0BC3E7D-4A49-7AB2-B078-E3D28067364D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01" name="椭圆 100">
            <a:extLst>
              <a:ext uri="{FF2B5EF4-FFF2-40B4-BE49-F238E27FC236}">
                <a16:creationId xmlns:a16="http://schemas.microsoft.com/office/drawing/2014/main" id="{5EFB8A96-2D42-B20E-94E9-66CFEDDF658A}"/>
              </a:ext>
            </a:extLst>
          </p:cNvPr>
          <p:cNvSpPr/>
          <p:nvPr/>
        </p:nvSpPr>
        <p:spPr>
          <a:xfrm>
            <a:off x="9356842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4DBB2B1-A0A9-7E81-D8C1-D463EA839068}"/>
              </a:ext>
            </a:extLst>
          </p:cNvPr>
          <p:cNvSpPr/>
          <p:nvPr/>
        </p:nvSpPr>
        <p:spPr>
          <a:xfrm>
            <a:off x="9823822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67F165E-E23E-71AE-4851-E4C6521A63A0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9109456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F2EF0F2A-9603-B384-DDBD-D69DFD5DC9A8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9641355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4A8C59D9-8CEF-035A-DE7B-8237F41241FB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9523506" y="937710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A7A84C7-7DA6-43A0-7199-3226465E9710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10108335" y="937710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8516E79-ACDB-9552-855F-014D2C295E59}"/>
              </a:ext>
            </a:extLst>
          </p:cNvPr>
          <p:cNvGrpSpPr/>
          <p:nvPr/>
        </p:nvGrpSpPr>
        <p:grpSpPr>
          <a:xfrm>
            <a:off x="8939377" y="1991303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ACAE24D4-60D6-714D-33F1-FE12E879A276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B46D933-EB07-9C72-44AF-4378674CE0C5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70EC953A-BB9E-9183-D489-4033EE63A0AC}"/>
              </a:ext>
            </a:extLst>
          </p:cNvPr>
          <p:cNvGrpSpPr/>
          <p:nvPr/>
        </p:nvGrpSpPr>
        <p:grpSpPr>
          <a:xfrm>
            <a:off x="9816992" y="1965863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A6F2AFB5-5EF2-9DFE-9D9E-626BC08B695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FD79D783-A583-9645-F6F5-B0B65B6E028A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66859C21-7848-996A-ECA0-AA138338B2AE}"/>
              </a:ext>
            </a:extLst>
          </p:cNvPr>
          <p:cNvGrpSpPr/>
          <p:nvPr/>
        </p:nvGrpSpPr>
        <p:grpSpPr>
          <a:xfrm>
            <a:off x="10439255" y="1310442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5D4F5A3A-1CDA-BC76-5F83-94322710AB50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EB00CD2-FA78-5FE4-93DB-EC4A550B43E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D4A9132-B651-0B44-37FB-96044E6BEE8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77CF4C8-65E3-0BDE-AF6F-5BFB78D3AE3E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59750287-EFE8-BCF5-6B8E-932EC0444295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1E2A030-B898-34A8-EF75-C105E1D3155B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943D06C2-522F-99BA-0596-14ED8B7CABCA}"/>
              </a:ext>
            </a:extLst>
          </p:cNvPr>
          <p:cNvSpPr txBox="1"/>
          <p:nvPr/>
        </p:nvSpPr>
        <p:spPr>
          <a:xfrm>
            <a:off x="1885061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AC7E9AB-E08C-2306-2E45-7FD55CE7D6C3}"/>
              </a:ext>
            </a:extLst>
          </p:cNvPr>
          <p:cNvSpPr txBox="1"/>
          <p:nvPr/>
        </p:nvSpPr>
        <p:spPr>
          <a:xfrm>
            <a:off x="2494097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8FC572D7-E8CD-E345-1B45-E7977C1C18C0}"/>
              </a:ext>
            </a:extLst>
          </p:cNvPr>
          <p:cNvSpPr txBox="1"/>
          <p:nvPr/>
        </p:nvSpPr>
        <p:spPr>
          <a:xfrm>
            <a:off x="5037532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6C868575-15EA-6A44-2067-E15B870B5763}"/>
              </a:ext>
            </a:extLst>
          </p:cNvPr>
          <p:cNvSpPr txBox="1"/>
          <p:nvPr/>
        </p:nvSpPr>
        <p:spPr>
          <a:xfrm>
            <a:off x="7110961" y="314643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A583EF95-00B6-C7D5-A1B0-C2287E7CC6C7}"/>
              </a:ext>
            </a:extLst>
          </p:cNvPr>
          <p:cNvSpPr txBox="1"/>
          <p:nvPr/>
        </p:nvSpPr>
        <p:spPr>
          <a:xfrm>
            <a:off x="3999973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3799ED0-6088-4895-9F21-E6789F6F1FC2}"/>
              </a:ext>
            </a:extLst>
          </p:cNvPr>
          <p:cNvSpPr txBox="1"/>
          <p:nvPr/>
        </p:nvSpPr>
        <p:spPr>
          <a:xfrm>
            <a:off x="6149048" y="105822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4A5F2BA-A59C-199F-14F4-0352D6516EBB}"/>
              </a:ext>
            </a:extLst>
          </p:cNvPr>
          <p:cNvSpPr txBox="1"/>
          <p:nvPr/>
        </p:nvSpPr>
        <p:spPr>
          <a:xfrm>
            <a:off x="9710868" y="33339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88852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212D-F278-5450-B9E9-E2BEAC5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>
            <a:extLst>
              <a:ext uri="{FF2B5EF4-FFF2-40B4-BE49-F238E27FC236}">
                <a16:creationId xmlns:a16="http://schemas.microsoft.com/office/drawing/2014/main" id="{F6894F27-973B-7FAF-31D4-C075416D89F6}"/>
              </a:ext>
            </a:extLst>
          </p:cNvPr>
          <p:cNvSpPr/>
          <p:nvPr/>
        </p:nvSpPr>
        <p:spPr>
          <a:xfrm>
            <a:off x="1476307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637A333C-1F95-58B0-3BB6-8A6D907F766B}"/>
              </a:ext>
            </a:extLst>
          </p:cNvPr>
          <p:cNvSpPr/>
          <p:nvPr/>
        </p:nvSpPr>
        <p:spPr>
          <a:xfrm>
            <a:off x="1943287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93BE02B-84D8-1C61-3E46-A586000A968B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1228921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6EDBE92-E569-CFAA-4AC3-01E6DF3B0021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1760820" y="1671531"/>
            <a:ext cx="212764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0CE672B-A19A-6F12-11F9-85CC177E30E0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1642971" y="1014286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D3B29CC-E6FC-E1AA-1AD6-09F1245613CD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2227800" y="1014286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8B92341E-7186-0423-B24E-7FB5086026EE}"/>
              </a:ext>
            </a:extLst>
          </p:cNvPr>
          <p:cNvGrpSpPr/>
          <p:nvPr/>
        </p:nvGrpSpPr>
        <p:grpSpPr>
          <a:xfrm>
            <a:off x="1058842" y="2067879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ECEB57FF-47D4-0EB7-DA81-A968B0D1D480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362CE49-BE0D-48F9-6E43-89EA9C29AD59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07F7606-5D11-0547-EFA5-1ECAE1F71AD6}"/>
              </a:ext>
            </a:extLst>
          </p:cNvPr>
          <p:cNvGrpSpPr/>
          <p:nvPr/>
        </p:nvGrpSpPr>
        <p:grpSpPr>
          <a:xfrm>
            <a:off x="1803505" y="2042439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519F1D36-717C-9749-F2CE-BFA34782246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721C70B8-5C84-9BDF-43EC-C90A6475A3C6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91EA578-3C15-413E-1C2E-CE422776BC2F}"/>
              </a:ext>
            </a:extLst>
          </p:cNvPr>
          <p:cNvGrpSpPr/>
          <p:nvPr/>
        </p:nvGrpSpPr>
        <p:grpSpPr>
          <a:xfrm>
            <a:off x="2558720" y="1387018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E37403A0-1085-275C-A53B-21158CB5659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56856EB5-51D1-F798-37DB-F0677781317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1C35298-DBDD-07F6-9DB4-AA3F02F1B2D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A41856C0-5CDA-A30D-776B-E9F38458D836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6054D32-4F38-DFF9-7DE5-CFB525A00B6A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04DBAF0-2995-8B8F-16C1-51094D0C57E1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5AE4CE33-11CD-1010-B5EE-126049E2E35E}"/>
              </a:ext>
            </a:extLst>
          </p:cNvPr>
          <p:cNvSpPr txBox="1"/>
          <p:nvPr/>
        </p:nvSpPr>
        <p:spPr>
          <a:xfrm>
            <a:off x="1830333" y="409973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EA83F02-966C-A186-ACD1-4C79D984FB37}"/>
              </a:ext>
            </a:extLst>
          </p:cNvPr>
          <p:cNvSpPr/>
          <p:nvPr/>
        </p:nvSpPr>
        <p:spPr>
          <a:xfrm>
            <a:off x="3876419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2F0DB7C-25D1-AC90-377B-ACFC60C7354B}"/>
              </a:ext>
            </a:extLst>
          </p:cNvPr>
          <p:cNvSpPr/>
          <p:nvPr/>
        </p:nvSpPr>
        <p:spPr>
          <a:xfrm>
            <a:off x="4405475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D0B9B2B-82D4-F985-DD08-92323EEEF7AE}"/>
              </a:ext>
            </a:extLst>
          </p:cNvPr>
          <p:cNvCxnSpPr>
            <a:cxnSpLocks/>
            <a:stCxn id="2" idx="3"/>
            <a:endCxn id="17" idx="0"/>
          </p:cNvCxnSpPr>
          <p:nvPr/>
        </p:nvCxnSpPr>
        <p:spPr>
          <a:xfrm flipH="1">
            <a:off x="3629033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44852A6-9FE3-18C9-3481-0461A342AF0E}"/>
              </a:ext>
            </a:extLst>
          </p:cNvPr>
          <p:cNvCxnSpPr>
            <a:cxnSpLocks/>
            <a:stCxn id="2" idx="5"/>
            <a:endCxn id="20" idx="0"/>
          </p:cNvCxnSpPr>
          <p:nvPr/>
        </p:nvCxnSpPr>
        <p:spPr>
          <a:xfrm>
            <a:off x="4160932" y="1671531"/>
            <a:ext cx="219594" cy="375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A00D4-9F71-855A-539B-1EFBC6961E80}"/>
              </a:ext>
            </a:extLst>
          </p:cNvPr>
          <p:cNvCxnSpPr>
            <a:cxnSpLocks/>
            <a:stCxn id="4" idx="3"/>
            <a:endCxn id="20" idx="0"/>
          </p:cNvCxnSpPr>
          <p:nvPr/>
        </p:nvCxnSpPr>
        <p:spPr>
          <a:xfrm flipH="1">
            <a:off x="4380526" y="1014286"/>
            <a:ext cx="73764" cy="10330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448C922-C6D3-768F-199C-3B7B07FCCDD8}"/>
              </a:ext>
            </a:extLst>
          </p:cNvPr>
          <p:cNvCxnSpPr>
            <a:cxnSpLocks/>
            <a:stCxn id="4" idx="5"/>
            <a:endCxn id="22" idx="3"/>
          </p:cNvCxnSpPr>
          <p:nvPr/>
        </p:nvCxnSpPr>
        <p:spPr>
          <a:xfrm>
            <a:off x="4689988" y="1014286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9D3DD17-5B0B-93B4-6597-4C86BD13202B}"/>
              </a:ext>
            </a:extLst>
          </p:cNvPr>
          <p:cNvGrpSpPr/>
          <p:nvPr/>
        </p:nvGrpSpPr>
        <p:grpSpPr>
          <a:xfrm>
            <a:off x="3458954" y="2067879"/>
            <a:ext cx="340158" cy="333328"/>
            <a:chOff x="1174148" y="1310442"/>
            <a:chExt cx="340158" cy="333328"/>
          </a:xfrm>
        </p:grpSpPr>
        <p:sp>
          <p:nvSpPr>
            <p:cNvPr id="15" name="云形 14">
              <a:extLst>
                <a:ext uri="{FF2B5EF4-FFF2-40B4-BE49-F238E27FC236}">
                  <a16:creationId xmlns:a16="http://schemas.microsoft.com/office/drawing/2014/main" id="{2A27AA6C-A23F-DC15-983F-989A507C12D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15BBB55-9CBD-B8F7-5581-036F505EC5AD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BC4147B-7EAA-C25C-166A-78DA8C1A3675}"/>
              </a:ext>
            </a:extLst>
          </p:cNvPr>
          <p:cNvGrpSpPr/>
          <p:nvPr/>
        </p:nvGrpSpPr>
        <p:grpSpPr>
          <a:xfrm>
            <a:off x="4210447" y="2047287"/>
            <a:ext cx="340158" cy="344563"/>
            <a:chOff x="1885061" y="1965863"/>
            <a:chExt cx="340158" cy="344563"/>
          </a:xfrm>
        </p:grpSpPr>
        <p:sp>
          <p:nvSpPr>
            <p:cNvPr id="19" name="云形 18">
              <a:extLst>
                <a:ext uri="{FF2B5EF4-FFF2-40B4-BE49-F238E27FC236}">
                  <a16:creationId xmlns:a16="http://schemas.microsoft.com/office/drawing/2014/main" id="{25950767-8FAB-DFD8-45BD-CC4D4FF9EA89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C040AAF-0E8F-AFDA-CA45-0098C4F5E4E8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B5E2CAE-4B2E-DC97-3B8D-B71390DB437C}"/>
              </a:ext>
            </a:extLst>
          </p:cNvPr>
          <p:cNvGrpSpPr/>
          <p:nvPr/>
        </p:nvGrpSpPr>
        <p:grpSpPr>
          <a:xfrm>
            <a:off x="4958832" y="1387018"/>
            <a:ext cx="340158" cy="344564"/>
            <a:chOff x="2702240" y="1965862"/>
            <a:chExt cx="340158" cy="344564"/>
          </a:xfrm>
        </p:grpSpPr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593EF2F4-63C2-259D-13AA-177F90294D0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A7FA55E-931E-8517-835E-0D031613144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F0A16CD9-C568-2D0B-2543-07DD9386FFBD}"/>
              </a:ext>
            </a:extLst>
          </p:cNvPr>
          <p:cNvSpPr txBox="1"/>
          <p:nvPr/>
        </p:nvSpPr>
        <p:spPr>
          <a:xfrm>
            <a:off x="4295460" y="39824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1F9BE66-5234-7746-F3F3-0BA682E38B02}"/>
              </a:ext>
            </a:extLst>
          </p:cNvPr>
          <p:cNvSpPr/>
          <p:nvPr/>
        </p:nvSpPr>
        <p:spPr>
          <a:xfrm>
            <a:off x="6867663" y="5818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3FFC3EA-AF85-7DEC-0F2D-138417B6B5C8}"/>
              </a:ext>
            </a:extLst>
          </p:cNvPr>
          <p:cNvSpPr/>
          <p:nvPr/>
        </p:nvSpPr>
        <p:spPr>
          <a:xfrm>
            <a:off x="7421780" y="1410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9ADDF5-08D8-BE3A-78CE-E2E46F6CEA91}"/>
              </a:ext>
            </a:extLst>
          </p:cNvPr>
          <p:cNvCxnSpPr>
            <a:cxnSpLocks/>
            <a:stCxn id="30" idx="3"/>
            <a:endCxn id="53" idx="0"/>
          </p:cNvCxnSpPr>
          <p:nvPr/>
        </p:nvCxnSpPr>
        <p:spPr>
          <a:xfrm flipH="1">
            <a:off x="6297324" y="866376"/>
            <a:ext cx="619154" cy="11959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E7EDEF9-B7AE-2B2A-CA23-72ABA00024CC}"/>
              </a:ext>
            </a:extLst>
          </p:cNvPr>
          <p:cNvCxnSpPr>
            <a:cxnSpLocks/>
            <a:stCxn id="30" idx="5"/>
            <a:endCxn id="32" idx="0"/>
          </p:cNvCxnSpPr>
          <p:nvPr/>
        </p:nvCxnSpPr>
        <p:spPr>
          <a:xfrm>
            <a:off x="7152176" y="866376"/>
            <a:ext cx="436268" cy="5439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42B35-D52C-76B1-DF84-9F47EE630D3C}"/>
              </a:ext>
            </a:extLst>
          </p:cNvPr>
          <p:cNvCxnSpPr>
            <a:cxnSpLocks/>
            <a:stCxn id="32" idx="3"/>
            <a:endCxn id="56" idx="0"/>
          </p:cNvCxnSpPr>
          <p:nvPr/>
        </p:nvCxnSpPr>
        <p:spPr>
          <a:xfrm flipH="1">
            <a:off x="7048817" y="169479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171ACD0-96DE-CC4D-E4D8-E84C8C3131E7}"/>
              </a:ext>
            </a:extLst>
          </p:cNvPr>
          <p:cNvCxnSpPr>
            <a:cxnSpLocks/>
            <a:stCxn id="32" idx="5"/>
            <a:endCxn id="58" idx="3"/>
          </p:cNvCxnSpPr>
          <p:nvPr/>
        </p:nvCxnSpPr>
        <p:spPr>
          <a:xfrm>
            <a:off x="7706293" y="169479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7A04670C-83DE-DFE7-C718-18631A6D0D4F}"/>
              </a:ext>
            </a:extLst>
          </p:cNvPr>
          <p:cNvGrpSpPr/>
          <p:nvPr/>
        </p:nvGrpSpPr>
        <p:grpSpPr>
          <a:xfrm>
            <a:off x="6127245" y="2062276"/>
            <a:ext cx="340158" cy="333328"/>
            <a:chOff x="1174148" y="1310442"/>
            <a:chExt cx="340158" cy="333328"/>
          </a:xfrm>
        </p:grpSpPr>
        <p:sp>
          <p:nvSpPr>
            <p:cNvPr id="52" name="云形 51">
              <a:extLst>
                <a:ext uri="{FF2B5EF4-FFF2-40B4-BE49-F238E27FC236}">
                  <a16:creationId xmlns:a16="http://schemas.microsoft.com/office/drawing/2014/main" id="{F52FD090-7351-0A4A-9AAF-EB9CB687D03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5C44657-24A2-3919-F73C-15247A8BED9A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292A46A-399E-0D1F-E107-54225B2FE0C2}"/>
              </a:ext>
            </a:extLst>
          </p:cNvPr>
          <p:cNvGrpSpPr/>
          <p:nvPr/>
        </p:nvGrpSpPr>
        <p:grpSpPr>
          <a:xfrm>
            <a:off x="6878738" y="2041684"/>
            <a:ext cx="340158" cy="344563"/>
            <a:chOff x="1885061" y="1965863"/>
            <a:chExt cx="340158" cy="344563"/>
          </a:xfrm>
        </p:grpSpPr>
        <p:sp>
          <p:nvSpPr>
            <p:cNvPr id="55" name="云形 54">
              <a:extLst>
                <a:ext uri="{FF2B5EF4-FFF2-40B4-BE49-F238E27FC236}">
                  <a16:creationId xmlns:a16="http://schemas.microsoft.com/office/drawing/2014/main" id="{2BF190FC-F5C0-9E87-8E09-7F559448DF42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9F837DC6-0D17-3B7E-145D-B2FBA231E3B7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F6A7970A-7A20-BDB1-2258-437FDA1AF7B4}"/>
              </a:ext>
            </a:extLst>
          </p:cNvPr>
          <p:cNvGrpSpPr/>
          <p:nvPr/>
        </p:nvGrpSpPr>
        <p:grpSpPr>
          <a:xfrm>
            <a:off x="7975137" y="2067527"/>
            <a:ext cx="340158" cy="344564"/>
            <a:chOff x="2702240" y="1965862"/>
            <a:chExt cx="340158" cy="344564"/>
          </a:xfrm>
        </p:grpSpPr>
        <p:sp>
          <p:nvSpPr>
            <p:cNvPr id="58" name="云形 57">
              <a:extLst>
                <a:ext uri="{FF2B5EF4-FFF2-40B4-BE49-F238E27FC236}">
                  <a16:creationId xmlns:a16="http://schemas.microsoft.com/office/drawing/2014/main" id="{952083BF-2299-EF3F-5559-B4F59BE5B032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D1DEE88-7274-7F0A-29DA-AF2E182BFCD1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1880EE51-2AA7-B42C-4925-AE9D185A8EA9}"/>
              </a:ext>
            </a:extLst>
          </p:cNvPr>
          <p:cNvSpPr txBox="1"/>
          <p:nvPr/>
        </p:nvSpPr>
        <p:spPr>
          <a:xfrm>
            <a:off x="7574714" y="1082878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B930780-E7C3-0D80-D608-342710CC1EAC}"/>
              </a:ext>
            </a:extLst>
          </p:cNvPr>
          <p:cNvSpPr txBox="1"/>
          <p:nvPr/>
        </p:nvSpPr>
        <p:spPr>
          <a:xfrm>
            <a:off x="946443" y="1190721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CDCB1D5-9A69-D17C-92A1-8D7F7FBD7D6E}"/>
              </a:ext>
            </a:extLst>
          </p:cNvPr>
          <p:cNvSpPr txBox="1"/>
          <p:nvPr/>
        </p:nvSpPr>
        <p:spPr>
          <a:xfrm>
            <a:off x="3439488" y="1121896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48D66903-8586-4865-11D4-53CF58AC8E93}"/>
              </a:ext>
            </a:extLst>
          </p:cNvPr>
          <p:cNvSpPr txBox="1"/>
          <p:nvPr/>
        </p:nvSpPr>
        <p:spPr>
          <a:xfrm>
            <a:off x="6764060" y="26464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A5EB677-0423-C531-F4E9-B50F50BF1A89}"/>
              </a:ext>
            </a:extLst>
          </p:cNvPr>
          <p:cNvSpPr/>
          <p:nvPr/>
        </p:nvSpPr>
        <p:spPr>
          <a:xfrm>
            <a:off x="9776498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9CF754ED-307F-9781-F54E-6151A8F8AD4D}"/>
              </a:ext>
            </a:extLst>
          </p:cNvPr>
          <p:cNvSpPr/>
          <p:nvPr/>
        </p:nvSpPr>
        <p:spPr>
          <a:xfrm>
            <a:off x="10330615" y="15581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7520B77-9AA5-F406-59AD-E47A4E8EA221}"/>
              </a:ext>
            </a:extLst>
          </p:cNvPr>
          <p:cNvCxnSpPr>
            <a:cxnSpLocks/>
            <a:stCxn id="70" idx="3"/>
            <a:endCxn id="96" idx="0"/>
          </p:cNvCxnSpPr>
          <p:nvPr/>
        </p:nvCxnSpPr>
        <p:spPr>
          <a:xfrm flipH="1">
            <a:off x="9400880" y="1014286"/>
            <a:ext cx="424433" cy="5653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7DAEA78-DF22-DD4A-F6CD-A03C8B90A40B}"/>
              </a:ext>
            </a:extLst>
          </p:cNvPr>
          <p:cNvCxnSpPr>
            <a:cxnSpLocks/>
            <a:stCxn id="70" idx="5"/>
            <a:endCxn id="71" idx="0"/>
          </p:cNvCxnSpPr>
          <p:nvPr/>
        </p:nvCxnSpPr>
        <p:spPr>
          <a:xfrm>
            <a:off x="10061011" y="1014286"/>
            <a:ext cx="436268" cy="543906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02B3EF64-00B1-7CB7-D1F4-8F3E6E2D8CBC}"/>
              </a:ext>
            </a:extLst>
          </p:cNvPr>
          <p:cNvCxnSpPr>
            <a:cxnSpLocks/>
            <a:stCxn id="71" idx="3"/>
            <a:endCxn id="99" idx="0"/>
          </p:cNvCxnSpPr>
          <p:nvPr/>
        </p:nvCxnSpPr>
        <p:spPr>
          <a:xfrm flipH="1">
            <a:off x="9957652" y="184270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5AE8C2D-3D05-FF44-4DF1-EF24678D0B44}"/>
              </a:ext>
            </a:extLst>
          </p:cNvPr>
          <p:cNvCxnSpPr>
            <a:cxnSpLocks/>
            <a:stCxn id="71" idx="5"/>
            <a:endCxn id="117" idx="3"/>
          </p:cNvCxnSpPr>
          <p:nvPr/>
        </p:nvCxnSpPr>
        <p:spPr>
          <a:xfrm>
            <a:off x="10615128" y="184270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74FC084-6C16-5F18-EAEA-53403ABB178F}"/>
              </a:ext>
            </a:extLst>
          </p:cNvPr>
          <p:cNvGrpSpPr/>
          <p:nvPr/>
        </p:nvGrpSpPr>
        <p:grpSpPr>
          <a:xfrm>
            <a:off x="9230801" y="1579611"/>
            <a:ext cx="340158" cy="333328"/>
            <a:chOff x="1174148" y="1310442"/>
            <a:chExt cx="340158" cy="333328"/>
          </a:xfrm>
        </p:grpSpPr>
        <p:sp>
          <p:nvSpPr>
            <p:cNvPr id="95" name="云形 94">
              <a:extLst>
                <a:ext uri="{FF2B5EF4-FFF2-40B4-BE49-F238E27FC236}">
                  <a16:creationId xmlns:a16="http://schemas.microsoft.com/office/drawing/2014/main" id="{5342B852-971C-7723-9F2B-BDF436E47CC4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F381EEB-5A0C-AEDD-5991-F7D7F7B5C747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99668967-E9D6-74E4-C54E-33078FAA185F}"/>
              </a:ext>
            </a:extLst>
          </p:cNvPr>
          <p:cNvGrpSpPr/>
          <p:nvPr/>
        </p:nvGrpSpPr>
        <p:grpSpPr>
          <a:xfrm>
            <a:off x="9787573" y="2189594"/>
            <a:ext cx="340158" cy="344563"/>
            <a:chOff x="1885061" y="1965863"/>
            <a:chExt cx="340158" cy="344563"/>
          </a:xfrm>
        </p:grpSpPr>
        <p:sp>
          <p:nvSpPr>
            <p:cNvPr id="98" name="云形 97">
              <a:extLst>
                <a:ext uri="{FF2B5EF4-FFF2-40B4-BE49-F238E27FC236}">
                  <a16:creationId xmlns:a16="http://schemas.microsoft.com/office/drawing/2014/main" id="{F9193A21-3D9F-BAF5-40FF-A74152B3A817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B51B0FF-60C8-A468-C366-AFE693E6C0C9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4510E5C8-9731-89A1-FFE0-D8796A9CBB0D}"/>
              </a:ext>
            </a:extLst>
          </p:cNvPr>
          <p:cNvGrpSpPr/>
          <p:nvPr/>
        </p:nvGrpSpPr>
        <p:grpSpPr>
          <a:xfrm>
            <a:off x="10883972" y="2215437"/>
            <a:ext cx="340158" cy="344564"/>
            <a:chOff x="2702240" y="1965862"/>
            <a:chExt cx="340158" cy="344564"/>
          </a:xfrm>
        </p:grpSpPr>
        <p:sp>
          <p:nvSpPr>
            <p:cNvPr id="117" name="云形 116">
              <a:extLst>
                <a:ext uri="{FF2B5EF4-FFF2-40B4-BE49-F238E27FC236}">
                  <a16:creationId xmlns:a16="http://schemas.microsoft.com/office/drawing/2014/main" id="{EAC29358-85DA-B903-7B01-95D01CC7E1F5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D1A4D243-6650-0ECB-2E19-E1B279C216DA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18AB43D-2335-4D4C-200C-35686A230EF4}"/>
              </a:ext>
            </a:extLst>
          </p:cNvPr>
          <p:cNvSpPr txBox="1"/>
          <p:nvPr/>
        </p:nvSpPr>
        <p:spPr>
          <a:xfrm>
            <a:off x="9623378" y="317631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6897365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18D13-7453-51C8-3F81-A6AC076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C8277D5E-7C2F-53FC-CBCB-51E7D351AA41}"/>
              </a:ext>
            </a:extLst>
          </p:cNvPr>
          <p:cNvSpPr/>
          <p:nvPr/>
        </p:nvSpPr>
        <p:spPr>
          <a:xfrm>
            <a:off x="180364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052F609-6326-07DE-304B-E6579E3F5D9D}"/>
              </a:ext>
            </a:extLst>
          </p:cNvPr>
          <p:cNvSpPr/>
          <p:nvPr/>
        </p:nvSpPr>
        <p:spPr>
          <a:xfrm>
            <a:off x="121732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449F817-1DFD-3156-EC91-AD01F39DE689}"/>
              </a:ext>
            </a:extLst>
          </p:cNvPr>
          <p:cNvSpPr/>
          <p:nvPr/>
        </p:nvSpPr>
        <p:spPr>
          <a:xfrm>
            <a:off x="238847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9F5B01D-2F7D-E136-B4A4-73C8536C54F1}"/>
              </a:ext>
            </a:extLst>
          </p:cNvPr>
          <p:cNvSpPr/>
          <p:nvPr/>
        </p:nvSpPr>
        <p:spPr>
          <a:xfrm>
            <a:off x="197031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6F9DE20-F654-CDE0-6627-DB2D1319FFBE}"/>
              </a:ext>
            </a:extLst>
          </p:cNvPr>
          <p:cNvSpPr/>
          <p:nvPr/>
        </p:nvSpPr>
        <p:spPr>
          <a:xfrm>
            <a:off x="278936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8137C92-9096-F788-F342-D6375E8D4DF7}"/>
              </a:ext>
            </a:extLst>
          </p:cNvPr>
          <p:cNvSpPr/>
          <p:nvPr/>
        </p:nvSpPr>
        <p:spPr>
          <a:xfrm>
            <a:off x="2455281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D4D2346-5846-AD58-06AD-D086F7028D7F}"/>
              </a:ext>
            </a:extLst>
          </p:cNvPr>
          <p:cNvSpPr/>
          <p:nvPr/>
        </p:nvSpPr>
        <p:spPr>
          <a:xfrm>
            <a:off x="3122697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6E8859-D171-777C-D125-F20A7C1FFABC}"/>
              </a:ext>
            </a:extLst>
          </p:cNvPr>
          <p:cNvCxnSpPr>
            <a:stCxn id="3" idx="3"/>
            <a:endCxn id="5" idx="0"/>
          </p:cNvCxnSpPr>
          <p:nvPr/>
        </p:nvCxnSpPr>
        <p:spPr>
          <a:xfrm flipH="1">
            <a:off x="138398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01255EF-C093-8DE3-09DF-1D1469C08918}"/>
              </a:ext>
            </a:extLst>
          </p:cNvPr>
          <p:cNvCxnSpPr>
            <a:cxnSpLocks/>
            <a:stCxn id="3" idx="5"/>
            <a:endCxn id="7" idx="0"/>
          </p:cNvCxnSpPr>
          <p:nvPr/>
        </p:nvCxnSpPr>
        <p:spPr>
          <a:xfrm>
            <a:off x="208816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BC577C5-DC70-5542-2D37-A75B3C5EA8C1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13697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5E42744-73FB-D05F-7B38-EE0F69AEC4B0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67298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728AA6C-D679-4C89-65BE-0F6424855ABB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2621945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01C7383-800D-6753-B25B-4DB1CFA9C779}"/>
              </a:ext>
            </a:extLst>
          </p:cNvPr>
          <p:cNvCxnSpPr>
            <a:cxnSpLocks/>
            <a:stCxn id="11" idx="5"/>
            <a:endCxn id="15" idx="0"/>
          </p:cNvCxnSpPr>
          <p:nvPr/>
        </p:nvCxnSpPr>
        <p:spPr>
          <a:xfrm>
            <a:off x="3073882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34D595E-D1AD-364A-A3E6-1C0386ACDC14}"/>
              </a:ext>
            </a:extLst>
          </p:cNvPr>
          <p:cNvSpPr txBox="1"/>
          <p:nvPr/>
        </p:nvSpPr>
        <p:spPr>
          <a:xfrm>
            <a:off x="154351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A34804D-C00A-D783-EA8A-07853AC2E83A}"/>
              </a:ext>
            </a:extLst>
          </p:cNvPr>
          <p:cNvSpPr/>
          <p:nvPr/>
        </p:nvSpPr>
        <p:spPr>
          <a:xfrm>
            <a:off x="434977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E7E074E-A98E-1A1A-4951-A629BDEAD39E}"/>
              </a:ext>
            </a:extLst>
          </p:cNvPr>
          <p:cNvSpPr/>
          <p:nvPr/>
        </p:nvSpPr>
        <p:spPr>
          <a:xfrm>
            <a:off x="376345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E1F529C-F571-1834-38BE-DEE902E022FE}"/>
              </a:ext>
            </a:extLst>
          </p:cNvPr>
          <p:cNvSpPr/>
          <p:nvPr/>
        </p:nvSpPr>
        <p:spPr>
          <a:xfrm>
            <a:off x="49346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A267DFC-9A6D-DA46-0804-32C77D130EC5}"/>
              </a:ext>
            </a:extLst>
          </p:cNvPr>
          <p:cNvSpPr/>
          <p:nvPr/>
        </p:nvSpPr>
        <p:spPr>
          <a:xfrm>
            <a:off x="451644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13EBE16-8189-D093-0BD5-BED6B0678B19}"/>
              </a:ext>
            </a:extLst>
          </p:cNvPr>
          <p:cNvSpPr/>
          <p:nvPr/>
        </p:nvSpPr>
        <p:spPr>
          <a:xfrm>
            <a:off x="533549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FE17B10-62C2-F611-CBC7-D9A634B14699}"/>
              </a:ext>
            </a:extLst>
          </p:cNvPr>
          <p:cNvSpPr/>
          <p:nvPr/>
        </p:nvSpPr>
        <p:spPr>
          <a:xfrm>
            <a:off x="4201675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4578842C-2178-8798-9285-DED48CCDB568}"/>
              </a:ext>
            </a:extLst>
          </p:cNvPr>
          <p:cNvSpPr/>
          <p:nvPr/>
        </p:nvSpPr>
        <p:spPr>
          <a:xfrm>
            <a:off x="4816756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32B55951-11BF-79FE-E640-3F6421596993}"/>
              </a:ext>
            </a:extLst>
          </p:cNvPr>
          <p:cNvCxnSpPr>
            <a:stCxn id="39" idx="3"/>
            <a:endCxn id="40" idx="0"/>
          </p:cNvCxnSpPr>
          <p:nvPr/>
        </p:nvCxnSpPr>
        <p:spPr>
          <a:xfrm flipH="1">
            <a:off x="393011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32BDE3E-9BEA-AA7C-09A3-5D12C74B7D21}"/>
              </a:ext>
            </a:extLst>
          </p:cNvPr>
          <p:cNvCxnSpPr>
            <a:cxnSpLocks/>
            <a:stCxn id="39" idx="5"/>
            <a:endCxn id="41" idx="0"/>
          </p:cNvCxnSpPr>
          <p:nvPr/>
        </p:nvCxnSpPr>
        <p:spPr>
          <a:xfrm>
            <a:off x="463429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A7DBD2C-641F-CA73-A3EB-22332AAE07DE}"/>
              </a:ext>
            </a:extLst>
          </p:cNvPr>
          <p:cNvCxnSpPr>
            <a:cxnSpLocks/>
            <a:stCxn id="41" idx="3"/>
            <a:endCxn id="42" idx="0"/>
          </p:cNvCxnSpPr>
          <p:nvPr/>
        </p:nvCxnSpPr>
        <p:spPr>
          <a:xfrm flipH="1">
            <a:off x="468310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70EA5B0-DD45-B678-FAEE-882437B0A3D7}"/>
              </a:ext>
            </a:extLst>
          </p:cNvPr>
          <p:cNvCxnSpPr>
            <a:cxnSpLocks/>
            <a:stCxn id="41" idx="5"/>
            <a:endCxn id="43" idx="0"/>
          </p:cNvCxnSpPr>
          <p:nvPr/>
        </p:nvCxnSpPr>
        <p:spPr>
          <a:xfrm>
            <a:off x="521911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2380EA9-6398-CEB4-8861-C4B1E9041E72}"/>
              </a:ext>
            </a:extLst>
          </p:cNvPr>
          <p:cNvCxnSpPr>
            <a:cxnSpLocks/>
            <a:stCxn id="42" idx="3"/>
            <a:endCxn id="44" idx="0"/>
          </p:cNvCxnSpPr>
          <p:nvPr/>
        </p:nvCxnSpPr>
        <p:spPr>
          <a:xfrm flipH="1">
            <a:off x="4368339" y="207207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817DBC10-6D76-5B99-10BE-74966E928E87}"/>
              </a:ext>
            </a:extLst>
          </p:cNvPr>
          <p:cNvCxnSpPr>
            <a:cxnSpLocks/>
            <a:stCxn id="42" idx="5"/>
            <a:endCxn id="45" idx="0"/>
          </p:cNvCxnSpPr>
          <p:nvPr/>
        </p:nvCxnSpPr>
        <p:spPr>
          <a:xfrm>
            <a:off x="4800956" y="207207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BD672DB-9196-9ED9-DD14-435F90C97AB9}"/>
              </a:ext>
            </a:extLst>
          </p:cNvPr>
          <p:cNvSpPr txBox="1"/>
          <p:nvPr/>
        </p:nvSpPr>
        <p:spPr>
          <a:xfrm>
            <a:off x="408964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2170E8F3-DDC5-2D6D-E4A7-76B78AB81B3F}"/>
              </a:ext>
            </a:extLst>
          </p:cNvPr>
          <p:cNvSpPr/>
          <p:nvPr/>
        </p:nvSpPr>
        <p:spPr>
          <a:xfrm>
            <a:off x="7343732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A45BA457-B367-C4A2-97CC-B86C753583FF}"/>
              </a:ext>
            </a:extLst>
          </p:cNvPr>
          <p:cNvSpPr/>
          <p:nvPr/>
        </p:nvSpPr>
        <p:spPr>
          <a:xfrm>
            <a:off x="67574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0505425-4E2D-22B9-4AEF-30D3960BEC04}"/>
              </a:ext>
            </a:extLst>
          </p:cNvPr>
          <p:cNvSpPr/>
          <p:nvPr/>
        </p:nvSpPr>
        <p:spPr>
          <a:xfrm>
            <a:off x="7928558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8F203A0-ACB9-D313-20BF-C468E549385C}"/>
              </a:ext>
            </a:extLst>
          </p:cNvPr>
          <p:cNvSpPr/>
          <p:nvPr/>
        </p:nvSpPr>
        <p:spPr>
          <a:xfrm>
            <a:off x="6339243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84E0BF5-31DF-4CC6-9D32-23B499E01DA1}"/>
              </a:ext>
            </a:extLst>
          </p:cNvPr>
          <p:cNvSpPr/>
          <p:nvPr/>
        </p:nvSpPr>
        <p:spPr>
          <a:xfrm>
            <a:off x="7158308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3CF9889-DAAE-CA34-8602-AA3EF12B13DA}"/>
              </a:ext>
            </a:extLst>
          </p:cNvPr>
          <p:cNvCxnSpPr>
            <a:stCxn id="57" idx="3"/>
            <a:endCxn id="58" idx="0"/>
          </p:cNvCxnSpPr>
          <p:nvPr/>
        </p:nvCxnSpPr>
        <p:spPr>
          <a:xfrm flipH="1">
            <a:off x="6924069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B42D8BF-9BEB-1B47-6F0D-CD6713C7E45F}"/>
              </a:ext>
            </a:extLst>
          </p:cNvPr>
          <p:cNvCxnSpPr>
            <a:cxnSpLocks/>
            <a:stCxn id="57" idx="5"/>
            <a:endCxn id="59" idx="0"/>
          </p:cNvCxnSpPr>
          <p:nvPr/>
        </p:nvCxnSpPr>
        <p:spPr>
          <a:xfrm>
            <a:off x="7628245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528F797C-16A8-B8DB-B3CA-61CBF4F600F5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6505907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8DA4E96-92DE-262F-9E05-D9C94213C40F}"/>
              </a:ext>
            </a:extLst>
          </p:cNvPr>
          <p:cNvCxnSpPr>
            <a:cxnSpLocks/>
            <a:stCxn id="58" idx="5"/>
            <a:endCxn id="61" idx="0"/>
          </p:cNvCxnSpPr>
          <p:nvPr/>
        </p:nvCxnSpPr>
        <p:spPr>
          <a:xfrm>
            <a:off x="7041918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BC340AD0-10F7-8801-4532-B8A8CBC3ACE8}"/>
              </a:ext>
            </a:extLst>
          </p:cNvPr>
          <p:cNvSpPr/>
          <p:nvPr/>
        </p:nvSpPr>
        <p:spPr>
          <a:xfrm>
            <a:off x="602594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4AF36D50-7C4A-F4BF-550C-3F7A49D2FC76}"/>
              </a:ext>
            </a:extLst>
          </p:cNvPr>
          <p:cNvSpPr/>
          <p:nvPr/>
        </p:nvSpPr>
        <p:spPr>
          <a:xfrm>
            <a:off x="6641024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205172B-C9F4-AC70-EF89-C503525C3C7D}"/>
              </a:ext>
            </a:extLst>
          </p:cNvPr>
          <p:cNvCxnSpPr>
            <a:cxnSpLocks/>
            <a:endCxn id="70" idx="0"/>
          </p:cNvCxnSpPr>
          <p:nvPr/>
        </p:nvCxnSpPr>
        <p:spPr>
          <a:xfrm flipH="1">
            <a:off x="6192607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D28E8CA-5061-AE23-E9DF-49CFA5ECE19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6625224" y="209393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7BC19DD9-B085-A576-1CBF-62B348E9FE0B}"/>
              </a:ext>
            </a:extLst>
          </p:cNvPr>
          <p:cNvSpPr txBox="1"/>
          <p:nvPr/>
        </p:nvSpPr>
        <p:spPr>
          <a:xfrm>
            <a:off x="6806220" y="3015890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  <a:r>
              <a:rPr lang="en-US" altLang="zh-CN"/>
              <a:t>LL</a:t>
            </a:r>
            <a:r>
              <a:rPr lang="zh-CN" altLang="en-US"/>
              <a:t>型</a:t>
            </a: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B99F7BF-53A1-E8C3-2678-C8AB9699B579}"/>
              </a:ext>
            </a:extLst>
          </p:cNvPr>
          <p:cNvSpPr/>
          <p:nvPr/>
        </p:nvSpPr>
        <p:spPr>
          <a:xfrm>
            <a:off x="999778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D2714AAA-4DDC-8238-C2EB-AFD046FB7163}"/>
              </a:ext>
            </a:extLst>
          </p:cNvPr>
          <p:cNvSpPr/>
          <p:nvPr/>
        </p:nvSpPr>
        <p:spPr>
          <a:xfrm>
            <a:off x="941146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77D6F084-8B1C-98A5-2377-67AC585FB595}"/>
              </a:ext>
            </a:extLst>
          </p:cNvPr>
          <p:cNvSpPr/>
          <p:nvPr/>
        </p:nvSpPr>
        <p:spPr>
          <a:xfrm>
            <a:off x="1058261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135D0CD-F969-3CE9-2543-B3B71F3E2BD0}"/>
              </a:ext>
            </a:extLst>
          </p:cNvPr>
          <p:cNvSpPr/>
          <p:nvPr/>
        </p:nvSpPr>
        <p:spPr>
          <a:xfrm>
            <a:off x="8993300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74C698F0-8AD2-3751-C6CF-82F06D88CC0E}"/>
              </a:ext>
            </a:extLst>
          </p:cNvPr>
          <p:cNvSpPr/>
          <p:nvPr/>
        </p:nvSpPr>
        <p:spPr>
          <a:xfrm>
            <a:off x="9812365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A4AA3D6-BC04-059F-936A-1D69F5727C9B}"/>
              </a:ext>
            </a:extLst>
          </p:cNvPr>
          <p:cNvCxnSpPr>
            <a:stCxn id="75" idx="3"/>
            <a:endCxn id="76" idx="0"/>
          </p:cNvCxnSpPr>
          <p:nvPr/>
        </p:nvCxnSpPr>
        <p:spPr>
          <a:xfrm flipH="1">
            <a:off x="957812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A8A4C72-59BF-F901-1526-394B718062A2}"/>
              </a:ext>
            </a:extLst>
          </p:cNvPr>
          <p:cNvCxnSpPr>
            <a:cxnSpLocks/>
            <a:stCxn id="75" idx="5"/>
            <a:endCxn id="77" idx="0"/>
          </p:cNvCxnSpPr>
          <p:nvPr/>
        </p:nvCxnSpPr>
        <p:spPr>
          <a:xfrm>
            <a:off x="1028230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C385EA74-BCA8-A286-23F0-AE600BD67AF6}"/>
              </a:ext>
            </a:extLst>
          </p:cNvPr>
          <p:cNvCxnSpPr>
            <a:cxnSpLocks/>
            <a:stCxn id="76" idx="3"/>
            <a:endCxn id="78" idx="0"/>
          </p:cNvCxnSpPr>
          <p:nvPr/>
        </p:nvCxnSpPr>
        <p:spPr>
          <a:xfrm flipH="1">
            <a:off x="9159964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24E4266-BD86-4450-40FE-3F354799E3FF}"/>
              </a:ext>
            </a:extLst>
          </p:cNvPr>
          <p:cNvCxnSpPr>
            <a:cxnSpLocks/>
            <a:stCxn id="76" idx="5"/>
            <a:endCxn id="79" idx="0"/>
          </p:cNvCxnSpPr>
          <p:nvPr/>
        </p:nvCxnSpPr>
        <p:spPr>
          <a:xfrm>
            <a:off x="9695975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635A94E-1E1E-8D9B-1A41-1BE7C4F7EC6A}"/>
              </a:ext>
            </a:extLst>
          </p:cNvPr>
          <p:cNvSpPr/>
          <p:nvPr/>
        </p:nvSpPr>
        <p:spPr>
          <a:xfrm>
            <a:off x="9516132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BC538B2-879A-B063-6C05-6A10BAC72351}"/>
              </a:ext>
            </a:extLst>
          </p:cNvPr>
          <p:cNvSpPr/>
          <p:nvPr/>
        </p:nvSpPr>
        <p:spPr>
          <a:xfrm>
            <a:off x="1013121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0A167E6-12D7-B370-8AC8-D64250BF4939}"/>
              </a:ext>
            </a:extLst>
          </p:cNvPr>
          <p:cNvCxnSpPr>
            <a:cxnSpLocks/>
            <a:endCxn id="84" idx="0"/>
          </p:cNvCxnSpPr>
          <p:nvPr/>
        </p:nvCxnSpPr>
        <p:spPr>
          <a:xfrm flipH="1">
            <a:off x="9682796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382EA09-21AD-4FC1-5F56-C0ECA9BCD82C}"/>
              </a:ext>
            </a:extLst>
          </p:cNvPr>
          <p:cNvCxnSpPr>
            <a:cxnSpLocks/>
            <a:stCxn id="79" idx="5"/>
            <a:endCxn id="85" idx="0"/>
          </p:cNvCxnSpPr>
          <p:nvPr/>
        </p:nvCxnSpPr>
        <p:spPr>
          <a:xfrm>
            <a:off x="10096878" y="2067608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6EBF0623-5F1B-C8A5-0459-F9B411C554AD}"/>
              </a:ext>
            </a:extLst>
          </p:cNvPr>
          <p:cNvSpPr txBox="1"/>
          <p:nvPr/>
        </p:nvSpPr>
        <p:spPr>
          <a:xfrm>
            <a:off x="9460277" y="3015890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</a:t>
            </a:r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58A429-BC93-237F-2FD0-45B07CAB17ED}"/>
              </a:ext>
            </a:extLst>
          </p:cNvPr>
          <p:cNvSpPr txBox="1"/>
          <p:nvPr/>
        </p:nvSpPr>
        <p:spPr>
          <a:xfrm>
            <a:off x="2295094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602801-BD90-36DF-56F4-9807A61D6234}"/>
              </a:ext>
            </a:extLst>
          </p:cNvPr>
          <p:cNvSpPr txBox="1"/>
          <p:nvPr/>
        </p:nvSpPr>
        <p:spPr>
          <a:xfrm>
            <a:off x="3272733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DDABA5-DB96-8C76-49B3-E11951AD12C5}"/>
              </a:ext>
            </a:extLst>
          </p:cNvPr>
          <p:cNvSpPr txBox="1"/>
          <p:nvPr/>
        </p:nvSpPr>
        <p:spPr>
          <a:xfrm>
            <a:off x="4194811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05173FB-0657-5DA9-3A39-3A1286A723CE}"/>
              </a:ext>
            </a:extLst>
          </p:cNvPr>
          <p:cNvSpPr txBox="1"/>
          <p:nvPr/>
        </p:nvSpPr>
        <p:spPr>
          <a:xfrm>
            <a:off x="4849055" y="27444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3510677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8188-3F00-8EDB-130E-0DE06F7A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00C94C2-CC7E-C463-70F9-544D9F5ED4C5}"/>
              </a:ext>
            </a:extLst>
          </p:cNvPr>
          <p:cNvSpPr/>
          <p:nvPr/>
        </p:nvSpPr>
        <p:spPr>
          <a:xfrm>
            <a:off x="110095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FFC2911-AB28-1E86-CC57-A83964CBAE73}"/>
              </a:ext>
            </a:extLst>
          </p:cNvPr>
          <p:cNvSpPr/>
          <p:nvPr/>
        </p:nvSpPr>
        <p:spPr>
          <a:xfrm>
            <a:off x="514631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BF021CC-D6F8-3BC4-21C2-C0662AC58694}"/>
              </a:ext>
            </a:extLst>
          </p:cNvPr>
          <p:cNvSpPr/>
          <p:nvPr/>
        </p:nvSpPr>
        <p:spPr>
          <a:xfrm>
            <a:off x="1685784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D674587-7C17-D034-6D2D-5094D8D63897}"/>
              </a:ext>
            </a:extLst>
          </p:cNvPr>
          <p:cNvSpPr/>
          <p:nvPr/>
        </p:nvSpPr>
        <p:spPr>
          <a:xfrm>
            <a:off x="1267622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5B213CE-DF19-1096-AFDF-4CE80FE8E6D3}"/>
              </a:ext>
            </a:extLst>
          </p:cNvPr>
          <p:cNvSpPr/>
          <p:nvPr/>
        </p:nvSpPr>
        <p:spPr>
          <a:xfrm>
            <a:off x="208667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3D41E59-2D2A-C0DE-91E1-EAAF52D8FD75}"/>
              </a:ext>
            </a:extLst>
          </p:cNvPr>
          <p:cNvSpPr/>
          <p:nvPr/>
        </p:nvSpPr>
        <p:spPr>
          <a:xfrm>
            <a:off x="1752590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1527E712-EAD1-248C-B05C-AB711839E88D}"/>
              </a:ext>
            </a:extLst>
          </p:cNvPr>
          <p:cNvSpPr/>
          <p:nvPr/>
        </p:nvSpPr>
        <p:spPr>
          <a:xfrm>
            <a:off x="24200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68CEB44-7B7F-079C-EEF7-CDF9CC82BDC3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81295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78CBFD9-402B-182C-C2E2-8110C7A207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385471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B70F8B1-E753-0B1F-B8AF-BD7485BCD59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434286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FE4899-EECD-581D-2A18-427603BDD15F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1970297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852F788-4CE4-0095-0FC2-FCCB29B98DE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919254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F6A7D0B-10FA-F696-989C-12EE9F4AF57E}"/>
              </a:ext>
            </a:extLst>
          </p:cNvPr>
          <p:cNvCxnSpPr>
            <a:cxnSpLocks/>
            <a:stCxn id="6" idx="5"/>
            <a:endCxn id="8" idx="0"/>
          </p:cNvCxnSpPr>
          <p:nvPr/>
        </p:nvCxnSpPr>
        <p:spPr>
          <a:xfrm>
            <a:off x="2371191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AFC7B8B5-8C28-3341-D165-00E3F838513F}"/>
              </a:ext>
            </a:extLst>
          </p:cNvPr>
          <p:cNvSpPr/>
          <p:nvPr/>
        </p:nvSpPr>
        <p:spPr>
          <a:xfrm>
            <a:off x="4014574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FA8CC37-82F4-8196-35EF-F72E29F9A365}"/>
              </a:ext>
            </a:extLst>
          </p:cNvPr>
          <p:cNvSpPr/>
          <p:nvPr/>
        </p:nvSpPr>
        <p:spPr>
          <a:xfrm>
            <a:off x="3428247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D891842-5541-6F6B-90B4-B50C34E0A52E}"/>
              </a:ext>
            </a:extLst>
          </p:cNvPr>
          <p:cNvSpPr/>
          <p:nvPr/>
        </p:nvSpPr>
        <p:spPr>
          <a:xfrm>
            <a:off x="4599400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AF8D32A-2A11-3A12-F652-AD18CD4EAF7F}"/>
              </a:ext>
            </a:extLst>
          </p:cNvPr>
          <p:cNvSpPr/>
          <p:nvPr/>
        </p:nvSpPr>
        <p:spPr>
          <a:xfrm>
            <a:off x="418123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47F8846-2AF0-527B-FC66-545B0C383471}"/>
              </a:ext>
            </a:extLst>
          </p:cNvPr>
          <p:cNvSpPr/>
          <p:nvPr/>
        </p:nvSpPr>
        <p:spPr>
          <a:xfrm>
            <a:off x="500029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E375FE2-E073-7B5F-E38F-A355C1D0C61A}"/>
              </a:ext>
            </a:extLst>
          </p:cNvPr>
          <p:cNvSpPr/>
          <p:nvPr/>
        </p:nvSpPr>
        <p:spPr>
          <a:xfrm>
            <a:off x="46662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0BCB5C2-BF92-7D0C-5554-DFA5AE3E5B51}"/>
              </a:ext>
            </a:extLst>
          </p:cNvPr>
          <p:cNvSpPr/>
          <p:nvPr/>
        </p:nvSpPr>
        <p:spPr>
          <a:xfrm>
            <a:off x="533362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B3C0B6-F905-76CD-535A-EB225A087C44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 flipH="1">
            <a:off x="3594911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9BF020A3-3E8F-EFEE-1CE7-95301E9D799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299087" y="721498"/>
            <a:ext cx="48815" cy="106606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272CAB8E-8B4E-9F7D-4892-26D7661E976C}"/>
              </a:ext>
            </a:extLst>
          </p:cNvPr>
          <p:cNvCxnSpPr>
            <a:cxnSpLocks/>
            <a:stCxn id="18" idx="3"/>
            <a:endCxn id="19" idx="0"/>
          </p:cNvCxnSpPr>
          <p:nvPr/>
        </p:nvCxnSpPr>
        <p:spPr>
          <a:xfrm flipH="1">
            <a:off x="4347902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3EB0AD8-9132-B7D0-105F-A008BF78CA03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4883913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7E147F-3359-C1E8-9574-56DDFD2F4FA3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 flipH="1">
            <a:off x="4832870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1549682-F5D3-54F4-346D-CC0C6C39D03D}"/>
              </a:ext>
            </a:extLst>
          </p:cNvPr>
          <p:cNvCxnSpPr>
            <a:cxnSpLocks/>
            <a:stCxn id="20" idx="5"/>
            <a:endCxn id="22" idx="0"/>
          </p:cNvCxnSpPr>
          <p:nvPr/>
        </p:nvCxnSpPr>
        <p:spPr>
          <a:xfrm>
            <a:off x="5284807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64AF2EB7-8C0E-4209-4C0D-AF9897416D6F}"/>
              </a:ext>
            </a:extLst>
          </p:cNvPr>
          <p:cNvSpPr/>
          <p:nvPr/>
        </p:nvSpPr>
        <p:spPr>
          <a:xfrm>
            <a:off x="6716055" y="10878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59A470AA-8BC3-D428-B824-73809CD9E541}"/>
              </a:ext>
            </a:extLst>
          </p:cNvPr>
          <p:cNvSpPr/>
          <p:nvPr/>
        </p:nvSpPr>
        <p:spPr>
          <a:xfrm>
            <a:off x="623711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D0CB209-CEF1-211D-2C0A-6D4FDE68063A}"/>
              </a:ext>
            </a:extLst>
          </p:cNvPr>
          <p:cNvSpPr/>
          <p:nvPr/>
        </p:nvSpPr>
        <p:spPr>
          <a:xfrm>
            <a:off x="735129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73FFB68A-27CF-B8B2-E056-804F704F51F3}"/>
              </a:ext>
            </a:extLst>
          </p:cNvPr>
          <p:cNvSpPr/>
          <p:nvPr/>
        </p:nvSpPr>
        <p:spPr>
          <a:xfrm>
            <a:off x="697997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369A78-F76D-8137-A8C1-CF41A0D23800}"/>
              </a:ext>
            </a:extLst>
          </p:cNvPr>
          <p:cNvSpPr/>
          <p:nvPr/>
        </p:nvSpPr>
        <p:spPr>
          <a:xfrm>
            <a:off x="7799030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A51B2B10-8CD9-6BE3-345A-707AD3CCE4D1}"/>
              </a:ext>
            </a:extLst>
          </p:cNvPr>
          <p:cNvSpPr/>
          <p:nvPr/>
        </p:nvSpPr>
        <p:spPr>
          <a:xfrm>
            <a:off x="746494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FFBA1762-7655-9FEB-ABFD-F52BB353956E}"/>
              </a:ext>
            </a:extLst>
          </p:cNvPr>
          <p:cNvSpPr/>
          <p:nvPr/>
        </p:nvSpPr>
        <p:spPr>
          <a:xfrm>
            <a:off x="8132358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17BABD-035E-5659-7D43-5A6111C5036B}"/>
              </a:ext>
            </a:extLst>
          </p:cNvPr>
          <p:cNvCxnSpPr>
            <a:stCxn id="31" idx="3"/>
            <a:endCxn id="32" idx="0"/>
          </p:cNvCxnSpPr>
          <p:nvPr/>
        </p:nvCxnSpPr>
        <p:spPr>
          <a:xfrm flipH="1">
            <a:off x="6403782" y="1372379"/>
            <a:ext cx="361088" cy="4151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D3B3124-C4FF-48EF-9C70-C6E7FFF85277}"/>
              </a:ext>
            </a:extLst>
          </p:cNvPr>
          <p:cNvCxnSpPr>
            <a:cxnSpLocks/>
            <a:stCxn id="31" idx="5"/>
            <a:endCxn id="34" idx="0"/>
          </p:cNvCxnSpPr>
          <p:nvPr/>
        </p:nvCxnSpPr>
        <p:spPr>
          <a:xfrm>
            <a:off x="7000568" y="1372379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59FB797D-7E11-DAA4-9FC2-2082C799B773}"/>
              </a:ext>
            </a:extLst>
          </p:cNvPr>
          <p:cNvCxnSpPr>
            <a:cxnSpLocks/>
            <a:stCxn id="33" idx="3"/>
            <a:endCxn id="31" idx="7"/>
          </p:cNvCxnSpPr>
          <p:nvPr/>
        </p:nvCxnSpPr>
        <p:spPr>
          <a:xfrm flipH="1">
            <a:off x="7000568" y="721498"/>
            <a:ext cx="399545" cy="415183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5A4F365-E1B9-F167-62F4-107705EF577B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7635811" y="721498"/>
            <a:ext cx="329883" cy="10660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7F76515-931F-360B-D22D-55F9A16D3F10}"/>
              </a:ext>
            </a:extLst>
          </p:cNvPr>
          <p:cNvCxnSpPr>
            <a:cxnSpLocks/>
            <a:stCxn id="35" idx="3"/>
            <a:endCxn id="36" idx="0"/>
          </p:cNvCxnSpPr>
          <p:nvPr/>
        </p:nvCxnSpPr>
        <p:spPr>
          <a:xfrm flipH="1">
            <a:off x="7631606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1E2E7A69-5147-3606-C9CE-0257DED7D480}"/>
              </a:ext>
            </a:extLst>
          </p:cNvPr>
          <p:cNvCxnSpPr>
            <a:cxnSpLocks/>
            <a:stCxn id="35" idx="5"/>
            <a:endCxn id="37" idx="0"/>
          </p:cNvCxnSpPr>
          <p:nvPr/>
        </p:nvCxnSpPr>
        <p:spPr>
          <a:xfrm>
            <a:off x="8083543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6D13CFF0-72C9-00CB-7ED4-11739818A350}"/>
              </a:ext>
            </a:extLst>
          </p:cNvPr>
          <p:cNvSpPr/>
          <p:nvPr/>
        </p:nvSpPr>
        <p:spPr>
          <a:xfrm>
            <a:off x="9568493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5EADD8D-48B2-61CE-E28A-1B2D21BCC3B1}"/>
              </a:ext>
            </a:extLst>
          </p:cNvPr>
          <p:cNvSpPr/>
          <p:nvPr/>
        </p:nvSpPr>
        <p:spPr>
          <a:xfrm>
            <a:off x="9283622" y="17763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036B10E-89CC-E72E-69F6-2CE7495C212F}"/>
              </a:ext>
            </a:extLst>
          </p:cNvPr>
          <p:cNvSpPr/>
          <p:nvPr/>
        </p:nvSpPr>
        <p:spPr>
          <a:xfrm>
            <a:off x="10203736" y="4369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AECFB5C-1BCC-178C-8CFC-1E3210C1C12F}"/>
              </a:ext>
            </a:extLst>
          </p:cNvPr>
          <p:cNvSpPr/>
          <p:nvPr/>
        </p:nvSpPr>
        <p:spPr>
          <a:xfrm>
            <a:off x="9832412" y="17875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E46EE41-6657-0725-F98D-F32EAA3C9B41}"/>
              </a:ext>
            </a:extLst>
          </p:cNvPr>
          <p:cNvSpPr/>
          <p:nvPr/>
        </p:nvSpPr>
        <p:spPr>
          <a:xfrm>
            <a:off x="10714530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EF9AD8E4-5BE4-B81C-6E0E-B89789AD2B3D}"/>
              </a:ext>
            </a:extLst>
          </p:cNvPr>
          <p:cNvSpPr/>
          <p:nvPr/>
        </p:nvSpPr>
        <p:spPr>
          <a:xfrm>
            <a:off x="10450253" y="1780051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EB777862-C26D-CC92-96D4-46FDCB7ACB96}"/>
              </a:ext>
            </a:extLst>
          </p:cNvPr>
          <p:cNvSpPr/>
          <p:nvPr/>
        </p:nvSpPr>
        <p:spPr>
          <a:xfrm>
            <a:off x="11068931" y="178756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F76C541-4FF8-D144-25BB-9FCB73C98B38}"/>
              </a:ext>
            </a:extLst>
          </p:cNvPr>
          <p:cNvCxnSpPr>
            <a:stCxn id="61" idx="3"/>
            <a:endCxn id="62" idx="0"/>
          </p:cNvCxnSpPr>
          <p:nvPr/>
        </p:nvCxnSpPr>
        <p:spPr>
          <a:xfrm flipH="1">
            <a:off x="9450286" y="1372378"/>
            <a:ext cx="167022" cy="403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ABD0D77-CA22-CE79-B920-52B00F6F1EC2}"/>
              </a:ext>
            </a:extLst>
          </p:cNvPr>
          <p:cNvCxnSpPr>
            <a:cxnSpLocks/>
            <a:stCxn id="61" idx="5"/>
            <a:endCxn id="64" idx="0"/>
          </p:cNvCxnSpPr>
          <p:nvPr/>
        </p:nvCxnSpPr>
        <p:spPr>
          <a:xfrm>
            <a:off x="9853006" y="1372378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ED499A1-61EF-B429-D78A-D8477BDD4DF0}"/>
              </a:ext>
            </a:extLst>
          </p:cNvPr>
          <p:cNvCxnSpPr>
            <a:cxnSpLocks/>
            <a:stCxn id="63" idx="3"/>
            <a:endCxn id="61" idx="7"/>
          </p:cNvCxnSpPr>
          <p:nvPr/>
        </p:nvCxnSpPr>
        <p:spPr>
          <a:xfrm flipH="1">
            <a:off x="9853006" y="721497"/>
            <a:ext cx="399545" cy="415183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293A2D05-B4A1-7BA6-3844-202A0ADEAA81}"/>
              </a:ext>
            </a:extLst>
          </p:cNvPr>
          <p:cNvCxnSpPr>
            <a:cxnSpLocks/>
            <a:stCxn id="63" idx="5"/>
            <a:endCxn id="65" idx="0"/>
          </p:cNvCxnSpPr>
          <p:nvPr/>
        </p:nvCxnSpPr>
        <p:spPr>
          <a:xfrm>
            <a:off x="10488249" y="721497"/>
            <a:ext cx="392945" cy="3663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F1F30E0-BDC6-D11F-33A8-AFAC3209A95D}"/>
              </a:ext>
            </a:extLst>
          </p:cNvPr>
          <p:cNvCxnSpPr>
            <a:cxnSpLocks/>
            <a:stCxn id="65" idx="3"/>
            <a:endCxn id="66" idx="0"/>
          </p:cNvCxnSpPr>
          <p:nvPr/>
        </p:nvCxnSpPr>
        <p:spPr>
          <a:xfrm flipH="1">
            <a:off x="10616917" y="1372378"/>
            <a:ext cx="146428" cy="4076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0971E73A-C637-259F-3E5C-17E887286307}"/>
              </a:ext>
            </a:extLst>
          </p:cNvPr>
          <p:cNvCxnSpPr>
            <a:cxnSpLocks/>
            <a:stCxn id="65" idx="5"/>
            <a:endCxn id="67" idx="0"/>
          </p:cNvCxnSpPr>
          <p:nvPr/>
        </p:nvCxnSpPr>
        <p:spPr>
          <a:xfrm>
            <a:off x="10999043" y="1372378"/>
            <a:ext cx="236552" cy="41518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9382A890-AF06-0B9B-FA66-63798FB2DCAE}"/>
              </a:ext>
            </a:extLst>
          </p:cNvPr>
          <p:cNvSpPr txBox="1"/>
          <p:nvPr/>
        </p:nvSpPr>
        <p:spPr>
          <a:xfrm>
            <a:off x="4751959" y="5238656"/>
            <a:ext cx="2297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RR</a:t>
            </a:r>
            <a:r>
              <a:rPr lang="zh-CN" altLang="en-US"/>
              <a:t>型，对根节点左旋</a:t>
            </a:r>
            <a:endParaRPr lang="en-US" altLang="zh-CN"/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31AF8771-91BB-F6A8-7CAD-3D7B752868E4}"/>
              </a:ext>
            </a:extLst>
          </p:cNvPr>
          <p:cNvCxnSpPr/>
          <p:nvPr/>
        </p:nvCxnSpPr>
        <p:spPr>
          <a:xfrm>
            <a:off x="2571693" y="161473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文本框 82">
            <a:extLst>
              <a:ext uri="{FF2B5EF4-FFF2-40B4-BE49-F238E27FC236}">
                <a16:creationId xmlns:a16="http://schemas.microsoft.com/office/drawing/2014/main" id="{E5EEBB8F-88B4-A0F9-FB09-4C5987EB5C5A}"/>
              </a:ext>
            </a:extLst>
          </p:cNvPr>
          <p:cNvSpPr txBox="1"/>
          <p:nvPr/>
        </p:nvSpPr>
        <p:spPr>
          <a:xfrm>
            <a:off x="2473857" y="1218489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26743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E6D3-DA7C-4D71-E91F-2B4FD559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3489645-2B34-7861-F17D-191E6F6DAEA4}"/>
              </a:ext>
            </a:extLst>
          </p:cNvPr>
          <p:cNvSpPr/>
          <p:nvPr/>
        </p:nvSpPr>
        <p:spPr>
          <a:xfrm>
            <a:off x="1530004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5AF44C-3764-19E7-8030-D663E4EA074C}"/>
              </a:ext>
            </a:extLst>
          </p:cNvPr>
          <p:cNvSpPr/>
          <p:nvPr/>
        </p:nvSpPr>
        <p:spPr>
          <a:xfrm>
            <a:off x="943677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64687B5-4254-D82E-2282-BF322AE75488}"/>
              </a:ext>
            </a:extLst>
          </p:cNvPr>
          <p:cNvSpPr/>
          <p:nvPr/>
        </p:nvSpPr>
        <p:spPr>
          <a:xfrm>
            <a:off x="2114830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7F98CF-28B1-D9BC-2747-6D3506DEDEB9}"/>
              </a:ext>
            </a:extLst>
          </p:cNvPr>
          <p:cNvSpPr/>
          <p:nvPr/>
        </p:nvSpPr>
        <p:spPr>
          <a:xfrm>
            <a:off x="169666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0B2ADCD-B735-3BDC-A6A9-36FB1F8B53D7}"/>
              </a:ext>
            </a:extLst>
          </p:cNvPr>
          <p:cNvSpPr/>
          <p:nvPr/>
        </p:nvSpPr>
        <p:spPr>
          <a:xfrm>
            <a:off x="2515724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89C4098-66D5-78EA-AACE-502AF55F0182}"/>
              </a:ext>
            </a:extLst>
          </p:cNvPr>
          <p:cNvSpPr/>
          <p:nvPr/>
        </p:nvSpPr>
        <p:spPr>
          <a:xfrm>
            <a:off x="1381900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E837577-E93B-15D7-3167-D7773E646F50}"/>
              </a:ext>
            </a:extLst>
          </p:cNvPr>
          <p:cNvSpPr/>
          <p:nvPr/>
        </p:nvSpPr>
        <p:spPr>
          <a:xfrm>
            <a:off x="1996981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B022718-8050-A67D-D4E0-4941C082C2A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110341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9F0B354-DD63-C4A8-19A9-F1DFA8A0B2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814517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A0D65F-E7EB-9475-AE7C-4AB9D284D0A1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863332" y="1351368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C5BC65F-21C4-1308-7AE5-2792634A13E4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2399343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E94CDB1-AD87-8373-26DF-6219C3379EC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548564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4731BE1-6481-5D55-A0C7-94FE1FC4CEED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1981181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E6FE9A6-F66F-1493-F6BA-07CA7AEFF510}"/>
              </a:ext>
            </a:extLst>
          </p:cNvPr>
          <p:cNvSpPr txBox="1"/>
          <p:nvPr/>
        </p:nvSpPr>
        <p:spPr>
          <a:xfrm>
            <a:off x="3000247" y="5338963"/>
            <a:ext cx="5272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型，先对根节点的右子树右旋，再对根节点左旋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F54F029-2FDF-65D2-624E-C4D00A54A95D}"/>
              </a:ext>
            </a:extLst>
          </p:cNvPr>
          <p:cNvSpPr/>
          <p:nvPr/>
        </p:nvSpPr>
        <p:spPr>
          <a:xfrm>
            <a:off x="431749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0DDA1E4-1522-EF86-CE10-6C2B9DD17207}"/>
              </a:ext>
            </a:extLst>
          </p:cNvPr>
          <p:cNvSpPr/>
          <p:nvPr/>
        </p:nvSpPr>
        <p:spPr>
          <a:xfrm>
            <a:off x="3731171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807D290-0E77-E892-72D2-41A1DCB9E088}"/>
              </a:ext>
            </a:extLst>
          </p:cNvPr>
          <p:cNvSpPr/>
          <p:nvPr/>
        </p:nvSpPr>
        <p:spPr>
          <a:xfrm>
            <a:off x="4902324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3DB22B4-9B66-77C8-E32C-E76D39D9E1CB}"/>
              </a:ext>
            </a:extLst>
          </p:cNvPr>
          <p:cNvSpPr/>
          <p:nvPr/>
        </p:nvSpPr>
        <p:spPr>
          <a:xfrm>
            <a:off x="4484162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82FAD83-3F22-9AA8-053D-4AFCCFB47A3E}"/>
              </a:ext>
            </a:extLst>
          </p:cNvPr>
          <p:cNvSpPr/>
          <p:nvPr/>
        </p:nvSpPr>
        <p:spPr>
          <a:xfrm>
            <a:off x="530321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3C86E8A6-810C-6B69-16F7-CAD7B5995FEB}"/>
              </a:ext>
            </a:extLst>
          </p:cNvPr>
          <p:cNvSpPr/>
          <p:nvPr/>
        </p:nvSpPr>
        <p:spPr>
          <a:xfrm>
            <a:off x="4169394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263D879C-2754-B18F-F0DD-011D9175CFEC}"/>
              </a:ext>
            </a:extLst>
          </p:cNvPr>
          <p:cNvSpPr/>
          <p:nvPr/>
        </p:nvSpPr>
        <p:spPr>
          <a:xfrm>
            <a:off x="4784475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753621-4429-5942-ACF5-F482EB8CF2B6}"/>
              </a:ext>
            </a:extLst>
          </p:cNvPr>
          <p:cNvCxnSpPr>
            <a:stCxn id="17" idx="3"/>
            <a:endCxn id="18" idx="0"/>
          </p:cNvCxnSpPr>
          <p:nvPr/>
        </p:nvCxnSpPr>
        <p:spPr>
          <a:xfrm flipH="1">
            <a:off x="3897835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B351042-7178-CD56-BA05-4E39619080D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4602011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DF5415C-DA5A-B71A-E714-EEF085CCD605}"/>
              </a:ext>
            </a:extLst>
          </p:cNvPr>
          <p:cNvCxnSpPr>
            <a:cxnSpLocks/>
            <a:stCxn id="19" idx="3"/>
            <a:endCxn id="23" idx="0"/>
          </p:cNvCxnSpPr>
          <p:nvPr/>
        </p:nvCxnSpPr>
        <p:spPr>
          <a:xfrm>
            <a:off x="4951139" y="1351368"/>
            <a:ext cx="0" cy="105780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50C461-CBE6-D889-7EE1-284806DDC877}"/>
              </a:ext>
            </a:extLst>
          </p:cNvPr>
          <p:cNvCxnSpPr>
            <a:cxnSpLocks/>
            <a:stCxn id="19" idx="5"/>
            <a:endCxn id="21" idx="0"/>
          </p:cNvCxnSpPr>
          <p:nvPr/>
        </p:nvCxnSpPr>
        <p:spPr>
          <a:xfrm>
            <a:off x="5186837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F9D150D-E1E6-A200-F893-EE259F0C2B2C}"/>
              </a:ext>
            </a:extLst>
          </p:cNvPr>
          <p:cNvCxnSpPr>
            <a:cxnSpLocks/>
            <a:stCxn id="20" idx="3"/>
            <a:endCxn id="22" idx="0"/>
          </p:cNvCxnSpPr>
          <p:nvPr/>
        </p:nvCxnSpPr>
        <p:spPr>
          <a:xfrm flipH="1">
            <a:off x="4336058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669990D-9DA3-BA24-B8B4-51BCBB553A06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>
          <a:xfrm>
            <a:off x="4768675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77C450AB-1B07-639B-8728-62CE0D1E58E6}"/>
              </a:ext>
            </a:extLst>
          </p:cNvPr>
          <p:cNvSpPr/>
          <p:nvPr/>
        </p:nvSpPr>
        <p:spPr>
          <a:xfrm>
            <a:off x="693832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0EF3F652-B9B0-705A-1691-C2BCD4C3E9D2}"/>
              </a:ext>
            </a:extLst>
          </p:cNvPr>
          <p:cNvSpPr/>
          <p:nvPr/>
        </p:nvSpPr>
        <p:spPr>
          <a:xfrm>
            <a:off x="6416705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2901B0A8-0459-9757-3FE4-481663C739E2}"/>
              </a:ext>
            </a:extLst>
          </p:cNvPr>
          <p:cNvSpPr/>
          <p:nvPr/>
        </p:nvSpPr>
        <p:spPr>
          <a:xfrm>
            <a:off x="7839216" y="17245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EC69BD0-313F-5BE3-99C2-467463164F4D}"/>
              </a:ext>
            </a:extLst>
          </p:cNvPr>
          <p:cNvSpPr/>
          <p:nvPr/>
        </p:nvSpPr>
        <p:spPr>
          <a:xfrm>
            <a:off x="7420319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9B83BDAF-BB0C-09A7-2703-58DA69F6688F}"/>
              </a:ext>
            </a:extLst>
          </p:cNvPr>
          <p:cNvSpPr/>
          <p:nvPr/>
        </p:nvSpPr>
        <p:spPr>
          <a:xfrm>
            <a:off x="8174045" y="234256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8398FE3-E4E1-3CF6-06B6-F68443E07D08}"/>
              </a:ext>
            </a:extLst>
          </p:cNvPr>
          <p:cNvSpPr/>
          <p:nvPr/>
        </p:nvSpPr>
        <p:spPr>
          <a:xfrm>
            <a:off x="7041569" y="171360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6875C06-55C7-DC29-98DB-86AAA4D456CB}"/>
              </a:ext>
            </a:extLst>
          </p:cNvPr>
          <p:cNvSpPr/>
          <p:nvPr/>
        </p:nvSpPr>
        <p:spPr>
          <a:xfrm>
            <a:off x="7479910" y="23425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157122D-C45E-7E99-003C-5D72B1784D19}"/>
              </a:ext>
            </a:extLst>
          </p:cNvPr>
          <p:cNvCxnSpPr>
            <a:stCxn id="32" idx="3"/>
            <a:endCxn id="33" idx="0"/>
          </p:cNvCxnSpPr>
          <p:nvPr/>
        </p:nvCxnSpPr>
        <p:spPr>
          <a:xfrm flipH="1">
            <a:off x="6583369" y="671949"/>
            <a:ext cx="403774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83FCEB9-C31E-9DD4-4114-4DE899ADDE90}"/>
              </a:ext>
            </a:extLst>
          </p:cNvPr>
          <p:cNvCxnSpPr>
            <a:cxnSpLocks/>
            <a:stCxn id="32" idx="5"/>
            <a:endCxn id="35" idx="0"/>
          </p:cNvCxnSpPr>
          <p:nvPr/>
        </p:nvCxnSpPr>
        <p:spPr>
          <a:xfrm>
            <a:off x="7222841" y="671949"/>
            <a:ext cx="364142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511C991C-0DE2-1DAD-AF8E-0B63ACFE2210}"/>
              </a:ext>
            </a:extLst>
          </p:cNvPr>
          <p:cNvCxnSpPr>
            <a:cxnSpLocks/>
            <a:stCxn id="34" idx="3"/>
            <a:endCxn id="38" idx="0"/>
          </p:cNvCxnSpPr>
          <p:nvPr/>
        </p:nvCxnSpPr>
        <p:spPr>
          <a:xfrm flipH="1">
            <a:off x="7646574" y="2009049"/>
            <a:ext cx="241457" cy="33351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02B24A55-C911-1086-DE0B-F1987A119D7A}"/>
              </a:ext>
            </a:extLst>
          </p:cNvPr>
          <p:cNvCxnSpPr>
            <a:cxnSpLocks/>
            <a:stCxn id="34" idx="5"/>
            <a:endCxn id="36" idx="0"/>
          </p:cNvCxnSpPr>
          <p:nvPr/>
        </p:nvCxnSpPr>
        <p:spPr>
          <a:xfrm>
            <a:off x="8123729" y="2009049"/>
            <a:ext cx="216980" cy="3335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A7AB0B2-7C7B-4795-2034-D81D92CD1B1A}"/>
              </a:ext>
            </a:extLst>
          </p:cNvPr>
          <p:cNvCxnSpPr>
            <a:cxnSpLocks/>
            <a:stCxn id="35" idx="3"/>
            <a:endCxn id="37" idx="0"/>
          </p:cNvCxnSpPr>
          <p:nvPr/>
        </p:nvCxnSpPr>
        <p:spPr>
          <a:xfrm flipH="1">
            <a:off x="7208233" y="1351368"/>
            <a:ext cx="260901" cy="36223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AAD793C-9404-F12E-1279-74E98EEF3A88}"/>
              </a:ext>
            </a:extLst>
          </p:cNvPr>
          <p:cNvCxnSpPr>
            <a:cxnSpLocks/>
            <a:stCxn id="35" idx="5"/>
            <a:endCxn id="34" idx="0"/>
          </p:cNvCxnSpPr>
          <p:nvPr/>
        </p:nvCxnSpPr>
        <p:spPr>
          <a:xfrm>
            <a:off x="7704832" y="1351368"/>
            <a:ext cx="301048" cy="3731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13033753-FC11-0D6B-A30A-668889AB0414}"/>
              </a:ext>
            </a:extLst>
          </p:cNvPr>
          <p:cNvSpPr txBox="1"/>
          <p:nvPr/>
        </p:nvSpPr>
        <p:spPr>
          <a:xfrm>
            <a:off x="6345072" y="2989311"/>
            <a:ext cx="21504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此时已将失衡类型化归为</a:t>
            </a:r>
            <a:r>
              <a:rPr lang="en-US" altLang="zh-CN" sz="1400"/>
              <a:t>RR</a:t>
            </a:r>
            <a:r>
              <a:rPr lang="zh-CN" altLang="en-US" sz="1400"/>
              <a:t>型。无论新插入节点在</a:t>
            </a:r>
            <a:r>
              <a:rPr lang="en-US" altLang="zh-CN" sz="1400"/>
              <a:t>1</a:t>
            </a:r>
            <a:r>
              <a:rPr lang="zh-CN" altLang="en-US" sz="1400"/>
              <a:t>位置还是</a:t>
            </a:r>
            <a:r>
              <a:rPr lang="en-US" altLang="zh-CN" sz="1400"/>
              <a:t>2</a:t>
            </a:r>
            <a:r>
              <a:rPr lang="zh-CN" altLang="en-US" sz="1400"/>
              <a:t>位置。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1A57141E-9703-0B5C-AE02-6AFE2EB72E5F}"/>
              </a:ext>
            </a:extLst>
          </p:cNvPr>
          <p:cNvSpPr txBox="1"/>
          <p:nvPr/>
        </p:nvSpPr>
        <p:spPr>
          <a:xfrm>
            <a:off x="681260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EA061B13-86E7-93BF-2D6F-C697C5B4E8A7}"/>
              </a:ext>
            </a:extLst>
          </p:cNvPr>
          <p:cNvSpPr txBox="1"/>
          <p:nvPr/>
        </p:nvSpPr>
        <p:spPr>
          <a:xfrm>
            <a:off x="7251665" y="25758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03095C39-7C02-8AD3-8C54-0AE4884FCC06}"/>
              </a:ext>
            </a:extLst>
          </p:cNvPr>
          <p:cNvSpPr/>
          <p:nvPr/>
        </p:nvSpPr>
        <p:spPr>
          <a:xfrm>
            <a:off x="9586602" y="10368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A4E23DB-FABA-AD8B-58B5-61C8625A0086}"/>
              </a:ext>
            </a:extLst>
          </p:cNvPr>
          <p:cNvSpPr/>
          <p:nvPr/>
        </p:nvSpPr>
        <p:spPr>
          <a:xfrm>
            <a:off x="9319799" y="1687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BBBDE48-086F-72DD-1856-603D2928B204}"/>
              </a:ext>
            </a:extLst>
          </p:cNvPr>
          <p:cNvSpPr/>
          <p:nvPr/>
        </p:nvSpPr>
        <p:spPr>
          <a:xfrm>
            <a:off x="10571507" y="10360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9AD5A183-DA0F-06E1-A8EE-567BD551622C}"/>
              </a:ext>
            </a:extLst>
          </p:cNvPr>
          <p:cNvSpPr/>
          <p:nvPr/>
        </p:nvSpPr>
        <p:spPr>
          <a:xfrm>
            <a:off x="10110860" y="3056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81EBE540-BC3F-0A70-D4DF-B75C937B438D}"/>
              </a:ext>
            </a:extLst>
          </p:cNvPr>
          <p:cNvSpPr/>
          <p:nvPr/>
        </p:nvSpPr>
        <p:spPr>
          <a:xfrm>
            <a:off x="10863575" y="17020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0F5DF2B4-E493-ABAB-82BB-7DBB23733C31}"/>
              </a:ext>
            </a:extLst>
          </p:cNvPr>
          <p:cNvSpPr/>
          <p:nvPr/>
        </p:nvSpPr>
        <p:spPr>
          <a:xfrm>
            <a:off x="9863403" y="169758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7203ACA-ADE5-D589-4492-247919EFB386}"/>
              </a:ext>
            </a:extLst>
          </p:cNvPr>
          <p:cNvSpPr/>
          <p:nvPr/>
        </p:nvSpPr>
        <p:spPr>
          <a:xfrm>
            <a:off x="10366475" y="16877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7066621-6777-701B-82E9-BEE403954BD7}"/>
              </a:ext>
            </a:extLst>
          </p:cNvPr>
          <p:cNvCxnSpPr>
            <a:stCxn id="64" idx="3"/>
            <a:endCxn id="65" idx="0"/>
          </p:cNvCxnSpPr>
          <p:nvPr/>
        </p:nvCxnSpPr>
        <p:spPr>
          <a:xfrm flipH="1">
            <a:off x="9486463" y="1321374"/>
            <a:ext cx="148954" cy="3664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735ECF6-2FE4-B875-B507-27D5614A6450}"/>
              </a:ext>
            </a:extLst>
          </p:cNvPr>
          <p:cNvCxnSpPr>
            <a:cxnSpLocks/>
            <a:stCxn id="64" idx="5"/>
            <a:endCxn id="69" idx="0"/>
          </p:cNvCxnSpPr>
          <p:nvPr/>
        </p:nvCxnSpPr>
        <p:spPr>
          <a:xfrm>
            <a:off x="9871115" y="1321374"/>
            <a:ext cx="158952" cy="3762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788D03F-9AEB-F401-2883-106D2DAB0416}"/>
              </a:ext>
            </a:extLst>
          </p:cNvPr>
          <p:cNvCxnSpPr>
            <a:cxnSpLocks/>
            <a:stCxn id="66" idx="3"/>
            <a:endCxn id="70" idx="0"/>
          </p:cNvCxnSpPr>
          <p:nvPr/>
        </p:nvCxnSpPr>
        <p:spPr>
          <a:xfrm flipH="1">
            <a:off x="10533139" y="1320609"/>
            <a:ext cx="87183" cy="3671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E31CE1E-E648-72C2-77CE-C0AF7BF86E84}"/>
              </a:ext>
            </a:extLst>
          </p:cNvPr>
          <p:cNvCxnSpPr>
            <a:cxnSpLocks/>
            <a:stCxn id="66" idx="5"/>
            <a:endCxn id="68" idx="0"/>
          </p:cNvCxnSpPr>
          <p:nvPr/>
        </p:nvCxnSpPr>
        <p:spPr>
          <a:xfrm>
            <a:off x="10856020" y="1320609"/>
            <a:ext cx="174219" cy="3814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BD4D3CDA-1CA5-71F4-1794-0D5AA3CCA318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flipH="1">
            <a:off x="9753266" y="590119"/>
            <a:ext cx="406409" cy="446742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44A118F2-1EC5-927C-DF99-8503E192EB68}"/>
              </a:ext>
            </a:extLst>
          </p:cNvPr>
          <p:cNvCxnSpPr>
            <a:cxnSpLocks/>
            <a:stCxn id="67" idx="5"/>
            <a:endCxn id="66" idx="0"/>
          </p:cNvCxnSpPr>
          <p:nvPr/>
        </p:nvCxnSpPr>
        <p:spPr>
          <a:xfrm>
            <a:off x="10395373" y="590119"/>
            <a:ext cx="342798" cy="445977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102D44CE-A7F7-FF39-AE3D-D6F078250347}"/>
              </a:ext>
            </a:extLst>
          </p:cNvPr>
          <p:cNvSpPr txBox="1"/>
          <p:nvPr/>
        </p:nvSpPr>
        <p:spPr>
          <a:xfrm>
            <a:off x="973799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D0D8D2C-A34A-03A6-8300-4159355F93DC}"/>
              </a:ext>
            </a:extLst>
          </p:cNvPr>
          <p:cNvSpPr txBox="1"/>
          <p:nvPr/>
        </p:nvSpPr>
        <p:spPr>
          <a:xfrm>
            <a:off x="10571507" y="20152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63F7335-8084-0752-8EE2-A96C13D2F2B3}"/>
              </a:ext>
            </a:extLst>
          </p:cNvPr>
          <p:cNvSpPr txBox="1"/>
          <p:nvPr/>
        </p:nvSpPr>
        <p:spPr>
          <a:xfrm>
            <a:off x="3933011" y="27285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40C5521-7C01-F119-1F58-87B04B5ABBCF}"/>
              </a:ext>
            </a:extLst>
          </p:cNvPr>
          <p:cNvSpPr txBox="1"/>
          <p:nvPr/>
        </p:nvSpPr>
        <p:spPr>
          <a:xfrm>
            <a:off x="4835499" y="27417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05305E6E-1312-1592-8FB3-B82AD2A1B0D1}"/>
              </a:ext>
            </a:extLst>
          </p:cNvPr>
          <p:cNvSpPr txBox="1"/>
          <p:nvPr/>
        </p:nvSpPr>
        <p:spPr>
          <a:xfrm>
            <a:off x="2189157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9163AE2-CF67-BC99-D2B0-F9DE4CACE859}"/>
              </a:ext>
            </a:extLst>
          </p:cNvPr>
          <p:cNvSpPr txBox="1"/>
          <p:nvPr/>
        </p:nvSpPr>
        <p:spPr>
          <a:xfrm>
            <a:off x="1317230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E04EC54-38F3-36F3-E85E-F467467CFA96}"/>
              </a:ext>
            </a:extLst>
          </p:cNvPr>
          <p:cNvCxnSpPr/>
          <p:nvPr/>
        </p:nvCxnSpPr>
        <p:spPr>
          <a:xfrm>
            <a:off x="8373742" y="154469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D75A2D90-C4CA-FA6F-A218-29AFB8202D0E}"/>
              </a:ext>
            </a:extLst>
          </p:cNvPr>
          <p:cNvSpPr txBox="1"/>
          <p:nvPr/>
        </p:nvSpPr>
        <p:spPr>
          <a:xfrm>
            <a:off x="8275906" y="114845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3954D757-4D44-5EB1-DBA2-06F5BF99A0CA}"/>
              </a:ext>
            </a:extLst>
          </p:cNvPr>
          <p:cNvCxnSpPr/>
          <p:nvPr/>
        </p:nvCxnSpPr>
        <p:spPr>
          <a:xfrm>
            <a:off x="2965192" y="172439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F038972-1119-E81A-66E5-90BE08CA12E2}"/>
              </a:ext>
            </a:extLst>
          </p:cNvPr>
          <p:cNvSpPr txBox="1"/>
          <p:nvPr/>
        </p:nvSpPr>
        <p:spPr>
          <a:xfrm>
            <a:off x="2867356" y="132814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C</a:t>
            </a:r>
            <a:r>
              <a:rPr lang="zh-CN" altLang="en-US" sz="1400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349323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DB2D-3CD3-3F63-75D8-E53EE76C1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89A1CF8-1DC4-4198-3EA7-295C4C7B4867}"/>
              </a:ext>
            </a:extLst>
          </p:cNvPr>
          <p:cNvSpPr/>
          <p:nvPr/>
        </p:nvSpPr>
        <p:spPr>
          <a:xfrm>
            <a:off x="3560008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F0AEE0C-FFC6-B410-264D-505B5F8D9A3E}"/>
              </a:ext>
            </a:extLst>
          </p:cNvPr>
          <p:cNvSpPr/>
          <p:nvPr/>
        </p:nvSpPr>
        <p:spPr>
          <a:xfrm>
            <a:off x="2973681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5DBEBF3-30DA-B26D-4027-D63EFC573973}"/>
              </a:ext>
            </a:extLst>
          </p:cNvPr>
          <p:cNvSpPr/>
          <p:nvPr/>
        </p:nvSpPr>
        <p:spPr>
          <a:xfrm>
            <a:off x="4144834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F4FC3C7-AF37-B795-4B13-8ADEE0EA44BF}"/>
              </a:ext>
            </a:extLst>
          </p:cNvPr>
          <p:cNvSpPr/>
          <p:nvPr/>
        </p:nvSpPr>
        <p:spPr>
          <a:xfrm>
            <a:off x="2555519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AB38086-EB9D-B831-BBDF-AAC4C1AC57CD}"/>
              </a:ext>
            </a:extLst>
          </p:cNvPr>
          <p:cNvSpPr/>
          <p:nvPr/>
        </p:nvSpPr>
        <p:spPr>
          <a:xfrm>
            <a:off x="3374584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656F65F-9A36-AE23-7334-426EEFB921AE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3140345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3158D40-B722-B0F5-B5BC-7DB40A9587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3844521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FDCB084-F38D-F168-EFB5-41532CC4AAD7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2722183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8645BD4-7847-227B-48EE-6AEA2F6D14DD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3258194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9A1D426-40A9-24C8-8140-C19F03BB0EA2}"/>
              </a:ext>
            </a:extLst>
          </p:cNvPr>
          <p:cNvSpPr/>
          <p:nvPr/>
        </p:nvSpPr>
        <p:spPr>
          <a:xfrm>
            <a:off x="224221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66887F0-3D8E-E1EE-2E1B-B7CB7A671C13}"/>
              </a:ext>
            </a:extLst>
          </p:cNvPr>
          <p:cNvSpPr/>
          <p:nvPr/>
        </p:nvSpPr>
        <p:spPr>
          <a:xfrm>
            <a:off x="2857300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583FADC-06FE-7E4D-931E-6457DF77BFE5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2408883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4A36323-8955-5CF6-FA87-4DEF84718781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2841500" y="2137714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F995BCC-3248-7D5C-E11D-2570FBC10D9C}"/>
              </a:ext>
            </a:extLst>
          </p:cNvPr>
          <p:cNvCxnSpPr/>
          <p:nvPr/>
        </p:nvCxnSpPr>
        <p:spPr>
          <a:xfrm>
            <a:off x="4932355" y="1826873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E16D34D0-D862-C3CE-58FE-8CEBA27C9D6F}"/>
              </a:ext>
            </a:extLst>
          </p:cNvPr>
          <p:cNvSpPr txBox="1"/>
          <p:nvPr/>
        </p:nvSpPr>
        <p:spPr>
          <a:xfrm>
            <a:off x="4834519" y="1430632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13246063-61E1-3518-9B02-525F189950D2}"/>
              </a:ext>
            </a:extLst>
          </p:cNvPr>
          <p:cNvSpPr/>
          <p:nvPr/>
        </p:nvSpPr>
        <p:spPr>
          <a:xfrm>
            <a:off x="8021683" y="1124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99F7A37-13A8-6214-7C9B-F9F96F25E8B9}"/>
              </a:ext>
            </a:extLst>
          </p:cNvPr>
          <p:cNvSpPr/>
          <p:nvPr/>
        </p:nvSpPr>
        <p:spPr>
          <a:xfrm>
            <a:off x="7337735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918ACFC-6C22-0982-7C1A-119290D80DCA}"/>
              </a:ext>
            </a:extLst>
          </p:cNvPr>
          <p:cNvSpPr/>
          <p:nvPr/>
        </p:nvSpPr>
        <p:spPr>
          <a:xfrm>
            <a:off x="8360228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39F96A0A-CB9C-44F9-0C38-92FA57129974}"/>
              </a:ext>
            </a:extLst>
          </p:cNvPr>
          <p:cNvSpPr/>
          <p:nvPr/>
        </p:nvSpPr>
        <p:spPr>
          <a:xfrm>
            <a:off x="6661822" y="1173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C976F13-075E-5389-D4C5-F369799DDA56}"/>
              </a:ext>
            </a:extLst>
          </p:cNvPr>
          <p:cNvSpPr/>
          <p:nvPr/>
        </p:nvSpPr>
        <p:spPr>
          <a:xfrm>
            <a:off x="7736457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55AD786-E857-5708-2802-DC9428D33819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7903121" y="1409480"/>
            <a:ext cx="167377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22EE0B1-25B2-A505-D9BE-CB0B63201E85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8306196" y="1409480"/>
            <a:ext cx="220696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986F67A-FBE2-64B3-AFDC-938054027A0C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6828486" y="765276"/>
            <a:ext cx="558064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ED3387-10C1-489E-36A8-4F3423D31AED}"/>
              </a:ext>
            </a:extLst>
          </p:cNvPr>
          <p:cNvCxnSpPr>
            <a:cxnSpLocks/>
            <a:stCxn id="19" idx="5"/>
            <a:endCxn id="18" idx="1"/>
          </p:cNvCxnSpPr>
          <p:nvPr/>
        </p:nvCxnSpPr>
        <p:spPr>
          <a:xfrm>
            <a:off x="7622248" y="765276"/>
            <a:ext cx="448250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40731D2A-2681-1695-D01A-408851DB9753}"/>
              </a:ext>
            </a:extLst>
          </p:cNvPr>
          <p:cNvSpPr/>
          <p:nvPr/>
        </p:nvSpPr>
        <p:spPr>
          <a:xfrm>
            <a:off x="6349107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1356B1B-31FE-E825-9B37-A8BE8C484964}"/>
              </a:ext>
            </a:extLst>
          </p:cNvPr>
          <p:cNvSpPr/>
          <p:nvPr/>
        </p:nvSpPr>
        <p:spPr>
          <a:xfrm>
            <a:off x="6946022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2F16E8D-6F99-9D8B-D035-653B658CC9E4}"/>
              </a:ext>
            </a:extLst>
          </p:cNvPr>
          <p:cNvCxnSpPr>
            <a:cxnSpLocks/>
            <a:endCxn id="27" idx="0"/>
          </p:cNvCxnSpPr>
          <p:nvPr/>
        </p:nvCxnSpPr>
        <p:spPr>
          <a:xfrm flipH="1">
            <a:off x="6515771" y="1471023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B7A3FB0-88DF-45D1-7811-951C85842668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6930222" y="1471023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012AAC1-6B12-0853-4765-D15F938A955D}"/>
              </a:ext>
            </a:extLst>
          </p:cNvPr>
          <p:cNvSpPr txBox="1"/>
          <p:nvPr/>
        </p:nvSpPr>
        <p:spPr>
          <a:xfrm>
            <a:off x="4725151" y="4934926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LL</a:t>
            </a:r>
            <a:r>
              <a:rPr lang="zh-CN" altLang="en-US"/>
              <a:t>型，对</a:t>
            </a:r>
            <a:r>
              <a:rPr lang="en-US" altLang="zh-CN"/>
              <a:t>A</a:t>
            </a:r>
            <a:r>
              <a:rPr lang="zh-CN" altLang="en-US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0742147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FFFBC-8CCB-18B2-585D-6F3358B06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BBB6F66-CB88-73B2-A5A8-DCE1B6676842}"/>
              </a:ext>
            </a:extLst>
          </p:cNvPr>
          <p:cNvSpPr/>
          <p:nvPr/>
        </p:nvSpPr>
        <p:spPr>
          <a:xfrm>
            <a:off x="2286199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327E31-22B3-DB63-03B0-E2BCAEBDA6C0}"/>
              </a:ext>
            </a:extLst>
          </p:cNvPr>
          <p:cNvSpPr/>
          <p:nvPr/>
        </p:nvSpPr>
        <p:spPr>
          <a:xfrm>
            <a:off x="1699872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EB04FA0-A85F-4F5D-3EBD-0A5F6EB4865E}"/>
              </a:ext>
            </a:extLst>
          </p:cNvPr>
          <p:cNvSpPr/>
          <p:nvPr/>
        </p:nvSpPr>
        <p:spPr>
          <a:xfrm>
            <a:off x="2871025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27473C-EDB1-210F-FA04-3CB841FBB735}"/>
              </a:ext>
            </a:extLst>
          </p:cNvPr>
          <p:cNvSpPr/>
          <p:nvPr/>
        </p:nvSpPr>
        <p:spPr>
          <a:xfrm>
            <a:off x="1281710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805C1AFF-8F63-9506-FFA5-CCDDB20CCA8D}"/>
              </a:ext>
            </a:extLst>
          </p:cNvPr>
          <p:cNvSpPr/>
          <p:nvPr/>
        </p:nvSpPr>
        <p:spPr>
          <a:xfrm>
            <a:off x="2100775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F9FED09-912E-E60D-AD16-A6B1BF349D0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866536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66447F7-0678-98E1-5442-081C622E5429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2570712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7817DD4-C540-4799-9015-F33C4DEB7145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1448374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A56AC8C-57DB-84E2-C8FD-87E7DC23A47F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1984385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71155F55-58B8-715D-0412-C8D9148859A7}"/>
              </a:ext>
            </a:extLst>
          </p:cNvPr>
          <p:cNvSpPr/>
          <p:nvPr/>
        </p:nvSpPr>
        <p:spPr>
          <a:xfrm>
            <a:off x="1804542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D398FFB-ECDF-4301-E372-1990D42EA3FD}"/>
              </a:ext>
            </a:extLst>
          </p:cNvPr>
          <p:cNvSpPr/>
          <p:nvPr/>
        </p:nvSpPr>
        <p:spPr>
          <a:xfrm>
            <a:off x="2419623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738CCA3-4711-F0EC-1B83-20240C84B823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1971206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F0C288C-9956-8FF6-5686-8B82507D2529}"/>
              </a:ext>
            </a:extLst>
          </p:cNvPr>
          <p:cNvCxnSpPr>
            <a:cxnSpLocks/>
            <a:stCxn id="6" idx="5"/>
            <a:endCxn id="12" idx="0"/>
          </p:cNvCxnSpPr>
          <p:nvPr/>
        </p:nvCxnSpPr>
        <p:spPr>
          <a:xfrm>
            <a:off x="2385288" y="2111386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E081FEEB-9E39-9F6E-C0C9-5B1EF1ADB88F}"/>
              </a:ext>
            </a:extLst>
          </p:cNvPr>
          <p:cNvSpPr txBox="1"/>
          <p:nvPr/>
        </p:nvSpPr>
        <p:spPr>
          <a:xfrm>
            <a:off x="1594565" y="285768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9BB6B49-E769-DD5B-1A1E-CF2032A86B63}"/>
              </a:ext>
            </a:extLst>
          </p:cNvPr>
          <p:cNvCxnSpPr/>
          <p:nvPr/>
        </p:nvCxnSpPr>
        <p:spPr>
          <a:xfrm>
            <a:off x="3493642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DF383FC6-D14A-0514-5EDF-3ED32200D395}"/>
              </a:ext>
            </a:extLst>
          </p:cNvPr>
          <p:cNvSpPr txBox="1"/>
          <p:nvPr/>
        </p:nvSpPr>
        <p:spPr>
          <a:xfrm>
            <a:off x="3395806" y="1493510"/>
            <a:ext cx="8242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B</a:t>
            </a:r>
            <a:r>
              <a:rPr lang="zh-CN" altLang="en-US" sz="1400"/>
              <a:t>左旋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6D45034-8BFD-404E-80AD-1AE70799D035}"/>
              </a:ext>
            </a:extLst>
          </p:cNvPr>
          <p:cNvSpPr/>
          <p:nvPr/>
        </p:nvSpPr>
        <p:spPr>
          <a:xfrm>
            <a:off x="5553916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C9B93B6F-EDA7-BB12-772E-1AAB90F06680}"/>
              </a:ext>
            </a:extLst>
          </p:cNvPr>
          <p:cNvSpPr/>
          <p:nvPr/>
        </p:nvSpPr>
        <p:spPr>
          <a:xfrm>
            <a:off x="4724377" y="18043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C90E577-6C45-BDEF-214D-C2AD7E83F9D8}"/>
              </a:ext>
            </a:extLst>
          </p:cNvPr>
          <p:cNvSpPr/>
          <p:nvPr/>
        </p:nvSpPr>
        <p:spPr>
          <a:xfrm>
            <a:off x="6003869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59CFB70-7C10-46DD-181D-788D697D0D30}"/>
              </a:ext>
            </a:extLst>
          </p:cNvPr>
          <p:cNvSpPr/>
          <p:nvPr/>
        </p:nvSpPr>
        <p:spPr>
          <a:xfrm>
            <a:off x="4306215" y="24710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BEE28C8-561F-3F44-802B-E5AA5CAADB2F}"/>
              </a:ext>
            </a:extLst>
          </p:cNvPr>
          <p:cNvSpPr/>
          <p:nvPr/>
        </p:nvSpPr>
        <p:spPr>
          <a:xfrm>
            <a:off x="5135754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5238338-F571-603A-1839-30D754AE348C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5302418" y="765276"/>
            <a:ext cx="300313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D11E5F9-976F-EE09-1F30-E7931C36D1D7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5838429" y="765276"/>
            <a:ext cx="332104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813B3BE-E889-D71F-7DC1-1C6887692299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4472879" y="2088899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E353B11-B3C2-C6E0-E5D1-C7FF0C0F5797}"/>
              </a:ext>
            </a:extLst>
          </p:cNvPr>
          <p:cNvCxnSpPr>
            <a:cxnSpLocks/>
            <a:stCxn id="19" idx="5"/>
            <a:endCxn id="27" idx="0"/>
          </p:cNvCxnSpPr>
          <p:nvPr/>
        </p:nvCxnSpPr>
        <p:spPr>
          <a:xfrm>
            <a:off x="5008890" y="2088899"/>
            <a:ext cx="230033" cy="43546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0D05E60-3BF9-1594-2D40-4EBAD22C4CCC}"/>
              </a:ext>
            </a:extLst>
          </p:cNvPr>
          <p:cNvSpPr/>
          <p:nvPr/>
        </p:nvSpPr>
        <p:spPr>
          <a:xfrm>
            <a:off x="507225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8F987FAA-942D-5203-7E13-0B9A2AF29D4A}"/>
              </a:ext>
            </a:extLst>
          </p:cNvPr>
          <p:cNvSpPr/>
          <p:nvPr/>
        </p:nvSpPr>
        <p:spPr>
          <a:xfrm>
            <a:off x="5456829" y="180438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F9755A1-0A48-97BD-98B5-0DEA17C80F3B}"/>
              </a:ext>
            </a:extLst>
          </p:cNvPr>
          <p:cNvCxnSpPr>
            <a:cxnSpLocks/>
            <a:stCxn id="22" idx="3"/>
            <a:endCxn id="19" idx="0"/>
          </p:cNvCxnSpPr>
          <p:nvPr/>
        </p:nvCxnSpPr>
        <p:spPr>
          <a:xfrm flipH="1">
            <a:off x="4891041" y="1402927"/>
            <a:ext cx="293528" cy="401459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84D2602-57F6-D23B-AC87-CBF9368E3A18}"/>
              </a:ext>
            </a:extLst>
          </p:cNvPr>
          <p:cNvCxnSpPr>
            <a:cxnSpLocks/>
            <a:stCxn id="22" idx="5"/>
            <a:endCxn id="28" idx="0"/>
          </p:cNvCxnSpPr>
          <p:nvPr/>
        </p:nvCxnSpPr>
        <p:spPr>
          <a:xfrm>
            <a:off x="5420267" y="1402927"/>
            <a:ext cx="203226" cy="40145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C6E1E6B-ECB2-F060-27A8-79D15AE5FD77}"/>
              </a:ext>
            </a:extLst>
          </p:cNvPr>
          <p:cNvSpPr txBox="1"/>
          <p:nvPr/>
        </p:nvSpPr>
        <p:spPr>
          <a:xfrm>
            <a:off x="2419623" y="2857687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DAEDAA-3524-315C-D569-FE206B7B419A}"/>
              </a:ext>
            </a:extLst>
          </p:cNvPr>
          <p:cNvSpPr txBox="1"/>
          <p:nvPr/>
        </p:nvSpPr>
        <p:spPr>
          <a:xfrm>
            <a:off x="4941344" y="2851453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529CBE9-87DD-EFB1-7F02-250C23A27B00}"/>
              </a:ext>
            </a:extLst>
          </p:cNvPr>
          <p:cNvSpPr txBox="1"/>
          <p:nvPr/>
        </p:nvSpPr>
        <p:spPr>
          <a:xfrm>
            <a:off x="5681097" y="218258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FA4A3C87-E9BB-DF84-61B4-E1C7B5674C16}"/>
              </a:ext>
            </a:extLst>
          </p:cNvPr>
          <p:cNvCxnSpPr/>
          <p:nvPr/>
        </p:nvCxnSpPr>
        <p:spPr>
          <a:xfrm>
            <a:off x="6841646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70307CA-B704-6BD4-8133-C193366EBC3A}"/>
              </a:ext>
            </a:extLst>
          </p:cNvPr>
          <p:cNvSpPr txBox="1"/>
          <p:nvPr/>
        </p:nvSpPr>
        <p:spPr>
          <a:xfrm>
            <a:off x="6743810" y="149351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0762BA6-E05F-AF03-4CC9-D0C291C40296}"/>
              </a:ext>
            </a:extLst>
          </p:cNvPr>
          <p:cNvSpPr/>
          <p:nvPr/>
        </p:nvSpPr>
        <p:spPr>
          <a:xfrm>
            <a:off x="9496883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6617CA20-5502-A7EB-AEE3-4C769FF2C0BA}"/>
              </a:ext>
            </a:extLst>
          </p:cNvPr>
          <p:cNvSpPr/>
          <p:nvPr/>
        </p:nvSpPr>
        <p:spPr>
          <a:xfrm>
            <a:off x="8225435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57BCE47-719B-EBC8-355D-9828DA76A547}"/>
              </a:ext>
            </a:extLst>
          </p:cNvPr>
          <p:cNvSpPr/>
          <p:nvPr/>
        </p:nvSpPr>
        <p:spPr>
          <a:xfrm>
            <a:off x="9902360" y="17969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431E530-ABF4-C056-CD1A-E493A967B9C6}"/>
              </a:ext>
            </a:extLst>
          </p:cNvPr>
          <p:cNvSpPr/>
          <p:nvPr/>
        </p:nvSpPr>
        <p:spPr>
          <a:xfrm>
            <a:off x="7807273" y="17851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8BA72379-5765-88AA-6267-BB009F7E3E2F}"/>
              </a:ext>
            </a:extLst>
          </p:cNvPr>
          <p:cNvSpPr/>
          <p:nvPr/>
        </p:nvSpPr>
        <p:spPr>
          <a:xfrm>
            <a:off x="8743436" y="43194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E1BF636-202A-71C5-1849-114F0E1B813D}"/>
              </a:ext>
            </a:extLst>
          </p:cNvPr>
          <p:cNvCxnSpPr>
            <a:cxnSpLocks/>
            <a:stCxn id="58" idx="3"/>
            <a:endCxn id="68" idx="0"/>
          </p:cNvCxnSpPr>
          <p:nvPr/>
        </p:nvCxnSpPr>
        <p:spPr>
          <a:xfrm flipH="1">
            <a:off x="9339361" y="1402927"/>
            <a:ext cx="206337" cy="39405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7D361602-6199-79B6-02C4-1E48CBDA9DF9}"/>
              </a:ext>
            </a:extLst>
          </p:cNvPr>
          <p:cNvCxnSpPr>
            <a:cxnSpLocks/>
            <a:stCxn id="58" idx="5"/>
            <a:endCxn id="60" idx="0"/>
          </p:cNvCxnSpPr>
          <p:nvPr/>
        </p:nvCxnSpPr>
        <p:spPr>
          <a:xfrm>
            <a:off x="9781396" y="1402927"/>
            <a:ext cx="287628" cy="394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95AB3DF-764E-B4DA-DBA1-8273F9627D98}"/>
              </a:ext>
            </a:extLst>
          </p:cNvPr>
          <p:cNvCxnSpPr>
            <a:cxnSpLocks/>
            <a:stCxn id="59" idx="3"/>
            <a:endCxn id="61" idx="0"/>
          </p:cNvCxnSpPr>
          <p:nvPr/>
        </p:nvCxnSpPr>
        <p:spPr>
          <a:xfrm flipH="1">
            <a:off x="7973937" y="140292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0827C89-7978-3A47-4CE8-55C017AF5DB6}"/>
              </a:ext>
            </a:extLst>
          </p:cNvPr>
          <p:cNvCxnSpPr>
            <a:cxnSpLocks/>
            <a:stCxn id="59" idx="5"/>
            <a:endCxn id="67" idx="0"/>
          </p:cNvCxnSpPr>
          <p:nvPr/>
        </p:nvCxnSpPr>
        <p:spPr>
          <a:xfrm>
            <a:off x="8509948" y="1402927"/>
            <a:ext cx="206058" cy="383527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2BEBAF94-2000-4248-F2FD-0B86A54C59EE}"/>
              </a:ext>
            </a:extLst>
          </p:cNvPr>
          <p:cNvSpPr/>
          <p:nvPr/>
        </p:nvSpPr>
        <p:spPr>
          <a:xfrm>
            <a:off x="8549342" y="1786454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4217BD31-BCFE-9E84-3889-DA1409D3CAAF}"/>
              </a:ext>
            </a:extLst>
          </p:cNvPr>
          <p:cNvSpPr/>
          <p:nvPr/>
        </p:nvSpPr>
        <p:spPr>
          <a:xfrm>
            <a:off x="9172697" y="179697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4E037C9-0B15-135A-CAE7-53C81C9D9373}"/>
              </a:ext>
            </a:extLst>
          </p:cNvPr>
          <p:cNvCxnSpPr>
            <a:cxnSpLocks/>
            <a:stCxn id="62" idx="3"/>
            <a:endCxn id="59" idx="0"/>
          </p:cNvCxnSpPr>
          <p:nvPr/>
        </p:nvCxnSpPr>
        <p:spPr>
          <a:xfrm flipH="1">
            <a:off x="8392099" y="716461"/>
            <a:ext cx="400152" cy="401953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CFFDD11-F3DD-7C31-D3A2-17F10DF20A04}"/>
              </a:ext>
            </a:extLst>
          </p:cNvPr>
          <p:cNvCxnSpPr>
            <a:cxnSpLocks/>
            <a:stCxn id="62" idx="5"/>
            <a:endCxn id="58" idx="1"/>
          </p:cNvCxnSpPr>
          <p:nvPr/>
        </p:nvCxnSpPr>
        <p:spPr>
          <a:xfrm>
            <a:off x="9027949" y="716461"/>
            <a:ext cx="517749" cy="4507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B5CC1B10-2B84-4DCD-3D86-C0C239901782}"/>
              </a:ext>
            </a:extLst>
          </p:cNvPr>
          <p:cNvSpPr txBox="1"/>
          <p:nvPr/>
        </p:nvSpPr>
        <p:spPr>
          <a:xfrm>
            <a:off x="8473355" y="219103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6AC475A-7598-42C5-8FBF-B3715FA9567E}"/>
              </a:ext>
            </a:extLst>
          </p:cNvPr>
          <p:cNvSpPr txBox="1"/>
          <p:nvPr/>
        </p:nvSpPr>
        <p:spPr>
          <a:xfrm>
            <a:off x="9147201" y="219103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D771C8A5-B7B1-2D33-5AA6-DBD60E6C351F}"/>
              </a:ext>
            </a:extLst>
          </p:cNvPr>
          <p:cNvSpPr txBox="1"/>
          <p:nvPr/>
        </p:nvSpPr>
        <p:spPr>
          <a:xfrm>
            <a:off x="4796625" y="5370254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</p:spTree>
    <p:extLst>
      <p:ext uri="{BB962C8B-B14F-4D97-AF65-F5344CB8AC3E}">
        <p14:creationId xmlns:p14="http://schemas.microsoft.com/office/powerpoint/2010/main" val="570680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2AC7-7DB7-D688-FF85-66F848F3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7D59023-CA79-5BCA-9B0E-C4C0C09AA7C1}"/>
              </a:ext>
            </a:extLst>
          </p:cNvPr>
          <p:cNvSpPr/>
          <p:nvPr/>
        </p:nvSpPr>
        <p:spPr>
          <a:xfrm>
            <a:off x="2728187" y="6072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1BB7F1-DE98-36E2-4D94-7772B60A7439}"/>
              </a:ext>
            </a:extLst>
          </p:cNvPr>
          <p:cNvSpPr/>
          <p:nvPr/>
        </p:nvSpPr>
        <p:spPr>
          <a:xfrm>
            <a:off x="1806655" y="10303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0D5461B-E5D7-40F2-B8F6-2D56E33078C0}"/>
              </a:ext>
            </a:extLst>
          </p:cNvPr>
          <p:cNvSpPr/>
          <p:nvPr/>
        </p:nvSpPr>
        <p:spPr>
          <a:xfrm>
            <a:off x="1353587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802328A-BF55-3C79-0A8E-616EAE7FDF6D}"/>
              </a:ext>
            </a:extLst>
          </p:cNvPr>
          <p:cNvSpPr/>
          <p:nvPr/>
        </p:nvSpPr>
        <p:spPr>
          <a:xfrm>
            <a:off x="2218438" y="14905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FB8E9A1-4F6D-2DA2-1336-9EC47313C836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091168" y="8917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855AFD6-4440-C5BC-3C6F-47D7453B0720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1638100" y="13148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F370EF6-F4C4-F951-1DA6-A6ACB21D8178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091168" y="13148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BE0FB52F-2ECC-7C2D-33E6-FEC74827F8E3}"/>
              </a:ext>
            </a:extLst>
          </p:cNvPr>
          <p:cNvSpPr/>
          <p:nvPr/>
        </p:nvSpPr>
        <p:spPr>
          <a:xfrm>
            <a:off x="1101469" y="198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7453A30-D4BB-421B-35AE-0004370ABBA5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268133" y="17848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BF77D8A6-9974-89F3-F611-992162A40675}"/>
              </a:ext>
            </a:extLst>
          </p:cNvPr>
          <p:cNvSpPr/>
          <p:nvPr/>
        </p:nvSpPr>
        <p:spPr>
          <a:xfrm>
            <a:off x="3588552" y="9864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0690A09-3DE2-E222-A414-8E8F8F89A837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012700" y="8917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2D90BB50-439A-0A71-9D2C-5B4F86412451}"/>
              </a:ext>
            </a:extLst>
          </p:cNvPr>
          <p:cNvSpPr/>
          <p:nvPr/>
        </p:nvSpPr>
        <p:spPr>
          <a:xfrm>
            <a:off x="1574451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55D89AE-EED3-9AFB-7D62-03A09FE0062D}"/>
              </a:ext>
            </a:extLst>
          </p:cNvPr>
          <p:cNvSpPr/>
          <p:nvPr/>
        </p:nvSpPr>
        <p:spPr>
          <a:xfrm>
            <a:off x="2012546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1F7C6C4-B449-4B8C-EB4C-B2EF4D6DC066}"/>
              </a:ext>
            </a:extLst>
          </p:cNvPr>
          <p:cNvSpPr/>
          <p:nvPr/>
        </p:nvSpPr>
        <p:spPr>
          <a:xfrm>
            <a:off x="2458316" y="19995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5FC98D-05DE-1D62-7C33-3359A07CE816}"/>
              </a:ext>
            </a:extLst>
          </p:cNvPr>
          <p:cNvSpPr/>
          <p:nvPr/>
        </p:nvSpPr>
        <p:spPr>
          <a:xfrm>
            <a:off x="3195521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50835E-F9E6-39BD-0098-67628DE4DD1C}"/>
              </a:ext>
            </a:extLst>
          </p:cNvPr>
          <p:cNvSpPr/>
          <p:nvPr/>
        </p:nvSpPr>
        <p:spPr>
          <a:xfrm>
            <a:off x="4133445" y="1486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8C31A5F-6B8D-4D94-0703-AEB814F372BA}"/>
              </a:ext>
            </a:extLst>
          </p:cNvPr>
          <p:cNvSpPr/>
          <p:nvPr/>
        </p:nvSpPr>
        <p:spPr>
          <a:xfrm>
            <a:off x="295958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1B8AAF2A-420C-DB0F-635A-A0FA31469FCD}"/>
              </a:ext>
            </a:extLst>
          </p:cNvPr>
          <p:cNvSpPr/>
          <p:nvPr/>
        </p:nvSpPr>
        <p:spPr>
          <a:xfrm>
            <a:off x="340535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6BC1E62-9442-45B1-477C-E8789B2EBD95}"/>
              </a:ext>
            </a:extLst>
          </p:cNvPr>
          <p:cNvSpPr/>
          <p:nvPr/>
        </p:nvSpPr>
        <p:spPr>
          <a:xfrm>
            <a:off x="385112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704FC00-4A26-273B-9AC4-47204F3C9E4C}"/>
              </a:ext>
            </a:extLst>
          </p:cNvPr>
          <p:cNvSpPr/>
          <p:nvPr/>
        </p:nvSpPr>
        <p:spPr>
          <a:xfrm>
            <a:off x="4374860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8B32B06-6601-AECE-6D7E-88BD05CE82E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1638100" y="17848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1643CD9-23D4-61B5-3C7D-3F07D6B83938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179210" y="17750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0E3F0D-7F88-7AE6-C136-F285D5EC0B0C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2502951" y="17750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4C7F9EC-24D0-CCC5-5914-CF0229F919EF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126247" y="17848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FA9ADDA-ED09-ED2B-785B-E7139F33F37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3480034" y="17848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A846FF7-BBA4-74FE-ED62-A6874864B235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362185" y="12709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134102E-2512-56A2-D34A-E18BAF40339A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3873065" y="1270926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E220ACE-9E42-B833-5D7B-4614CA2A6D90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017787" y="1770728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DA6AB46-AEE9-1ECA-98A9-9E33E0E6E75F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417958" y="1770728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57D0023-0ACD-2C11-B7D7-F0926868ABE9}"/>
              </a:ext>
            </a:extLst>
          </p:cNvPr>
          <p:cNvSpPr txBox="1"/>
          <p:nvPr/>
        </p:nvSpPr>
        <p:spPr>
          <a:xfrm>
            <a:off x="2695117" y="6064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E70BD83-EFD5-E85C-9172-AF48387340EA}"/>
              </a:ext>
            </a:extLst>
          </p:cNvPr>
          <p:cNvSpPr txBox="1"/>
          <p:nvPr/>
        </p:nvSpPr>
        <p:spPr>
          <a:xfrm>
            <a:off x="2420555" y="19860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18D45B-BF70-86D3-BF19-8B7390712F42}"/>
              </a:ext>
            </a:extLst>
          </p:cNvPr>
          <p:cNvSpPr txBox="1"/>
          <p:nvPr/>
        </p:nvSpPr>
        <p:spPr>
          <a:xfrm>
            <a:off x="3538947" y="9735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2D563FF-8B81-4E58-73DD-E041F561D40A}"/>
              </a:ext>
            </a:extLst>
          </p:cNvPr>
          <p:cNvSpPr txBox="1"/>
          <p:nvPr/>
        </p:nvSpPr>
        <p:spPr>
          <a:xfrm>
            <a:off x="3150110" y="14905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0204D05-935B-257D-1D1D-2A0A1FBF2293}"/>
              </a:ext>
            </a:extLst>
          </p:cNvPr>
          <p:cNvSpPr txBox="1"/>
          <p:nvPr/>
        </p:nvSpPr>
        <p:spPr>
          <a:xfrm>
            <a:off x="3369393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71CFA68-F251-001E-9BD1-6624450C26E9}"/>
              </a:ext>
            </a:extLst>
          </p:cNvPr>
          <p:cNvSpPr txBox="1"/>
          <p:nvPr/>
        </p:nvSpPr>
        <p:spPr>
          <a:xfrm>
            <a:off x="2932164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70E263D-7702-3960-6B10-CA86589F62B8}"/>
              </a:ext>
            </a:extLst>
          </p:cNvPr>
          <p:cNvSpPr txBox="1"/>
          <p:nvPr/>
        </p:nvSpPr>
        <p:spPr>
          <a:xfrm>
            <a:off x="4105873" y="14783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4AEC450-04E1-6AD7-C6E6-93C4425AFD01}"/>
              </a:ext>
            </a:extLst>
          </p:cNvPr>
          <p:cNvSpPr txBox="1"/>
          <p:nvPr/>
        </p:nvSpPr>
        <p:spPr>
          <a:xfrm>
            <a:off x="3817612" y="19807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031A051-44E5-D40C-5862-45288CEBFE30}"/>
              </a:ext>
            </a:extLst>
          </p:cNvPr>
          <p:cNvSpPr txBox="1"/>
          <p:nvPr/>
        </p:nvSpPr>
        <p:spPr>
          <a:xfrm>
            <a:off x="4341790" y="19860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FB3006C-0458-D92C-0F01-8116FCE3B7D3}"/>
              </a:ext>
            </a:extLst>
          </p:cNvPr>
          <p:cNvSpPr/>
          <p:nvPr/>
        </p:nvSpPr>
        <p:spPr>
          <a:xfrm>
            <a:off x="4084630" y="25398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AC8B639-15CE-31CF-F76F-F3C0E8E9EA7A}"/>
              </a:ext>
            </a:extLst>
          </p:cNvPr>
          <p:cNvSpPr/>
          <p:nvPr/>
        </p:nvSpPr>
        <p:spPr>
          <a:xfrm>
            <a:off x="4623004" y="2534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685D-C776-7109-EFC2-E79CB30C5108}"/>
              </a:ext>
            </a:extLst>
          </p:cNvPr>
          <p:cNvSpPr txBox="1"/>
          <p:nvPr/>
        </p:nvSpPr>
        <p:spPr>
          <a:xfrm>
            <a:off x="4051560" y="25450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13C4BD-C625-4DD8-75BD-84601617E026}"/>
              </a:ext>
            </a:extLst>
          </p:cNvPr>
          <p:cNvSpPr txBox="1"/>
          <p:nvPr/>
        </p:nvSpPr>
        <p:spPr>
          <a:xfrm>
            <a:off x="4593791" y="25346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687C2871-C532-CFDE-6B70-1D9CB5C4B12B}"/>
              </a:ext>
            </a:extLst>
          </p:cNvPr>
          <p:cNvCxnSpPr>
            <a:cxnSpLocks/>
            <a:endCxn id="43" idx="0"/>
          </p:cNvCxnSpPr>
          <p:nvPr/>
        </p:nvCxnSpPr>
        <p:spPr>
          <a:xfrm flipH="1">
            <a:off x="4251294" y="2270529"/>
            <a:ext cx="166664" cy="269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1E534F4-1CA2-7B31-D3C3-4E6ADA8B0A7A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4650294" y="2270529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1D009095-8DC9-F88E-DE4C-7457DA34033F}"/>
              </a:ext>
            </a:extLst>
          </p:cNvPr>
          <p:cNvSpPr/>
          <p:nvPr/>
        </p:nvSpPr>
        <p:spPr>
          <a:xfrm>
            <a:off x="4956332" y="309567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94A3121-B6E6-7A83-85A7-E3C358996B5A}"/>
              </a:ext>
            </a:extLst>
          </p:cNvPr>
          <p:cNvCxnSpPr>
            <a:endCxn id="59" idx="0"/>
          </p:cNvCxnSpPr>
          <p:nvPr/>
        </p:nvCxnSpPr>
        <p:spPr>
          <a:xfrm>
            <a:off x="4905328" y="2801758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B8598D92-47D2-733B-2F56-1AE6F73021F4}"/>
              </a:ext>
            </a:extLst>
          </p:cNvPr>
          <p:cNvSpPr txBox="1"/>
          <p:nvPr/>
        </p:nvSpPr>
        <p:spPr>
          <a:xfrm>
            <a:off x="4923262" y="309044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01F3892-9617-CB09-B586-BCB08FE8CB93}"/>
              </a:ext>
            </a:extLst>
          </p:cNvPr>
          <p:cNvSpPr txBox="1"/>
          <p:nvPr/>
        </p:nvSpPr>
        <p:spPr>
          <a:xfrm>
            <a:off x="828816" y="4474582"/>
            <a:ext cx="100629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27</a:t>
            </a:r>
            <a:r>
              <a:rPr lang="zh-CN" altLang="en-US"/>
              <a:t>，沿</a:t>
            </a:r>
            <a:r>
              <a:rPr lang="en-US" altLang="zh-CN"/>
              <a:t>12</a:t>
            </a:r>
            <a:r>
              <a:rPr lang="zh-CN" altLang="en-US"/>
              <a:t>、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22</a:t>
            </a:r>
            <a:r>
              <a:rPr lang="zh-CN" altLang="en-US"/>
              <a:t>、</a:t>
            </a:r>
            <a:r>
              <a:rPr lang="en-US" altLang="zh-CN"/>
              <a:t>25</a:t>
            </a:r>
            <a:r>
              <a:rPr lang="zh-CN" altLang="en-US"/>
              <a:t>、</a:t>
            </a:r>
            <a:r>
              <a:rPr lang="en-US" altLang="zh-CN"/>
              <a:t>26</a:t>
            </a:r>
            <a:r>
              <a:rPr lang="zh-CN" altLang="en-US"/>
              <a:t>、</a:t>
            </a:r>
            <a:r>
              <a:rPr lang="en-US" altLang="zh-CN"/>
              <a:t>NULL</a:t>
            </a:r>
            <a:r>
              <a:rPr lang="zh-CN" altLang="en-US"/>
              <a:t>一路递归向下，找到插入位置</a:t>
            </a:r>
            <a:r>
              <a:rPr lang="en-US" altLang="zh-CN"/>
              <a:t>pos</a:t>
            </a:r>
            <a:r>
              <a:rPr lang="zh-CN" altLang="en-US"/>
              <a:t>，插入节点</a:t>
            </a:r>
            <a:r>
              <a:rPr lang="en-US" altLang="zh-CN"/>
              <a:t>27</a:t>
            </a:r>
            <a:r>
              <a:rPr lang="zh-CN" altLang="en-US"/>
              <a:t>。此后递归回溯，回到</a:t>
            </a:r>
            <a:r>
              <a:rPr lang="en-US" altLang="zh-CN"/>
              <a:t>26</a:t>
            </a:r>
            <a:r>
              <a:rPr lang="zh-CN" altLang="en-US"/>
              <a:t>，重新计算节点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height=max(0, 1)+1=2</a:t>
            </a:r>
            <a:r>
              <a:rPr lang="zh-CN" altLang="en-US"/>
              <a:t>，更新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2</a:t>
            </a:r>
            <a:r>
              <a:rPr lang="zh-CN" altLang="en-US"/>
              <a:t>。之后判断节点</a:t>
            </a:r>
            <a:r>
              <a:rPr lang="en-US" altLang="zh-CN"/>
              <a:t>26</a:t>
            </a:r>
            <a:r>
              <a:rPr lang="zh-CN" altLang="en-US"/>
              <a:t>的平衡因子，为</a:t>
            </a:r>
            <a:r>
              <a:rPr lang="en-US" altLang="zh-CN"/>
              <a:t>0-1=-1</a:t>
            </a:r>
            <a:r>
              <a:rPr lang="zh-CN" altLang="en-US"/>
              <a:t>，不失衡，递归继续向上返回到</a:t>
            </a:r>
            <a:r>
              <a:rPr lang="en-US" altLang="zh-CN"/>
              <a:t>25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max(1, 2)+1=3</a:t>
            </a:r>
            <a:r>
              <a:rPr lang="zh-CN" altLang="en-US"/>
              <a:t>，平衡因子为</a:t>
            </a:r>
            <a:r>
              <a:rPr lang="en-US" altLang="zh-CN"/>
              <a:t>1-2=-1</a:t>
            </a:r>
            <a:r>
              <a:rPr lang="zh-CN" altLang="en-US"/>
              <a:t>，不失衡，递归继续向上返回，到</a:t>
            </a:r>
            <a:r>
              <a:rPr lang="en-US" altLang="zh-CN"/>
              <a:t>22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4</a:t>
            </a:r>
            <a:r>
              <a:rPr lang="zh-CN" altLang="en-US"/>
              <a:t>，平衡因子为</a:t>
            </a:r>
            <a:r>
              <a:rPr lang="en-US" altLang="zh-CN"/>
              <a:t>1-3=-2</a:t>
            </a:r>
            <a:r>
              <a:rPr lang="zh-CN" altLang="en-US"/>
              <a:t>，为</a:t>
            </a:r>
            <a:r>
              <a:rPr lang="en-US" altLang="zh-CN"/>
              <a:t>RR</a:t>
            </a:r>
            <a:r>
              <a:rPr lang="zh-CN" altLang="en-US"/>
              <a:t>型失衡，因此对</a:t>
            </a:r>
            <a:r>
              <a:rPr lang="en-US" altLang="zh-CN"/>
              <a:t>22</a:t>
            </a:r>
            <a:r>
              <a:rPr lang="zh-CN" altLang="en-US"/>
              <a:t>左旋，得到</a:t>
            </a:r>
            <a:r>
              <a:rPr lang="en-US" altLang="zh-CN"/>
              <a:t>b</a:t>
            </a:r>
            <a:r>
              <a:rPr lang="zh-CN" altLang="en-US"/>
              <a:t>）。继续返回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12</a:t>
            </a:r>
            <a:r>
              <a:rPr lang="zh-CN" altLang="en-US"/>
              <a:t>，函数结束。</a:t>
            </a:r>
            <a:endParaRPr lang="en-US" altLang="zh-CN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84BAD3F7-A6D4-B6DD-021D-18CAC2637FCB}"/>
              </a:ext>
            </a:extLst>
          </p:cNvPr>
          <p:cNvCxnSpPr/>
          <p:nvPr/>
        </p:nvCxnSpPr>
        <p:spPr>
          <a:xfrm flipV="1">
            <a:off x="4292725" y="3328776"/>
            <a:ext cx="500800" cy="1002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488B53E-7300-5615-B42F-A4F9B16714E1}"/>
              </a:ext>
            </a:extLst>
          </p:cNvPr>
          <p:cNvSpPr txBox="1"/>
          <p:nvPr/>
        </p:nvSpPr>
        <p:spPr>
          <a:xfrm>
            <a:off x="3778889" y="325972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pos</a:t>
            </a:r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A30A400C-0C41-DB1C-82A2-14DB779C4DCB}"/>
              </a:ext>
            </a:extLst>
          </p:cNvPr>
          <p:cNvSpPr/>
          <p:nvPr/>
        </p:nvSpPr>
        <p:spPr>
          <a:xfrm>
            <a:off x="8127356" y="6017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EC7974E-7F8C-F815-37D2-214D4E9EACE2}"/>
              </a:ext>
            </a:extLst>
          </p:cNvPr>
          <p:cNvSpPr/>
          <p:nvPr/>
        </p:nvSpPr>
        <p:spPr>
          <a:xfrm>
            <a:off x="7205824" y="10248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3D5BF42-5F36-E5FD-45F5-9E284926F921}"/>
              </a:ext>
            </a:extLst>
          </p:cNvPr>
          <p:cNvSpPr/>
          <p:nvPr/>
        </p:nvSpPr>
        <p:spPr>
          <a:xfrm>
            <a:off x="6752756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984D10A-370D-9B55-BF2B-A6782C501CA8}"/>
              </a:ext>
            </a:extLst>
          </p:cNvPr>
          <p:cNvSpPr/>
          <p:nvPr/>
        </p:nvSpPr>
        <p:spPr>
          <a:xfrm>
            <a:off x="7617607" y="148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8476F73-2D2F-81F0-658B-A2FEE135D7F7}"/>
              </a:ext>
            </a:extLst>
          </p:cNvPr>
          <p:cNvCxnSpPr>
            <a:stCxn id="67" idx="3"/>
            <a:endCxn id="68" idx="7"/>
          </p:cNvCxnSpPr>
          <p:nvPr/>
        </p:nvCxnSpPr>
        <p:spPr>
          <a:xfrm flipH="1">
            <a:off x="7490337" y="8862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846706CB-2609-F718-F514-F73518BE1B6A}"/>
              </a:ext>
            </a:extLst>
          </p:cNvPr>
          <p:cNvCxnSpPr>
            <a:cxnSpLocks/>
            <a:stCxn id="68" idx="3"/>
            <a:endCxn id="69" idx="7"/>
          </p:cNvCxnSpPr>
          <p:nvPr/>
        </p:nvCxnSpPr>
        <p:spPr>
          <a:xfrm flipH="1">
            <a:off x="7037269" y="13093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165267F-8E53-CEFE-A0B7-3EAB7E3FDA96}"/>
              </a:ext>
            </a:extLst>
          </p:cNvPr>
          <p:cNvCxnSpPr>
            <a:stCxn id="68" idx="5"/>
            <a:endCxn id="70" idx="1"/>
          </p:cNvCxnSpPr>
          <p:nvPr/>
        </p:nvCxnSpPr>
        <p:spPr>
          <a:xfrm>
            <a:off x="7490337" y="13093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id="{320A82B1-AE4E-F2D6-95A0-D34CEC054BEC}"/>
              </a:ext>
            </a:extLst>
          </p:cNvPr>
          <p:cNvSpPr/>
          <p:nvPr/>
        </p:nvSpPr>
        <p:spPr>
          <a:xfrm>
            <a:off x="6500638" y="1984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68210E0E-C4E5-CFD4-4B8E-0163BCCDD277}"/>
              </a:ext>
            </a:extLst>
          </p:cNvPr>
          <p:cNvCxnSpPr>
            <a:cxnSpLocks/>
            <a:stCxn id="69" idx="3"/>
            <a:endCxn id="74" idx="0"/>
          </p:cNvCxnSpPr>
          <p:nvPr/>
        </p:nvCxnSpPr>
        <p:spPr>
          <a:xfrm flipH="1">
            <a:off x="6667302" y="17793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2E3BB4B-DC74-A1EF-CD79-91505D631DCA}"/>
              </a:ext>
            </a:extLst>
          </p:cNvPr>
          <p:cNvSpPr/>
          <p:nvPr/>
        </p:nvSpPr>
        <p:spPr>
          <a:xfrm>
            <a:off x="8987721" y="9809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602A55AE-9774-6A70-3881-B803C199BA86}"/>
              </a:ext>
            </a:extLst>
          </p:cNvPr>
          <p:cNvCxnSpPr>
            <a:cxnSpLocks/>
            <a:stCxn id="67" idx="5"/>
            <a:endCxn id="76" idx="1"/>
          </p:cNvCxnSpPr>
          <p:nvPr/>
        </p:nvCxnSpPr>
        <p:spPr>
          <a:xfrm>
            <a:off x="8411869" y="8862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11F3F07F-68FB-7C3C-10B3-CC6651CBB5C1}"/>
              </a:ext>
            </a:extLst>
          </p:cNvPr>
          <p:cNvSpPr/>
          <p:nvPr/>
        </p:nvSpPr>
        <p:spPr>
          <a:xfrm>
            <a:off x="6973620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FB9D0BE7-C455-85D8-7063-78E3D207D221}"/>
              </a:ext>
            </a:extLst>
          </p:cNvPr>
          <p:cNvSpPr/>
          <p:nvPr/>
        </p:nvSpPr>
        <p:spPr>
          <a:xfrm>
            <a:off x="7411715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B8D1B27-9B5E-2BA6-F58B-E322F95AE27F}"/>
              </a:ext>
            </a:extLst>
          </p:cNvPr>
          <p:cNvSpPr/>
          <p:nvPr/>
        </p:nvSpPr>
        <p:spPr>
          <a:xfrm>
            <a:off x="7857485" y="19940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94FD5936-9B37-BD96-DF13-5B9D905D234F}"/>
              </a:ext>
            </a:extLst>
          </p:cNvPr>
          <p:cNvSpPr/>
          <p:nvPr/>
        </p:nvSpPr>
        <p:spPr>
          <a:xfrm>
            <a:off x="8594690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8D2F294C-74B2-72D4-4527-BFA18757A445}"/>
              </a:ext>
            </a:extLst>
          </p:cNvPr>
          <p:cNvSpPr/>
          <p:nvPr/>
        </p:nvSpPr>
        <p:spPr>
          <a:xfrm>
            <a:off x="9291023" y="19743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C78E0A5-342C-74A4-4F2B-86E45FC24D77}"/>
              </a:ext>
            </a:extLst>
          </p:cNvPr>
          <p:cNvSpPr/>
          <p:nvPr/>
        </p:nvSpPr>
        <p:spPr>
          <a:xfrm>
            <a:off x="835875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52777A-C651-85BF-A87E-E23F0ADBF40E}"/>
              </a:ext>
            </a:extLst>
          </p:cNvPr>
          <p:cNvSpPr/>
          <p:nvPr/>
        </p:nvSpPr>
        <p:spPr>
          <a:xfrm>
            <a:off x="880452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C1DCE1D3-516D-64E4-8117-1D4FAF6AD925}"/>
              </a:ext>
            </a:extLst>
          </p:cNvPr>
          <p:cNvSpPr/>
          <p:nvPr/>
        </p:nvSpPr>
        <p:spPr>
          <a:xfrm>
            <a:off x="8957695" y="24741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A0FC0681-6D94-39B0-16CC-6FAE735D7830}"/>
              </a:ext>
            </a:extLst>
          </p:cNvPr>
          <p:cNvSpPr/>
          <p:nvPr/>
        </p:nvSpPr>
        <p:spPr>
          <a:xfrm>
            <a:off x="9574295" y="14215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2827C24-85E0-1C5C-445D-4DF018974AB4}"/>
              </a:ext>
            </a:extLst>
          </p:cNvPr>
          <p:cNvCxnSpPr>
            <a:cxnSpLocks/>
            <a:stCxn id="69" idx="5"/>
            <a:endCxn id="78" idx="0"/>
          </p:cNvCxnSpPr>
          <p:nvPr/>
        </p:nvCxnSpPr>
        <p:spPr>
          <a:xfrm>
            <a:off x="7037269" y="17793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B6B0FF2-37D2-F2AC-5847-381011C96A40}"/>
              </a:ext>
            </a:extLst>
          </p:cNvPr>
          <p:cNvCxnSpPr>
            <a:cxnSpLocks/>
            <a:stCxn id="70" idx="3"/>
            <a:endCxn id="79" idx="0"/>
          </p:cNvCxnSpPr>
          <p:nvPr/>
        </p:nvCxnSpPr>
        <p:spPr>
          <a:xfrm flipH="1">
            <a:off x="7578379" y="17695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41917FB-E5F7-C967-50AE-71A3AC3C47DA}"/>
              </a:ext>
            </a:extLst>
          </p:cNvPr>
          <p:cNvCxnSpPr>
            <a:cxnSpLocks/>
            <a:stCxn id="70" idx="5"/>
            <a:endCxn id="80" idx="0"/>
          </p:cNvCxnSpPr>
          <p:nvPr/>
        </p:nvCxnSpPr>
        <p:spPr>
          <a:xfrm>
            <a:off x="7902120" y="17695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B3D03D0-284C-D6CF-88B0-AF13D87D3BD7}"/>
              </a:ext>
            </a:extLst>
          </p:cNvPr>
          <p:cNvCxnSpPr>
            <a:cxnSpLocks/>
            <a:stCxn id="81" idx="3"/>
            <a:endCxn id="83" idx="0"/>
          </p:cNvCxnSpPr>
          <p:nvPr/>
        </p:nvCxnSpPr>
        <p:spPr>
          <a:xfrm flipH="1">
            <a:off x="8525416" y="17793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0EB38702-DB3C-2BFC-020E-132D55698FF2}"/>
              </a:ext>
            </a:extLst>
          </p:cNvPr>
          <p:cNvCxnSpPr>
            <a:cxnSpLocks/>
            <a:stCxn id="81" idx="5"/>
            <a:endCxn id="84" idx="0"/>
          </p:cNvCxnSpPr>
          <p:nvPr/>
        </p:nvCxnSpPr>
        <p:spPr>
          <a:xfrm>
            <a:off x="8879203" y="17793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8C4EF18-9DFC-020D-41ED-C244694449A1}"/>
              </a:ext>
            </a:extLst>
          </p:cNvPr>
          <p:cNvCxnSpPr>
            <a:cxnSpLocks/>
            <a:stCxn id="76" idx="3"/>
            <a:endCxn id="81" idx="0"/>
          </p:cNvCxnSpPr>
          <p:nvPr/>
        </p:nvCxnSpPr>
        <p:spPr>
          <a:xfrm flipH="1">
            <a:off x="8761354" y="12654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EBE4ABF5-6C81-3286-1FB1-AE751C37D7A5}"/>
              </a:ext>
            </a:extLst>
          </p:cNvPr>
          <p:cNvCxnSpPr>
            <a:cxnSpLocks/>
            <a:stCxn id="76" idx="5"/>
            <a:endCxn id="104" idx="0"/>
          </p:cNvCxnSpPr>
          <p:nvPr/>
        </p:nvCxnSpPr>
        <p:spPr>
          <a:xfrm>
            <a:off x="9272234" y="1265426"/>
            <a:ext cx="468725" cy="1560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83BA6B9-A1E8-AC68-AAEE-C367F3C21EBA}"/>
              </a:ext>
            </a:extLst>
          </p:cNvPr>
          <p:cNvCxnSpPr>
            <a:cxnSpLocks/>
            <a:stCxn id="82" idx="3"/>
          </p:cNvCxnSpPr>
          <p:nvPr/>
        </p:nvCxnSpPr>
        <p:spPr>
          <a:xfrm flipH="1">
            <a:off x="9175365" y="225886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2964CB8-C206-B2C9-ACE1-033993B49740}"/>
              </a:ext>
            </a:extLst>
          </p:cNvPr>
          <p:cNvCxnSpPr>
            <a:cxnSpLocks/>
            <a:stCxn id="82" idx="5"/>
            <a:endCxn id="107" idx="0"/>
          </p:cNvCxnSpPr>
          <p:nvPr/>
        </p:nvCxnSpPr>
        <p:spPr>
          <a:xfrm>
            <a:off x="9575536" y="2258865"/>
            <a:ext cx="147235" cy="228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5BEFE1A9-300F-883E-643C-11A87F69220A}"/>
              </a:ext>
            </a:extLst>
          </p:cNvPr>
          <p:cNvSpPr txBox="1"/>
          <p:nvPr/>
        </p:nvSpPr>
        <p:spPr>
          <a:xfrm>
            <a:off x="8094286" y="6009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FFD82E-5D92-CA98-5409-014614CFBBB1}"/>
              </a:ext>
            </a:extLst>
          </p:cNvPr>
          <p:cNvSpPr txBox="1"/>
          <p:nvPr/>
        </p:nvSpPr>
        <p:spPr>
          <a:xfrm>
            <a:off x="7819724" y="19805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A763E38-4C20-6E64-8D42-322BC86BA7E0}"/>
              </a:ext>
            </a:extLst>
          </p:cNvPr>
          <p:cNvSpPr txBox="1"/>
          <p:nvPr/>
        </p:nvSpPr>
        <p:spPr>
          <a:xfrm>
            <a:off x="8938116" y="9680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58BB12CF-35A0-B8F5-9690-EA12595EDE4D}"/>
              </a:ext>
            </a:extLst>
          </p:cNvPr>
          <p:cNvSpPr txBox="1"/>
          <p:nvPr/>
        </p:nvSpPr>
        <p:spPr>
          <a:xfrm>
            <a:off x="8549279" y="14850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D33E77B-AAE7-C7FB-72D2-2B27DC56580B}"/>
              </a:ext>
            </a:extLst>
          </p:cNvPr>
          <p:cNvSpPr txBox="1"/>
          <p:nvPr/>
        </p:nvSpPr>
        <p:spPr>
          <a:xfrm>
            <a:off x="8768562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535E6D-5FCB-AD36-5F30-3AC23E465125}"/>
              </a:ext>
            </a:extLst>
          </p:cNvPr>
          <p:cNvSpPr txBox="1"/>
          <p:nvPr/>
        </p:nvSpPr>
        <p:spPr>
          <a:xfrm>
            <a:off x="8331333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CFBE522-8843-6D54-A45C-8F89D33441F3}"/>
              </a:ext>
            </a:extLst>
          </p:cNvPr>
          <p:cNvSpPr txBox="1"/>
          <p:nvPr/>
        </p:nvSpPr>
        <p:spPr>
          <a:xfrm>
            <a:off x="9247855" y="19477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22D763BB-D66D-3520-4D0F-2D18E61CF84A}"/>
              </a:ext>
            </a:extLst>
          </p:cNvPr>
          <p:cNvSpPr txBox="1"/>
          <p:nvPr/>
        </p:nvSpPr>
        <p:spPr>
          <a:xfrm>
            <a:off x="8938116" y="24689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D5BD3BB5-10D0-EAC9-60FE-F737ACDA3127}"/>
              </a:ext>
            </a:extLst>
          </p:cNvPr>
          <p:cNvSpPr txBox="1"/>
          <p:nvPr/>
        </p:nvSpPr>
        <p:spPr>
          <a:xfrm>
            <a:off x="9541225" y="1421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10865FDE-F0EF-0719-CB5D-F444E970619E}"/>
              </a:ext>
            </a:extLst>
          </p:cNvPr>
          <p:cNvSpPr/>
          <p:nvPr/>
        </p:nvSpPr>
        <p:spPr>
          <a:xfrm>
            <a:off x="9556107" y="24821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289C2B52-3218-884A-7B1D-98F0C147AC9C}"/>
              </a:ext>
            </a:extLst>
          </p:cNvPr>
          <p:cNvSpPr/>
          <p:nvPr/>
        </p:nvSpPr>
        <p:spPr>
          <a:xfrm>
            <a:off x="9854174" y="1959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8B6577D-C7CA-9E1D-9A1B-75664DDFB98F}"/>
              </a:ext>
            </a:extLst>
          </p:cNvPr>
          <p:cNvSpPr txBox="1"/>
          <p:nvPr/>
        </p:nvSpPr>
        <p:spPr>
          <a:xfrm>
            <a:off x="9523037" y="24873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D2AD3D1-B7FF-F17E-3C7C-89269B82C327}"/>
              </a:ext>
            </a:extLst>
          </p:cNvPr>
          <p:cNvSpPr txBox="1"/>
          <p:nvPr/>
        </p:nvSpPr>
        <p:spPr>
          <a:xfrm>
            <a:off x="9824961" y="195925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1A710300-C6E8-89EB-0217-48EC4128A724}"/>
              </a:ext>
            </a:extLst>
          </p:cNvPr>
          <p:cNvCxnSpPr>
            <a:cxnSpLocks/>
            <a:endCxn id="102" idx="0"/>
          </p:cNvCxnSpPr>
          <p:nvPr/>
        </p:nvCxnSpPr>
        <p:spPr>
          <a:xfrm flipH="1">
            <a:off x="9447589" y="1687261"/>
            <a:ext cx="157961" cy="26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220E061-9D4A-50CB-8372-EAC362D8C349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9881464" y="1695182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0AC4C65F-93A2-C979-C7FB-2C2ED12E9E38}"/>
              </a:ext>
            </a:extLst>
          </p:cNvPr>
          <p:cNvSpPr/>
          <p:nvPr/>
        </p:nvSpPr>
        <p:spPr>
          <a:xfrm>
            <a:off x="10187502" y="2520325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8A8633FA-5CC2-D958-55C9-76FEC56E9B19}"/>
              </a:ext>
            </a:extLst>
          </p:cNvPr>
          <p:cNvCxnSpPr>
            <a:endCxn id="111" idx="0"/>
          </p:cNvCxnSpPr>
          <p:nvPr/>
        </p:nvCxnSpPr>
        <p:spPr>
          <a:xfrm>
            <a:off x="10136498" y="2226411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891D8E1-2323-3BFB-F070-2D5E8AD173B1}"/>
              </a:ext>
            </a:extLst>
          </p:cNvPr>
          <p:cNvSpPr txBox="1"/>
          <p:nvPr/>
        </p:nvSpPr>
        <p:spPr>
          <a:xfrm>
            <a:off x="10154432" y="25150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95EC8A91-4263-1A17-61E7-370313C9D067}"/>
              </a:ext>
            </a:extLst>
          </p:cNvPr>
          <p:cNvSpPr/>
          <p:nvPr/>
        </p:nvSpPr>
        <p:spPr>
          <a:xfrm>
            <a:off x="2977431" y="1008993"/>
            <a:ext cx="545036" cy="196106"/>
          </a:xfrm>
          <a:custGeom>
            <a:avLst/>
            <a:gdLst>
              <a:gd name="csX0" fmla="*/ 0 w 545036"/>
              <a:gd name="csY0" fmla="*/ 0 h 196106"/>
              <a:gd name="csX1" fmla="*/ 112610 w 545036"/>
              <a:gd name="csY1" fmla="*/ 180177 h 196106"/>
              <a:gd name="csX2" fmla="*/ 545036 w 545036"/>
              <a:gd name="csY2" fmla="*/ 175673 h 196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5036" h="196106">
                <a:moveTo>
                  <a:pt x="0" y="0"/>
                </a:moveTo>
                <a:cubicBezTo>
                  <a:pt x="10885" y="75449"/>
                  <a:pt x="21771" y="150898"/>
                  <a:pt x="112610" y="180177"/>
                </a:cubicBezTo>
                <a:cubicBezTo>
                  <a:pt x="203449" y="209456"/>
                  <a:pt x="374242" y="192564"/>
                  <a:pt x="545036" y="17567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0D258E97-669C-226B-42CF-799B1758CD73}"/>
              </a:ext>
            </a:extLst>
          </p:cNvPr>
          <p:cNvSpPr/>
          <p:nvPr/>
        </p:nvSpPr>
        <p:spPr>
          <a:xfrm>
            <a:off x="3774715" y="1369348"/>
            <a:ext cx="346842" cy="279275"/>
          </a:xfrm>
          <a:custGeom>
            <a:avLst/>
            <a:gdLst>
              <a:gd name="csX0" fmla="*/ 0 w 346842"/>
              <a:gd name="csY0" fmla="*/ 0 h 279275"/>
              <a:gd name="csX1" fmla="*/ 90089 w 346842"/>
              <a:gd name="csY1" fmla="*/ 175673 h 279275"/>
              <a:gd name="csX2" fmla="*/ 346842 w 346842"/>
              <a:gd name="csY2" fmla="*/ 279275 h 279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6842" h="279275">
                <a:moveTo>
                  <a:pt x="0" y="0"/>
                </a:moveTo>
                <a:cubicBezTo>
                  <a:pt x="16141" y="64563"/>
                  <a:pt x="32282" y="129127"/>
                  <a:pt x="90089" y="175673"/>
                </a:cubicBezTo>
                <a:cubicBezTo>
                  <a:pt x="147896" y="222219"/>
                  <a:pt x="247369" y="250747"/>
                  <a:pt x="346842" y="27927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94B3B364-28A7-D39C-773C-3B7857D071A8}"/>
              </a:ext>
            </a:extLst>
          </p:cNvPr>
          <p:cNvSpPr/>
          <p:nvPr/>
        </p:nvSpPr>
        <p:spPr>
          <a:xfrm>
            <a:off x="4259851" y="1887358"/>
            <a:ext cx="77918" cy="198195"/>
          </a:xfrm>
          <a:custGeom>
            <a:avLst/>
            <a:gdLst>
              <a:gd name="csX0" fmla="*/ 1343 w 77918"/>
              <a:gd name="csY0" fmla="*/ 0 h 198195"/>
              <a:gd name="csX1" fmla="*/ 10352 w 77918"/>
              <a:gd name="csY1" fmla="*/ 103602 h 198195"/>
              <a:gd name="csX2" fmla="*/ 77918 w 77918"/>
              <a:gd name="csY2" fmla="*/ 198195 h 198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918" h="198195">
                <a:moveTo>
                  <a:pt x="1343" y="0"/>
                </a:moveTo>
                <a:cubicBezTo>
                  <a:pt x="-534" y="35285"/>
                  <a:pt x="-2410" y="70570"/>
                  <a:pt x="10352" y="103602"/>
                </a:cubicBezTo>
                <a:cubicBezTo>
                  <a:pt x="23114" y="136634"/>
                  <a:pt x="50516" y="167414"/>
                  <a:pt x="77918" y="19819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DC80FC84-C8C2-D9AD-2485-B2493EA5177C}"/>
              </a:ext>
            </a:extLst>
          </p:cNvPr>
          <p:cNvSpPr/>
          <p:nvPr/>
        </p:nvSpPr>
        <p:spPr>
          <a:xfrm>
            <a:off x="4524125" y="2373836"/>
            <a:ext cx="65893" cy="252249"/>
          </a:xfrm>
          <a:custGeom>
            <a:avLst/>
            <a:gdLst>
              <a:gd name="csX0" fmla="*/ 2831 w 65893"/>
              <a:gd name="csY0" fmla="*/ 0 h 252249"/>
              <a:gd name="csX1" fmla="*/ 7335 w 65893"/>
              <a:gd name="csY1" fmla="*/ 130629 h 252249"/>
              <a:gd name="csX2" fmla="*/ 65893 w 65893"/>
              <a:gd name="csY2" fmla="*/ 252249 h 2522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893" h="252249">
                <a:moveTo>
                  <a:pt x="2831" y="0"/>
                </a:moveTo>
                <a:cubicBezTo>
                  <a:pt x="-172" y="44293"/>
                  <a:pt x="-3175" y="88587"/>
                  <a:pt x="7335" y="130629"/>
                </a:cubicBezTo>
                <a:cubicBezTo>
                  <a:pt x="17845" y="172671"/>
                  <a:pt x="41869" y="212460"/>
                  <a:pt x="65893" y="25224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2BA7C97D-EAF1-09E9-8AA6-5A9CE9477BF1}"/>
              </a:ext>
            </a:extLst>
          </p:cNvPr>
          <p:cNvSpPr/>
          <p:nvPr/>
        </p:nvSpPr>
        <p:spPr>
          <a:xfrm>
            <a:off x="4666593" y="2869324"/>
            <a:ext cx="243240" cy="315310"/>
          </a:xfrm>
          <a:custGeom>
            <a:avLst/>
            <a:gdLst>
              <a:gd name="csX0" fmla="*/ 0 w 243240"/>
              <a:gd name="csY0" fmla="*/ 0 h 315310"/>
              <a:gd name="csX1" fmla="*/ 58558 w 243240"/>
              <a:gd name="csY1" fmla="*/ 207204 h 315310"/>
              <a:gd name="csX2" fmla="*/ 243240 w 243240"/>
              <a:gd name="csY2" fmla="*/ 315310 h 315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3240" h="315310">
                <a:moveTo>
                  <a:pt x="0" y="0"/>
                </a:moveTo>
                <a:cubicBezTo>
                  <a:pt x="9009" y="77326"/>
                  <a:pt x="18018" y="154652"/>
                  <a:pt x="58558" y="207204"/>
                </a:cubicBezTo>
                <a:cubicBezTo>
                  <a:pt x="99098" y="259756"/>
                  <a:pt x="171169" y="287533"/>
                  <a:pt x="243240" y="31531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42F0F81C-50A0-8DB7-565F-26603761C4BD}"/>
              </a:ext>
            </a:extLst>
          </p:cNvPr>
          <p:cNvSpPr/>
          <p:nvPr/>
        </p:nvSpPr>
        <p:spPr>
          <a:xfrm>
            <a:off x="5031452" y="2689147"/>
            <a:ext cx="324319" cy="495487"/>
          </a:xfrm>
          <a:custGeom>
            <a:avLst/>
            <a:gdLst>
              <a:gd name="csX0" fmla="*/ 324319 w 324319"/>
              <a:gd name="csY0" fmla="*/ 495487 h 495487"/>
              <a:gd name="csX1" fmla="*/ 234231 w 324319"/>
              <a:gd name="csY1" fmla="*/ 166664 h 495487"/>
              <a:gd name="csX2" fmla="*/ 0 w 324319"/>
              <a:gd name="csY2" fmla="*/ 0 h 4954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4319" h="495487">
                <a:moveTo>
                  <a:pt x="324319" y="495487"/>
                </a:moveTo>
                <a:cubicBezTo>
                  <a:pt x="306301" y="372366"/>
                  <a:pt x="288284" y="249245"/>
                  <a:pt x="234231" y="166664"/>
                </a:cubicBezTo>
                <a:cubicBezTo>
                  <a:pt x="180178" y="84083"/>
                  <a:pt x="90089" y="4204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任意多边形: 形状 132">
            <a:extLst>
              <a:ext uri="{FF2B5EF4-FFF2-40B4-BE49-F238E27FC236}">
                <a16:creationId xmlns:a16="http://schemas.microsoft.com/office/drawing/2014/main" id="{1BBCDD24-D92A-B144-C582-02B56563C66F}"/>
              </a:ext>
            </a:extLst>
          </p:cNvPr>
          <p:cNvSpPr/>
          <p:nvPr/>
        </p:nvSpPr>
        <p:spPr>
          <a:xfrm>
            <a:off x="4756682" y="2085553"/>
            <a:ext cx="239531" cy="49999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6072F8A3-BA04-44A0-4AEA-89561F3D5F00}"/>
              </a:ext>
            </a:extLst>
          </p:cNvPr>
          <p:cNvSpPr/>
          <p:nvPr/>
        </p:nvSpPr>
        <p:spPr>
          <a:xfrm>
            <a:off x="4516863" y="1603578"/>
            <a:ext cx="275517" cy="42080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D2D54564-4A46-0EC2-CEF2-641FED38D9EF}"/>
              </a:ext>
            </a:extLst>
          </p:cNvPr>
          <p:cNvCxnSpPr/>
          <p:nvPr/>
        </p:nvCxnSpPr>
        <p:spPr>
          <a:xfrm>
            <a:off x="5122996" y="1678273"/>
            <a:ext cx="10089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86E3D862-D22E-6FD8-8BA2-9F737109BB45}"/>
              </a:ext>
            </a:extLst>
          </p:cNvPr>
          <p:cNvSpPr txBox="1"/>
          <p:nvPr/>
        </p:nvSpPr>
        <p:spPr>
          <a:xfrm>
            <a:off x="5090861" y="1280766"/>
            <a:ext cx="117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对</a:t>
            </a:r>
            <a:r>
              <a:rPr lang="en-US" altLang="zh-CN" sz="1600"/>
              <a:t>22</a:t>
            </a:r>
            <a:r>
              <a:rPr lang="zh-CN" altLang="en-US" sz="1600"/>
              <a:t>左旋</a:t>
            </a: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498DCDA2-9933-CE7E-0823-72E75980E807}"/>
              </a:ext>
            </a:extLst>
          </p:cNvPr>
          <p:cNvSpPr/>
          <p:nvPr/>
        </p:nvSpPr>
        <p:spPr>
          <a:xfrm>
            <a:off x="9346700" y="988487"/>
            <a:ext cx="549540" cy="416896"/>
          </a:xfrm>
          <a:custGeom>
            <a:avLst/>
            <a:gdLst>
              <a:gd name="csX0" fmla="*/ 549540 w 549540"/>
              <a:gd name="csY0" fmla="*/ 416896 h 416896"/>
              <a:gd name="csX1" fmla="*/ 409903 w 549540"/>
              <a:gd name="csY1" fmla="*/ 34019 h 416896"/>
              <a:gd name="csX2" fmla="*/ 0 w 549540"/>
              <a:gd name="csY2" fmla="*/ 43028 h 416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9540" h="416896">
                <a:moveTo>
                  <a:pt x="549540" y="416896"/>
                </a:moveTo>
                <a:cubicBezTo>
                  <a:pt x="525516" y="256613"/>
                  <a:pt x="501493" y="96330"/>
                  <a:pt x="409903" y="34019"/>
                </a:cubicBezTo>
                <a:cubicBezTo>
                  <a:pt x="318313" y="-28292"/>
                  <a:pt x="159156" y="7368"/>
                  <a:pt x="0" y="4302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188F9025-E4B7-1E77-0011-492C5D5A66EA}"/>
              </a:ext>
            </a:extLst>
          </p:cNvPr>
          <p:cNvSpPr/>
          <p:nvPr/>
        </p:nvSpPr>
        <p:spPr>
          <a:xfrm>
            <a:off x="8544910" y="667500"/>
            <a:ext cx="666657" cy="246900"/>
          </a:xfrm>
          <a:custGeom>
            <a:avLst/>
            <a:gdLst>
              <a:gd name="csX0" fmla="*/ 666657 w 666657"/>
              <a:gd name="csY0" fmla="*/ 246900 h 246900"/>
              <a:gd name="csX1" fmla="*/ 481975 w 666657"/>
              <a:gd name="csY1" fmla="*/ 26183 h 246900"/>
              <a:gd name="csX2" fmla="*/ 0 w 666657"/>
              <a:gd name="csY2" fmla="*/ 12669 h 24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6657" h="246900">
                <a:moveTo>
                  <a:pt x="666657" y="246900"/>
                </a:moveTo>
                <a:cubicBezTo>
                  <a:pt x="629870" y="156060"/>
                  <a:pt x="593084" y="65221"/>
                  <a:pt x="481975" y="26183"/>
                </a:cubicBezTo>
                <a:cubicBezTo>
                  <a:pt x="370865" y="-12856"/>
                  <a:pt x="185432" y="-94"/>
                  <a:pt x="0" y="1266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070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912E3-5BFA-36DD-011F-E0AFEEE7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A0EAB-0507-C5C2-4622-0FEB382F8CC3}"/>
              </a:ext>
            </a:extLst>
          </p:cNvPr>
          <p:cNvSpPr/>
          <p:nvPr/>
        </p:nvSpPr>
        <p:spPr>
          <a:xfrm>
            <a:off x="1413062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419E1D6-59A1-8398-0307-50AA30A1C65E}"/>
              </a:ext>
            </a:extLst>
          </p:cNvPr>
          <p:cNvSpPr/>
          <p:nvPr/>
        </p:nvSpPr>
        <p:spPr>
          <a:xfrm>
            <a:off x="862771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025111-BF02-F71C-7985-591611A202AB}"/>
              </a:ext>
            </a:extLst>
          </p:cNvPr>
          <p:cNvSpPr/>
          <p:nvPr/>
        </p:nvSpPr>
        <p:spPr>
          <a:xfrm>
            <a:off x="1137541" y="20979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EEB7BEB-F41C-2A2B-E692-6C730E9533B1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47284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E6BD24-5617-0C72-CDCB-436A8C2D45A4}"/>
              </a:ext>
            </a:extLst>
          </p:cNvPr>
          <p:cNvCxnSpPr>
            <a:cxnSpLocks/>
            <a:stCxn id="7" idx="0"/>
            <a:endCxn id="5" idx="5"/>
          </p:cNvCxnSpPr>
          <p:nvPr/>
        </p:nvCxnSpPr>
        <p:spPr>
          <a:xfrm flipH="1" flipV="1">
            <a:off x="1147284" y="1742823"/>
            <a:ext cx="156921" cy="355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3864C8E-5C55-2DAE-FA39-CAF048D5859B}"/>
              </a:ext>
            </a:extLst>
          </p:cNvPr>
          <p:cNvSpPr txBox="1"/>
          <p:nvPr/>
        </p:nvSpPr>
        <p:spPr>
          <a:xfrm>
            <a:off x="1137541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A8346F5-8033-F85B-F258-EFA9723811C8}"/>
              </a:ext>
            </a:extLst>
          </p:cNvPr>
          <p:cNvSpPr/>
          <p:nvPr/>
        </p:nvSpPr>
        <p:spPr>
          <a:xfrm>
            <a:off x="3493360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048F165-0A48-77AD-3BD3-F48F635803FA}"/>
              </a:ext>
            </a:extLst>
          </p:cNvPr>
          <p:cNvSpPr/>
          <p:nvPr/>
        </p:nvSpPr>
        <p:spPr>
          <a:xfrm>
            <a:off x="294306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6D48547-B4C4-B932-C77B-DBADA285AFAA}"/>
              </a:ext>
            </a:extLst>
          </p:cNvPr>
          <p:cNvCxnSpPr>
            <a:stCxn id="14" idx="3"/>
            <a:endCxn id="15" idx="7"/>
          </p:cNvCxnSpPr>
          <p:nvPr/>
        </p:nvCxnSpPr>
        <p:spPr>
          <a:xfrm flipH="1">
            <a:off x="3227582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9517BA4-FEA0-60EF-88AA-3F0BA6A9D1E5}"/>
              </a:ext>
            </a:extLst>
          </p:cNvPr>
          <p:cNvSpPr/>
          <p:nvPr/>
        </p:nvSpPr>
        <p:spPr>
          <a:xfrm>
            <a:off x="2469352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78FCD4C-6CDC-F651-54C1-640C5898E65C}"/>
              </a:ext>
            </a:extLst>
          </p:cNvPr>
          <p:cNvCxnSpPr>
            <a:cxnSpLocks/>
            <a:stCxn id="15" idx="3"/>
            <a:endCxn id="20" idx="7"/>
          </p:cNvCxnSpPr>
          <p:nvPr/>
        </p:nvCxnSpPr>
        <p:spPr>
          <a:xfrm flipH="1">
            <a:off x="2753865" y="1742823"/>
            <a:ext cx="238019" cy="2860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E7C6474B-FE0E-3493-8BDE-B9D088AB5891}"/>
              </a:ext>
            </a:extLst>
          </p:cNvPr>
          <p:cNvSpPr/>
          <p:nvPr/>
        </p:nvSpPr>
        <p:spPr>
          <a:xfrm>
            <a:off x="403781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F4D7C00-CA4E-5297-4E40-DB077AF1C5BC}"/>
              </a:ext>
            </a:extLst>
          </p:cNvPr>
          <p:cNvCxnSpPr>
            <a:cxnSpLocks/>
            <a:stCxn id="14" idx="5"/>
            <a:endCxn id="26" idx="1"/>
          </p:cNvCxnSpPr>
          <p:nvPr/>
        </p:nvCxnSpPr>
        <p:spPr>
          <a:xfrm>
            <a:off x="3777873" y="118052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DDA90DF3-0512-00EF-EF38-64EF0D980B43}"/>
              </a:ext>
            </a:extLst>
          </p:cNvPr>
          <p:cNvSpPr/>
          <p:nvPr/>
        </p:nvSpPr>
        <p:spPr>
          <a:xfrm>
            <a:off x="3704491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E522F27-A9E1-DEED-33F2-DB671B38BE53}"/>
              </a:ext>
            </a:extLst>
          </p:cNvPr>
          <p:cNvCxnSpPr>
            <a:cxnSpLocks/>
            <a:stCxn id="26" idx="3"/>
            <a:endCxn id="32" idx="0"/>
          </p:cNvCxnSpPr>
          <p:nvPr/>
        </p:nvCxnSpPr>
        <p:spPr>
          <a:xfrm flipH="1">
            <a:off x="3871155" y="1742823"/>
            <a:ext cx="215479" cy="2372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7C1780CC-44EB-02C2-DD86-FA0F00E4D918}"/>
              </a:ext>
            </a:extLst>
          </p:cNvPr>
          <p:cNvSpPr/>
          <p:nvPr/>
        </p:nvSpPr>
        <p:spPr>
          <a:xfrm>
            <a:off x="5682860" y="7255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17F0BFC-A9D7-51A2-7102-4031F5A2F0EB}"/>
              </a:ext>
            </a:extLst>
          </p:cNvPr>
          <p:cNvSpPr/>
          <p:nvPr/>
        </p:nvSpPr>
        <p:spPr>
          <a:xfrm>
            <a:off x="513256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B1B9F59-4EF2-5ECD-E6F4-1F5F74481184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5417082" y="101010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0B0D513-F4BB-257C-930E-EC2D773301B8}"/>
              </a:ext>
            </a:extLst>
          </p:cNvPr>
          <p:cNvSpPr/>
          <p:nvPr/>
        </p:nvSpPr>
        <p:spPr>
          <a:xfrm>
            <a:off x="622731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0345998-88AD-703F-992A-240817CB3D00}"/>
              </a:ext>
            </a:extLst>
          </p:cNvPr>
          <p:cNvCxnSpPr>
            <a:cxnSpLocks/>
            <a:stCxn id="36" idx="5"/>
            <a:endCxn id="39" idx="1"/>
          </p:cNvCxnSpPr>
          <p:nvPr/>
        </p:nvCxnSpPr>
        <p:spPr>
          <a:xfrm>
            <a:off x="5967373" y="101010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9C938ADB-ED30-88C2-30EA-26CCFC174FCC}"/>
              </a:ext>
            </a:extLst>
          </p:cNvPr>
          <p:cNvSpPr/>
          <p:nvPr/>
        </p:nvSpPr>
        <p:spPr>
          <a:xfrm>
            <a:off x="6677763" y="17597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3073B46-641B-28FA-29F9-F15B503B6E6F}"/>
              </a:ext>
            </a:extLst>
          </p:cNvPr>
          <p:cNvCxnSpPr>
            <a:cxnSpLocks/>
            <a:stCxn id="39" idx="5"/>
            <a:endCxn id="42" idx="1"/>
          </p:cNvCxnSpPr>
          <p:nvPr/>
        </p:nvCxnSpPr>
        <p:spPr>
          <a:xfrm>
            <a:off x="6511832" y="1572405"/>
            <a:ext cx="214746" cy="236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B3362C96-3203-078D-53E5-AF2066775F9B}"/>
              </a:ext>
            </a:extLst>
          </p:cNvPr>
          <p:cNvSpPr/>
          <p:nvPr/>
        </p:nvSpPr>
        <p:spPr>
          <a:xfrm>
            <a:off x="6178504" y="22098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47F477A-BD06-769E-3FFC-7DE76EFE76DA}"/>
              </a:ext>
            </a:extLst>
          </p:cNvPr>
          <p:cNvCxnSpPr>
            <a:cxnSpLocks/>
            <a:stCxn id="42" idx="3"/>
            <a:endCxn id="48" idx="7"/>
          </p:cNvCxnSpPr>
          <p:nvPr/>
        </p:nvCxnSpPr>
        <p:spPr>
          <a:xfrm flipH="1">
            <a:off x="6463017" y="2044245"/>
            <a:ext cx="263561" cy="214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8D29FDC6-A180-416E-07CC-0AC3D7D7F8F7}"/>
              </a:ext>
            </a:extLst>
          </p:cNvPr>
          <p:cNvSpPr/>
          <p:nvPr/>
        </p:nvSpPr>
        <p:spPr>
          <a:xfrm>
            <a:off x="8889266" y="4639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F6A3CFD-16DD-A076-A2D5-7043C4840298}"/>
              </a:ext>
            </a:extLst>
          </p:cNvPr>
          <p:cNvSpPr/>
          <p:nvPr/>
        </p:nvSpPr>
        <p:spPr>
          <a:xfrm>
            <a:off x="833897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7E9ECD3F-3180-E757-3BF0-B28EBDEBE32A}"/>
              </a:ext>
            </a:extLst>
          </p:cNvPr>
          <p:cNvCxnSpPr>
            <a:stCxn id="53" idx="3"/>
            <a:endCxn id="54" idx="7"/>
          </p:cNvCxnSpPr>
          <p:nvPr/>
        </p:nvCxnSpPr>
        <p:spPr>
          <a:xfrm flipH="1">
            <a:off x="8623488" y="748486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椭圆 55">
            <a:extLst>
              <a:ext uri="{FF2B5EF4-FFF2-40B4-BE49-F238E27FC236}">
                <a16:creationId xmlns:a16="http://schemas.microsoft.com/office/drawing/2014/main" id="{04EA1B58-8149-7719-0749-9CB3A65AFE87}"/>
              </a:ext>
            </a:extLst>
          </p:cNvPr>
          <p:cNvSpPr/>
          <p:nvPr/>
        </p:nvSpPr>
        <p:spPr>
          <a:xfrm>
            <a:off x="943372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F8052B1C-606D-A88E-3E39-586934F29C76}"/>
              </a:ext>
            </a:extLst>
          </p:cNvPr>
          <p:cNvCxnSpPr>
            <a:cxnSpLocks/>
            <a:stCxn id="53" idx="5"/>
            <a:endCxn id="56" idx="1"/>
          </p:cNvCxnSpPr>
          <p:nvPr/>
        </p:nvCxnSpPr>
        <p:spPr>
          <a:xfrm>
            <a:off x="9173779" y="748486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0BC5F909-B9B6-A0CE-F911-A12F45B69206}"/>
              </a:ext>
            </a:extLst>
          </p:cNvPr>
          <p:cNvSpPr/>
          <p:nvPr/>
        </p:nvSpPr>
        <p:spPr>
          <a:xfrm>
            <a:off x="7887859" y="15071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94C9EB9-AE83-48A1-3051-1E33C8732177}"/>
              </a:ext>
            </a:extLst>
          </p:cNvPr>
          <p:cNvSpPr/>
          <p:nvPr/>
        </p:nvSpPr>
        <p:spPr>
          <a:xfrm>
            <a:off x="8802433" y="15052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F0CFD2A-77CD-8886-6EE1-EA353D56797E}"/>
              </a:ext>
            </a:extLst>
          </p:cNvPr>
          <p:cNvCxnSpPr>
            <a:cxnSpLocks/>
            <a:stCxn id="59" idx="7"/>
            <a:endCxn id="54" idx="3"/>
          </p:cNvCxnSpPr>
          <p:nvPr/>
        </p:nvCxnSpPr>
        <p:spPr>
          <a:xfrm flipV="1">
            <a:off x="8172372" y="1310789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7044D1-D1FB-700A-4127-2F067565ADB7}"/>
              </a:ext>
            </a:extLst>
          </p:cNvPr>
          <p:cNvCxnSpPr>
            <a:cxnSpLocks/>
            <a:stCxn id="61" idx="1"/>
            <a:endCxn id="54" idx="5"/>
          </p:cNvCxnSpPr>
          <p:nvPr/>
        </p:nvCxnSpPr>
        <p:spPr>
          <a:xfrm flipH="1" flipV="1">
            <a:off x="8623488" y="1310789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801EA93-06EA-0538-D3FB-C91CDAB7DF93}"/>
              </a:ext>
            </a:extLst>
          </p:cNvPr>
          <p:cNvSpPr/>
          <p:nvPr/>
        </p:nvSpPr>
        <p:spPr>
          <a:xfrm>
            <a:off x="8338975" y="20135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 b="1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A884C5CF-D60D-664B-4F78-5E0B513E4F17}"/>
              </a:ext>
            </a:extLst>
          </p:cNvPr>
          <p:cNvSpPr/>
          <p:nvPr/>
        </p:nvSpPr>
        <p:spPr>
          <a:xfrm>
            <a:off x="8672303" y="2615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3C9B1163-EDA3-AF1B-7E3C-1D306AFCC7A8}"/>
              </a:ext>
            </a:extLst>
          </p:cNvPr>
          <p:cNvCxnSpPr>
            <a:cxnSpLocks/>
            <a:stCxn id="69" idx="1"/>
            <a:endCxn id="59" idx="5"/>
          </p:cNvCxnSpPr>
          <p:nvPr/>
        </p:nvCxnSpPr>
        <p:spPr>
          <a:xfrm flipH="1" flipV="1">
            <a:off x="8172372" y="1791638"/>
            <a:ext cx="215418" cy="2707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C12573F-E3AB-4622-2B91-1CFD81EE7962}"/>
              </a:ext>
            </a:extLst>
          </p:cNvPr>
          <p:cNvCxnSpPr>
            <a:cxnSpLocks/>
            <a:stCxn id="71" idx="0"/>
            <a:endCxn id="69" idx="5"/>
          </p:cNvCxnSpPr>
          <p:nvPr/>
        </p:nvCxnSpPr>
        <p:spPr>
          <a:xfrm flipH="1" flipV="1">
            <a:off x="8623488" y="2298046"/>
            <a:ext cx="215479" cy="3171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F1CA7932-921A-9048-3AB6-305BEB084950}"/>
              </a:ext>
            </a:extLst>
          </p:cNvPr>
          <p:cNvSpPr txBox="1"/>
          <p:nvPr/>
        </p:nvSpPr>
        <p:spPr>
          <a:xfrm>
            <a:off x="3303836" y="3028890"/>
            <a:ext cx="340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endParaRPr lang="zh-CN" altLang="en-US" sz="2000" b="1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B8A73828-D8CC-F787-DB4B-DD325309466D}"/>
              </a:ext>
            </a:extLst>
          </p:cNvPr>
          <p:cNvSpPr txBox="1"/>
          <p:nvPr/>
        </p:nvSpPr>
        <p:spPr>
          <a:xfrm>
            <a:off x="5838094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endParaRPr lang="zh-CN" altLang="en-US" sz="2000" b="1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FA5D722-82D4-0FEE-EA76-698A428023A2}"/>
              </a:ext>
            </a:extLst>
          </p:cNvPr>
          <p:cNvSpPr txBox="1"/>
          <p:nvPr/>
        </p:nvSpPr>
        <p:spPr>
          <a:xfrm>
            <a:off x="8802433" y="3037897"/>
            <a:ext cx="3690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endParaRPr lang="zh-CN" altLang="en-US" sz="2000" b="1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0DE6C1-8885-6972-4D1C-2FB8113D6C0C}"/>
              </a:ext>
            </a:extLst>
          </p:cNvPr>
          <p:cNvSpPr txBox="1"/>
          <p:nvPr/>
        </p:nvSpPr>
        <p:spPr>
          <a:xfrm>
            <a:off x="1106568" y="72979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12EC7AC-7122-E86A-BF15-7E124C6C6112}"/>
              </a:ext>
            </a:extLst>
          </p:cNvPr>
          <p:cNvSpPr txBox="1"/>
          <p:nvPr/>
        </p:nvSpPr>
        <p:spPr>
          <a:xfrm>
            <a:off x="6544776" y="1175722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AD977AEA-1C91-62C5-3B79-B1288BC72168}"/>
              </a:ext>
            </a:extLst>
          </p:cNvPr>
          <p:cNvSpPr txBox="1"/>
          <p:nvPr/>
        </p:nvSpPr>
        <p:spPr>
          <a:xfrm>
            <a:off x="7510301" y="1345323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47420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FF4C-9479-0DCC-5033-398D812A8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46EE53-EE1C-D634-81A4-45F5F370AF6B}"/>
              </a:ext>
            </a:extLst>
          </p:cNvPr>
          <p:cNvSpPr txBox="1"/>
          <p:nvPr/>
        </p:nvSpPr>
        <p:spPr>
          <a:xfrm>
            <a:off x="1409888" y="72070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95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D0D985-BE21-6B14-9351-13932A7D6E58}"/>
              </a:ext>
            </a:extLst>
          </p:cNvPr>
          <p:cNvSpPr txBox="1"/>
          <p:nvPr/>
        </p:nvSpPr>
        <p:spPr>
          <a:xfrm>
            <a:off x="974609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07AD7-C64F-FF84-92B1-AF344A42D409}"/>
              </a:ext>
            </a:extLst>
          </p:cNvPr>
          <p:cNvSpPr txBox="1"/>
          <p:nvPr/>
        </p:nvSpPr>
        <p:spPr>
          <a:xfrm>
            <a:off x="1188770" y="18130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91</a:t>
            </a:r>
            <a:endParaRPr lang="zh-CN" altLang="en-US" u="sng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471000-58CD-64DD-2ABD-0E5238F93D8D}"/>
              </a:ext>
            </a:extLst>
          </p:cNvPr>
          <p:cNvSpPr txBox="1"/>
          <p:nvPr/>
        </p:nvSpPr>
        <p:spPr>
          <a:xfrm>
            <a:off x="745734" y="229451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7623EED-97CE-074C-583F-9FDD1439F1F6}"/>
              </a:ext>
            </a:extLst>
          </p:cNvPr>
          <p:cNvSpPr txBox="1"/>
          <p:nvPr/>
        </p:nvSpPr>
        <p:spPr>
          <a:xfrm>
            <a:off x="955165" y="274324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94</a:t>
            </a:r>
            <a:endParaRPr lang="zh-CN" altLang="en-US" u="sng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10F01C-2558-7714-37E8-320B20C157A3}"/>
              </a:ext>
            </a:extLst>
          </p:cNvPr>
          <p:cNvSpPr txBox="1"/>
          <p:nvPr/>
        </p:nvSpPr>
        <p:spPr>
          <a:xfrm>
            <a:off x="762387" y="324560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706AE3-387A-FA23-41D1-86F413AC4F40}"/>
              </a:ext>
            </a:extLst>
          </p:cNvPr>
          <p:cNvCxnSpPr>
            <a:stCxn id="2" idx="2"/>
            <a:endCxn id="3" idx="0"/>
          </p:cNvCxnSpPr>
          <p:nvPr/>
        </p:nvCxnSpPr>
        <p:spPr>
          <a:xfrm flipH="1">
            <a:off x="1188770" y="1090041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C825F40-8539-93F9-4576-33C1571FB809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188770" y="1621550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CEFC8B2-021B-083E-2DB0-AE6B370FBDA6}"/>
              </a:ext>
            </a:extLst>
          </p:cNvPr>
          <p:cNvCxnSpPr>
            <a:cxnSpLocks/>
          </p:cNvCxnSpPr>
          <p:nvPr/>
        </p:nvCxnSpPr>
        <p:spPr>
          <a:xfrm flipH="1">
            <a:off x="1121604" y="2198257"/>
            <a:ext cx="174246" cy="1171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D01A7A-48EB-0EB8-E3B0-E84AEE7CC508}"/>
              </a:ext>
            </a:extLst>
          </p:cNvPr>
          <p:cNvCxnSpPr>
            <a:cxnSpLocks/>
          </p:cNvCxnSpPr>
          <p:nvPr/>
        </p:nvCxnSpPr>
        <p:spPr>
          <a:xfrm>
            <a:off x="1064698" y="2610216"/>
            <a:ext cx="124072" cy="196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966B2E6-AF48-903A-831F-40E5B5CE674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1064698" y="3112578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63C1A85-9CBA-3FDB-8EA2-0C2741FC0E4A}"/>
              </a:ext>
            </a:extLst>
          </p:cNvPr>
          <p:cNvSpPr txBox="1"/>
          <p:nvPr/>
        </p:nvSpPr>
        <p:spPr>
          <a:xfrm>
            <a:off x="3306254" y="7161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B04544F-80C7-6763-9750-C4F33A178F50}"/>
              </a:ext>
            </a:extLst>
          </p:cNvPr>
          <p:cNvSpPr txBox="1"/>
          <p:nvPr/>
        </p:nvSpPr>
        <p:spPr>
          <a:xfrm>
            <a:off x="2722730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20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E4005B-BFB0-34DE-C5FF-28AEF10BFEEA}"/>
              </a:ext>
            </a:extLst>
          </p:cNvPr>
          <p:cNvSpPr txBox="1"/>
          <p:nvPr/>
        </p:nvSpPr>
        <p:spPr>
          <a:xfrm>
            <a:off x="3020022" y="18265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91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3B2021A-B136-F6EC-DC97-70E72A3F8F69}"/>
              </a:ext>
            </a:extLst>
          </p:cNvPr>
          <p:cNvSpPr txBox="1"/>
          <p:nvPr/>
        </p:nvSpPr>
        <p:spPr>
          <a:xfrm>
            <a:off x="2540500" y="232991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2DD58A6-0416-6AA6-1467-126E95FFA5CD}"/>
              </a:ext>
            </a:extLst>
          </p:cNvPr>
          <p:cNvSpPr txBox="1"/>
          <p:nvPr/>
        </p:nvSpPr>
        <p:spPr>
          <a:xfrm>
            <a:off x="2991344" y="280626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88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A716D92-F645-CE6A-75CC-7D2C58F313D6}"/>
              </a:ext>
            </a:extLst>
          </p:cNvPr>
          <p:cNvSpPr txBox="1"/>
          <p:nvPr/>
        </p:nvSpPr>
        <p:spPr>
          <a:xfrm>
            <a:off x="2563022" y="32837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35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B7FE690-70D8-DD4B-8FAB-F49E980FCF9D}"/>
              </a:ext>
            </a:extLst>
          </p:cNvPr>
          <p:cNvCxnSpPr/>
          <p:nvPr/>
        </p:nvCxnSpPr>
        <p:spPr>
          <a:xfrm flipH="1">
            <a:off x="2968822" y="1085505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E837BBB8-6DD5-AB24-CE57-EA867A9662E5}"/>
              </a:ext>
            </a:extLst>
          </p:cNvPr>
          <p:cNvCxnSpPr>
            <a:cxnSpLocks/>
          </p:cNvCxnSpPr>
          <p:nvPr/>
        </p:nvCxnSpPr>
        <p:spPr>
          <a:xfrm flipH="1" flipV="1">
            <a:off x="2968822" y="163501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0AF3AF-EEA2-3A13-6998-67CEC063D663}"/>
              </a:ext>
            </a:extLst>
          </p:cNvPr>
          <p:cNvCxnSpPr>
            <a:cxnSpLocks/>
          </p:cNvCxnSpPr>
          <p:nvPr/>
        </p:nvCxnSpPr>
        <p:spPr>
          <a:xfrm flipH="1">
            <a:off x="2820176" y="2182398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8CD628B-92AE-93A1-AD73-3338B4D6AE6C}"/>
              </a:ext>
            </a:extLst>
          </p:cNvPr>
          <p:cNvCxnSpPr>
            <a:cxnSpLocks/>
          </p:cNvCxnSpPr>
          <p:nvPr/>
        </p:nvCxnSpPr>
        <p:spPr>
          <a:xfrm>
            <a:off x="2906786" y="2645223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E02BE3-55D6-DEEA-6615-43DEB19350EA}"/>
              </a:ext>
            </a:extLst>
          </p:cNvPr>
          <p:cNvCxnSpPr>
            <a:cxnSpLocks/>
          </p:cNvCxnSpPr>
          <p:nvPr/>
        </p:nvCxnSpPr>
        <p:spPr>
          <a:xfrm flipH="1">
            <a:off x="2896751" y="3132809"/>
            <a:ext cx="179151" cy="173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75603AA5-3529-85DB-B2EA-15BDAF5395A7}"/>
              </a:ext>
            </a:extLst>
          </p:cNvPr>
          <p:cNvSpPr txBox="1"/>
          <p:nvPr/>
        </p:nvSpPr>
        <p:spPr>
          <a:xfrm>
            <a:off x="876585" y="3827373"/>
            <a:ext cx="348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A</a:t>
            </a:r>
            <a:endParaRPr lang="zh-CN" altLang="en-US" sz="20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A6C913D-40E7-C4A6-383A-C8818DDD53AA}"/>
              </a:ext>
            </a:extLst>
          </p:cNvPr>
          <p:cNvSpPr txBox="1"/>
          <p:nvPr/>
        </p:nvSpPr>
        <p:spPr>
          <a:xfrm>
            <a:off x="2855538" y="3827373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B</a:t>
            </a:r>
            <a:endParaRPr lang="zh-CN" altLang="en-US" sz="2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428C3A6-71E2-6B1F-ADC7-3FE96A93A9E5}"/>
              </a:ext>
            </a:extLst>
          </p:cNvPr>
          <p:cNvSpPr txBox="1"/>
          <p:nvPr/>
        </p:nvSpPr>
        <p:spPr>
          <a:xfrm>
            <a:off x="4706171" y="7296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2F94390-E87E-6871-0814-553EE2085DEF}"/>
              </a:ext>
            </a:extLst>
          </p:cNvPr>
          <p:cNvSpPr txBox="1"/>
          <p:nvPr/>
        </p:nvSpPr>
        <p:spPr>
          <a:xfrm>
            <a:off x="5379784" y="126114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5F6160A-6333-A143-DE19-031FDB5B8F36}"/>
              </a:ext>
            </a:extLst>
          </p:cNvPr>
          <p:cNvSpPr txBox="1"/>
          <p:nvPr/>
        </p:nvSpPr>
        <p:spPr>
          <a:xfrm>
            <a:off x="5091500" y="176221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77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531EE9-48D5-A1CB-18F5-213080992C31}"/>
              </a:ext>
            </a:extLst>
          </p:cNvPr>
          <p:cNvSpPr txBox="1"/>
          <p:nvPr/>
        </p:nvSpPr>
        <p:spPr>
          <a:xfrm>
            <a:off x="4877339" y="23079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29</a:t>
            </a:r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5078A9E-4414-7DDB-E31D-4D2ECFA7F81B}"/>
              </a:ext>
            </a:extLst>
          </p:cNvPr>
          <p:cNvSpPr txBox="1"/>
          <p:nvPr/>
        </p:nvSpPr>
        <p:spPr>
          <a:xfrm>
            <a:off x="5226634" y="281972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36</a:t>
            </a:r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826F356-EC36-041C-2C45-ED6AE1A61887}"/>
              </a:ext>
            </a:extLst>
          </p:cNvPr>
          <p:cNvSpPr txBox="1"/>
          <p:nvPr/>
        </p:nvSpPr>
        <p:spPr>
          <a:xfrm>
            <a:off x="5511513" y="329715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F0517-59DB-FAAA-0C57-3C55B2FA988A}"/>
              </a:ext>
            </a:extLst>
          </p:cNvPr>
          <p:cNvCxnSpPr>
            <a:cxnSpLocks/>
          </p:cNvCxnSpPr>
          <p:nvPr/>
        </p:nvCxnSpPr>
        <p:spPr>
          <a:xfrm>
            <a:off x="5046455" y="1029668"/>
            <a:ext cx="394340" cy="2608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3C567F4-1F45-B900-976E-5B89795F7F22}"/>
              </a:ext>
            </a:extLst>
          </p:cNvPr>
          <p:cNvCxnSpPr>
            <a:cxnSpLocks/>
          </p:cNvCxnSpPr>
          <p:nvPr/>
        </p:nvCxnSpPr>
        <p:spPr>
          <a:xfrm flipH="1">
            <a:off x="5305661" y="1630472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4175709D-D638-EFDE-ABB6-EC8643EEEFAF}"/>
              </a:ext>
            </a:extLst>
          </p:cNvPr>
          <p:cNvCxnSpPr>
            <a:cxnSpLocks/>
          </p:cNvCxnSpPr>
          <p:nvPr/>
        </p:nvCxnSpPr>
        <p:spPr>
          <a:xfrm flipH="1">
            <a:off x="5138997" y="2139922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DDDC6229-5C12-4DBC-6A8C-18891FD6F31E}"/>
              </a:ext>
            </a:extLst>
          </p:cNvPr>
          <p:cNvCxnSpPr>
            <a:cxnSpLocks/>
          </p:cNvCxnSpPr>
          <p:nvPr/>
        </p:nvCxnSpPr>
        <p:spPr>
          <a:xfrm>
            <a:off x="5221103" y="2645197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F7E4E599-564E-BA44-2BED-7A8FF28A9697}"/>
              </a:ext>
            </a:extLst>
          </p:cNvPr>
          <p:cNvCxnSpPr>
            <a:cxnSpLocks/>
          </p:cNvCxnSpPr>
          <p:nvPr/>
        </p:nvCxnSpPr>
        <p:spPr>
          <a:xfrm>
            <a:off x="5519822" y="3144568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3E4CA761-DC23-19AA-3DC1-361BF24E41AA}"/>
              </a:ext>
            </a:extLst>
          </p:cNvPr>
          <p:cNvSpPr txBox="1"/>
          <p:nvPr/>
        </p:nvSpPr>
        <p:spPr>
          <a:xfrm>
            <a:off x="5134493" y="3819080"/>
            <a:ext cx="3433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C</a:t>
            </a:r>
            <a:endParaRPr lang="zh-CN" altLang="en-US" sz="2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85D5929-0184-65CD-BD5A-8D1BCA1109DF}"/>
              </a:ext>
            </a:extLst>
          </p:cNvPr>
          <p:cNvSpPr txBox="1"/>
          <p:nvPr/>
        </p:nvSpPr>
        <p:spPr>
          <a:xfrm>
            <a:off x="7205870" y="71394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F07A908-9406-5219-5512-CEBC90AD28F5}"/>
              </a:ext>
            </a:extLst>
          </p:cNvPr>
          <p:cNvSpPr txBox="1"/>
          <p:nvPr/>
        </p:nvSpPr>
        <p:spPr>
          <a:xfrm>
            <a:off x="7689897" y="124999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25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C2ABC3F-58B4-0EF7-BC73-CCD8DB45007A}"/>
              </a:ext>
            </a:extLst>
          </p:cNvPr>
          <p:cNvSpPr txBox="1"/>
          <p:nvPr/>
        </p:nvSpPr>
        <p:spPr>
          <a:xfrm>
            <a:off x="8066618" y="171622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581F9B1-049E-092E-A32B-0FE54B182570}"/>
              </a:ext>
            </a:extLst>
          </p:cNvPr>
          <p:cNvSpPr txBox="1"/>
          <p:nvPr/>
        </p:nvSpPr>
        <p:spPr>
          <a:xfrm>
            <a:off x="7689897" y="22615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68</a:t>
            </a:r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159558B-4F10-3101-27FD-47344D80CA87}"/>
              </a:ext>
            </a:extLst>
          </p:cNvPr>
          <p:cNvSpPr txBox="1"/>
          <p:nvPr/>
        </p:nvSpPr>
        <p:spPr>
          <a:xfrm>
            <a:off x="7285028" y="280403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75F3A4F1-3FEF-3E77-954F-5EB5BD7485E9}"/>
              </a:ext>
            </a:extLst>
          </p:cNvPr>
          <p:cNvSpPr txBox="1"/>
          <p:nvPr/>
        </p:nvSpPr>
        <p:spPr>
          <a:xfrm>
            <a:off x="7689897" y="32702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04D8696-EA6D-FE41-6AE9-4865F32B4DCF}"/>
              </a:ext>
            </a:extLst>
          </p:cNvPr>
          <p:cNvCxnSpPr>
            <a:cxnSpLocks/>
          </p:cNvCxnSpPr>
          <p:nvPr/>
        </p:nvCxnSpPr>
        <p:spPr>
          <a:xfrm flipH="1" flipV="1">
            <a:off x="7527111" y="108550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9E5CBA8-8A1D-E580-CDB7-1D1CEC4B5BBB}"/>
              </a:ext>
            </a:extLst>
          </p:cNvPr>
          <p:cNvCxnSpPr>
            <a:cxnSpLocks/>
          </p:cNvCxnSpPr>
          <p:nvPr/>
        </p:nvCxnSpPr>
        <p:spPr>
          <a:xfrm>
            <a:off x="8023625" y="15719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C4EE86F-A9A6-B4E5-BEEC-087D52352650}"/>
              </a:ext>
            </a:extLst>
          </p:cNvPr>
          <p:cNvCxnSpPr>
            <a:cxnSpLocks/>
          </p:cNvCxnSpPr>
          <p:nvPr/>
        </p:nvCxnSpPr>
        <p:spPr>
          <a:xfrm flipH="1">
            <a:off x="7938755" y="2031203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EF26A7B-7090-9E80-0084-3E81CA32A6BA}"/>
              </a:ext>
            </a:extLst>
          </p:cNvPr>
          <p:cNvCxnSpPr>
            <a:cxnSpLocks/>
          </p:cNvCxnSpPr>
          <p:nvPr/>
        </p:nvCxnSpPr>
        <p:spPr>
          <a:xfrm flipH="1">
            <a:off x="7578668" y="2579775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19C071C-6F06-C02D-EDA2-54E4DDB9B94F}"/>
              </a:ext>
            </a:extLst>
          </p:cNvPr>
          <p:cNvCxnSpPr>
            <a:cxnSpLocks/>
          </p:cNvCxnSpPr>
          <p:nvPr/>
        </p:nvCxnSpPr>
        <p:spPr>
          <a:xfrm>
            <a:off x="7605338" y="31103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E136B326-2A48-B4B3-0CB6-15C28E7DE3D3}"/>
              </a:ext>
            </a:extLst>
          </p:cNvPr>
          <p:cNvSpPr txBox="1"/>
          <p:nvPr/>
        </p:nvSpPr>
        <p:spPr>
          <a:xfrm>
            <a:off x="7544567" y="3799514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D</a:t>
            </a:r>
            <a:endParaRPr lang="zh-CN" altLang="en-US" sz="2000"/>
          </a:p>
        </p:txBody>
      </p:sp>
    </p:spTree>
    <p:extLst>
      <p:ext uri="{BB962C8B-B14F-4D97-AF65-F5344CB8AC3E}">
        <p14:creationId xmlns:p14="http://schemas.microsoft.com/office/powerpoint/2010/main" val="30995391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881C-DEA7-47C4-B9AA-B8AF8BE05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A77B418D-4639-58F9-D402-6F7E2C7866B6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42416A5-57CB-8F81-E2DE-31A42190E499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8DD74E6-D9B6-497F-56FB-5F38A21F1EA4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DA37DE7-82EE-4AFC-C7D7-7A8691A85B60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8A49ACB-269D-9F90-EDE8-B5D1A5FD99B3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A27921-1E1C-3763-BFE6-F9C24A5A391A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2831980-F45A-9A63-F308-2E3EE438BF75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BF600C-6592-0332-54DD-C8905A153F6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6E5CBF-B2C7-8F53-ACB1-1006ADA30059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F05D3CD-5BFF-FED7-178E-97A50645B94C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4843BDF-4CBD-39FA-E3ED-8AC7EE3BBB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9A05291-96D8-67D3-89D6-F6ADF2081D6F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A7C0C85-0033-8294-08EE-42E1CAFF5380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718474-82D4-9CD6-0BBA-0C019EF82C3F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6922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4C4B-E0BC-E66A-1DCB-50B8E420F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96B276F-B1A8-BE69-8CD3-C603598FFF6F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40F01E-2665-E0F7-454E-E99AB06F0754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EC3254F-A941-42DE-D7DF-78EA8C3D4BFD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6EDCF07-552E-8579-ADD4-B0C7135C1963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E098F0D-DF0E-2F4F-8BE9-EB1C5CC8759D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5774FC4-B3E2-78A3-6414-9222496D02D3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4ED3B2F-B0DC-D2DD-9E38-623BE6EBFC42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F7ACC27-359B-7F8B-71D2-7E3223A548D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ADD9735-8A0D-022D-46F3-A508C66E847A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792A6A4A-91E5-8110-3C59-06493C705B83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705A114-909B-584A-57C9-E47AD667DD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CE66624-2A20-73F3-81A8-0A50A51C95E9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A16B93-37DC-DB0C-6380-1D3B4D356591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3A70E8A-9709-AD7C-A184-B544F093865A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E4975D5-8C2E-0BD0-BBE2-4336B6736D75}"/>
              </a:ext>
            </a:extLst>
          </p:cNvPr>
          <p:cNvGrpSpPr/>
          <p:nvPr/>
        </p:nvGrpSpPr>
        <p:grpSpPr>
          <a:xfrm>
            <a:off x="2490743" y="2338175"/>
            <a:ext cx="428322" cy="369332"/>
            <a:chOff x="2074813" y="3967295"/>
            <a:chExt cx="428322" cy="369332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D02F0F37-52C0-1680-2081-6A9AA1C5647F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F1957A99-2ED1-4EC8-98F4-5ECCE6616D09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69C2961-4414-EA78-1289-02889494E909}"/>
              </a:ext>
            </a:extLst>
          </p:cNvPr>
          <p:cNvCxnSpPr>
            <a:cxnSpLocks/>
            <a:stCxn id="4" idx="0"/>
            <a:endCxn id="27" idx="2"/>
          </p:cNvCxnSpPr>
          <p:nvPr/>
        </p:nvCxnSpPr>
        <p:spPr>
          <a:xfrm flipH="1" flipV="1">
            <a:off x="2523967" y="2040117"/>
            <a:ext cx="180937" cy="2980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4DA762F-35CA-B904-6D47-465FD5483215}"/>
              </a:ext>
            </a:extLst>
          </p:cNvPr>
          <p:cNvCxnSpPr>
            <a:cxnSpLocks/>
          </p:cNvCxnSpPr>
          <p:nvPr/>
        </p:nvCxnSpPr>
        <p:spPr>
          <a:xfrm>
            <a:off x="3567511" y="1202684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FAD83A6-5AB3-DA0B-25E7-DDE1F548CB43}"/>
              </a:ext>
            </a:extLst>
          </p:cNvPr>
          <p:cNvSpPr txBox="1"/>
          <p:nvPr/>
        </p:nvSpPr>
        <p:spPr>
          <a:xfrm>
            <a:off x="3475562" y="793977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53</a:t>
            </a:r>
            <a:r>
              <a:rPr lang="zh-CN" altLang="en-US"/>
              <a:t>右旋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05B690D7-BDE5-0B86-505A-ECB81F8DD958}"/>
              </a:ext>
            </a:extLst>
          </p:cNvPr>
          <p:cNvSpPr/>
          <p:nvPr/>
        </p:nvSpPr>
        <p:spPr>
          <a:xfrm>
            <a:off x="5389725" y="333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6CF7C668-77C8-1E60-3C99-413468123192}"/>
              </a:ext>
            </a:extLst>
          </p:cNvPr>
          <p:cNvSpPr/>
          <p:nvPr/>
        </p:nvSpPr>
        <p:spPr>
          <a:xfrm>
            <a:off x="4849193" y="9237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24DD3C7-6CD6-AADF-0814-080FEE0390E3}"/>
              </a:ext>
            </a:extLst>
          </p:cNvPr>
          <p:cNvCxnSpPr>
            <a:stCxn id="31" idx="3"/>
            <a:endCxn id="32" idx="7"/>
          </p:cNvCxnSpPr>
          <p:nvPr/>
        </p:nvCxnSpPr>
        <p:spPr>
          <a:xfrm flipH="1">
            <a:off x="5133706" y="618199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D4990B1-AB5B-A2CD-587B-A8CF0F24A236}"/>
              </a:ext>
            </a:extLst>
          </p:cNvPr>
          <p:cNvCxnSpPr>
            <a:cxnSpLocks/>
            <a:stCxn id="31" idx="5"/>
            <a:endCxn id="43" idx="0"/>
          </p:cNvCxnSpPr>
          <p:nvPr/>
        </p:nvCxnSpPr>
        <p:spPr>
          <a:xfrm>
            <a:off x="5674238" y="618199"/>
            <a:ext cx="319643" cy="3183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BD8F819-1154-C6AB-1C82-C88CDED71606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096000" y="1202684"/>
            <a:ext cx="327577" cy="3858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6DA9C7D-631D-3E66-6042-A7D7B65251D5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6529999" y="1884665"/>
            <a:ext cx="400243" cy="4519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15AF1E09-0F16-DB35-9BC6-13EAC94053E8}"/>
              </a:ext>
            </a:extLst>
          </p:cNvPr>
          <p:cNvSpPr txBox="1"/>
          <p:nvPr/>
        </p:nvSpPr>
        <p:spPr>
          <a:xfrm>
            <a:off x="5342228" y="30926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D44AA21-0E68-D1FA-3AA8-9EFC00E53AA3}"/>
              </a:ext>
            </a:extLst>
          </p:cNvPr>
          <p:cNvSpPr txBox="1"/>
          <p:nvPr/>
        </p:nvSpPr>
        <p:spPr>
          <a:xfrm>
            <a:off x="4801696" y="90576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F04B6933-FF3F-A780-CB72-83E569E4FB96}"/>
              </a:ext>
            </a:extLst>
          </p:cNvPr>
          <p:cNvGrpSpPr/>
          <p:nvPr/>
        </p:nvGrpSpPr>
        <p:grpSpPr>
          <a:xfrm>
            <a:off x="6209416" y="1588571"/>
            <a:ext cx="428322" cy="369332"/>
            <a:chOff x="5921214" y="912186"/>
            <a:chExt cx="428322" cy="369332"/>
          </a:xfrm>
        </p:grpSpPr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EB44B66D-CB3C-C7D9-F56C-5FD243E33CDE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9EE571D-098A-005F-5DE1-B38E0A3AE26B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7DFB88-5899-49B3-756F-2C62D0A1ADD1}"/>
              </a:ext>
            </a:extLst>
          </p:cNvPr>
          <p:cNvGrpSpPr/>
          <p:nvPr/>
        </p:nvGrpSpPr>
        <p:grpSpPr>
          <a:xfrm>
            <a:off x="5779720" y="936578"/>
            <a:ext cx="428322" cy="369332"/>
            <a:chOff x="5597291" y="1621970"/>
            <a:chExt cx="428322" cy="369332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04C1C59-E001-A5F9-23D0-EFE0A0DD7367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743B8D27-8FE1-9B0B-3734-89E76A8B9CBC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2A94678A-0A20-C6B3-D9C9-300DF1620B97}"/>
              </a:ext>
            </a:extLst>
          </p:cNvPr>
          <p:cNvGrpSpPr/>
          <p:nvPr/>
        </p:nvGrpSpPr>
        <p:grpSpPr>
          <a:xfrm>
            <a:off x="6716081" y="2318631"/>
            <a:ext cx="428322" cy="369332"/>
            <a:chOff x="6243115" y="1621970"/>
            <a:chExt cx="428322" cy="369332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7EBE46F8-3818-019C-E452-F2F260FA7617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9CFFAEB6-793D-6CEF-573C-CD02BF900B60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680D7B1F-46CB-202E-D52D-E220C37C9D7C}"/>
              </a:ext>
            </a:extLst>
          </p:cNvPr>
          <p:cNvGrpSpPr/>
          <p:nvPr/>
        </p:nvGrpSpPr>
        <p:grpSpPr>
          <a:xfrm>
            <a:off x="5806385" y="2315205"/>
            <a:ext cx="428322" cy="369332"/>
            <a:chOff x="2074813" y="3967295"/>
            <a:chExt cx="428322" cy="369332"/>
          </a:xfrm>
        </p:grpSpPr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1432D5A0-044E-E710-0EE4-EF906254ECD8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D2EE85FB-533D-C508-6F8E-83D28EBBB32A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BBF615A-0EAD-2106-8EA7-4D34A08076E7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6020546" y="1884665"/>
            <a:ext cx="295292" cy="4305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1A0C076B-96AD-5683-CB62-E60544C3E04A}"/>
              </a:ext>
            </a:extLst>
          </p:cNvPr>
          <p:cNvSpPr txBox="1"/>
          <p:nvPr/>
        </p:nvSpPr>
        <p:spPr>
          <a:xfrm>
            <a:off x="5147012" y="2819776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变成了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76DFA62-D8C4-9441-C108-90528F9BE895}"/>
              </a:ext>
            </a:extLst>
          </p:cNvPr>
          <p:cNvSpPr txBox="1"/>
          <p:nvPr/>
        </p:nvSpPr>
        <p:spPr>
          <a:xfrm>
            <a:off x="1977780" y="2845291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493019CC-3EB6-F398-32AC-6015DA4439DC}"/>
              </a:ext>
            </a:extLst>
          </p:cNvPr>
          <p:cNvSpPr/>
          <p:nvPr/>
        </p:nvSpPr>
        <p:spPr>
          <a:xfrm>
            <a:off x="8292344" y="996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483DA834-F723-2C82-8F0C-E8EE10FA9104}"/>
              </a:ext>
            </a:extLst>
          </p:cNvPr>
          <p:cNvSpPr/>
          <p:nvPr/>
        </p:nvSpPr>
        <p:spPr>
          <a:xfrm>
            <a:off x="7883642" y="158854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10C762D-5247-369A-A095-4805DBF474D5}"/>
              </a:ext>
            </a:extLst>
          </p:cNvPr>
          <p:cNvCxnSpPr>
            <a:cxnSpLocks/>
            <a:stCxn id="59" idx="3"/>
          </p:cNvCxnSpPr>
          <p:nvPr/>
        </p:nvCxnSpPr>
        <p:spPr>
          <a:xfrm flipH="1">
            <a:off x="8125680" y="1281158"/>
            <a:ext cx="215479" cy="3179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B899BD3-EBC2-6314-C2A3-2D39BC77F62D}"/>
              </a:ext>
            </a:extLst>
          </p:cNvPr>
          <p:cNvCxnSpPr>
            <a:cxnSpLocks/>
          </p:cNvCxnSpPr>
          <p:nvPr/>
        </p:nvCxnSpPr>
        <p:spPr>
          <a:xfrm flipV="1">
            <a:off x="8581697" y="727410"/>
            <a:ext cx="236274" cy="3097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474326CA-62C2-AFCD-62ED-9365C0CAFE87}"/>
              </a:ext>
            </a:extLst>
          </p:cNvPr>
          <p:cNvCxnSpPr>
            <a:cxnSpLocks/>
            <a:stCxn id="69" idx="0"/>
          </p:cNvCxnSpPr>
          <p:nvPr/>
        </p:nvCxnSpPr>
        <p:spPr>
          <a:xfrm flipH="1" flipV="1">
            <a:off x="9130170" y="715829"/>
            <a:ext cx="273320" cy="2766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102F135D-F924-1FB1-DC87-08F4D991A941}"/>
              </a:ext>
            </a:extLst>
          </p:cNvPr>
          <p:cNvCxnSpPr>
            <a:cxnSpLocks/>
            <a:stCxn id="68" idx="5"/>
            <a:endCxn id="74" idx="0"/>
          </p:cNvCxnSpPr>
          <p:nvPr/>
        </p:nvCxnSpPr>
        <p:spPr>
          <a:xfrm>
            <a:off x="9509912" y="1288593"/>
            <a:ext cx="258947" cy="306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1C8D449-C642-C42D-0736-5DED207539B0}"/>
              </a:ext>
            </a:extLst>
          </p:cNvPr>
          <p:cNvSpPr txBox="1"/>
          <p:nvPr/>
        </p:nvSpPr>
        <p:spPr>
          <a:xfrm>
            <a:off x="8245450" y="97864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0F76168-3915-AC33-D208-66C2B7F80E05}"/>
              </a:ext>
            </a:extLst>
          </p:cNvPr>
          <p:cNvSpPr txBox="1"/>
          <p:nvPr/>
        </p:nvSpPr>
        <p:spPr>
          <a:xfrm>
            <a:off x="7852595" y="15536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669AC60A-B989-6B87-C6C6-C7CAB4E738F5}"/>
              </a:ext>
            </a:extLst>
          </p:cNvPr>
          <p:cNvGrpSpPr/>
          <p:nvPr/>
        </p:nvGrpSpPr>
        <p:grpSpPr>
          <a:xfrm>
            <a:off x="9189329" y="992499"/>
            <a:ext cx="428322" cy="369332"/>
            <a:chOff x="5921214" y="912186"/>
            <a:chExt cx="428322" cy="369332"/>
          </a:xfrm>
        </p:grpSpPr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0B263440-813D-6766-DB05-0154E192238A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89727300-D031-AD52-D0D8-CCF6833C5007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7DFD6075-FA9B-C735-0784-50B54E3E31C8}"/>
              </a:ext>
            </a:extLst>
          </p:cNvPr>
          <p:cNvGrpSpPr/>
          <p:nvPr/>
        </p:nvGrpSpPr>
        <p:grpSpPr>
          <a:xfrm>
            <a:off x="8761007" y="408056"/>
            <a:ext cx="428322" cy="369332"/>
            <a:chOff x="5597291" y="1621970"/>
            <a:chExt cx="428322" cy="369332"/>
          </a:xfrm>
        </p:grpSpPr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2EC7C555-3271-90B6-92A0-8AE932620528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A3563A47-AD00-0A48-A04F-E76DA74FEDF1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573CC7A9-1335-5237-76E4-3E1E896B0ED2}"/>
              </a:ext>
            </a:extLst>
          </p:cNvPr>
          <p:cNvGrpSpPr/>
          <p:nvPr/>
        </p:nvGrpSpPr>
        <p:grpSpPr>
          <a:xfrm>
            <a:off x="9554698" y="1576942"/>
            <a:ext cx="428322" cy="369332"/>
            <a:chOff x="6243115" y="1621970"/>
            <a:chExt cx="428322" cy="369332"/>
          </a:xfrm>
        </p:grpSpPr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999BF5B1-D015-6727-0778-31E97B239D86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A50592AC-B525-D5D3-0603-86026E40184A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95C98F25-FE2D-06F4-E78D-8BA4FD22B1F6}"/>
              </a:ext>
            </a:extLst>
          </p:cNvPr>
          <p:cNvGrpSpPr/>
          <p:nvPr/>
        </p:nvGrpSpPr>
        <p:grpSpPr>
          <a:xfrm>
            <a:off x="8760551" y="1564146"/>
            <a:ext cx="428322" cy="369332"/>
            <a:chOff x="2074813" y="3967295"/>
            <a:chExt cx="428322" cy="369332"/>
          </a:xfrm>
        </p:grpSpPr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70E2391B-0827-4034-F6EA-F9D13B969129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F6C3620C-E78D-36DE-009E-285B780FF9DB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8B22CCC-10C2-1B31-0BB7-5E491AE0FC28}"/>
              </a:ext>
            </a:extLst>
          </p:cNvPr>
          <p:cNvCxnSpPr>
            <a:cxnSpLocks/>
          </p:cNvCxnSpPr>
          <p:nvPr/>
        </p:nvCxnSpPr>
        <p:spPr>
          <a:xfrm flipV="1">
            <a:off x="9091614" y="1300272"/>
            <a:ext cx="204137" cy="299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6DB21AFA-423B-FCE7-FA1C-6D80A2EEDCB6}"/>
              </a:ext>
            </a:extLst>
          </p:cNvPr>
          <p:cNvCxnSpPr>
            <a:cxnSpLocks/>
          </p:cNvCxnSpPr>
          <p:nvPr/>
        </p:nvCxnSpPr>
        <p:spPr>
          <a:xfrm>
            <a:off x="6731539" y="1209841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0C11C918-501B-419E-0D8B-142FA7FF2A22}"/>
              </a:ext>
            </a:extLst>
          </p:cNvPr>
          <p:cNvSpPr txBox="1"/>
          <p:nvPr/>
        </p:nvSpPr>
        <p:spPr>
          <a:xfrm>
            <a:off x="6639590" y="8011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24</a:t>
            </a:r>
            <a:r>
              <a:rPr lang="zh-CN" altLang="en-US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147943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29769-49BF-3FA1-9DB0-AC2EDC2A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C47290E-32E5-0CEE-51D3-9BA60953F9C0}"/>
              </a:ext>
            </a:extLst>
          </p:cNvPr>
          <p:cNvSpPr/>
          <p:nvPr/>
        </p:nvSpPr>
        <p:spPr>
          <a:xfrm>
            <a:off x="4970409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BA065EE-F04A-028E-D6F5-C5AEC976213B}"/>
              </a:ext>
            </a:extLst>
          </p:cNvPr>
          <p:cNvSpPr/>
          <p:nvPr/>
        </p:nvSpPr>
        <p:spPr>
          <a:xfrm>
            <a:off x="442011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BB2B5C7-5F8E-338C-2522-7CC48FC12A4B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4704631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A66DF8E9-0F61-763A-B897-C9A0A571946E}"/>
              </a:ext>
            </a:extLst>
          </p:cNvPr>
          <p:cNvSpPr/>
          <p:nvPr/>
        </p:nvSpPr>
        <p:spPr>
          <a:xfrm>
            <a:off x="551486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790FC46-2B3E-A8DF-4207-595319E64730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5254922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0BEA7EE9-9F14-C420-796C-7794F6D10730}"/>
              </a:ext>
            </a:extLst>
          </p:cNvPr>
          <p:cNvSpPr/>
          <p:nvPr/>
        </p:nvSpPr>
        <p:spPr>
          <a:xfrm>
            <a:off x="3969002" y="17548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FC56B19-128C-4E94-359A-9E40B486B3D9}"/>
              </a:ext>
            </a:extLst>
          </p:cNvPr>
          <p:cNvSpPr/>
          <p:nvPr/>
        </p:nvSpPr>
        <p:spPr>
          <a:xfrm>
            <a:off x="4883576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1DED9A-6327-6AAC-00A8-D853CB198E5C}"/>
              </a:ext>
            </a:extLst>
          </p:cNvPr>
          <p:cNvCxnSpPr>
            <a:cxnSpLocks/>
            <a:stCxn id="7" idx="7"/>
            <a:endCxn id="3" idx="3"/>
          </p:cNvCxnSpPr>
          <p:nvPr/>
        </p:nvCxnSpPr>
        <p:spPr>
          <a:xfrm flipV="1">
            <a:off x="4253515" y="1558533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504765F-C7AA-82CD-4D5C-60377F5D32F3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4704631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7245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B2B6-AB31-AB7D-9D09-4C4F4F90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FA9BD08-6E7D-58E0-1BB8-F4E856CFC43E}"/>
              </a:ext>
            </a:extLst>
          </p:cNvPr>
          <p:cNvSpPr/>
          <p:nvPr/>
        </p:nvSpPr>
        <p:spPr>
          <a:xfrm>
            <a:off x="8916259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FDF7C8F-6B6C-5268-A8B5-E9E3E57F12FB}"/>
              </a:ext>
            </a:extLst>
          </p:cNvPr>
          <p:cNvSpPr/>
          <p:nvPr/>
        </p:nvSpPr>
        <p:spPr>
          <a:xfrm>
            <a:off x="836596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D832864-2783-A3FD-97C3-7B55074417A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8650481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449D725A-8CCF-5697-27AA-046408B82D92}"/>
              </a:ext>
            </a:extLst>
          </p:cNvPr>
          <p:cNvSpPr/>
          <p:nvPr/>
        </p:nvSpPr>
        <p:spPr>
          <a:xfrm>
            <a:off x="946071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D6BAADF-AAA1-67B6-19BA-03D525A357EA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9200772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D7E71DD-7BA1-DCCD-3570-AE7707D54A63}"/>
              </a:ext>
            </a:extLst>
          </p:cNvPr>
          <p:cNvSpPr/>
          <p:nvPr/>
        </p:nvSpPr>
        <p:spPr>
          <a:xfrm>
            <a:off x="9188488" y="229917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B61640B-9461-736D-BA7B-31283FAA9E0F}"/>
              </a:ext>
            </a:extLst>
          </p:cNvPr>
          <p:cNvSpPr/>
          <p:nvPr/>
        </p:nvSpPr>
        <p:spPr>
          <a:xfrm>
            <a:off x="8829426" y="1738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B86D55D-56BB-F1CC-686D-1C7858132F4B}"/>
              </a:ext>
            </a:extLst>
          </p:cNvPr>
          <p:cNvCxnSpPr>
            <a:cxnSpLocks/>
            <a:stCxn id="7" idx="0"/>
            <a:endCxn id="8" idx="5"/>
          </p:cNvCxnSpPr>
          <p:nvPr/>
        </p:nvCxnSpPr>
        <p:spPr>
          <a:xfrm flipH="1" flipV="1">
            <a:off x="9113939" y="2023240"/>
            <a:ext cx="241213" cy="2759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B23DC85-BA64-8784-524E-0F01CEB48045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8650481" y="1544285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F6689ED1-D10E-3571-C05B-2D9CE74E88B3}"/>
              </a:ext>
            </a:extLst>
          </p:cNvPr>
          <p:cNvSpPr/>
          <p:nvPr/>
        </p:nvSpPr>
        <p:spPr>
          <a:xfrm>
            <a:off x="160034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1499288-A300-8B6B-403C-8DEB5EB4CA32}"/>
              </a:ext>
            </a:extLst>
          </p:cNvPr>
          <p:cNvSpPr/>
          <p:nvPr/>
        </p:nvSpPr>
        <p:spPr>
          <a:xfrm>
            <a:off x="2880257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182C46E-1FB2-AF39-1F0F-AB2834E3D557}"/>
              </a:ext>
            </a:extLst>
          </p:cNvPr>
          <p:cNvSpPr/>
          <p:nvPr/>
        </p:nvSpPr>
        <p:spPr>
          <a:xfrm>
            <a:off x="3424716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1F52543-FCAA-186B-8AAF-DAC7F557F560}"/>
              </a:ext>
            </a:extLst>
          </p:cNvPr>
          <p:cNvCxnSpPr>
            <a:cxnSpLocks/>
            <a:stCxn id="17" idx="5"/>
            <a:endCxn id="18" idx="1"/>
          </p:cNvCxnSpPr>
          <p:nvPr/>
        </p:nvCxnSpPr>
        <p:spPr>
          <a:xfrm>
            <a:off x="3164770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50F4A04A-6DD5-05C1-EB8D-5132850AAC6E}"/>
              </a:ext>
            </a:extLst>
          </p:cNvPr>
          <p:cNvSpPr/>
          <p:nvPr/>
        </p:nvSpPr>
        <p:spPr>
          <a:xfrm>
            <a:off x="5069757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E304E3E-DC45-87D9-894F-245371AE6EA2}"/>
              </a:ext>
            </a:extLst>
          </p:cNvPr>
          <p:cNvSpPr/>
          <p:nvPr/>
        </p:nvSpPr>
        <p:spPr>
          <a:xfrm>
            <a:off x="451946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F047CC3-AA26-66F9-8800-95A191BB0F14}"/>
              </a:ext>
            </a:extLst>
          </p:cNvPr>
          <p:cNvCxnSpPr>
            <a:stCxn id="20" idx="3"/>
            <a:endCxn id="21" idx="7"/>
          </p:cNvCxnSpPr>
          <p:nvPr/>
        </p:nvCxnSpPr>
        <p:spPr>
          <a:xfrm flipH="1">
            <a:off x="4803979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3B84D7B9-9271-50C6-41EE-2A51C7CA6556}"/>
              </a:ext>
            </a:extLst>
          </p:cNvPr>
          <p:cNvSpPr/>
          <p:nvPr/>
        </p:nvSpPr>
        <p:spPr>
          <a:xfrm>
            <a:off x="561421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3F7D77F-03E1-9D0F-4A60-59E6CBD6BE63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5354270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B6DE2766-9E48-200B-453E-EE922C7679F2}"/>
              </a:ext>
            </a:extLst>
          </p:cNvPr>
          <p:cNvSpPr/>
          <p:nvPr/>
        </p:nvSpPr>
        <p:spPr>
          <a:xfrm>
            <a:off x="699009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6C3E45BA-571E-074D-E429-5DFC5C1EA1C9}"/>
              </a:ext>
            </a:extLst>
          </p:cNvPr>
          <p:cNvSpPr/>
          <p:nvPr/>
        </p:nvSpPr>
        <p:spPr>
          <a:xfrm>
            <a:off x="643980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E14EC1E-0EDB-A250-870E-557B5579A9C0}"/>
              </a:ext>
            </a:extLst>
          </p:cNvPr>
          <p:cNvCxnSpPr>
            <a:stCxn id="25" idx="3"/>
            <a:endCxn id="26" idx="7"/>
          </p:cNvCxnSpPr>
          <p:nvPr/>
        </p:nvCxnSpPr>
        <p:spPr>
          <a:xfrm flipH="1">
            <a:off x="6724314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AA3F225-E92D-74C3-575A-22A6257D87D2}"/>
              </a:ext>
            </a:extLst>
          </p:cNvPr>
          <p:cNvSpPr/>
          <p:nvPr/>
        </p:nvSpPr>
        <p:spPr>
          <a:xfrm>
            <a:off x="753455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19D8B20-1663-93B6-85DE-EAF6A5DF78F0}"/>
              </a:ext>
            </a:extLst>
          </p:cNvPr>
          <p:cNvCxnSpPr>
            <a:cxnSpLocks/>
            <a:stCxn id="25" idx="5"/>
            <a:endCxn id="28" idx="1"/>
          </p:cNvCxnSpPr>
          <p:nvPr/>
        </p:nvCxnSpPr>
        <p:spPr>
          <a:xfrm>
            <a:off x="7274605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69A77013-72FE-5D60-B8D8-957BA7770829}"/>
              </a:ext>
            </a:extLst>
          </p:cNvPr>
          <p:cNvSpPr/>
          <p:nvPr/>
        </p:nvSpPr>
        <p:spPr>
          <a:xfrm>
            <a:off x="6903259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1B8A505-E253-A626-A2F7-69365CA63A46}"/>
              </a:ext>
            </a:extLst>
          </p:cNvPr>
          <p:cNvCxnSpPr>
            <a:cxnSpLocks/>
            <a:stCxn id="30" idx="1"/>
            <a:endCxn id="26" idx="5"/>
          </p:cNvCxnSpPr>
          <p:nvPr/>
        </p:nvCxnSpPr>
        <p:spPr>
          <a:xfrm flipH="1" flipV="1">
            <a:off x="6724314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2205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568D7-46BC-8E09-6D38-E8CFBD3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EBC552C1-F511-E464-7F59-9D0E8CC4EFA0}"/>
              </a:ext>
            </a:extLst>
          </p:cNvPr>
          <p:cNvSpPr/>
          <p:nvPr/>
        </p:nvSpPr>
        <p:spPr>
          <a:xfrm>
            <a:off x="3510972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19E8FDC-ABFB-C071-8135-01DFBA6E68C5}"/>
              </a:ext>
            </a:extLst>
          </p:cNvPr>
          <p:cNvSpPr/>
          <p:nvPr/>
        </p:nvSpPr>
        <p:spPr>
          <a:xfrm>
            <a:off x="296068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7289234-8D3D-D3A8-0015-B972CF70F851}"/>
              </a:ext>
            </a:extLst>
          </p:cNvPr>
          <p:cNvCxnSpPr>
            <a:cxnSpLocks/>
            <a:stCxn id="7" idx="3"/>
            <a:endCxn id="12" idx="7"/>
          </p:cNvCxnSpPr>
          <p:nvPr/>
        </p:nvCxnSpPr>
        <p:spPr>
          <a:xfrm flipH="1">
            <a:off x="3245194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6B31866D-0D2F-5001-F978-4AE8A20B9FD1}"/>
              </a:ext>
            </a:extLst>
          </p:cNvPr>
          <p:cNvSpPr/>
          <p:nvPr/>
        </p:nvSpPr>
        <p:spPr>
          <a:xfrm>
            <a:off x="405543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EF72FD3-B262-A1FF-E7BF-23FDD027432E}"/>
              </a:ext>
            </a:extLst>
          </p:cNvPr>
          <p:cNvCxnSpPr>
            <a:cxnSpLocks/>
            <a:stCxn id="7" idx="5"/>
            <a:endCxn id="14" idx="1"/>
          </p:cNvCxnSpPr>
          <p:nvPr/>
        </p:nvCxnSpPr>
        <p:spPr>
          <a:xfrm>
            <a:off x="3795485" y="969204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3AD8D3F3-60C6-E393-1F0B-B65BF4822502}"/>
              </a:ext>
            </a:extLst>
          </p:cNvPr>
          <p:cNvSpPr/>
          <p:nvPr/>
        </p:nvSpPr>
        <p:spPr>
          <a:xfrm>
            <a:off x="3368098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0BB1D5B-1581-2F2D-835B-12DFEAE34A4C}"/>
              </a:ext>
            </a:extLst>
          </p:cNvPr>
          <p:cNvSpPr/>
          <p:nvPr/>
        </p:nvSpPr>
        <p:spPr>
          <a:xfrm>
            <a:off x="4486933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A676E6A-797F-6E41-3C09-4747F9C07154}"/>
              </a:ext>
            </a:extLst>
          </p:cNvPr>
          <p:cNvSpPr/>
          <p:nvPr/>
        </p:nvSpPr>
        <p:spPr>
          <a:xfrm>
            <a:off x="2960681" y="2588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001400F-5925-3785-0CD2-4D6C2D125CCE}"/>
              </a:ext>
            </a:extLst>
          </p:cNvPr>
          <p:cNvCxnSpPr>
            <a:cxnSpLocks/>
            <a:stCxn id="19" idx="0"/>
            <a:endCxn id="12" idx="5"/>
          </p:cNvCxnSpPr>
          <p:nvPr/>
        </p:nvCxnSpPr>
        <p:spPr>
          <a:xfrm flipH="1" flipV="1">
            <a:off x="3245194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B2D0520-1373-914C-38E2-73394AAF80B9}"/>
              </a:ext>
            </a:extLst>
          </p:cNvPr>
          <p:cNvCxnSpPr>
            <a:cxnSpLocks/>
            <a:stCxn id="14" idx="5"/>
            <a:endCxn id="21" idx="0"/>
          </p:cNvCxnSpPr>
          <p:nvPr/>
        </p:nvCxnSpPr>
        <p:spPr>
          <a:xfrm>
            <a:off x="4339944" y="1531507"/>
            <a:ext cx="313653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E2D95275-C870-FC6A-3576-F725F57F28AA}"/>
              </a:ext>
            </a:extLst>
          </p:cNvPr>
          <p:cNvCxnSpPr>
            <a:cxnSpLocks/>
            <a:stCxn id="23" idx="0"/>
            <a:endCxn id="19" idx="3"/>
          </p:cNvCxnSpPr>
          <p:nvPr/>
        </p:nvCxnSpPr>
        <p:spPr>
          <a:xfrm flipV="1">
            <a:off x="3127345" y="2161377"/>
            <a:ext cx="289568" cy="4271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椭圆 33">
            <a:extLst>
              <a:ext uri="{FF2B5EF4-FFF2-40B4-BE49-F238E27FC236}">
                <a16:creationId xmlns:a16="http://schemas.microsoft.com/office/drawing/2014/main" id="{9DA001CB-79E8-EC0F-F1E1-43634C3E0245}"/>
              </a:ext>
            </a:extLst>
          </p:cNvPr>
          <p:cNvSpPr/>
          <p:nvPr/>
        </p:nvSpPr>
        <p:spPr>
          <a:xfrm>
            <a:off x="6913211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FF347FC-B28C-CE23-F62C-CB9B8FB1D8B9}"/>
              </a:ext>
            </a:extLst>
          </p:cNvPr>
          <p:cNvSpPr/>
          <p:nvPr/>
        </p:nvSpPr>
        <p:spPr>
          <a:xfrm>
            <a:off x="6362920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DB147B0-1043-9027-05E4-527FA40581BB}"/>
              </a:ext>
            </a:extLst>
          </p:cNvPr>
          <p:cNvCxnSpPr>
            <a:cxnSpLocks/>
            <a:stCxn id="34" idx="3"/>
            <a:endCxn id="35" idx="7"/>
          </p:cNvCxnSpPr>
          <p:nvPr/>
        </p:nvCxnSpPr>
        <p:spPr>
          <a:xfrm flipH="1">
            <a:off x="6647433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9C3E6BD-4C0D-E857-CCA6-222E76531273}"/>
              </a:ext>
            </a:extLst>
          </p:cNvPr>
          <p:cNvSpPr/>
          <p:nvPr/>
        </p:nvSpPr>
        <p:spPr>
          <a:xfrm>
            <a:off x="7457670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6FB18EA-2E10-0A9D-EA1D-1C06DCB35C83}"/>
              </a:ext>
            </a:extLst>
          </p:cNvPr>
          <p:cNvCxnSpPr>
            <a:cxnSpLocks/>
            <a:stCxn id="34" idx="5"/>
            <a:endCxn id="37" idx="1"/>
          </p:cNvCxnSpPr>
          <p:nvPr/>
        </p:nvCxnSpPr>
        <p:spPr>
          <a:xfrm>
            <a:off x="7197724" y="969204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6A2BBECA-ABEE-F5FB-299A-7021342D1FB9}"/>
              </a:ext>
            </a:extLst>
          </p:cNvPr>
          <p:cNvSpPr/>
          <p:nvPr/>
        </p:nvSpPr>
        <p:spPr>
          <a:xfrm>
            <a:off x="6770337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6C7C5967-CC97-63FB-A413-0C60E138726D}"/>
              </a:ext>
            </a:extLst>
          </p:cNvPr>
          <p:cNvCxnSpPr>
            <a:cxnSpLocks/>
            <a:stCxn id="39" idx="0"/>
            <a:endCxn id="35" idx="5"/>
          </p:cNvCxnSpPr>
          <p:nvPr/>
        </p:nvCxnSpPr>
        <p:spPr>
          <a:xfrm flipH="1" flipV="1">
            <a:off x="6647433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52E6509D-A38A-9E8C-C2C8-2F1A7E8BF83A}"/>
              </a:ext>
            </a:extLst>
          </p:cNvPr>
          <p:cNvSpPr/>
          <p:nvPr/>
        </p:nvSpPr>
        <p:spPr>
          <a:xfrm>
            <a:off x="7293105" y="2525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816147C-74C1-EC12-B87B-9AAFD7215043}"/>
              </a:ext>
            </a:extLst>
          </p:cNvPr>
          <p:cNvCxnSpPr>
            <a:cxnSpLocks/>
            <a:stCxn id="39" idx="5"/>
            <a:endCxn id="42" idx="1"/>
          </p:cNvCxnSpPr>
          <p:nvPr/>
        </p:nvCxnSpPr>
        <p:spPr>
          <a:xfrm>
            <a:off x="7054850" y="2161377"/>
            <a:ext cx="287070" cy="412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98587089-CED3-A4D7-C998-A7FA0BBBE607}"/>
              </a:ext>
            </a:extLst>
          </p:cNvPr>
          <p:cNvSpPr txBox="1"/>
          <p:nvPr/>
        </p:nvSpPr>
        <p:spPr>
          <a:xfrm>
            <a:off x="3477902" y="68207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71B632E-235F-43DB-9EF1-068AA30263BC}"/>
              </a:ext>
            </a:extLst>
          </p:cNvPr>
          <p:cNvSpPr txBox="1"/>
          <p:nvPr/>
        </p:nvSpPr>
        <p:spPr>
          <a:xfrm>
            <a:off x="292761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28CD855-DCA7-798B-83ED-6326A381F40F}"/>
              </a:ext>
            </a:extLst>
          </p:cNvPr>
          <p:cNvSpPr txBox="1"/>
          <p:nvPr/>
        </p:nvSpPr>
        <p:spPr>
          <a:xfrm>
            <a:off x="402236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C4F1AEE2-6366-BD3B-C9CB-1C1E35C4B3D8}"/>
              </a:ext>
            </a:extLst>
          </p:cNvPr>
          <p:cNvSpPr txBox="1"/>
          <p:nvPr/>
        </p:nvSpPr>
        <p:spPr>
          <a:xfrm>
            <a:off x="3336307" y="186902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9AA76BDC-FFAB-B55C-543B-1FD59089FDA6}"/>
              </a:ext>
            </a:extLst>
          </p:cNvPr>
          <p:cNvSpPr txBox="1"/>
          <p:nvPr/>
        </p:nvSpPr>
        <p:spPr>
          <a:xfrm>
            <a:off x="4453863" y="1876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B815FF4-1C43-DEFA-868C-5DFDE2BA0B2E}"/>
              </a:ext>
            </a:extLst>
          </p:cNvPr>
          <p:cNvSpPr txBox="1"/>
          <p:nvPr/>
        </p:nvSpPr>
        <p:spPr>
          <a:xfrm>
            <a:off x="2927611" y="25833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B24128E-7CB5-6C12-EDE4-05291572C704}"/>
              </a:ext>
            </a:extLst>
          </p:cNvPr>
          <p:cNvSpPr txBox="1"/>
          <p:nvPr/>
        </p:nvSpPr>
        <p:spPr>
          <a:xfrm>
            <a:off x="6878079" y="6922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6E62947-98E6-0A81-E61B-84E5F860B59E}"/>
              </a:ext>
            </a:extLst>
          </p:cNvPr>
          <p:cNvSpPr txBox="1"/>
          <p:nvPr/>
        </p:nvSpPr>
        <p:spPr>
          <a:xfrm>
            <a:off x="6329850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50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27F4DCE-5C0E-AB6F-5121-3943B0B05387}"/>
              </a:ext>
            </a:extLst>
          </p:cNvPr>
          <p:cNvSpPr txBox="1"/>
          <p:nvPr/>
        </p:nvSpPr>
        <p:spPr>
          <a:xfrm>
            <a:off x="7424600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60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D1E459B-3014-2240-30C7-9A3064E00152}"/>
              </a:ext>
            </a:extLst>
          </p:cNvPr>
          <p:cNvSpPr txBox="1"/>
          <p:nvPr/>
        </p:nvSpPr>
        <p:spPr>
          <a:xfrm>
            <a:off x="6732124" y="1874251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30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ED46958-B3A9-1C00-AF4A-07A796A1399C}"/>
              </a:ext>
            </a:extLst>
          </p:cNvPr>
          <p:cNvSpPr txBox="1"/>
          <p:nvPr/>
        </p:nvSpPr>
        <p:spPr>
          <a:xfrm>
            <a:off x="7257936" y="25311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35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A1ACAD94-A677-3A94-7477-46A8DFB974E6}"/>
              </a:ext>
            </a:extLst>
          </p:cNvPr>
          <p:cNvSpPr txBox="1"/>
          <p:nvPr/>
        </p:nvSpPr>
        <p:spPr>
          <a:xfrm>
            <a:off x="3220727" y="3163228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二叉树</a:t>
            </a:r>
            <a:r>
              <a:rPr lang="en-US" altLang="zh-CN"/>
              <a:t>T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DA011322-6D3A-32C3-15F1-E490C1F360C3}"/>
              </a:ext>
            </a:extLst>
          </p:cNvPr>
          <p:cNvSpPr txBox="1"/>
          <p:nvPr/>
        </p:nvSpPr>
        <p:spPr>
          <a:xfrm>
            <a:off x="6571983" y="3143773"/>
            <a:ext cx="1079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二叉树</a:t>
            </a:r>
            <a:r>
              <a:rPr lang="en-US" altLang="zh-CN"/>
              <a:t>T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</p:spTree>
    <p:extLst>
      <p:ext uri="{BB962C8B-B14F-4D97-AF65-F5344CB8AC3E}">
        <p14:creationId xmlns:p14="http://schemas.microsoft.com/office/powerpoint/2010/main" val="33378556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FE7B-19F7-3210-2E0B-C3AC5082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BD8A6D-8337-1806-C8A1-8960FD23AC1C}"/>
              </a:ext>
            </a:extLst>
          </p:cNvPr>
          <p:cNvSpPr txBox="1"/>
          <p:nvPr/>
        </p:nvSpPr>
        <p:spPr>
          <a:xfrm>
            <a:off x="1090073" y="1707180"/>
            <a:ext cx="1803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r>
              <a:rPr lang="en-US" altLang="zh-CN" baseline="-25000"/>
              <a:t>1</a:t>
            </a:r>
            <a:r>
              <a:rPr lang="en-US" altLang="zh-CN"/>
              <a:t>.SqBitNode</a:t>
            </a:r>
          </a:p>
          <a:p>
            <a:endParaRPr lang="en-US" altLang="zh-CN"/>
          </a:p>
          <a:p>
            <a:r>
              <a:rPr lang="en-US" altLang="zh-CN"/>
              <a:t>T</a:t>
            </a:r>
            <a:r>
              <a:rPr lang="en-US" altLang="zh-CN" baseline="-25000"/>
              <a:t>1</a:t>
            </a:r>
            <a:r>
              <a:rPr lang="en-US" altLang="zh-CN"/>
              <a:t>.ElemNum=10</a:t>
            </a: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28FEBF-63FD-6891-D27D-C87EC7621830}"/>
              </a:ext>
            </a:extLst>
          </p:cNvPr>
          <p:cNvSpPr/>
          <p:nvPr/>
        </p:nvSpPr>
        <p:spPr>
          <a:xfrm>
            <a:off x="296842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0C9066-E5AC-B39F-A213-2EF20D590817}"/>
              </a:ext>
            </a:extLst>
          </p:cNvPr>
          <p:cNvSpPr/>
          <p:nvPr/>
        </p:nvSpPr>
        <p:spPr>
          <a:xfrm>
            <a:off x="348192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25</a:t>
            </a:r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ABC5E9-4113-5B74-AC99-51C3E0F8DA5E}"/>
              </a:ext>
            </a:extLst>
          </p:cNvPr>
          <p:cNvSpPr/>
          <p:nvPr/>
        </p:nvSpPr>
        <p:spPr>
          <a:xfrm>
            <a:off x="399543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2DB0B9-D8FB-5EC2-93F3-8B4619DA0565}"/>
              </a:ext>
            </a:extLst>
          </p:cNvPr>
          <p:cNvSpPr/>
          <p:nvPr/>
        </p:nvSpPr>
        <p:spPr>
          <a:xfrm>
            <a:off x="450893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6298F7-F3D0-7FC6-46E8-D89AEBF3626F}"/>
              </a:ext>
            </a:extLst>
          </p:cNvPr>
          <p:cNvSpPr/>
          <p:nvPr/>
        </p:nvSpPr>
        <p:spPr>
          <a:xfrm>
            <a:off x="502244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B7F6A16-9D10-E1E6-384B-98BD688EA2B7}"/>
              </a:ext>
            </a:extLst>
          </p:cNvPr>
          <p:cNvSpPr/>
          <p:nvPr/>
        </p:nvSpPr>
        <p:spPr>
          <a:xfrm>
            <a:off x="553594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0B61662-9C3B-97B8-775F-15C040D98F1C}"/>
              </a:ext>
            </a:extLst>
          </p:cNvPr>
          <p:cNvSpPr/>
          <p:nvPr/>
        </p:nvSpPr>
        <p:spPr>
          <a:xfrm>
            <a:off x="604945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80</a:t>
            </a:r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B91405-6E9C-BBFF-24FD-AD02C5D21ECC}"/>
              </a:ext>
            </a:extLst>
          </p:cNvPr>
          <p:cNvSpPr/>
          <p:nvPr/>
        </p:nvSpPr>
        <p:spPr>
          <a:xfrm>
            <a:off x="656295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01C8A5-AE39-59E8-3D02-DD88C2385028}"/>
              </a:ext>
            </a:extLst>
          </p:cNvPr>
          <p:cNvSpPr/>
          <p:nvPr/>
        </p:nvSpPr>
        <p:spPr>
          <a:xfrm>
            <a:off x="707646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199E2A1-7035-6753-986C-2661CCD453BC}"/>
              </a:ext>
            </a:extLst>
          </p:cNvPr>
          <p:cNvSpPr/>
          <p:nvPr/>
        </p:nvSpPr>
        <p:spPr>
          <a:xfrm>
            <a:off x="758996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27</a:t>
            </a:r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E60D56E-0C63-18B1-ED12-49062B76CAC3}"/>
              </a:ext>
            </a:extLst>
          </p:cNvPr>
          <p:cNvSpPr/>
          <p:nvPr/>
        </p:nvSpPr>
        <p:spPr>
          <a:xfrm>
            <a:off x="810347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A6C1608-3599-6A20-ECCA-C5DADB784927}"/>
              </a:ext>
            </a:extLst>
          </p:cNvPr>
          <p:cNvSpPr/>
          <p:nvPr/>
        </p:nvSpPr>
        <p:spPr>
          <a:xfrm>
            <a:off x="861697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23053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4F0DC-219A-E0B4-A2F3-6D7BEAF08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E76A3A0E-61A9-B119-948C-BF058DAA8261}"/>
              </a:ext>
            </a:extLst>
          </p:cNvPr>
          <p:cNvSpPr txBox="1"/>
          <p:nvPr/>
        </p:nvSpPr>
        <p:spPr>
          <a:xfrm>
            <a:off x="1090073" y="1707180"/>
            <a:ext cx="1803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r>
              <a:rPr lang="en-US" altLang="zh-CN" baseline="-25000"/>
              <a:t>2</a:t>
            </a:r>
            <a:r>
              <a:rPr lang="en-US" altLang="zh-CN"/>
              <a:t>.SqBitNode</a:t>
            </a:r>
          </a:p>
          <a:p>
            <a:endParaRPr lang="en-US" altLang="zh-CN"/>
          </a:p>
          <a:p>
            <a:r>
              <a:rPr lang="en-US" altLang="zh-CN"/>
              <a:t>T</a:t>
            </a:r>
            <a:r>
              <a:rPr lang="en-US" altLang="zh-CN" baseline="-25000"/>
              <a:t>2</a:t>
            </a:r>
            <a:r>
              <a:rPr lang="en-US" altLang="zh-CN"/>
              <a:t>.ElemNum=11</a:t>
            </a: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159614-78DF-3CC5-56DE-66A43622F8F6}"/>
              </a:ext>
            </a:extLst>
          </p:cNvPr>
          <p:cNvSpPr/>
          <p:nvPr/>
        </p:nvSpPr>
        <p:spPr>
          <a:xfrm>
            <a:off x="296842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CD3C99-A5BF-62A3-9A0B-43B84258E6E2}"/>
              </a:ext>
            </a:extLst>
          </p:cNvPr>
          <p:cNvSpPr/>
          <p:nvPr/>
        </p:nvSpPr>
        <p:spPr>
          <a:xfrm>
            <a:off x="348192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8C491A5-8FF3-1945-82C7-466FEE49720A}"/>
              </a:ext>
            </a:extLst>
          </p:cNvPr>
          <p:cNvSpPr/>
          <p:nvPr/>
        </p:nvSpPr>
        <p:spPr>
          <a:xfrm>
            <a:off x="399543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1FE29A-F9DA-4F3A-6D9D-2070F6ADDAA9}"/>
              </a:ext>
            </a:extLst>
          </p:cNvPr>
          <p:cNvSpPr/>
          <p:nvPr/>
        </p:nvSpPr>
        <p:spPr>
          <a:xfrm>
            <a:off x="450893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0C57B9-F4EA-0438-6AA2-DBD1BE5921B5}"/>
              </a:ext>
            </a:extLst>
          </p:cNvPr>
          <p:cNvSpPr/>
          <p:nvPr/>
        </p:nvSpPr>
        <p:spPr>
          <a:xfrm>
            <a:off x="502244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2D349A-3D89-23ED-968C-A80CF379B26E}"/>
              </a:ext>
            </a:extLst>
          </p:cNvPr>
          <p:cNvSpPr/>
          <p:nvPr/>
        </p:nvSpPr>
        <p:spPr>
          <a:xfrm>
            <a:off x="553594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9AC190A-4533-C73A-5073-0E5650FB30D9}"/>
              </a:ext>
            </a:extLst>
          </p:cNvPr>
          <p:cNvSpPr/>
          <p:nvPr/>
        </p:nvSpPr>
        <p:spPr>
          <a:xfrm>
            <a:off x="604945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07E0C4-BFAC-DDED-61F7-BACFA8030ABB}"/>
              </a:ext>
            </a:extLst>
          </p:cNvPr>
          <p:cNvSpPr/>
          <p:nvPr/>
        </p:nvSpPr>
        <p:spPr>
          <a:xfrm>
            <a:off x="656295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75693A-40AC-C7FD-E32F-DE407BB7EADF}"/>
              </a:ext>
            </a:extLst>
          </p:cNvPr>
          <p:cNvSpPr/>
          <p:nvPr/>
        </p:nvSpPr>
        <p:spPr>
          <a:xfrm>
            <a:off x="707646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B782842-A30A-D4CA-9382-C72869DCAFDA}"/>
              </a:ext>
            </a:extLst>
          </p:cNvPr>
          <p:cNvSpPr/>
          <p:nvPr/>
        </p:nvSpPr>
        <p:spPr>
          <a:xfrm>
            <a:off x="758996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-1</a:t>
            </a:r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5D63B17-E0F9-0F79-EEE1-3D4D0F8E7480}"/>
              </a:ext>
            </a:extLst>
          </p:cNvPr>
          <p:cNvSpPr/>
          <p:nvPr/>
        </p:nvSpPr>
        <p:spPr>
          <a:xfrm>
            <a:off x="8103471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35</a:t>
            </a:r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493D829-AA85-6C07-897B-4588686F80C6}"/>
              </a:ext>
            </a:extLst>
          </p:cNvPr>
          <p:cNvSpPr/>
          <p:nvPr/>
        </p:nvSpPr>
        <p:spPr>
          <a:xfrm>
            <a:off x="8616976" y="1743216"/>
            <a:ext cx="513505" cy="3108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5051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224E2-C6AB-A841-D999-2E93C18C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581B3-0D48-E0BF-709D-00AECEE10868}"/>
              </a:ext>
            </a:extLst>
          </p:cNvPr>
          <p:cNvSpPr/>
          <p:nvPr/>
        </p:nvSpPr>
        <p:spPr>
          <a:xfrm>
            <a:off x="3510972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CF9E972-DEB5-88F0-3685-03A09B9289C1}"/>
              </a:ext>
            </a:extLst>
          </p:cNvPr>
          <p:cNvSpPr/>
          <p:nvPr/>
        </p:nvSpPr>
        <p:spPr>
          <a:xfrm>
            <a:off x="2960681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D6838E8-C8EB-7296-2960-1A8102E09AD5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245194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A37B8115-3F23-E964-3DF9-9CCF84A5379A}"/>
              </a:ext>
            </a:extLst>
          </p:cNvPr>
          <p:cNvSpPr/>
          <p:nvPr/>
        </p:nvSpPr>
        <p:spPr>
          <a:xfrm>
            <a:off x="3368098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99E65E-0483-C3CB-D5EE-8A3758AB43D2}"/>
              </a:ext>
            </a:extLst>
          </p:cNvPr>
          <p:cNvCxnSpPr>
            <a:cxnSpLocks/>
            <a:stCxn id="7" idx="0"/>
            <a:endCxn id="3" idx="5"/>
          </p:cNvCxnSpPr>
          <p:nvPr/>
        </p:nvCxnSpPr>
        <p:spPr>
          <a:xfrm flipH="1" flipV="1">
            <a:off x="3245194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F2E2275-C73A-674C-1748-CEE72884FF41}"/>
              </a:ext>
            </a:extLst>
          </p:cNvPr>
          <p:cNvSpPr txBox="1"/>
          <p:nvPr/>
        </p:nvSpPr>
        <p:spPr>
          <a:xfrm>
            <a:off x="3477902" y="68207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91DD0E8-62C1-206B-BA5D-8C92EBC2899F}"/>
              </a:ext>
            </a:extLst>
          </p:cNvPr>
          <p:cNvSpPr txBox="1"/>
          <p:nvPr/>
        </p:nvSpPr>
        <p:spPr>
          <a:xfrm>
            <a:off x="2927611" y="124816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8A105CB-5603-FF67-9332-BEF1FA3841EC}"/>
              </a:ext>
            </a:extLst>
          </p:cNvPr>
          <p:cNvSpPr txBox="1"/>
          <p:nvPr/>
        </p:nvSpPr>
        <p:spPr>
          <a:xfrm>
            <a:off x="3336307" y="186902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97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B755828-B6EA-CA26-EB06-63CDDF8AD8D8}"/>
              </a:ext>
            </a:extLst>
          </p:cNvPr>
          <p:cNvSpPr/>
          <p:nvPr/>
        </p:nvSpPr>
        <p:spPr>
          <a:xfrm>
            <a:off x="1937835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E5059EB-E853-4F63-DF57-6A7D3101434E}"/>
              </a:ext>
            </a:extLst>
          </p:cNvPr>
          <p:cNvSpPr/>
          <p:nvPr/>
        </p:nvSpPr>
        <p:spPr>
          <a:xfrm>
            <a:off x="1387544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5334B97-90A3-FC6C-04CA-595919C2DEB9}"/>
              </a:ext>
            </a:extLst>
          </p:cNvPr>
          <p:cNvCxnSpPr>
            <a:cxnSpLocks/>
            <a:stCxn id="19" idx="3"/>
            <a:endCxn id="20" idx="7"/>
          </p:cNvCxnSpPr>
          <p:nvPr/>
        </p:nvCxnSpPr>
        <p:spPr>
          <a:xfrm flipH="1">
            <a:off x="1672057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7E1175A8-297E-BB49-9B26-65D0FF53A598}"/>
              </a:ext>
            </a:extLst>
          </p:cNvPr>
          <p:cNvSpPr/>
          <p:nvPr/>
        </p:nvSpPr>
        <p:spPr>
          <a:xfrm>
            <a:off x="1794961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97BDF5-665A-CE2F-88D8-2FEC67E57CF7}"/>
              </a:ext>
            </a:extLst>
          </p:cNvPr>
          <p:cNvCxnSpPr>
            <a:cxnSpLocks/>
            <a:stCxn id="22" idx="0"/>
            <a:endCxn id="20" idx="5"/>
          </p:cNvCxnSpPr>
          <p:nvPr/>
        </p:nvCxnSpPr>
        <p:spPr>
          <a:xfrm flipH="1" flipV="1">
            <a:off x="1672057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4127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F986D-A586-944C-C45B-7FB33386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99EBB5E-EC4C-940B-D61D-AA0DBE75CC2B}"/>
              </a:ext>
            </a:extLst>
          </p:cNvPr>
          <p:cNvSpPr/>
          <p:nvPr/>
        </p:nvSpPr>
        <p:spPr>
          <a:xfrm>
            <a:off x="1937835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AD13EC-ACA7-EEF1-1D76-A3C32211DB4E}"/>
              </a:ext>
            </a:extLst>
          </p:cNvPr>
          <p:cNvSpPr/>
          <p:nvPr/>
        </p:nvSpPr>
        <p:spPr>
          <a:xfrm>
            <a:off x="1387544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3575CCCE-0797-BFB8-501F-1BBDD433BE5B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1672057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8485257C-E911-F194-832D-E3132189F05B}"/>
              </a:ext>
            </a:extLst>
          </p:cNvPr>
          <p:cNvSpPr/>
          <p:nvPr/>
        </p:nvSpPr>
        <p:spPr>
          <a:xfrm>
            <a:off x="1794961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208D1F-38DD-2AEF-A0B9-BD114E9AAECE}"/>
              </a:ext>
            </a:extLst>
          </p:cNvPr>
          <p:cNvCxnSpPr>
            <a:cxnSpLocks/>
            <a:stCxn id="5" idx="0"/>
            <a:endCxn id="3" idx="5"/>
          </p:cNvCxnSpPr>
          <p:nvPr/>
        </p:nvCxnSpPr>
        <p:spPr>
          <a:xfrm flipH="1" flipV="1">
            <a:off x="1672057" y="1531507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69DECFD-785C-8A36-5CB2-7D69BE0E66FC}"/>
              </a:ext>
            </a:extLst>
          </p:cNvPr>
          <p:cNvSpPr/>
          <p:nvPr/>
        </p:nvSpPr>
        <p:spPr>
          <a:xfrm>
            <a:off x="3666787" y="6846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48F324F-7901-AD61-0476-84520EA37C42}"/>
              </a:ext>
            </a:extLst>
          </p:cNvPr>
          <p:cNvSpPr/>
          <p:nvPr/>
        </p:nvSpPr>
        <p:spPr>
          <a:xfrm>
            <a:off x="3116496" y="1246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C8A0F88-B133-5458-3EEF-06D29533D701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3401009" y="969204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5E87B08-33E1-7D4B-2E61-070A0CE7880F}"/>
              </a:ext>
            </a:extLst>
          </p:cNvPr>
          <p:cNvSpPr/>
          <p:nvPr/>
        </p:nvSpPr>
        <p:spPr>
          <a:xfrm>
            <a:off x="3523913" y="18768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B6271E-A8E9-9238-B1C1-1207F36DE99B}"/>
              </a:ext>
            </a:extLst>
          </p:cNvPr>
          <p:cNvSpPr txBox="1"/>
          <p:nvPr/>
        </p:nvSpPr>
        <p:spPr>
          <a:xfrm>
            <a:off x="1672986" y="2318297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a</a:t>
            </a:r>
            <a:r>
              <a:rPr lang="zh-CN" altLang="en-US" b="1"/>
              <a:t>）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7F4614E-CAF1-BB57-6457-35DCE3B74E03}"/>
              </a:ext>
            </a:extLst>
          </p:cNvPr>
          <p:cNvSpPr txBox="1"/>
          <p:nvPr/>
        </p:nvSpPr>
        <p:spPr>
          <a:xfrm>
            <a:off x="3401009" y="231829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b</a:t>
            </a:r>
            <a:r>
              <a:rPr lang="zh-CN" altLang="en-US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72717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70382-5DEA-08ED-AD35-92B0F12E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2498E03-EA4A-B6E4-72E2-5787E078D70F}"/>
              </a:ext>
            </a:extLst>
          </p:cNvPr>
          <p:cNvSpPr/>
          <p:nvPr/>
        </p:nvSpPr>
        <p:spPr>
          <a:xfrm>
            <a:off x="9384791" y="14485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5D6DE3F-EBB1-DC21-C643-3936958F8B70}"/>
              </a:ext>
            </a:extLst>
          </p:cNvPr>
          <p:cNvSpPr/>
          <p:nvPr/>
        </p:nvSpPr>
        <p:spPr>
          <a:xfrm>
            <a:off x="8834500" y="20108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58135EC-F5A6-FE26-1D12-98827E48326D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9119013" y="1733047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A527F394-D63E-C59E-0D22-4F066C5ED5DA}"/>
              </a:ext>
            </a:extLst>
          </p:cNvPr>
          <p:cNvSpPr/>
          <p:nvPr/>
        </p:nvSpPr>
        <p:spPr>
          <a:xfrm>
            <a:off x="9241917" y="26407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1ADE94-C7B8-46D8-817A-B25B63DD535D}"/>
              </a:ext>
            </a:extLst>
          </p:cNvPr>
          <p:cNvCxnSpPr>
            <a:cxnSpLocks/>
            <a:stCxn id="5" idx="0"/>
            <a:endCxn id="3" idx="5"/>
          </p:cNvCxnSpPr>
          <p:nvPr/>
        </p:nvCxnSpPr>
        <p:spPr>
          <a:xfrm flipH="1" flipV="1">
            <a:off x="9119013" y="2295350"/>
            <a:ext cx="289568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8474096A-CEFA-299F-BDAA-445E9DA80F75}"/>
              </a:ext>
            </a:extLst>
          </p:cNvPr>
          <p:cNvSpPr/>
          <p:nvPr/>
        </p:nvSpPr>
        <p:spPr>
          <a:xfrm>
            <a:off x="10243260" y="17330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5D77E8C-AB56-96F0-D5CA-9884BCE5E263}"/>
              </a:ext>
            </a:extLst>
          </p:cNvPr>
          <p:cNvSpPr/>
          <p:nvPr/>
        </p:nvSpPr>
        <p:spPr>
          <a:xfrm>
            <a:off x="10243260" y="2462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812EC9B-5D54-52C2-0E39-93DAA1E41112}"/>
              </a:ext>
            </a:extLst>
          </p:cNvPr>
          <p:cNvCxnSpPr>
            <a:cxnSpLocks/>
            <a:stCxn id="7" idx="4"/>
            <a:endCxn id="8" idx="0"/>
          </p:cNvCxnSpPr>
          <p:nvPr/>
        </p:nvCxnSpPr>
        <p:spPr>
          <a:xfrm>
            <a:off x="10409924" y="2066375"/>
            <a:ext cx="0" cy="39563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77BCB607-476F-75AE-B467-3B785DA050C2}"/>
              </a:ext>
            </a:extLst>
          </p:cNvPr>
          <p:cNvSpPr/>
          <p:nvPr/>
        </p:nvSpPr>
        <p:spPr>
          <a:xfrm>
            <a:off x="2198875" y="2522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730244B1-E83C-0B6A-DB1F-766A3E5E6664}"/>
              </a:ext>
            </a:extLst>
          </p:cNvPr>
          <p:cNvSpPr/>
          <p:nvPr/>
        </p:nvSpPr>
        <p:spPr>
          <a:xfrm>
            <a:off x="3138031" y="2522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D064E36-1479-F483-5603-EAFB78EAD39D}"/>
              </a:ext>
            </a:extLst>
          </p:cNvPr>
          <p:cNvSpPr/>
          <p:nvPr/>
        </p:nvSpPr>
        <p:spPr>
          <a:xfrm>
            <a:off x="4021525" y="251867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8843C5F3-8F4C-1AEE-0802-D974CEF95935}"/>
              </a:ext>
            </a:extLst>
          </p:cNvPr>
          <p:cNvSpPr/>
          <p:nvPr/>
        </p:nvSpPr>
        <p:spPr>
          <a:xfrm>
            <a:off x="3138031" y="15663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90FE5FAE-2C99-74D5-A171-2D08CF8150D4}"/>
              </a:ext>
            </a:extLst>
          </p:cNvPr>
          <p:cNvSpPr/>
          <p:nvPr/>
        </p:nvSpPr>
        <p:spPr>
          <a:xfrm>
            <a:off x="5652611" y="2522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BFFD32C8-0F97-6A2B-FFD2-9CCC1CC9E4B0}"/>
              </a:ext>
            </a:extLst>
          </p:cNvPr>
          <p:cNvSpPr/>
          <p:nvPr/>
        </p:nvSpPr>
        <p:spPr>
          <a:xfrm>
            <a:off x="6591767" y="2522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C40C77D-5022-EE18-DEAF-2D6F689BED1E}"/>
              </a:ext>
            </a:extLst>
          </p:cNvPr>
          <p:cNvSpPr/>
          <p:nvPr/>
        </p:nvSpPr>
        <p:spPr>
          <a:xfrm>
            <a:off x="6136482" y="15663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70D192-1E76-BDF2-F56C-72AB34539442}"/>
              </a:ext>
            </a:extLst>
          </p:cNvPr>
          <p:cNvSpPr txBox="1"/>
          <p:nvPr/>
        </p:nvSpPr>
        <p:spPr>
          <a:xfrm>
            <a:off x="8277318" y="1263868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r>
              <a:rPr lang="zh-CN" altLang="en-US"/>
              <a:t>号集合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9FF649E-6DC7-C669-5719-934864EDE9D1}"/>
              </a:ext>
            </a:extLst>
          </p:cNvPr>
          <p:cNvSpPr txBox="1"/>
          <p:nvPr/>
        </p:nvSpPr>
        <p:spPr>
          <a:xfrm>
            <a:off x="10355692" y="1263868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r>
              <a:rPr lang="zh-CN" altLang="en-US"/>
              <a:t>号集合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A9772F89-B75D-7B90-4F11-42AF646E7EBA}"/>
              </a:ext>
            </a:extLst>
          </p:cNvPr>
          <p:cNvSpPr txBox="1"/>
          <p:nvPr/>
        </p:nvSpPr>
        <p:spPr>
          <a:xfrm>
            <a:off x="9709521" y="3112564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7526F90-00C6-2CB2-D1BB-103BC612258D}"/>
              </a:ext>
            </a:extLst>
          </p:cNvPr>
          <p:cNvSpPr txBox="1"/>
          <p:nvPr/>
        </p:nvSpPr>
        <p:spPr>
          <a:xfrm>
            <a:off x="3138031" y="3137289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0265608-933E-C9A8-EE33-E6947A47E967}"/>
              </a:ext>
            </a:extLst>
          </p:cNvPr>
          <p:cNvSpPr txBox="1"/>
          <p:nvPr/>
        </p:nvSpPr>
        <p:spPr>
          <a:xfrm>
            <a:off x="6130567" y="3137289"/>
            <a:ext cx="519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CEDF9B-FE9C-5B17-4125-8D99A7360962}"/>
              </a:ext>
            </a:extLst>
          </p:cNvPr>
          <p:cNvCxnSpPr>
            <a:stCxn id="21" idx="3"/>
            <a:endCxn id="14" idx="0"/>
          </p:cNvCxnSpPr>
          <p:nvPr/>
        </p:nvCxnSpPr>
        <p:spPr>
          <a:xfrm flipH="1">
            <a:off x="2365539" y="1850896"/>
            <a:ext cx="821307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87EC0B5-04D5-2659-CE2A-83A12742DA91}"/>
              </a:ext>
            </a:extLst>
          </p:cNvPr>
          <p:cNvCxnSpPr>
            <a:cxnSpLocks/>
            <a:stCxn id="21" idx="4"/>
            <a:endCxn id="16" idx="0"/>
          </p:cNvCxnSpPr>
          <p:nvPr/>
        </p:nvCxnSpPr>
        <p:spPr>
          <a:xfrm>
            <a:off x="3304695" y="1899711"/>
            <a:ext cx="0" cy="6223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84BD47B-91F8-17D4-5F18-3B8D17AC0DFE}"/>
              </a:ext>
            </a:extLst>
          </p:cNvPr>
          <p:cNvCxnSpPr>
            <a:cxnSpLocks/>
            <a:stCxn id="21" idx="5"/>
            <a:endCxn id="18" idx="0"/>
          </p:cNvCxnSpPr>
          <p:nvPr/>
        </p:nvCxnSpPr>
        <p:spPr>
          <a:xfrm>
            <a:off x="3422544" y="1850896"/>
            <a:ext cx="765645" cy="6677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EA47755-1D2E-97F2-92C5-1D58D6B9E02B}"/>
              </a:ext>
            </a:extLst>
          </p:cNvPr>
          <p:cNvCxnSpPr>
            <a:cxnSpLocks/>
            <a:stCxn id="27" idx="5"/>
            <a:endCxn id="25" idx="0"/>
          </p:cNvCxnSpPr>
          <p:nvPr/>
        </p:nvCxnSpPr>
        <p:spPr>
          <a:xfrm>
            <a:off x="6420995" y="1850896"/>
            <a:ext cx="337436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730A514-B417-924D-1F2D-3202EA784E9D}"/>
              </a:ext>
            </a:extLst>
          </p:cNvPr>
          <p:cNvCxnSpPr>
            <a:cxnSpLocks/>
            <a:stCxn id="27" idx="3"/>
            <a:endCxn id="23" idx="0"/>
          </p:cNvCxnSpPr>
          <p:nvPr/>
        </p:nvCxnSpPr>
        <p:spPr>
          <a:xfrm flipH="1">
            <a:off x="5819275" y="1850896"/>
            <a:ext cx="366022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9875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4ACF3-EE98-A4E8-EEE5-00C537F6E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A5DEAB4-D4A7-0EBE-FE44-BD3B5DAA59C7}"/>
              </a:ext>
            </a:extLst>
          </p:cNvPr>
          <p:cNvSpPr/>
          <p:nvPr/>
        </p:nvSpPr>
        <p:spPr>
          <a:xfrm>
            <a:off x="608810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9DE017-756C-6170-B8EC-CF10AB3BC720}"/>
              </a:ext>
            </a:extLst>
          </p:cNvPr>
          <p:cNvSpPr/>
          <p:nvPr/>
        </p:nvSpPr>
        <p:spPr>
          <a:xfrm>
            <a:off x="1547966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96D9716-FD17-8BA2-C335-3FFB6A916B6D}"/>
              </a:ext>
            </a:extLst>
          </p:cNvPr>
          <p:cNvSpPr/>
          <p:nvPr/>
        </p:nvSpPr>
        <p:spPr>
          <a:xfrm>
            <a:off x="2431460" y="231597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AA13BD2-7F30-76C1-1BC4-DF8FC6D5012A}"/>
              </a:ext>
            </a:extLst>
          </p:cNvPr>
          <p:cNvSpPr/>
          <p:nvPr/>
        </p:nvSpPr>
        <p:spPr>
          <a:xfrm>
            <a:off x="1547966" y="13636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8DB8E804-E380-28A4-4EC4-5F74B9CADCBF}"/>
              </a:ext>
            </a:extLst>
          </p:cNvPr>
          <p:cNvSpPr/>
          <p:nvPr/>
        </p:nvSpPr>
        <p:spPr>
          <a:xfrm>
            <a:off x="3767116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D3236F-844C-3DF0-B168-90DA95B93B70}"/>
              </a:ext>
            </a:extLst>
          </p:cNvPr>
          <p:cNvSpPr/>
          <p:nvPr/>
        </p:nvSpPr>
        <p:spPr>
          <a:xfrm>
            <a:off x="4706272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9ADD132-1017-BE2C-76D9-81CBCD177E80}"/>
              </a:ext>
            </a:extLst>
          </p:cNvPr>
          <p:cNvSpPr/>
          <p:nvPr/>
        </p:nvSpPr>
        <p:spPr>
          <a:xfrm>
            <a:off x="4250987" y="13636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F26EC6B-5DFB-926D-0EE9-CD7D3074C691}"/>
              </a:ext>
            </a:extLst>
          </p:cNvPr>
          <p:cNvCxnSpPr>
            <a:stCxn id="5" idx="3"/>
            <a:endCxn id="2" idx="0"/>
          </p:cNvCxnSpPr>
          <p:nvPr/>
        </p:nvCxnSpPr>
        <p:spPr>
          <a:xfrm flipH="1">
            <a:off x="775474" y="1648196"/>
            <a:ext cx="821307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62D07B6-0F8B-3C9B-E6F9-5FD95776E587}"/>
              </a:ext>
            </a:extLst>
          </p:cNvPr>
          <p:cNvCxnSpPr>
            <a:cxnSpLocks/>
            <a:stCxn id="5" idx="4"/>
            <a:endCxn id="3" idx="0"/>
          </p:cNvCxnSpPr>
          <p:nvPr/>
        </p:nvCxnSpPr>
        <p:spPr>
          <a:xfrm>
            <a:off x="1714630" y="1697011"/>
            <a:ext cx="0" cy="6223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CAD9E4E-0CFB-6B89-2F6E-FE4A1877B2E8}"/>
              </a:ext>
            </a:extLst>
          </p:cNvPr>
          <p:cNvCxnSpPr>
            <a:cxnSpLocks/>
            <a:stCxn id="5" idx="5"/>
            <a:endCxn id="4" idx="0"/>
          </p:cNvCxnSpPr>
          <p:nvPr/>
        </p:nvCxnSpPr>
        <p:spPr>
          <a:xfrm>
            <a:off x="1832479" y="1648196"/>
            <a:ext cx="765645" cy="6677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5BE321A-DFE4-ECA5-7A0C-5308C8DE611D}"/>
              </a:ext>
            </a:extLst>
          </p:cNvPr>
          <p:cNvCxnSpPr>
            <a:cxnSpLocks/>
            <a:stCxn id="8" idx="5"/>
            <a:endCxn id="7" idx="0"/>
          </p:cNvCxnSpPr>
          <p:nvPr/>
        </p:nvCxnSpPr>
        <p:spPr>
          <a:xfrm>
            <a:off x="4535500" y="1648196"/>
            <a:ext cx="337436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70726C4-5671-79BB-1F41-D55C3DB7F49B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3933780" y="1648196"/>
            <a:ext cx="366022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13475EF-00D1-EADF-648D-973FB00E6B15}"/>
              </a:ext>
            </a:extLst>
          </p:cNvPr>
          <p:cNvSpPr/>
          <p:nvPr/>
        </p:nvSpPr>
        <p:spPr>
          <a:xfrm>
            <a:off x="6577126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2DCFFDB-1F9C-574A-5408-21829CB5665D}"/>
              </a:ext>
            </a:extLst>
          </p:cNvPr>
          <p:cNvSpPr/>
          <p:nvPr/>
        </p:nvSpPr>
        <p:spPr>
          <a:xfrm>
            <a:off x="7516282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0E7D066-43AB-9B33-D1CC-210F7507478B}"/>
              </a:ext>
            </a:extLst>
          </p:cNvPr>
          <p:cNvSpPr/>
          <p:nvPr/>
        </p:nvSpPr>
        <p:spPr>
          <a:xfrm>
            <a:off x="8399776" y="231597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181BA15C-CBFF-EF38-E07C-98557136A31D}"/>
              </a:ext>
            </a:extLst>
          </p:cNvPr>
          <p:cNvSpPr/>
          <p:nvPr/>
        </p:nvSpPr>
        <p:spPr>
          <a:xfrm>
            <a:off x="7516282" y="13636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9278F45-019D-8E00-55FA-D806EC33D485}"/>
              </a:ext>
            </a:extLst>
          </p:cNvPr>
          <p:cNvSpPr/>
          <p:nvPr/>
        </p:nvSpPr>
        <p:spPr>
          <a:xfrm>
            <a:off x="9760540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4CBD54F-2EB4-67FF-9578-28BC4527BE48}"/>
              </a:ext>
            </a:extLst>
          </p:cNvPr>
          <p:cNvSpPr/>
          <p:nvPr/>
        </p:nvSpPr>
        <p:spPr>
          <a:xfrm>
            <a:off x="10699696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D9BC6E3-C401-BB3B-6224-0E692854F75F}"/>
              </a:ext>
            </a:extLst>
          </p:cNvPr>
          <p:cNvSpPr/>
          <p:nvPr/>
        </p:nvSpPr>
        <p:spPr>
          <a:xfrm>
            <a:off x="10244411" y="13636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2F12DC8-8D71-D543-CB4E-E7BE77E75A1F}"/>
              </a:ext>
            </a:extLst>
          </p:cNvPr>
          <p:cNvCxnSpPr>
            <a:stCxn id="19" idx="3"/>
            <a:endCxn id="16" idx="0"/>
          </p:cNvCxnSpPr>
          <p:nvPr/>
        </p:nvCxnSpPr>
        <p:spPr>
          <a:xfrm flipH="1">
            <a:off x="6743790" y="1648196"/>
            <a:ext cx="821307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B749735-4BCC-5F28-83BF-8427D288843B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7682946" y="1697011"/>
            <a:ext cx="0" cy="6223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5AAB4BF1-3471-4A61-D60F-CAC42762D445}"/>
              </a:ext>
            </a:extLst>
          </p:cNvPr>
          <p:cNvCxnSpPr>
            <a:cxnSpLocks/>
            <a:stCxn id="19" idx="5"/>
            <a:endCxn id="18" idx="0"/>
          </p:cNvCxnSpPr>
          <p:nvPr/>
        </p:nvCxnSpPr>
        <p:spPr>
          <a:xfrm>
            <a:off x="7800795" y="1648196"/>
            <a:ext cx="765645" cy="6677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BF37D7E-E6F5-F4AC-611D-8159073241DB}"/>
              </a:ext>
            </a:extLst>
          </p:cNvPr>
          <p:cNvCxnSpPr>
            <a:cxnSpLocks/>
            <a:stCxn id="19" idx="5"/>
            <a:endCxn id="21" idx="0"/>
          </p:cNvCxnSpPr>
          <p:nvPr/>
        </p:nvCxnSpPr>
        <p:spPr>
          <a:xfrm>
            <a:off x="7800795" y="1648196"/>
            <a:ext cx="3065565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AE47485-FFF3-8137-BBC8-AF9D57C91BE5}"/>
              </a:ext>
            </a:extLst>
          </p:cNvPr>
          <p:cNvCxnSpPr>
            <a:cxnSpLocks/>
            <a:stCxn id="19" idx="5"/>
            <a:endCxn id="20" idx="0"/>
          </p:cNvCxnSpPr>
          <p:nvPr/>
        </p:nvCxnSpPr>
        <p:spPr>
          <a:xfrm>
            <a:off x="7800795" y="1648196"/>
            <a:ext cx="2126409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8F61047-2BA2-A159-15F1-44428BEECC6A}"/>
              </a:ext>
            </a:extLst>
          </p:cNvPr>
          <p:cNvCxnSpPr/>
          <p:nvPr/>
        </p:nvCxnSpPr>
        <p:spPr>
          <a:xfrm>
            <a:off x="5414329" y="1941410"/>
            <a:ext cx="968453" cy="0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660225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99441-32C1-A4DB-9EFA-3C6507C6F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81D5D77-1F49-8D2F-ACDB-71677F20E882}"/>
              </a:ext>
            </a:extLst>
          </p:cNvPr>
          <p:cNvSpPr/>
          <p:nvPr/>
        </p:nvSpPr>
        <p:spPr>
          <a:xfrm>
            <a:off x="855357" y="18238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9A68792-5B2E-A94E-CC8E-0B147EBF538F}"/>
              </a:ext>
            </a:extLst>
          </p:cNvPr>
          <p:cNvSpPr/>
          <p:nvPr/>
        </p:nvSpPr>
        <p:spPr>
          <a:xfrm>
            <a:off x="1794513" y="18238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3DA5DEA2-94ED-87FB-DD31-517A930BF5C0}"/>
              </a:ext>
            </a:extLst>
          </p:cNvPr>
          <p:cNvSpPr/>
          <p:nvPr/>
        </p:nvSpPr>
        <p:spPr>
          <a:xfrm>
            <a:off x="2678007" y="182049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1761857-39DC-D69A-772B-E4F9072594F0}"/>
              </a:ext>
            </a:extLst>
          </p:cNvPr>
          <p:cNvSpPr/>
          <p:nvPr/>
        </p:nvSpPr>
        <p:spPr>
          <a:xfrm>
            <a:off x="1794513" y="8681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299BC30-A9F9-04D3-4D10-744CC76806A6}"/>
              </a:ext>
            </a:extLst>
          </p:cNvPr>
          <p:cNvSpPr/>
          <p:nvPr/>
        </p:nvSpPr>
        <p:spPr>
          <a:xfrm>
            <a:off x="4013663" y="18238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503AC20-7494-05D4-E3C5-2C66606A5285}"/>
              </a:ext>
            </a:extLst>
          </p:cNvPr>
          <p:cNvSpPr/>
          <p:nvPr/>
        </p:nvSpPr>
        <p:spPr>
          <a:xfrm>
            <a:off x="4952819" y="18238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CEA739B8-E9FE-D08D-7D5A-4D093AA6DBC5}"/>
              </a:ext>
            </a:extLst>
          </p:cNvPr>
          <p:cNvSpPr/>
          <p:nvPr/>
        </p:nvSpPr>
        <p:spPr>
          <a:xfrm>
            <a:off x="4497534" y="8681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0902C5D-7C12-3AC3-5E02-4D54DC945AC5}"/>
              </a:ext>
            </a:extLst>
          </p:cNvPr>
          <p:cNvCxnSpPr>
            <a:stCxn id="5" idx="3"/>
            <a:endCxn id="2" idx="0"/>
          </p:cNvCxnSpPr>
          <p:nvPr/>
        </p:nvCxnSpPr>
        <p:spPr>
          <a:xfrm flipH="1">
            <a:off x="1022021" y="1152708"/>
            <a:ext cx="821307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960EE48-97D1-3BA7-9702-C6D02046C16A}"/>
              </a:ext>
            </a:extLst>
          </p:cNvPr>
          <p:cNvCxnSpPr>
            <a:cxnSpLocks/>
            <a:stCxn id="5" idx="4"/>
            <a:endCxn id="3" idx="0"/>
          </p:cNvCxnSpPr>
          <p:nvPr/>
        </p:nvCxnSpPr>
        <p:spPr>
          <a:xfrm>
            <a:off x="1961177" y="1201523"/>
            <a:ext cx="0" cy="6223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5D115EE-D2D1-0FB5-55FC-DCDD5890B19F}"/>
              </a:ext>
            </a:extLst>
          </p:cNvPr>
          <p:cNvCxnSpPr>
            <a:cxnSpLocks/>
            <a:stCxn id="5" idx="5"/>
            <a:endCxn id="4" idx="0"/>
          </p:cNvCxnSpPr>
          <p:nvPr/>
        </p:nvCxnSpPr>
        <p:spPr>
          <a:xfrm>
            <a:off x="2079026" y="1152708"/>
            <a:ext cx="765645" cy="6677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09D8D7-F0A3-8E18-48E1-33A5A93FCD31}"/>
              </a:ext>
            </a:extLst>
          </p:cNvPr>
          <p:cNvCxnSpPr>
            <a:cxnSpLocks/>
            <a:stCxn id="8" idx="5"/>
            <a:endCxn id="7" idx="0"/>
          </p:cNvCxnSpPr>
          <p:nvPr/>
        </p:nvCxnSpPr>
        <p:spPr>
          <a:xfrm>
            <a:off x="4782047" y="1152708"/>
            <a:ext cx="337436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C325FF6-7F48-92D6-7A2C-35ECC789A93F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4180327" y="1152708"/>
            <a:ext cx="366022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7B1B155F-FAF1-6A53-A108-BCE3D7010112}"/>
              </a:ext>
            </a:extLst>
          </p:cNvPr>
          <p:cNvSpPr/>
          <p:nvPr/>
        </p:nvSpPr>
        <p:spPr>
          <a:xfrm>
            <a:off x="7295415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041ED0-813B-F79C-6E7C-FC039500D3C7}"/>
              </a:ext>
            </a:extLst>
          </p:cNvPr>
          <p:cNvSpPr/>
          <p:nvPr/>
        </p:nvSpPr>
        <p:spPr>
          <a:xfrm>
            <a:off x="8054037" y="231597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D80312D-634A-5F16-90BC-EFD4D08C9C76}"/>
              </a:ext>
            </a:extLst>
          </p:cNvPr>
          <p:cNvSpPr/>
          <p:nvPr/>
        </p:nvSpPr>
        <p:spPr>
          <a:xfrm>
            <a:off x="8761758" y="231597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93BE26B-64F9-8760-456B-A6D37F159C6A}"/>
              </a:ext>
            </a:extLst>
          </p:cNvPr>
          <p:cNvSpPr/>
          <p:nvPr/>
        </p:nvSpPr>
        <p:spPr>
          <a:xfrm>
            <a:off x="9071680" y="42676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D209336-5EDB-873D-043C-D31A079FDE00}"/>
              </a:ext>
            </a:extLst>
          </p:cNvPr>
          <p:cNvSpPr/>
          <p:nvPr/>
        </p:nvSpPr>
        <p:spPr>
          <a:xfrm>
            <a:off x="9760540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85DD0895-C591-6706-96FA-C7CB3848DE82}"/>
              </a:ext>
            </a:extLst>
          </p:cNvPr>
          <p:cNvSpPr/>
          <p:nvPr/>
        </p:nvSpPr>
        <p:spPr>
          <a:xfrm>
            <a:off x="10699696" y="23193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2E8D7F9-D0F6-6121-B60F-ADD5E9C9CA43}"/>
              </a:ext>
            </a:extLst>
          </p:cNvPr>
          <p:cNvSpPr/>
          <p:nvPr/>
        </p:nvSpPr>
        <p:spPr>
          <a:xfrm>
            <a:off x="10244411" y="13636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FB4C42E-3B50-2F8D-F9E8-A167293CCC5A}"/>
              </a:ext>
            </a:extLst>
          </p:cNvPr>
          <p:cNvCxnSpPr>
            <a:cxnSpLocks/>
            <a:stCxn id="17" idx="2"/>
            <a:endCxn id="14" idx="0"/>
          </p:cNvCxnSpPr>
          <p:nvPr/>
        </p:nvCxnSpPr>
        <p:spPr>
          <a:xfrm flipH="1">
            <a:off x="7462079" y="593424"/>
            <a:ext cx="1609601" cy="1725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694114C-8847-6E93-9559-3F94A1E9A3F5}"/>
              </a:ext>
            </a:extLst>
          </p:cNvPr>
          <p:cNvCxnSpPr>
            <a:cxnSpLocks/>
            <a:stCxn id="17" idx="3"/>
            <a:endCxn id="15" idx="0"/>
          </p:cNvCxnSpPr>
          <p:nvPr/>
        </p:nvCxnSpPr>
        <p:spPr>
          <a:xfrm flipH="1">
            <a:off x="8220701" y="711273"/>
            <a:ext cx="899794" cy="16047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FAE8864-EB12-3732-E4C6-08EBE6757F7F}"/>
              </a:ext>
            </a:extLst>
          </p:cNvPr>
          <p:cNvCxnSpPr>
            <a:cxnSpLocks/>
            <a:stCxn id="17" idx="4"/>
            <a:endCxn id="16" idx="0"/>
          </p:cNvCxnSpPr>
          <p:nvPr/>
        </p:nvCxnSpPr>
        <p:spPr>
          <a:xfrm flipH="1">
            <a:off x="8928422" y="760088"/>
            <a:ext cx="309922" cy="15558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60EBBE3-DCB8-7F82-623C-2D5229967FB3}"/>
              </a:ext>
            </a:extLst>
          </p:cNvPr>
          <p:cNvCxnSpPr>
            <a:cxnSpLocks/>
            <a:stCxn id="20" idx="5"/>
            <a:endCxn id="19" idx="0"/>
          </p:cNvCxnSpPr>
          <p:nvPr/>
        </p:nvCxnSpPr>
        <p:spPr>
          <a:xfrm>
            <a:off x="10528924" y="1648196"/>
            <a:ext cx="337436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8491876-BEC0-A3F6-76B5-C04B125DBEA7}"/>
              </a:ext>
            </a:extLst>
          </p:cNvPr>
          <p:cNvCxnSpPr>
            <a:cxnSpLocks/>
            <a:stCxn id="20" idx="3"/>
            <a:endCxn id="18" idx="0"/>
          </p:cNvCxnSpPr>
          <p:nvPr/>
        </p:nvCxnSpPr>
        <p:spPr>
          <a:xfrm flipH="1">
            <a:off x="9927204" y="1648196"/>
            <a:ext cx="366022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87D02D4-C5A1-8106-85C8-A3CE564D82CB}"/>
              </a:ext>
            </a:extLst>
          </p:cNvPr>
          <p:cNvCxnSpPr/>
          <p:nvPr/>
        </p:nvCxnSpPr>
        <p:spPr>
          <a:xfrm>
            <a:off x="5660876" y="1445922"/>
            <a:ext cx="968453" cy="0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C03E25-29D4-4FB1-9528-B14330C79E6F}"/>
              </a:ext>
            </a:extLst>
          </p:cNvPr>
          <p:cNvCxnSpPr>
            <a:cxnSpLocks/>
            <a:stCxn id="17" idx="6"/>
            <a:endCxn id="20" idx="1"/>
          </p:cNvCxnSpPr>
          <p:nvPr/>
        </p:nvCxnSpPr>
        <p:spPr>
          <a:xfrm>
            <a:off x="9405008" y="593424"/>
            <a:ext cx="888218" cy="81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07435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BACA2-E52E-C523-9C5D-71189AC4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99063E3-48CB-D6E2-468F-C3C678AEC7D6}"/>
              </a:ext>
            </a:extLst>
          </p:cNvPr>
          <p:cNvSpPr/>
          <p:nvPr/>
        </p:nvSpPr>
        <p:spPr>
          <a:xfrm>
            <a:off x="1088306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BF115C-9015-4CE6-D664-B6D6ABEE7D9B}"/>
              </a:ext>
            </a:extLst>
          </p:cNvPr>
          <p:cNvSpPr/>
          <p:nvPr/>
        </p:nvSpPr>
        <p:spPr>
          <a:xfrm>
            <a:off x="1846928" y="2243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AFD6A94-3324-0669-9259-8EB41523E83D}"/>
              </a:ext>
            </a:extLst>
          </p:cNvPr>
          <p:cNvSpPr/>
          <p:nvPr/>
        </p:nvSpPr>
        <p:spPr>
          <a:xfrm>
            <a:off x="2554649" y="2243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3FF374A3-22B0-5DEC-DE49-BFA21EFBE496}"/>
              </a:ext>
            </a:extLst>
          </p:cNvPr>
          <p:cNvSpPr/>
          <p:nvPr/>
        </p:nvSpPr>
        <p:spPr>
          <a:xfrm>
            <a:off x="2864571" y="3546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97E513-E17C-4737-8858-7690449E5535}"/>
              </a:ext>
            </a:extLst>
          </p:cNvPr>
          <p:cNvSpPr/>
          <p:nvPr/>
        </p:nvSpPr>
        <p:spPr>
          <a:xfrm>
            <a:off x="3553431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F29C93D-C33E-BAFD-7928-06AB1F31849C}"/>
              </a:ext>
            </a:extLst>
          </p:cNvPr>
          <p:cNvSpPr/>
          <p:nvPr/>
        </p:nvSpPr>
        <p:spPr>
          <a:xfrm>
            <a:off x="4492587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31165AE-F990-D3FD-C9BE-08B187658592}"/>
              </a:ext>
            </a:extLst>
          </p:cNvPr>
          <p:cNvSpPr/>
          <p:nvPr/>
        </p:nvSpPr>
        <p:spPr>
          <a:xfrm>
            <a:off x="4037302" y="129161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F0FF226-C6A5-EC46-AB3A-E5D12FB3E11E}"/>
              </a:ext>
            </a:extLst>
          </p:cNvPr>
          <p:cNvCxnSpPr>
            <a:cxnSpLocks/>
            <a:stCxn id="5" idx="2"/>
            <a:endCxn id="2" idx="0"/>
          </p:cNvCxnSpPr>
          <p:nvPr/>
        </p:nvCxnSpPr>
        <p:spPr>
          <a:xfrm flipH="1">
            <a:off x="1254970" y="521353"/>
            <a:ext cx="1609601" cy="1725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EE5EC49-3D53-3FE1-0706-3B49717FD2DA}"/>
              </a:ext>
            </a:extLst>
          </p:cNvPr>
          <p:cNvCxnSpPr>
            <a:cxnSpLocks/>
            <a:stCxn id="5" idx="3"/>
            <a:endCxn id="3" idx="0"/>
          </p:cNvCxnSpPr>
          <p:nvPr/>
        </p:nvCxnSpPr>
        <p:spPr>
          <a:xfrm flipH="1">
            <a:off x="2013592" y="639202"/>
            <a:ext cx="899794" cy="16047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7CD1275-2F8C-ACEA-D33C-FCB646C755E9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 flipH="1">
            <a:off x="2721313" y="688017"/>
            <a:ext cx="309922" cy="15558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63B80E13-2A75-DB28-2817-6B97498AE71C}"/>
              </a:ext>
            </a:extLst>
          </p:cNvPr>
          <p:cNvCxnSpPr>
            <a:cxnSpLocks/>
            <a:stCxn id="8" idx="5"/>
            <a:endCxn id="7" idx="0"/>
          </p:cNvCxnSpPr>
          <p:nvPr/>
        </p:nvCxnSpPr>
        <p:spPr>
          <a:xfrm>
            <a:off x="4321815" y="1576125"/>
            <a:ext cx="337436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5F6ECA9-D740-6A90-36ED-F770E4131349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3720095" y="1576125"/>
            <a:ext cx="366022" cy="671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5DE7A0E-DD74-2E0C-0F34-CBA2876A73C1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3197899" y="521353"/>
            <a:ext cx="888218" cy="81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椭圆 14">
            <a:extLst>
              <a:ext uri="{FF2B5EF4-FFF2-40B4-BE49-F238E27FC236}">
                <a16:creationId xmlns:a16="http://schemas.microsoft.com/office/drawing/2014/main" id="{E675B814-1DC3-25FE-8F9D-69692FBED686}"/>
              </a:ext>
            </a:extLst>
          </p:cNvPr>
          <p:cNvSpPr/>
          <p:nvPr/>
        </p:nvSpPr>
        <p:spPr>
          <a:xfrm>
            <a:off x="6162956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842E57E-F465-C70C-11F6-E0E64C87ADC3}"/>
              </a:ext>
            </a:extLst>
          </p:cNvPr>
          <p:cNvSpPr/>
          <p:nvPr/>
        </p:nvSpPr>
        <p:spPr>
          <a:xfrm>
            <a:off x="6921578" y="2243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C705E831-9854-ADCF-0276-6D8AD67115F9}"/>
              </a:ext>
            </a:extLst>
          </p:cNvPr>
          <p:cNvSpPr/>
          <p:nvPr/>
        </p:nvSpPr>
        <p:spPr>
          <a:xfrm>
            <a:off x="7629299" y="2243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DD52F8A-0771-682F-6A3F-BEC74FC69B51}"/>
              </a:ext>
            </a:extLst>
          </p:cNvPr>
          <p:cNvSpPr/>
          <p:nvPr/>
        </p:nvSpPr>
        <p:spPr>
          <a:xfrm>
            <a:off x="7939221" y="3546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89C0D419-B98F-2807-88A4-762C9C8A5F2F}"/>
              </a:ext>
            </a:extLst>
          </p:cNvPr>
          <p:cNvSpPr/>
          <p:nvPr/>
        </p:nvSpPr>
        <p:spPr>
          <a:xfrm>
            <a:off x="8628081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B5A7ED5A-6A85-68FF-BCC4-5FEE3255A83B}"/>
              </a:ext>
            </a:extLst>
          </p:cNvPr>
          <p:cNvSpPr/>
          <p:nvPr/>
        </p:nvSpPr>
        <p:spPr>
          <a:xfrm>
            <a:off x="9567237" y="22473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8B64582-00F2-655B-46DF-82680BAC4A6D}"/>
              </a:ext>
            </a:extLst>
          </p:cNvPr>
          <p:cNvSpPr/>
          <p:nvPr/>
        </p:nvSpPr>
        <p:spPr>
          <a:xfrm>
            <a:off x="9137359" y="12762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54BBCA8-2187-7A04-3FDC-D09A887E6202}"/>
              </a:ext>
            </a:extLst>
          </p:cNvPr>
          <p:cNvCxnSpPr>
            <a:cxnSpLocks/>
            <a:stCxn id="18" idx="2"/>
            <a:endCxn id="15" idx="0"/>
          </p:cNvCxnSpPr>
          <p:nvPr/>
        </p:nvCxnSpPr>
        <p:spPr>
          <a:xfrm flipH="1">
            <a:off x="6329620" y="521353"/>
            <a:ext cx="1609601" cy="1725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FDF235B-19E5-0961-DB29-C7EDC4D2E870}"/>
              </a:ext>
            </a:extLst>
          </p:cNvPr>
          <p:cNvCxnSpPr>
            <a:cxnSpLocks/>
            <a:stCxn id="18" idx="3"/>
            <a:endCxn id="16" idx="0"/>
          </p:cNvCxnSpPr>
          <p:nvPr/>
        </p:nvCxnSpPr>
        <p:spPr>
          <a:xfrm flipH="1">
            <a:off x="7088242" y="639202"/>
            <a:ext cx="899794" cy="16047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C8776AE-AF08-EEB6-D32A-E39FF042DCA0}"/>
              </a:ext>
            </a:extLst>
          </p:cNvPr>
          <p:cNvCxnSpPr>
            <a:cxnSpLocks/>
            <a:stCxn id="18" idx="4"/>
            <a:endCxn id="17" idx="0"/>
          </p:cNvCxnSpPr>
          <p:nvPr/>
        </p:nvCxnSpPr>
        <p:spPr>
          <a:xfrm flipH="1">
            <a:off x="7795963" y="688017"/>
            <a:ext cx="309922" cy="15558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F499409-ACDD-9BB9-4715-288A4A20A747}"/>
              </a:ext>
            </a:extLst>
          </p:cNvPr>
          <p:cNvCxnSpPr>
            <a:cxnSpLocks/>
            <a:stCxn id="18" idx="6"/>
            <a:endCxn id="20" idx="0"/>
          </p:cNvCxnSpPr>
          <p:nvPr/>
        </p:nvCxnSpPr>
        <p:spPr>
          <a:xfrm>
            <a:off x="8272549" y="521353"/>
            <a:ext cx="1461352" cy="1725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18D5F3E-75EE-DF7E-A7C3-7A0556F7F884}"/>
              </a:ext>
            </a:extLst>
          </p:cNvPr>
          <p:cNvCxnSpPr>
            <a:cxnSpLocks/>
            <a:stCxn id="18" idx="5"/>
            <a:endCxn id="19" idx="0"/>
          </p:cNvCxnSpPr>
          <p:nvPr/>
        </p:nvCxnSpPr>
        <p:spPr>
          <a:xfrm>
            <a:off x="8223734" y="639202"/>
            <a:ext cx="571011" cy="1608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6D2CA41-5AAA-5AB1-1783-FD10A64282E0}"/>
              </a:ext>
            </a:extLst>
          </p:cNvPr>
          <p:cNvCxnSpPr/>
          <p:nvPr/>
        </p:nvCxnSpPr>
        <p:spPr>
          <a:xfrm>
            <a:off x="5127547" y="1276205"/>
            <a:ext cx="968453" cy="0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1475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891E-7E48-1D12-DB02-EF352ED8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4230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C79F3-4449-07D6-4E1D-EE8295E4B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45938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C75C2-7675-6CC8-F566-9DFC8F0A6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091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7462</TotalTime>
  <Words>2117</Words>
  <Application>Microsoft Office PowerPoint</Application>
  <PresentationFormat>宽屏</PresentationFormat>
  <Paragraphs>1261</Paragraphs>
  <Slides>63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6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185</cp:revision>
  <dcterms:created xsi:type="dcterms:W3CDTF">2026-10-08T09:44:33Z</dcterms:created>
  <dcterms:modified xsi:type="dcterms:W3CDTF">2026-10-28T13:58:05Z</dcterms:modified>
</cp:coreProperties>
</file>