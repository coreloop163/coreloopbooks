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8" r:id="rId3"/>
    <p:sldId id="259" r:id="rId4"/>
    <p:sldId id="260" r:id="rId5"/>
    <p:sldId id="257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94" d="100"/>
          <a:sy n="94" d="100"/>
        </p:scale>
        <p:origin x="653" y="4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62C6100-BC17-37D2-0697-A096EBCEC60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A69A9DD6-134F-10B7-BCD0-5A68DF3AFDA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866F715E-D547-0751-6CA2-E474ECFD82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17A84F-C5EA-4D1F-9163-CC9D70D46673}" type="datetimeFigureOut">
              <a:rPr lang="zh-CN" altLang="en-US" smtClean="0"/>
              <a:t>2026/10/8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56481EE7-3E38-8DA6-C9E9-BF43BFC1EC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82D45442-D2A0-F928-8149-C42A09D562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FFF05B-BDF1-4B66-AC48-7A0F4E4467D1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9062281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1CE1436-A581-4149-5BB9-7B00EB7888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F9B32F54-8249-A3B5-E16D-8C5147A7ABC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94E067AD-9580-F787-FE84-EAF863F12C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17A84F-C5EA-4D1F-9163-CC9D70D46673}" type="datetimeFigureOut">
              <a:rPr lang="zh-CN" altLang="en-US" smtClean="0"/>
              <a:t>2026/10/8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D4B2AB19-0F1B-4930-A34A-A17A3E98F4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5752E59C-0BAB-82F0-699A-FE0D80D33A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FFF05B-BDF1-4B66-AC48-7A0F4E4467D1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32265437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B1C8D97-03CA-AFB4-B8BB-661B78D1D2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A714FB89-34C3-1B0E-D7FD-0C52EDC8A01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D2FC9D3A-187F-5F3E-09A3-D09ACD046D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17A84F-C5EA-4D1F-9163-CC9D70D46673}" type="datetimeFigureOut">
              <a:rPr lang="zh-CN" altLang="en-US" smtClean="0"/>
              <a:t>2026/10/8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FF2496F4-6496-0198-DC96-89A2F1A638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D08AAC11-B8FA-05C0-F622-62067431B7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FFF05B-BDF1-4B66-AC48-7A0F4E4467D1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09830743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BCDC6C7-1D84-0E15-78D4-41F3AE3A87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1D06BF8C-1129-016B-E14E-F84BB7FC803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8F701F41-76C2-975A-D7FF-767BA1BB373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E1031A5B-D8D8-90A0-638B-2D528BF005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17A84F-C5EA-4D1F-9163-CC9D70D46673}" type="datetimeFigureOut">
              <a:rPr lang="zh-CN" altLang="en-US" smtClean="0"/>
              <a:t>2026/10/8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2F94C111-F9EA-E595-EF43-C24291139D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EB6F413B-A086-2A81-E488-E16183E150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FFF05B-BDF1-4B66-AC48-7A0F4E4467D1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59077881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E5D6B0B0-372B-0CBD-9CC5-5695E6CBB1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B67463DD-1E80-93BD-A130-3E3A8D1BF2A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F749D081-0D9F-AE59-51E1-23F155276D4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B941836B-571E-C773-4EFE-2E39C63B911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5BE7B07A-80BD-45FD-25B0-C6F838AF673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325480C7-7AD7-FE37-3CF8-8578FAB7AC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17A84F-C5EA-4D1F-9163-CC9D70D46673}" type="datetimeFigureOut">
              <a:rPr lang="zh-CN" altLang="en-US" smtClean="0"/>
              <a:t>2026/10/8</a:t>
            </a:fld>
            <a:endParaRPr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A6DD03B1-AFA2-F2B4-722A-45114F37A5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9F45AF2A-44FF-0BAD-C2C7-B77B852B09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FFF05B-BDF1-4B66-AC48-7A0F4E4467D1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94416000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44DAE9F-BC96-C3C1-736D-9FBFEC54A0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6793ADFB-D2E8-019F-2999-3BA9F86B481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17A84F-C5EA-4D1F-9163-CC9D70D46673}" type="datetimeFigureOut">
              <a:rPr lang="zh-CN" altLang="en-US" smtClean="0"/>
              <a:t>2026/10/8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EBF74724-BBA9-7161-B087-6515BFCB0E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00A9DFB1-8303-8F83-FD3B-48FB38D65A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FFF05B-BDF1-4B66-AC48-7A0F4E4467D1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07405748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09AFA53C-F2ED-F3E9-BC76-D739CB9745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17A84F-C5EA-4D1F-9163-CC9D70D46673}" type="datetimeFigureOut">
              <a:rPr lang="zh-CN" altLang="en-US" smtClean="0"/>
              <a:t>2026/10/8</a:t>
            </a:fld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22BC8760-BA92-5021-F6D7-7D8A9CACA8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1BE5D528-FB68-FA4B-AB5A-2020F00EF9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FFF05B-BDF1-4B66-AC48-7A0F4E4467D1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59346044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661DFB2-DCB0-EBFD-230A-EA0F6EC3DBB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25FEE903-3A3D-4E06-5F75-D5385F8C3FA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928328DD-D1D9-2954-A1A4-735A09FDF28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D795AD00-77A5-45C5-B606-3C3673877A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17A84F-C5EA-4D1F-9163-CC9D70D46673}" type="datetimeFigureOut">
              <a:rPr lang="zh-CN" altLang="en-US" smtClean="0"/>
              <a:t>2026/10/8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3CC58BE1-B066-BC10-9475-26149FF200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BB223964-5B77-1C9E-5003-9A92C4DF40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FFF05B-BDF1-4B66-AC48-7A0F4E4467D1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85032840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FEE2EDA-35AC-AF9F-B4CF-308AAA7B44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45F655BB-5EF6-317B-C60E-9304CEB995BA}"/>
              </a:ext>
            </a:extLst>
          </p:cNvPr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EDD3D5AB-C6B6-B220-A53B-EC0CC32184F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B0293073-5151-AFF5-0F64-C5A84CB9F4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17A84F-C5EA-4D1F-9163-CC9D70D46673}" type="datetimeFigureOut">
              <a:rPr lang="zh-CN" altLang="en-US" smtClean="0"/>
              <a:t>2026/10/8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6AC82E39-C622-BEEE-478A-70F3004C2E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2D3F2F1C-DF01-2CC9-C4A8-CE8E977CCF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FFF05B-BDF1-4B66-AC48-7A0F4E4467D1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95250870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B747F21-4C8B-C7F3-E36D-D6CE733009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C43134F7-46E6-A662-6370-0B574D4008E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53165B0A-1530-6A03-E4D7-D157BEC742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17A84F-C5EA-4D1F-9163-CC9D70D46673}" type="datetimeFigureOut">
              <a:rPr lang="zh-CN" altLang="en-US" smtClean="0"/>
              <a:t>2026/10/8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AB710036-5223-B74C-5891-D51029BA9C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E6FD7AF7-AEF2-BD2C-7758-B4519F64FB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FFF05B-BDF1-4B66-AC48-7A0F4E4467D1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47302485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35F161E1-30A2-AF6C-D8BE-BCC0038BF56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30F8846A-12D4-1F5C-2C32-67AB1510063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F1E62B9D-FC0E-2B7D-5340-33D80B6ABB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17A84F-C5EA-4D1F-9163-CC9D70D46673}" type="datetimeFigureOut">
              <a:rPr lang="zh-CN" altLang="en-US" smtClean="0"/>
              <a:t>2026/10/8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9B6D75D6-4268-4AE1-BB29-5A220E3483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F9C84BB1-599D-C07C-DEC8-E0A27FD0DB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FFF05B-BDF1-4B66-AC48-7A0F4E4467D1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91637548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677712CF-7D6E-365B-17BA-E50A45C55F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2D344586-C4A5-4778-88B2-E0A86E93C58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5D6FD74A-E193-A987-63AF-CFA69D2CCAE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617A84F-C5EA-4D1F-9163-CC9D70D46673}" type="datetimeFigureOut">
              <a:rPr lang="zh-CN" altLang="en-US" smtClean="0"/>
              <a:t>2026/10/8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8D643623-5516-AC4E-4445-0B80B69965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53760636-6ADD-5EEE-ABBC-B53C0B08401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FFFF05B-BDF1-4B66-AC48-7A0F4E4467D1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65421354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椭圆 3">
            <a:extLst>
              <a:ext uri="{FF2B5EF4-FFF2-40B4-BE49-F238E27FC236}">
                <a16:creationId xmlns:a16="http://schemas.microsoft.com/office/drawing/2014/main" id="{1DBAFA7F-271E-6A2C-73AD-3ADB41E6D4B4}"/>
              </a:ext>
            </a:extLst>
          </p:cNvPr>
          <p:cNvSpPr/>
          <p:nvPr/>
        </p:nvSpPr>
        <p:spPr>
          <a:xfrm>
            <a:off x="4662089" y="657648"/>
            <a:ext cx="617108" cy="6171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A</a:t>
            </a:r>
            <a:endParaRPr lang="zh-CN" altLang="en-US"/>
          </a:p>
        </p:txBody>
      </p:sp>
      <p:sp>
        <p:nvSpPr>
          <p:cNvPr id="6" name="椭圆 5">
            <a:extLst>
              <a:ext uri="{FF2B5EF4-FFF2-40B4-BE49-F238E27FC236}">
                <a16:creationId xmlns:a16="http://schemas.microsoft.com/office/drawing/2014/main" id="{E162A03B-AE08-5FD1-A038-360E72367F0D}"/>
              </a:ext>
            </a:extLst>
          </p:cNvPr>
          <p:cNvSpPr/>
          <p:nvPr/>
        </p:nvSpPr>
        <p:spPr>
          <a:xfrm>
            <a:off x="3156858" y="1940662"/>
            <a:ext cx="617108" cy="6171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B</a:t>
            </a:r>
            <a:endParaRPr lang="zh-CN" altLang="en-US"/>
          </a:p>
        </p:txBody>
      </p:sp>
      <p:sp>
        <p:nvSpPr>
          <p:cNvPr id="8" name="椭圆 7">
            <a:extLst>
              <a:ext uri="{FF2B5EF4-FFF2-40B4-BE49-F238E27FC236}">
                <a16:creationId xmlns:a16="http://schemas.microsoft.com/office/drawing/2014/main" id="{A0586D5D-045E-CB96-E936-C0C4F4972830}"/>
              </a:ext>
            </a:extLst>
          </p:cNvPr>
          <p:cNvSpPr/>
          <p:nvPr/>
        </p:nvSpPr>
        <p:spPr>
          <a:xfrm>
            <a:off x="4662089" y="1940662"/>
            <a:ext cx="617108" cy="6171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C</a:t>
            </a:r>
            <a:endParaRPr lang="zh-CN" altLang="en-US"/>
          </a:p>
        </p:txBody>
      </p:sp>
      <p:sp>
        <p:nvSpPr>
          <p:cNvPr id="10" name="椭圆 9">
            <a:extLst>
              <a:ext uri="{FF2B5EF4-FFF2-40B4-BE49-F238E27FC236}">
                <a16:creationId xmlns:a16="http://schemas.microsoft.com/office/drawing/2014/main" id="{41EF40F1-DAD7-6251-C3D7-7DC0BCBB25A0}"/>
              </a:ext>
            </a:extLst>
          </p:cNvPr>
          <p:cNvSpPr/>
          <p:nvPr/>
        </p:nvSpPr>
        <p:spPr>
          <a:xfrm>
            <a:off x="6167320" y="1940662"/>
            <a:ext cx="617108" cy="6171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D</a:t>
            </a:r>
            <a:endParaRPr lang="zh-CN" altLang="en-US"/>
          </a:p>
        </p:txBody>
      </p:sp>
      <p:sp>
        <p:nvSpPr>
          <p:cNvPr id="12" name="椭圆 11">
            <a:extLst>
              <a:ext uri="{FF2B5EF4-FFF2-40B4-BE49-F238E27FC236}">
                <a16:creationId xmlns:a16="http://schemas.microsoft.com/office/drawing/2014/main" id="{C0684E5F-AE2B-5E7F-C03B-9BBC87F51F2C}"/>
              </a:ext>
            </a:extLst>
          </p:cNvPr>
          <p:cNvSpPr/>
          <p:nvPr/>
        </p:nvSpPr>
        <p:spPr>
          <a:xfrm>
            <a:off x="5216135" y="3125705"/>
            <a:ext cx="617108" cy="6171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F</a:t>
            </a:r>
            <a:endParaRPr lang="zh-CN" altLang="en-US"/>
          </a:p>
        </p:txBody>
      </p:sp>
      <p:sp>
        <p:nvSpPr>
          <p:cNvPr id="14" name="椭圆 13">
            <a:extLst>
              <a:ext uri="{FF2B5EF4-FFF2-40B4-BE49-F238E27FC236}">
                <a16:creationId xmlns:a16="http://schemas.microsoft.com/office/drawing/2014/main" id="{2328AE6B-EF4B-04D1-6ED1-7F7DD1C0A0BD}"/>
              </a:ext>
            </a:extLst>
          </p:cNvPr>
          <p:cNvSpPr/>
          <p:nvPr/>
        </p:nvSpPr>
        <p:spPr>
          <a:xfrm>
            <a:off x="4192877" y="3120446"/>
            <a:ext cx="617108" cy="6171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E</a:t>
            </a:r>
            <a:endParaRPr lang="zh-CN" altLang="en-US"/>
          </a:p>
        </p:txBody>
      </p:sp>
      <p:cxnSp>
        <p:nvCxnSpPr>
          <p:cNvPr id="16" name="直接箭头连接符 15">
            <a:extLst>
              <a:ext uri="{FF2B5EF4-FFF2-40B4-BE49-F238E27FC236}">
                <a16:creationId xmlns:a16="http://schemas.microsoft.com/office/drawing/2014/main" id="{801E8280-7688-9CBE-5E7B-03830657DB32}"/>
              </a:ext>
            </a:extLst>
          </p:cNvPr>
          <p:cNvCxnSpPr>
            <a:stCxn id="4" idx="4"/>
            <a:endCxn id="8" idx="0"/>
          </p:cNvCxnSpPr>
          <p:nvPr/>
        </p:nvCxnSpPr>
        <p:spPr>
          <a:xfrm>
            <a:off x="4970643" y="1274756"/>
            <a:ext cx="0" cy="66590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8" name="直接箭头连接符 17">
            <a:extLst>
              <a:ext uri="{FF2B5EF4-FFF2-40B4-BE49-F238E27FC236}">
                <a16:creationId xmlns:a16="http://schemas.microsoft.com/office/drawing/2014/main" id="{F14113EC-C80D-56DF-C1C8-CB05510D3432}"/>
              </a:ext>
            </a:extLst>
          </p:cNvPr>
          <p:cNvCxnSpPr>
            <a:cxnSpLocks/>
            <a:stCxn id="4" idx="3"/>
            <a:endCxn id="6" idx="7"/>
          </p:cNvCxnSpPr>
          <p:nvPr/>
        </p:nvCxnSpPr>
        <p:spPr>
          <a:xfrm flipH="1">
            <a:off x="3683593" y="1184383"/>
            <a:ext cx="1068869" cy="84665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0" name="直接箭头连接符 19">
            <a:extLst>
              <a:ext uri="{FF2B5EF4-FFF2-40B4-BE49-F238E27FC236}">
                <a16:creationId xmlns:a16="http://schemas.microsoft.com/office/drawing/2014/main" id="{E9EBAEA9-6AE2-9452-75C8-563C5E8DA327}"/>
              </a:ext>
            </a:extLst>
          </p:cNvPr>
          <p:cNvCxnSpPr>
            <a:stCxn id="4" idx="5"/>
            <a:endCxn id="10" idx="1"/>
          </p:cNvCxnSpPr>
          <p:nvPr/>
        </p:nvCxnSpPr>
        <p:spPr>
          <a:xfrm>
            <a:off x="5188824" y="1184383"/>
            <a:ext cx="1068869" cy="84665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" name="直接箭头连接符 21">
            <a:extLst>
              <a:ext uri="{FF2B5EF4-FFF2-40B4-BE49-F238E27FC236}">
                <a16:creationId xmlns:a16="http://schemas.microsoft.com/office/drawing/2014/main" id="{114EBAD0-ED9E-9B80-8EC8-FC0C2F6956B9}"/>
              </a:ext>
            </a:extLst>
          </p:cNvPr>
          <p:cNvCxnSpPr>
            <a:cxnSpLocks/>
            <a:stCxn id="8" idx="4"/>
            <a:endCxn id="14" idx="0"/>
          </p:cNvCxnSpPr>
          <p:nvPr/>
        </p:nvCxnSpPr>
        <p:spPr>
          <a:xfrm flipH="1">
            <a:off x="4501431" y="2557770"/>
            <a:ext cx="469212" cy="56267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5" name="直接箭头连接符 24">
            <a:extLst>
              <a:ext uri="{FF2B5EF4-FFF2-40B4-BE49-F238E27FC236}">
                <a16:creationId xmlns:a16="http://schemas.microsoft.com/office/drawing/2014/main" id="{A02EF41D-9352-6787-0533-EC3D624EB84A}"/>
              </a:ext>
            </a:extLst>
          </p:cNvPr>
          <p:cNvCxnSpPr>
            <a:cxnSpLocks/>
            <a:stCxn id="8" idx="4"/>
            <a:endCxn id="12" idx="0"/>
          </p:cNvCxnSpPr>
          <p:nvPr/>
        </p:nvCxnSpPr>
        <p:spPr>
          <a:xfrm>
            <a:off x="4970643" y="2557770"/>
            <a:ext cx="554046" cy="56793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1" name="文本框 30">
            <a:extLst>
              <a:ext uri="{FF2B5EF4-FFF2-40B4-BE49-F238E27FC236}">
                <a16:creationId xmlns:a16="http://schemas.microsoft.com/office/drawing/2014/main" id="{645FE2AD-0005-56DB-546F-C5DAD4E2BC5C}"/>
              </a:ext>
            </a:extLst>
          </p:cNvPr>
          <p:cNvSpPr txBox="1"/>
          <p:nvPr/>
        </p:nvSpPr>
        <p:spPr>
          <a:xfrm>
            <a:off x="3442140" y="1526575"/>
            <a:ext cx="97654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400"/>
              <a:t>A.childs[0]</a:t>
            </a:r>
            <a:endParaRPr lang="zh-CN" altLang="en-US" sz="1400"/>
          </a:p>
        </p:txBody>
      </p:sp>
      <p:sp>
        <p:nvSpPr>
          <p:cNvPr id="33" name="文本框 32">
            <a:extLst>
              <a:ext uri="{FF2B5EF4-FFF2-40B4-BE49-F238E27FC236}">
                <a16:creationId xmlns:a16="http://schemas.microsoft.com/office/drawing/2014/main" id="{759DAF05-BA0D-E6DE-1155-6287EC7509B7}"/>
              </a:ext>
            </a:extLst>
          </p:cNvPr>
          <p:cNvSpPr txBox="1"/>
          <p:nvPr/>
        </p:nvSpPr>
        <p:spPr>
          <a:xfrm>
            <a:off x="4457149" y="1357796"/>
            <a:ext cx="97654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400"/>
              <a:t>A.childs[1]</a:t>
            </a:r>
            <a:endParaRPr lang="zh-CN" altLang="en-US" sz="1400"/>
          </a:p>
        </p:txBody>
      </p:sp>
      <p:sp>
        <p:nvSpPr>
          <p:cNvPr id="35" name="文本框 34">
            <a:extLst>
              <a:ext uri="{FF2B5EF4-FFF2-40B4-BE49-F238E27FC236}">
                <a16:creationId xmlns:a16="http://schemas.microsoft.com/office/drawing/2014/main" id="{899BE414-3E57-C917-8B59-889C1859E8BB}"/>
              </a:ext>
            </a:extLst>
          </p:cNvPr>
          <p:cNvSpPr txBox="1"/>
          <p:nvPr/>
        </p:nvSpPr>
        <p:spPr>
          <a:xfrm>
            <a:off x="5499324" y="1557314"/>
            <a:ext cx="97654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400"/>
              <a:t>A.childs[2]</a:t>
            </a:r>
            <a:endParaRPr lang="zh-CN" altLang="en-US" sz="1400"/>
          </a:p>
        </p:txBody>
      </p:sp>
      <p:sp>
        <p:nvSpPr>
          <p:cNvPr id="37" name="文本框 36">
            <a:extLst>
              <a:ext uri="{FF2B5EF4-FFF2-40B4-BE49-F238E27FC236}">
                <a16:creationId xmlns:a16="http://schemas.microsoft.com/office/drawing/2014/main" id="{F3E6BB95-2E7A-61C6-0105-9E04C22D60BD}"/>
              </a:ext>
            </a:extLst>
          </p:cNvPr>
          <p:cNvSpPr txBox="1"/>
          <p:nvPr/>
        </p:nvSpPr>
        <p:spPr>
          <a:xfrm>
            <a:off x="3784049" y="2678970"/>
            <a:ext cx="97654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400"/>
              <a:t>C.childs[0]</a:t>
            </a:r>
            <a:endParaRPr lang="zh-CN" altLang="en-US" sz="1400"/>
          </a:p>
        </p:txBody>
      </p:sp>
      <p:sp>
        <p:nvSpPr>
          <p:cNvPr id="39" name="文本框 38">
            <a:extLst>
              <a:ext uri="{FF2B5EF4-FFF2-40B4-BE49-F238E27FC236}">
                <a16:creationId xmlns:a16="http://schemas.microsoft.com/office/drawing/2014/main" id="{D6D091F5-1F9A-9BAE-600D-E9D6E26152C1}"/>
              </a:ext>
            </a:extLst>
          </p:cNvPr>
          <p:cNvSpPr txBox="1"/>
          <p:nvPr/>
        </p:nvSpPr>
        <p:spPr>
          <a:xfrm>
            <a:off x="4970643" y="2700236"/>
            <a:ext cx="97654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400"/>
              <a:t>C.childs[1]</a:t>
            </a:r>
            <a:endParaRPr lang="zh-CN" altLang="en-US" sz="1400"/>
          </a:p>
        </p:txBody>
      </p:sp>
    </p:spTree>
    <p:extLst>
      <p:ext uri="{BB962C8B-B14F-4D97-AF65-F5344CB8AC3E}">
        <p14:creationId xmlns:p14="http://schemas.microsoft.com/office/powerpoint/2010/main" val="25226179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600E6F-781A-85E0-40A5-7E860A648D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椭圆 1">
            <a:extLst>
              <a:ext uri="{FF2B5EF4-FFF2-40B4-BE49-F238E27FC236}">
                <a16:creationId xmlns:a16="http://schemas.microsoft.com/office/drawing/2014/main" id="{A2636247-3BE7-D07E-22C8-4A953237B097}"/>
              </a:ext>
            </a:extLst>
          </p:cNvPr>
          <p:cNvSpPr/>
          <p:nvPr/>
        </p:nvSpPr>
        <p:spPr>
          <a:xfrm>
            <a:off x="4662089" y="657648"/>
            <a:ext cx="617108" cy="6171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A</a:t>
            </a:r>
            <a:endParaRPr lang="zh-CN" altLang="en-US"/>
          </a:p>
        </p:txBody>
      </p:sp>
      <p:sp>
        <p:nvSpPr>
          <p:cNvPr id="3" name="椭圆 2">
            <a:extLst>
              <a:ext uri="{FF2B5EF4-FFF2-40B4-BE49-F238E27FC236}">
                <a16:creationId xmlns:a16="http://schemas.microsoft.com/office/drawing/2014/main" id="{140CF2B0-0CCE-058F-3351-73E9CEA13902}"/>
              </a:ext>
            </a:extLst>
          </p:cNvPr>
          <p:cNvSpPr/>
          <p:nvPr/>
        </p:nvSpPr>
        <p:spPr>
          <a:xfrm>
            <a:off x="3156858" y="1847221"/>
            <a:ext cx="617108" cy="6171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B</a:t>
            </a:r>
            <a:endParaRPr lang="zh-CN" altLang="en-US"/>
          </a:p>
        </p:txBody>
      </p:sp>
      <p:sp>
        <p:nvSpPr>
          <p:cNvPr id="4" name="椭圆 3">
            <a:extLst>
              <a:ext uri="{FF2B5EF4-FFF2-40B4-BE49-F238E27FC236}">
                <a16:creationId xmlns:a16="http://schemas.microsoft.com/office/drawing/2014/main" id="{24FAA01F-E7D5-6B66-EFA9-8CAF6CD45829}"/>
              </a:ext>
            </a:extLst>
          </p:cNvPr>
          <p:cNvSpPr/>
          <p:nvPr/>
        </p:nvSpPr>
        <p:spPr>
          <a:xfrm>
            <a:off x="4662089" y="1847221"/>
            <a:ext cx="617108" cy="6171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C</a:t>
            </a:r>
            <a:endParaRPr lang="zh-CN" altLang="en-US"/>
          </a:p>
        </p:txBody>
      </p:sp>
      <p:sp>
        <p:nvSpPr>
          <p:cNvPr id="5" name="椭圆 4">
            <a:extLst>
              <a:ext uri="{FF2B5EF4-FFF2-40B4-BE49-F238E27FC236}">
                <a16:creationId xmlns:a16="http://schemas.microsoft.com/office/drawing/2014/main" id="{A72B8E72-AC1A-8825-C7A8-633EE12AE758}"/>
              </a:ext>
            </a:extLst>
          </p:cNvPr>
          <p:cNvSpPr/>
          <p:nvPr/>
        </p:nvSpPr>
        <p:spPr>
          <a:xfrm>
            <a:off x="6210313" y="1847221"/>
            <a:ext cx="617108" cy="6171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D</a:t>
            </a:r>
            <a:endParaRPr lang="zh-CN" altLang="en-US"/>
          </a:p>
        </p:txBody>
      </p:sp>
      <p:sp>
        <p:nvSpPr>
          <p:cNvPr id="6" name="椭圆 5">
            <a:extLst>
              <a:ext uri="{FF2B5EF4-FFF2-40B4-BE49-F238E27FC236}">
                <a16:creationId xmlns:a16="http://schemas.microsoft.com/office/drawing/2014/main" id="{5FAC8A1B-1149-4B7F-3C83-F87A34C1D5B5}"/>
              </a:ext>
            </a:extLst>
          </p:cNvPr>
          <p:cNvSpPr/>
          <p:nvPr/>
        </p:nvSpPr>
        <p:spPr>
          <a:xfrm>
            <a:off x="4932731" y="3062737"/>
            <a:ext cx="617108" cy="6171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F</a:t>
            </a:r>
            <a:endParaRPr lang="zh-CN" altLang="en-US"/>
          </a:p>
        </p:txBody>
      </p:sp>
      <p:sp>
        <p:nvSpPr>
          <p:cNvPr id="7" name="椭圆 6">
            <a:extLst>
              <a:ext uri="{FF2B5EF4-FFF2-40B4-BE49-F238E27FC236}">
                <a16:creationId xmlns:a16="http://schemas.microsoft.com/office/drawing/2014/main" id="{02EDF17B-BA08-4FD0-BD3B-1D8FB7F74D6B}"/>
              </a:ext>
            </a:extLst>
          </p:cNvPr>
          <p:cNvSpPr/>
          <p:nvPr/>
        </p:nvSpPr>
        <p:spPr>
          <a:xfrm>
            <a:off x="3909473" y="3057478"/>
            <a:ext cx="617108" cy="6171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E</a:t>
            </a:r>
            <a:endParaRPr lang="zh-CN" altLang="en-US"/>
          </a:p>
        </p:txBody>
      </p:sp>
      <p:cxnSp>
        <p:nvCxnSpPr>
          <p:cNvPr id="9" name="直接箭头连接符 8">
            <a:extLst>
              <a:ext uri="{FF2B5EF4-FFF2-40B4-BE49-F238E27FC236}">
                <a16:creationId xmlns:a16="http://schemas.microsoft.com/office/drawing/2014/main" id="{FADD79F7-4F06-C667-8A7D-69A0826CE779}"/>
              </a:ext>
            </a:extLst>
          </p:cNvPr>
          <p:cNvCxnSpPr>
            <a:cxnSpLocks/>
            <a:stCxn id="2" idx="3"/>
            <a:endCxn id="3" idx="7"/>
          </p:cNvCxnSpPr>
          <p:nvPr/>
        </p:nvCxnSpPr>
        <p:spPr>
          <a:xfrm flipH="1">
            <a:off x="3683593" y="1184383"/>
            <a:ext cx="1068869" cy="75321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" name="直接箭头连接符 10">
            <a:extLst>
              <a:ext uri="{FF2B5EF4-FFF2-40B4-BE49-F238E27FC236}">
                <a16:creationId xmlns:a16="http://schemas.microsoft.com/office/drawing/2014/main" id="{061968D5-4F43-D0A7-8A80-1EC7D31268FB}"/>
              </a:ext>
            </a:extLst>
          </p:cNvPr>
          <p:cNvCxnSpPr>
            <a:cxnSpLocks/>
            <a:stCxn id="4" idx="4"/>
          </p:cNvCxnSpPr>
          <p:nvPr/>
        </p:nvCxnSpPr>
        <p:spPr>
          <a:xfrm flipH="1">
            <a:off x="4218027" y="2464329"/>
            <a:ext cx="752616" cy="56267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" name="直接箭头连接符 18">
            <a:extLst>
              <a:ext uri="{FF2B5EF4-FFF2-40B4-BE49-F238E27FC236}">
                <a16:creationId xmlns:a16="http://schemas.microsoft.com/office/drawing/2014/main" id="{B549A7CD-5BA1-D4F5-10B3-9670EAACC653}"/>
              </a:ext>
            </a:extLst>
          </p:cNvPr>
          <p:cNvCxnSpPr>
            <a:stCxn id="3" idx="6"/>
            <a:endCxn id="4" idx="2"/>
          </p:cNvCxnSpPr>
          <p:nvPr/>
        </p:nvCxnSpPr>
        <p:spPr>
          <a:xfrm>
            <a:off x="3773966" y="2155775"/>
            <a:ext cx="88812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1" name="直接箭头连接符 20">
            <a:extLst>
              <a:ext uri="{FF2B5EF4-FFF2-40B4-BE49-F238E27FC236}">
                <a16:creationId xmlns:a16="http://schemas.microsoft.com/office/drawing/2014/main" id="{95535B8B-2607-B1E0-EAD5-16597BC9B094}"/>
              </a:ext>
            </a:extLst>
          </p:cNvPr>
          <p:cNvCxnSpPr>
            <a:stCxn id="4" idx="6"/>
            <a:endCxn id="5" idx="2"/>
          </p:cNvCxnSpPr>
          <p:nvPr/>
        </p:nvCxnSpPr>
        <p:spPr>
          <a:xfrm>
            <a:off x="5279197" y="2155775"/>
            <a:ext cx="931116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3" name="直接箭头连接符 22">
            <a:extLst>
              <a:ext uri="{FF2B5EF4-FFF2-40B4-BE49-F238E27FC236}">
                <a16:creationId xmlns:a16="http://schemas.microsoft.com/office/drawing/2014/main" id="{1DF238BD-1F6E-DDFC-0479-48FFDB8A894E}"/>
              </a:ext>
            </a:extLst>
          </p:cNvPr>
          <p:cNvCxnSpPr>
            <a:cxnSpLocks/>
            <a:stCxn id="7" idx="6"/>
            <a:endCxn id="6" idx="2"/>
          </p:cNvCxnSpPr>
          <p:nvPr/>
        </p:nvCxnSpPr>
        <p:spPr>
          <a:xfrm>
            <a:off x="4526581" y="3366032"/>
            <a:ext cx="406150" cy="525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4" name="文本框 23">
            <a:extLst>
              <a:ext uri="{FF2B5EF4-FFF2-40B4-BE49-F238E27FC236}">
                <a16:creationId xmlns:a16="http://schemas.microsoft.com/office/drawing/2014/main" id="{E4900160-D5ED-4051-9500-A6EC059CFBC0}"/>
              </a:ext>
            </a:extLst>
          </p:cNvPr>
          <p:cNvSpPr txBox="1"/>
          <p:nvPr/>
        </p:nvSpPr>
        <p:spPr>
          <a:xfrm>
            <a:off x="3350511" y="1259708"/>
            <a:ext cx="131157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A.first_child</a:t>
            </a:r>
            <a:endParaRPr lang="zh-CN" altLang="en-US"/>
          </a:p>
        </p:txBody>
      </p:sp>
      <p:cxnSp>
        <p:nvCxnSpPr>
          <p:cNvPr id="25" name="直接箭头连接符 24">
            <a:extLst>
              <a:ext uri="{FF2B5EF4-FFF2-40B4-BE49-F238E27FC236}">
                <a16:creationId xmlns:a16="http://schemas.microsoft.com/office/drawing/2014/main" id="{95093F01-6EF3-BFC7-88DC-A5F6FC3AC4D9}"/>
              </a:ext>
            </a:extLst>
          </p:cNvPr>
          <p:cNvCxnSpPr>
            <a:cxnSpLocks/>
          </p:cNvCxnSpPr>
          <p:nvPr/>
        </p:nvCxnSpPr>
        <p:spPr>
          <a:xfrm>
            <a:off x="5279197" y="944433"/>
            <a:ext cx="639629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8" name="文本框 27">
            <a:extLst>
              <a:ext uri="{FF2B5EF4-FFF2-40B4-BE49-F238E27FC236}">
                <a16:creationId xmlns:a16="http://schemas.microsoft.com/office/drawing/2014/main" id="{F705C5D3-A372-EF54-1815-A84DDBFC2EB7}"/>
              </a:ext>
            </a:extLst>
          </p:cNvPr>
          <p:cNvSpPr txBox="1"/>
          <p:nvPr/>
        </p:nvSpPr>
        <p:spPr>
          <a:xfrm>
            <a:off x="5918826" y="759767"/>
            <a:ext cx="235673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A.next_sibling = NULL</a:t>
            </a:r>
            <a:endParaRPr lang="zh-CN" altLang="en-US"/>
          </a:p>
        </p:txBody>
      </p:sp>
      <p:cxnSp>
        <p:nvCxnSpPr>
          <p:cNvPr id="29" name="直接箭头连接符 28">
            <a:extLst>
              <a:ext uri="{FF2B5EF4-FFF2-40B4-BE49-F238E27FC236}">
                <a16:creationId xmlns:a16="http://schemas.microsoft.com/office/drawing/2014/main" id="{E271EDDE-536C-56F4-AB88-6700311E5DA5}"/>
              </a:ext>
            </a:extLst>
          </p:cNvPr>
          <p:cNvCxnSpPr>
            <a:cxnSpLocks/>
          </p:cNvCxnSpPr>
          <p:nvPr/>
        </p:nvCxnSpPr>
        <p:spPr>
          <a:xfrm>
            <a:off x="6827421" y="2155775"/>
            <a:ext cx="639629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0" name="文本框 29">
            <a:extLst>
              <a:ext uri="{FF2B5EF4-FFF2-40B4-BE49-F238E27FC236}">
                <a16:creationId xmlns:a16="http://schemas.microsoft.com/office/drawing/2014/main" id="{BDC31367-DD37-C701-53BE-E003478B0664}"/>
              </a:ext>
            </a:extLst>
          </p:cNvPr>
          <p:cNvSpPr txBox="1"/>
          <p:nvPr/>
        </p:nvSpPr>
        <p:spPr>
          <a:xfrm>
            <a:off x="7467050" y="1971109"/>
            <a:ext cx="72167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NULL</a:t>
            </a:r>
            <a:endParaRPr lang="zh-CN" altLang="en-US"/>
          </a:p>
        </p:txBody>
      </p:sp>
      <p:cxnSp>
        <p:nvCxnSpPr>
          <p:cNvPr id="33" name="直接箭头连接符 32">
            <a:extLst>
              <a:ext uri="{FF2B5EF4-FFF2-40B4-BE49-F238E27FC236}">
                <a16:creationId xmlns:a16="http://schemas.microsoft.com/office/drawing/2014/main" id="{59499E4C-520D-72B9-0B9A-9CC0B974776C}"/>
              </a:ext>
            </a:extLst>
          </p:cNvPr>
          <p:cNvCxnSpPr>
            <a:cxnSpLocks/>
          </p:cNvCxnSpPr>
          <p:nvPr/>
        </p:nvCxnSpPr>
        <p:spPr>
          <a:xfrm flipH="1">
            <a:off x="6038394" y="2405020"/>
            <a:ext cx="300483" cy="36786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5" name="文本框 34">
            <a:extLst>
              <a:ext uri="{FF2B5EF4-FFF2-40B4-BE49-F238E27FC236}">
                <a16:creationId xmlns:a16="http://schemas.microsoft.com/office/drawing/2014/main" id="{88786871-8CA6-4AD5-5095-5167D18715FB}"/>
              </a:ext>
            </a:extLst>
          </p:cNvPr>
          <p:cNvSpPr txBox="1"/>
          <p:nvPr/>
        </p:nvSpPr>
        <p:spPr>
          <a:xfrm>
            <a:off x="5640585" y="2760904"/>
            <a:ext cx="201369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D.first_child=NULL</a:t>
            </a:r>
            <a:endParaRPr lang="zh-CN" altLang="en-US"/>
          </a:p>
        </p:txBody>
      </p:sp>
      <p:cxnSp>
        <p:nvCxnSpPr>
          <p:cNvPr id="38" name="直接箭头连接符 37">
            <a:extLst>
              <a:ext uri="{FF2B5EF4-FFF2-40B4-BE49-F238E27FC236}">
                <a16:creationId xmlns:a16="http://schemas.microsoft.com/office/drawing/2014/main" id="{ADAB7742-3721-A96E-F95F-14E2925EC07D}"/>
              </a:ext>
            </a:extLst>
          </p:cNvPr>
          <p:cNvCxnSpPr>
            <a:cxnSpLocks/>
          </p:cNvCxnSpPr>
          <p:nvPr/>
        </p:nvCxnSpPr>
        <p:spPr>
          <a:xfrm flipH="1">
            <a:off x="3683593" y="3572089"/>
            <a:ext cx="300483" cy="36786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9" name="文本框 38">
            <a:extLst>
              <a:ext uri="{FF2B5EF4-FFF2-40B4-BE49-F238E27FC236}">
                <a16:creationId xmlns:a16="http://schemas.microsoft.com/office/drawing/2014/main" id="{561E3674-6FE6-1EB8-FF7D-9E0E70C7DE10}"/>
              </a:ext>
            </a:extLst>
          </p:cNvPr>
          <p:cNvSpPr txBox="1"/>
          <p:nvPr/>
        </p:nvSpPr>
        <p:spPr>
          <a:xfrm>
            <a:off x="3284628" y="3939952"/>
            <a:ext cx="72167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NULL</a:t>
            </a:r>
            <a:endParaRPr lang="zh-CN" altLang="en-US"/>
          </a:p>
        </p:txBody>
      </p:sp>
      <p:cxnSp>
        <p:nvCxnSpPr>
          <p:cNvPr id="40" name="直接箭头连接符 39">
            <a:extLst>
              <a:ext uri="{FF2B5EF4-FFF2-40B4-BE49-F238E27FC236}">
                <a16:creationId xmlns:a16="http://schemas.microsoft.com/office/drawing/2014/main" id="{E23AB5CF-C3E2-C1F0-61A0-8E09BC2E4F0C}"/>
              </a:ext>
            </a:extLst>
          </p:cNvPr>
          <p:cNvCxnSpPr>
            <a:cxnSpLocks/>
          </p:cNvCxnSpPr>
          <p:nvPr/>
        </p:nvCxnSpPr>
        <p:spPr>
          <a:xfrm>
            <a:off x="5549839" y="3360773"/>
            <a:ext cx="643757" cy="525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2" name="文本框 41">
            <a:extLst>
              <a:ext uri="{FF2B5EF4-FFF2-40B4-BE49-F238E27FC236}">
                <a16:creationId xmlns:a16="http://schemas.microsoft.com/office/drawing/2014/main" id="{AA5E783D-BF96-C819-12F0-FADC53F1580D}"/>
              </a:ext>
            </a:extLst>
          </p:cNvPr>
          <p:cNvSpPr txBox="1"/>
          <p:nvPr/>
        </p:nvSpPr>
        <p:spPr>
          <a:xfrm>
            <a:off x="6182792" y="3183995"/>
            <a:ext cx="72167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NULL</a:t>
            </a:r>
            <a:endParaRPr lang="zh-CN" altLang="en-US"/>
          </a:p>
        </p:txBody>
      </p:sp>
      <p:cxnSp>
        <p:nvCxnSpPr>
          <p:cNvPr id="44" name="直接箭头连接符 43">
            <a:extLst>
              <a:ext uri="{FF2B5EF4-FFF2-40B4-BE49-F238E27FC236}">
                <a16:creationId xmlns:a16="http://schemas.microsoft.com/office/drawing/2014/main" id="{F0A0226F-B6E0-E46C-86A3-887DDB64FB27}"/>
              </a:ext>
            </a:extLst>
          </p:cNvPr>
          <p:cNvCxnSpPr>
            <a:cxnSpLocks/>
          </p:cNvCxnSpPr>
          <p:nvPr/>
        </p:nvCxnSpPr>
        <p:spPr>
          <a:xfrm flipH="1">
            <a:off x="4820401" y="3651009"/>
            <a:ext cx="300483" cy="36786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5" name="文本框 44">
            <a:extLst>
              <a:ext uri="{FF2B5EF4-FFF2-40B4-BE49-F238E27FC236}">
                <a16:creationId xmlns:a16="http://schemas.microsoft.com/office/drawing/2014/main" id="{EA9CC20C-8AA1-C32B-E7BD-CB87BB7BFD85}"/>
              </a:ext>
            </a:extLst>
          </p:cNvPr>
          <p:cNvSpPr txBox="1"/>
          <p:nvPr/>
        </p:nvSpPr>
        <p:spPr>
          <a:xfrm>
            <a:off x="4459565" y="3954304"/>
            <a:ext cx="72167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NULL</a:t>
            </a:r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41311329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380526-B85C-436F-202A-B9BC513E03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椭圆 17">
            <a:extLst>
              <a:ext uri="{FF2B5EF4-FFF2-40B4-BE49-F238E27FC236}">
                <a16:creationId xmlns:a16="http://schemas.microsoft.com/office/drawing/2014/main" id="{DFD61484-A771-AE29-0C83-48221F828D06}"/>
              </a:ext>
            </a:extLst>
          </p:cNvPr>
          <p:cNvSpPr/>
          <p:nvPr/>
        </p:nvSpPr>
        <p:spPr>
          <a:xfrm>
            <a:off x="4621549" y="612602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A</a:t>
            </a:r>
            <a:endParaRPr lang="zh-CN" altLang="en-US" sz="1600"/>
          </a:p>
        </p:txBody>
      </p:sp>
      <p:sp>
        <p:nvSpPr>
          <p:cNvPr id="20" name="椭圆 19">
            <a:extLst>
              <a:ext uri="{FF2B5EF4-FFF2-40B4-BE49-F238E27FC236}">
                <a16:creationId xmlns:a16="http://schemas.microsoft.com/office/drawing/2014/main" id="{8BA836FE-70BC-4CFF-EF5C-F1EFF85209E5}"/>
              </a:ext>
            </a:extLst>
          </p:cNvPr>
          <p:cNvSpPr/>
          <p:nvPr/>
        </p:nvSpPr>
        <p:spPr>
          <a:xfrm>
            <a:off x="3278477" y="1292021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B</a:t>
            </a:r>
            <a:endParaRPr lang="zh-CN" altLang="en-US" sz="1600"/>
          </a:p>
        </p:txBody>
      </p:sp>
      <p:sp>
        <p:nvSpPr>
          <p:cNvPr id="22" name="椭圆 21">
            <a:extLst>
              <a:ext uri="{FF2B5EF4-FFF2-40B4-BE49-F238E27FC236}">
                <a16:creationId xmlns:a16="http://schemas.microsoft.com/office/drawing/2014/main" id="{577DC5FA-7BE3-691A-51E5-1C2475926E6F}"/>
              </a:ext>
            </a:extLst>
          </p:cNvPr>
          <p:cNvSpPr/>
          <p:nvPr/>
        </p:nvSpPr>
        <p:spPr>
          <a:xfrm>
            <a:off x="4621549" y="1295774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C</a:t>
            </a:r>
            <a:endParaRPr lang="zh-CN" altLang="en-US" sz="1600"/>
          </a:p>
        </p:txBody>
      </p:sp>
      <p:sp>
        <p:nvSpPr>
          <p:cNvPr id="24" name="椭圆 23">
            <a:extLst>
              <a:ext uri="{FF2B5EF4-FFF2-40B4-BE49-F238E27FC236}">
                <a16:creationId xmlns:a16="http://schemas.microsoft.com/office/drawing/2014/main" id="{B5CE5A26-C1DC-259E-6EDB-F1D257C75518}"/>
              </a:ext>
            </a:extLst>
          </p:cNvPr>
          <p:cNvSpPr/>
          <p:nvPr/>
        </p:nvSpPr>
        <p:spPr>
          <a:xfrm>
            <a:off x="5964621" y="1292021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D</a:t>
            </a:r>
            <a:endParaRPr lang="zh-CN" altLang="en-US" sz="1600"/>
          </a:p>
        </p:txBody>
      </p:sp>
      <p:sp>
        <p:nvSpPr>
          <p:cNvPr id="26" name="椭圆 25">
            <a:extLst>
              <a:ext uri="{FF2B5EF4-FFF2-40B4-BE49-F238E27FC236}">
                <a16:creationId xmlns:a16="http://schemas.microsoft.com/office/drawing/2014/main" id="{7572AFFB-CA3F-2F0A-A715-AF3F7D9D62DD}"/>
              </a:ext>
            </a:extLst>
          </p:cNvPr>
          <p:cNvSpPr/>
          <p:nvPr/>
        </p:nvSpPr>
        <p:spPr>
          <a:xfrm>
            <a:off x="2746954" y="1967686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E</a:t>
            </a:r>
            <a:endParaRPr lang="zh-CN" altLang="en-US" sz="1600"/>
          </a:p>
        </p:txBody>
      </p:sp>
      <p:sp>
        <p:nvSpPr>
          <p:cNvPr id="28" name="椭圆 27">
            <a:extLst>
              <a:ext uri="{FF2B5EF4-FFF2-40B4-BE49-F238E27FC236}">
                <a16:creationId xmlns:a16="http://schemas.microsoft.com/office/drawing/2014/main" id="{D515B37F-B1FB-4707-570F-A89A7680FA47}"/>
              </a:ext>
            </a:extLst>
          </p:cNvPr>
          <p:cNvSpPr/>
          <p:nvPr/>
        </p:nvSpPr>
        <p:spPr>
          <a:xfrm>
            <a:off x="3278477" y="1967686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F</a:t>
            </a:r>
            <a:endParaRPr lang="zh-CN" altLang="en-US" sz="1600"/>
          </a:p>
        </p:txBody>
      </p:sp>
      <p:sp>
        <p:nvSpPr>
          <p:cNvPr id="30" name="椭圆 29">
            <a:extLst>
              <a:ext uri="{FF2B5EF4-FFF2-40B4-BE49-F238E27FC236}">
                <a16:creationId xmlns:a16="http://schemas.microsoft.com/office/drawing/2014/main" id="{B3BC9652-7A6C-F7E5-693D-5591A4FCC1AD}"/>
              </a:ext>
            </a:extLst>
          </p:cNvPr>
          <p:cNvSpPr/>
          <p:nvPr/>
        </p:nvSpPr>
        <p:spPr>
          <a:xfrm>
            <a:off x="3810000" y="1967686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G</a:t>
            </a:r>
            <a:endParaRPr lang="zh-CN" altLang="en-US" sz="1600"/>
          </a:p>
        </p:txBody>
      </p:sp>
      <p:sp>
        <p:nvSpPr>
          <p:cNvPr id="32" name="椭圆 31">
            <a:extLst>
              <a:ext uri="{FF2B5EF4-FFF2-40B4-BE49-F238E27FC236}">
                <a16:creationId xmlns:a16="http://schemas.microsoft.com/office/drawing/2014/main" id="{F2DBC2C1-A63E-DB32-6698-EE1CB70DF032}"/>
              </a:ext>
            </a:extLst>
          </p:cNvPr>
          <p:cNvSpPr/>
          <p:nvPr/>
        </p:nvSpPr>
        <p:spPr>
          <a:xfrm>
            <a:off x="4621549" y="1967686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H</a:t>
            </a:r>
            <a:endParaRPr lang="zh-CN" altLang="en-US" sz="1600"/>
          </a:p>
        </p:txBody>
      </p:sp>
      <p:sp>
        <p:nvSpPr>
          <p:cNvPr id="34" name="椭圆 33">
            <a:extLst>
              <a:ext uri="{FF2B5EF4-FFF2-40B4-BE49-F238E27FC236}">
                <a16:creationId xmlns:a16="http://schemas.microsoft.com/office/drawing/2014/main" id="{C9A9413D-E4DB-8116-57A9-7DA78F909078}"/>
              </a:ext>
            </a:extLst>
          </p:cNvPr>
          <p:cNvSpPr/>
          <p:nvPr/>
        </p:nvSpPr>
        <p:spPr>
          <a:xfrm>
            <a:off x="5631293" y="1967686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I</a:t>
            </a:r>
            <a:endParaRPr lang="zh-CN" altLang="en-US" sz="1600"/>
          </a:p>
        </p:txBody>
      </p:sp>
      <p:sp>
        <p:nvSpPr>
          <p:cNvPr id="36" name="椭圆 35">
            <a:extLst>
              <a:ext uri="{FF2B5EF4-FFF2-40B4-BE49-F238E27FC236}">
                <a16:creationId xmlns:a16="http://schemas.microsoft.com/office/drawing/2014/main" id="{5F6BB45C-51C4-3DDD-4B0D-3E956041CBD7}"/>
              </a:ext>
            </a:extLst>
          </p:cNvPr>
          <p:cNvSpPr/>
          <p:nvPr/>
        </p:nvSpPr>
        <p:spPr>
          <a:xfrm>
            <a:off x="6307709" y="1967686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J</a:t>
            </a:r>
            <a:endParaRPr lang="zh-CN" altLang="en-US" sz="1600"/>
          </a:p>
        </p:txBody>
      </p:sp>
      <p:sp>
        <p:nvSpPr>
          <p:cNvPr id="38" name="椭圆 37">
            <a:extLst>
              <a:ext uri="{FF2B5EF4-FFF2-40B4-BE49-F238E27FC236}">
                <a16:creationId xmlns:a16="http://schemas.microsoft.com/office/drawing/2014/main" id="{658D5684-98E5-C87E-FD89-751AB3D8406B}"/>
              </a:ext>
            </a:extLst>
          </p:cNvPr>
          <p:cNvSpPr/>
          <p:nvPr/>
        </p:nvSpPr>
        <p:spPr>
          <a:xfrm>
            <a:off x="3810000" y="2580289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K</a:t>
            </a:r>
            <a:endParaRPr lang="zh-CN" altLang="en-US" sz="1600"/>
          </a:p>
        </p:txBody>
      </p:sp>
      <p:sp>
        <p:nvSpPr>
          <p:cNvPr id="40" name="椭圆 39">
            <a:extLst>
              <a:ext uri="{FF2B5EF4-FFF2-40B4-BE49-F238E27FC236}">
                <a16:creationId xmlns:a16="http://schemas.microsoft.com/office/drawing/2014/main" id="{20ACE354-4098-CE96-1E49-BADBE9A0169A}"/>
              </a:ext>
            </a:extLst>
          </p:cNvPr>
          <p:cNvSpPr/>
          <p:nvPr/>
        </p:nvSpPr>
        <p:spPr>
          <a:xfrm>
            <a:off x="6584748" y="2580289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M</a:t>
            </a:r>
            <a:endParaRPr lang="zh-CN" altLang="en-US" sz="1600"/>
          </a:p>
        </p:txBody>
      </p:sp>
      <p:sp>
        <p:nvSpPr>
          <p:cNvPr id="42" name="椭圆 41">
            <a:extLst>
              <a:ext uri="{FF2B5EF4-FFF2-40B4-BE49-F238E27FC236}">
                <a16:creationId xmlns:a16="http://schemas.microsoft.com/office/drawing/2014/main" id="{7518281F-3FC8-E3EC-DCC6-8525E4AF4B16}"/>
              </a:ext>
            </a:extLst>
          </p:cNvPr>
          <p:cNvSpPr/>
          <p:nvPr/>
        </p:nvSpPr>
        <p:spPr>
          <a:xfrm>
            <a:off x="6026181" y="2580289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L</a:t>
            </a:r>
            <a:endParaRPr lang="zh-CN" altLang="en-US" sz="1600"/>
          </a:p>
        </p:txBody>
      </p:sp>
      <p:cxnSp>
        <p:nvCxnSpPr>
          <p:cNvPr id="44" name="直接箭头连接符 43">
            <a:extLst>
              <a:ext uri="{FF2B5EF4-FFF2-40B4-BE49-F238E27FC236}">
                <a16:creationId xmlns:a16="http://schemas.microsoft.com/office/drawing/2014/main" id="{F468293B-926C-27B1-4053-E3CD5472198F}"/>
              </a:ext>
            </a:extLst>
          </p:cNvPr>
          <p:cNvCxnSpPr>
            <a:cxnSpLocks/>
            <a:stCxn id="18" idx="4"/>
            <a:endCxn id="22" idx="0"/>
          </p:cNvCxnSpPr>
          <p:nvPr/>
        </p:nvCxnSpPr>
        <p:spPr>
          <a:xfrm>
            <a:off x="4788213" y="945930"/>
            <a:ext cx="0" cy="349844"/>
          </a:xfrm>
          <a:prstGeom prst="straightConnector1">
            <a:avLst/>
          </a:prstGeom>
          <a:ln>
            <a:headEnd type="none" w="med" len="med"/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6" name="直接箭头连接符 45">
            <a:extLst>
              <a:ext uri="{FF2B5EF4-FFF2-40B4-BE49-F238E27FC236}">
                <a16:creationId xmlns:a16="http://schemas.microsoft.com/office/drawing/2014/main" id="{F486339E-DC15-EAC1-D560-21D84082D487}"/>
              </a:ext>
            </a:extLst>
          </p:cNvPr>
          <p:cNvCxnSpPr>
            <a:stCxn id="18" idx="3"/>
            <a:endCxn id="20" idx="7"/>
          </p:cNvCxnSpPr>
          <p:nvPr/>
        </p:nvCxnSpPr>
        <p:spPr>
          <a:xfrm flipH="1">
            <a:off x="3562990" y="897115"/>
            <a:ext cx="1107374" cy="443721"/>
          </a:xfrm>
          <a:prstGeom prst="straightConnector1">
            <a:avLst/>
          </a:prstGeom>
          <a:ln>
            <a:headEnd type="none" w="med" len="med"/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9" name="直接箭头连接符 48">
            <a:extLst>
              <a:ext uri="{FF2B5EF4-FFF2-40B4-BE49-F238E27FC236}">
                <a16:creationId xmlns:a16="http://schemas.microsoft.com/office/drawing/2014/main" id="{77E0D4A8-9EDB-6E92-4F60-7EA0C58AEA9C}"/>
              </a:ext>
            </a:extLst>
          </p:cNvPr>
          <p:cNvCxnSpPr>
            <a:stCxn id="18" idx="5"/>
            <a:endCxn id="24" idx="1"/>
          </p:cNvCxnSpPr>
          <p:nvPr/>
        </p:nvCxnSpPr>
        <p:spPr>
          <a:xfrm>
            <a:off x="4906062" y="897115"/>
            <a:ext cx="1107374" cy="443721"/>
          </a:xfrm>
          <a:prstGeom prst="straightConnector1">
            <a:avLst/>
          </a:prstGeom>
          <a:ln>
            <a:headEnd type="none" w="med" len="med"/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1" name="直接箭头连接符 50">
            <a:extLst>
              <a:ext uri="{FF2B5EF4-FFF2-40B4-BE49-F238E27FC236}">
                <a16:creationId xmlns:a16="http://schemas.microsoft.com/office/drawing/2014/main" id="{02ABD1AF-3206-E0AC-C8F8-F99085D431EB}"/>
              </a:ext>
            </a:extLst>
          </p:cNvPr>
          <p:cNvCxnSpPr>
            <a:stCxn id="20" idx="3"/>
            <a:endCxn id="26" idx="7"/>
          </p:cNvCxnSpPr>
          <p:nvPr/>
        </p:nvCxnSpPr>
        <p:spPr>
          <a:xfrm flipH="1">
            <a:off x="3031467" y="1576534"/>
            <a:ext cx="295825" cy="439967"/>
          </a:xfrm>
          <a:prstGeom prst="straightConnector1">
            <a:avLst/>
          </a:prstGeom>
          <a:ln>
            <a:headEnd type="none" w="med" len="med"/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3" name="直接箭头连接符 52">
            <a:extLst>
              <a:ext uri="{FF2B5EF4-FFF2-40B4-BE49-F238E27FC236}">
                <a16:creationId xmlns:a16="http://schemas.microsoft.com/office/drawing/2014/main" id="{C948ECB5-46E1-0953-3F1B-1B4E885AAB3D}"/>
              </a:ext>
            </a:extLst>
          </p:cNvPr>
          <p:cNvCxnSpPr>
            <a:stCxn id="20" idx="4"/>
            <a:endCxn id="28" idx="0"/>
          </p:cNvCxnSpPr>
          <p:nvPr/>
        </p:nvCxnSpPr>
        <p:spPr>
          <a:xfrm>
            <a:off x="3445141" y="1625349"/>
            <a:ext cx="0" cy="342337"/>
          </a:xfrm>
          <a:prstGeom prst="straightConnector1">
            <a:avLst/>
          </a:prstGeom>
          <a:ln>
            <a:headEnd type="none" w="med" len="med"/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5" name="直接箭头连接符 54">
            <a:extLst>
              <a:ext uri="{FF2B5EF4-FFF2-40B4-BE49-F238E27FC236}">
                <a16:creationId xmlns:a16="http://schemas.microsoft.com/office/drawing/2014/main" id="{BE914BE2-A9BA-720E-EC4E-D7B4FA14EB02}"/>
              </a:ext>
            </a:extLst>
          </p:cNvPr>
          <p:cNvCxnSpPr>
            <a:stCxn id="20" idx="5"/>
            <a:endCxn id="30" idx="1"/>
          </p:cNvCxnSpPr>
          <p:nvPr/>
        </p:nvCxnSpPr>
        <p:spPr>
          <a:xfrm>
            <a:off x="3562990" y="1576534"/>
            <a:ext cx="295825" cy="439967"/>
          </a:xfrm>
          <a:prstGeom prst="straightConnector1">
            <a:avLst/>
          </a:prstGeom>
          <a:ln>
            <a:headEnd type="none" w="med" len="med"/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7" name="直接箭头连接符 56">
            <a:extLst>
              <a:ext uri="{FF2B5EF4-FFF2-40B4-BE49-F238E27FC236}">
                <a16:creationId xmlns:a16="http://schemas.microsoft.com/office/drawing/2014/main" id="{6E27FEBD-4DAA-57A4-D2C7-0D3F6E87B89E}"/>
              </a:ext>
            </a:extLst>
          </p:cNvPr>
          <p:cNvCxnSpPr>
            <a:stCxn id="22" idx="4"/>
            <a:endCxn id="32" idx="0"/>
          </p:cNvCxnSpPr>
          <p:nvPr/>
        </p:nvCxnSpPr>
        <p:spPr>
          <a:xfrm>
            <a:off x="4788213" y="1629102"/>
            <a:ext cx="0" cy="338584"/>
          </a:xfrm>
          <a:prstGeom prst="straightConnector1">
            <a:avLst/>
          </a:prstGeom>
          <a:ln>
            <a:headEnd type="none" w="med" len="med"/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9" name="直接箭头连接符 58">
            <a:extLst>
              <a:ext uri="{FF2B5EF4-FFF2-40B4-BE49-F238E27FC236}">
                <a16:creationId xmlns:a16="http://schemas.microsoft.com/office/drawing/2014/main" id="{CEE6B669-AEDC-C78C-68AE-749E70F92284}"/>
              </a:ext>
            </a:extLst>
          </p:cNvPr>
          <p:cNvCxnSpPr>
            <a:stCxn id="24" idx="3"/>
            <a:endCxn id="34" idx="0"/>
          </p:cNvCxnSpPr>
          <p:nvPr/>
        </p:nvCxnSpPr>
        <p:spPr>
          <a:xfrm flipH="1">
            <a:off x="5797957" y="1576534"/>
            <a:ext cx="215479" cy="391152"/>
          </a:xfrm>
          <a:prstGeom prst="straightConnector1">
            <a:avLst/>
          </a:prstGeom>
          <a:ln>
            <a:headEnd type="none" w="med" len="med"/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1" name="直接箭头连接符 60">
            <a:extLst>
              <a:ext uri="{FF2B5EF4-FFF2-40B4-BE49-F238E27FC236}">
                <a16:creationId xmlns:a16="http://schemas.microsoft.com/office/drawing/2014/main" id="{CAF85DF9-7A8E-83C9-A6CA-DAAFB90FE5C2}"/>
              </a:ext>
            </a:extLst>
          </p:cNvPr>
          <p:cNvCxnSpPr>
            <a:stCxn id="24" idx="5"/>
            <a:endCxn id="36" idx="0"/>
          </p:cNvCxnSpPr>
          <p:nvPr/>
        </p:nvCxnSpPr>
        <p:spPr>
          <a:xfrm>
            <a:off x="6249134" y="1576534"/>
            <a:ext cx="225239" cy="391152"/>
          </a:xfrm>
          <a:prstGeom prst="straightConnector1">
            <a:avLst/>
          </a:prstGeom>
          <a:ln>
            <a:headEnd type="none" w="med" len="med"/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3" name="直接箭头连接符 62">
            <a:extLst>
              <a:ext uri="{FF2B5EF4-FFF2-40B4-BE49-F238E27FC236}">
                <a16:creationId xmlns:a16="http://schemas.microsoft.com/office/drawing/2014/main" id="{8EA6BB91-8A06-1AC0-D5DC-FA68F6921A6F}"/>
              </a:ext>
            </a:extLst>
          </p:cNvPr>
          <p:cNvCxnSpPr>
            <a:stCxn id="30" idx="4"/>
            <a:endCxn id="38" idx="0"/>
          </p:cNvCxnSpPr>
          <p:nvPr/>
        </p:nvCxnSpPr>
        <p:spPr>
          <a:xfrm>
            <a:off x="3976664" y="2301014"/>
            <a:ext cx="0" cy="279275"/>
          </a:xfrm>
          <a:prstGeom prst="straightConnector1">
            <a:avLst/>
          </a:prstGeom>
          <a:ln>
            <a:headEnd type="none" w="med" len="med"/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5" name="直接箭头连接符 64">
            <a:extLst>
              <a:ext uri="{FF2B5EF4-FFF2-40B4-BE49-F238E27FC236}">
                <a16:creationId xmlns:a16="http://schemas.microsoft.com/office/drawing/2014/main" id="{7937D125-76AA-3D55-9FAE-3C1A66CD6D58}"/>
              </a:ext>
            </a:extLst>
          </p:cNvPr>
          <p:cNvCxnSpPr>
            <a:stCxn id="36" idx="3"/>
            <a:endCxn id="42" idx="0"/>
          </p:cNvCxnSpPr>
          <p:nvPr/>
        </p:nvCxnSpPr>
        <p:spPr>
          <a:xfrm flipH="1">
            <a:off x="6192845" y="2252199"/>
            <a:ext cx="163679" cy="328090"/>
          </a:xfrm>
          <a:prstGeom prst="straightConnector1">
            <a:avLst/>
          </a:prstGeom>
          <a:ln>
            <a:headEnd type="none" w="med" len="med"/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7" name="直接箭头连接符 66">
            <a:extLst>
              <a:ext uri="{FF2B5EF4-FFF2-40B4-BE49-F238E27FC236}">
                <a16:creationId xmlns:a16="http://schemas.microsoft.com/office/drawing/2014/main" id="{2D6F9F40-4997-3DD0-C149-5AEEA396BF38}"/>
              </a:ext>
            </a:extLst>
          </p:cNvPr>
          <p:cNvCxnSpPr>
            <a:stCxn id="36" idx="5"/>
            <a:endCxn id="40" idx="0"/>
          </p:cNvCxnSpPr>
          <p:nvPr/>
        </p:nvCxnSpPr>
        <p:spPr>
          <a:xfrm>
            <a:off x="6592222" y="2252199"/>
            <a:ext cx="159190" cy="328090"/>
          </a:xfrm>
          <a:prstGeom prst="straightConnector1">
            <a:avLst/>
          </a:prstGeom>
          <a:ln>
            <a:headEnd type="none" w="med" len="med"/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9457967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E45438-87B5-9406-641B-978AC7AA5F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>
            <a:extLst>
              <a:ext uri="{FF2B5EF4-FFF2-40B4-BE49-F238E27FC236}">
                <a16:creationId xmlns:a16="http://schemas.microsoft.com/office/drawing/2014/main" id="{66EB3A0C-750F-119B-6C1D-F7E2F56FA963}"/>
              </a:ext>
            </a:extLst>
          </p:cNvPr>
          <p:cNvSpPr txBox="1"/>
          <p:nvPr/>
        </p:nvSpPr>
        <p:spPr>
          <a:xfrm>
            <a:off x="4177111" y="2396390"/>
            <a:ext cx="1918889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400"/>
              <a:t>b</a:t>
            </a:r>
            <a:r>
              <a:rPr lang="zh-CN" altLang="en-US" sz="1400"/>
              <a:t>）由根节点及其两棵空的子树构成的二叉树</a:t>
            </a:r>
          </a:p>
        </p:txBody>
      </p:sp>
      <p:sp>
        <p:nvSpPr>
          <p:cNvPr id="6" name="椭圆 5">
            <a:extLst>
              <a:ext uri="{FF2B5EF4-FFF2-40B4-BE49-F238E27FC236}">
                <a16:creationId xmlns:a16="http://schemas.microsoft.com/office/drawing/2014/main" id="{2AF30F5C-67C2-35CD-C2FA-75EF03BA94B6}"/>
              </a:ext>
            </a:extLst>
          </p:cNvPr>
          <p:cNvSpPr/>
          <p:nvPr/>
        </p:nvSpPr>
        <p:spPr>
          <a:xfrm>
            <a:off x="4969892" y="1494720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84A01852-E2AA-81F6-B622-E66BDF11D1BC}"/>
              </a:ext>
            </a:extLst>
          </p:cNvPr>
          <p:cNvSpPr txBox="1"/>
          <p:nvPr/>
        </p:nvSpPr>
        <p:spPr>
          <a:xfrm>
            <a:off x="1452679" y="2396390"/>
            <a:ext cx="191888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400"/>
              <a:t>a</a:t>
            </a:r>
            <a:r>
              <a:rPr lang="zh-CN" altLang="en-US" sz="1400"/>
              <a:t>）啥也没有，一棵空树</a:t>
            </a:r>
          </a:p>
        </p:txBody>
      </p:sp>
      <p:sp>
        <p:nvSpPr>
          <p:cNvPr id="12" name="椭圆 11">
            <a:extLst>
              <a:ext uri="{FF2B5EF4-FFF2-40B4-BE49-F238E27FC236}">
                <a16:creationId xmlns:a16="http://schemas.microsoft.com/office/drawing/2014/main" id="{C52CAC6A-4632-8B54-16D9-71D4C390EA45}"/>
              </a:ext>
            </a:extLst>
          </p:cNvPr>
          <p:cNvSpPr/>
          <p:nvPr/>
        </p:nvSpPr>
        <p:spPr>
          <a:xfrm>
            <a:off x="8499867" y="1205684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16" name="椭圆 15">
            <a:extLst>
              <a:ext uri="{FF2B5EF4-FFF2-40B4-BE49-F238E27FC236}">
                <a16:creationId xmlns:a16="http://schemas.microsoft.com/office/drawing/2014/main" id="{C5569333-D2C4-0D35-3231-F5D2682093F2}"/>
              </a:ext>
            </a:extLst>
          </p:cNvPr>
          <p:cNvSpPr/>
          <p:nvPr/>
        </p:nvSpPr>
        <p:spPr>
          <a:xfrm>
            <a:off x="8075700" y="1639645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18" name="椭圆 17">
            <a:extLst>
              <a:ext uri="{FF2B5EF4-FFF2-40B4-BE49-F238E27FC236}">
                <a16:creationId xmlns:a16="http://schemas.microsoft.com/office/drawing/2014/main" id="{A8B8D450-6EDB-9394-0782-5B68D8B831AD}"/>
              </a:ext>
            </a:extLst>
          </p:cNvPr>
          <p:cNvSpPr/>
          <p:nvPr/>
        </p:nvSpPr>
        <p:spPr>
          <a:xfrm>
            <a:off x="8919530" y="1638862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22" name="直接连接符 21">
            <a:extLst>
              <a:ext uri="{FF2B5EF4-FFF2-40B4-BE49-F238E27FC236}">
                <a16:creationId xmlns:a16="http://schemas.microsoft.com/office/drawing/2014/main" id="{0E6D881E-5736-FDD1-7ED2-A1215736C634}"/>
              </a:ext>
            </a:extLst>
          </p:cNvPr>
          <p:cNvCxnSpPr>
            <a:cxnSpLocks/>
            <a:stCxn id="12" idx="3"/>
            <a:endCxn id="16" idx="7"/>
          </p:cNvCxnSpPr>
          <p:nvPr/>
        </p:nvCxnSpPr>
        <p:spPr>
          <a:xfrm flipH="1">
            <a:off x="8360213" y="1490197"/>
            <a:ext cx="188469" cy="198263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6" name="直接连接符 25">
            <a:extLst>
              <a:ext uri="{FF2B5EF4-FFF2-40B4-BE49-F238E27FC236}">
                <a16:creationId xmlns:a16="http://schemas.microsoft.com/office/drawing/2014/main" id="{5561578E-63EE-8236-AC50-C134FDEC4EB7}"/>
              </a:ext>
            </a:extLst>
          </p:cNvPr>
          <p:cNvCxnSpPr>
            <a:stCxn id="12" idx="5"/>
            <a:endCxn id="18" idx="1"/>
          </p:cNvCxnSpPr>
          <p:nvPr/>
        </p:nvCxnSpPr>
        <p:spPr>
          <a:xfrm>
            <a:off x="8784380" y="1490197"/>
            <a:ext cx="183965" cy="19748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7" name="文本框 26">
            <a:extLst>
              <a:ext uri="{FF2B5EF4-FFF2-40B4-BE49-F238E27FC236}">
                <a16:creationId xmlns:a16="http://schemas.microsoft.com/office/drawing/2014/main" id="{FAD4D720-EB1E-7AE1-FEAF-47E1C173B9E3}"/>
              </a:ext>
            </a:extLst>
          </p:cNvPr>
          <p:cNvSpPr txBox="1"/>
          <p:nvPr/>
        </p:nvSpPr>
        <p:spPr>
          <a:xfrm>
            <a:off x="7220609" y="2396359"/>
            <a:ext cx="3085536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400"/>
              <a:t>c</a:t>
            </a:r>
            <a:r>
              <a:rPr lang="zh-CN" altLang="en-US" sz="1400"/>
              <a:t>）由根节点及其左子树、右子树构成的二叉树，左右子树均是</a:t>
            </a:r>
            <a:r>
              <a:rPr lang="en-US" altLang="zh-CN" sz="1400"/>
              <a:t>b</a:t>
            </a:r>
            <a:r>
              <a:rPr lang="zh-CN" altLang="en-US" sz="1400"/>
              <a:t>）所示的二叉树</a:t>
            </a:r>
          </a:p>
        </p:txBody>
      </p:sp>
      <p:sp>
        <p:nvSpPr>
          <p:cNvPr id="28" name="椭圆 27">
            <a:extLst>
              <a:ext uri="{FF2B5EF4-FFF2-40B4-BE49-F238E27FC236}">
                <a16:creationId xmlns:a16="http://schemas.microsoft.com/office/drawing/2014/main" id="{DBC9DD26-0850-71F8-B845-BB0B2FF0E32F}"/>
              </a:ext>
            </a:extLst>
          </p:cNvPr>
          <p:cNvSpPr/>
          <p:nvPr/>
        </p:nvSpPr>
        <p:spPr>
          <a:xfrm>
            <a:off x="3030732" y="3429000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29" name="椭圆 28">
            <a:extLst>
              <a:ext uri="{FF2B5EF4-FFF2-40B4-BE49-F238E27FC236}">
                <a16:creationId xmlns:a16="http://schemas.microsoft.com/office/drawing/2014/main" id="{25CB2DA2-EF7B-8AE7-8A5D-54C4731C00E3}"/>
              </a:ext>
            </a:extLst>
          </p:cNvPr>
          <p:cNvSpPr/>
          <p:nvPr/>
        </p:nvSpPr>
        <p:spPr>
          <a:xfrm>
            <a:off x="2611069" y="3906468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30" name="椭圆 29">
            <a:extLst>
              <a:ext uri="{FF2B5EF4-FFF2-40B4-BE49-F238E27FC236}">
                <a16:creationId xmlns:a16="http://schemas.microsoft.com/office/drawing/2014/main" id="{2F4994D9-82C8-ECB9-6F59-6E30C736390C}"/>
              </a:ext>
            </a:extLst>
          </p:cNvPr>
          <p:cNvSpPr/>
          <p:nvPr/>
        </p:nvSpPr>
        <p:spPr>
          <a:xfrm>
            <a:off x="2186902" y="4340429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31" name="椭圆 30">
            <a:extLst>
              <a:ext uri="{FF2B5EF4-FFF2-40B4-BE49-F238E27FC236}">
                <a16:creationId xmlns:a16="http://schemas.microsoft.com/office/drawing/2014/main" id="{5C14085A-7837-F5BD-96E8-6B0EDBB5EA9D}"/>
              </a:ext>
            </a:extLst>
          </p:cNvPr>
          <p:cNvSpPr/>
          <p:nvPr/>
        </p:nvSpPr>
        <p:spPr>
          <a:xfrm>
            <a:off x="3030732" y="4339646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32" name="直接连接符 31">
            <a:extLst>
              <a:ext uri="{FF2B5EF4-FFF2-40B4-BE49-F238E27FC236}">
                <a16:creationId xmlns:a16="http://schemas.microsoft.com/office/drawing/2014/main" id="{9A413E51-E34C-22B8-B641-18D3283CF856}"/>
              </a:ext>
            </a:extLst>
          </p:cNvPr>
          <p:cNvCxnSpPr>
            <a:stCxn id="28" idx="3"/>
            <a:endCxn id="29" idx="7"/>
          </p:cNvCxnSpPr>
          <p:nvPr/>
        </p:nvCxnSpPr>
        <p:spPr>
          <a:xfrm flipH="1">
            <a:off x="2895582" y="3713513"/>
            <a:ext cx="183965" cy="24177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3" name="直接连接符 32">
            <a:extLst>
              <a:ext uri="{FF2B5EF4-FFF2-40B4-BE49-F238E27FC236}">
                <a16:creationId xmlns:a16="http://schemas.microsoft.com/office/drawing/2014/main" id="{1F81F33A-738A-6C7C-3694-3A4C8DB7DF25}"/>
              </a:ext>
            </a:extLst>
          </p:cNvPr>
          <p:cNvCxnSpPr>
            <a:cxnSpLocks/>
            <a:stCxn id="29" idx="3"/>
            <a:endCxn id="30" idx="7"/>
          </p:cNvCxnSpPr>
          <p:nvPr/>
        </p:nvCxnSpPr>
        <p:spPr>
          <a:xfrm flipH="1">
            <a:off x="2471415" y="4190981"/>
            <a:ext cx="188469" cy="198263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4" name="直接连接符 33">
            <a:extLst>
              <a:ext uri="{FF2B5EF4-FFF2-40B4-BE49-F238E27FC236}">
                <a16:creationId xmlns:a16="http://schemas.microsoft.com/office/drawing/2014/main" id="{4AF69279-70EB-749A-6F7B-EB76E9A43385}"/>
              </a:ext>
            </a:extLst>
          </p:cNvPr>
          <p:cNvCxnSpPr>
            <a:stCxn id="29" idx="5"/>
            <a:endCxn id="31" idx="1"/>
          </p:cNvCxnSpPr>
          <p:nvPr/>
        </p:nvCxnSpPr>
        <p:spPr>
          <a:xfrm>
            <a:off x="2895582" y="4190981"/>
            <a:ext cx="183965" cy="19748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5" name="文本框 34">
            <a:extLst>
              <a:ext uri="{FF2B5EF4-FFF2-40B4-BE49-F238E27FC236}">
                <a16:creationId xmlns:a16="http://schemas.microsoft.com/office/drawing/2014/main" id="{D3EB8F30-F9F0-708F-8CE1-3BF7C26E8FD4}"/>
              </a:ext>
            </a:extLst>
          </p:cNvPr>
          <p:cNvSpPr txBox="1"/>
          <p:nvPr/>
        </p:nvSpPr>
        <p:spPr>
          <a:xfrm>
            <a:off x="1811549" y="4939116"/>
            <a:ext cx="2535996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400"/>
              <a:t>d</a:t>
            </a:r>
            <a:r>
              <a:rPr lang="zh-CN" altLang="en-US" sz="1400"/>
              <a:t>）由根节点及其左右子树构成的二叉树，左子树是</a:t>
            </a:r>
            <a:r>
              <a:rPr lang="en-US" altLang="zh-CN" sz="1400"/>
              <a:t>c</a:t>
            </a:r>
            <a:r>
              <a:rPr lang="zh-CN" altLang="en-US" sz="1400"/>
              <a:t>）所示的二叉树，右子树是</a:t>
            </a:r>
            <a:r>
              <a:rPr lang="en-US" altLang="zh-CN" sz="1400"/>
              <a:t>a</a:t>
            </a:r>
            <a:r>
              <a:rPr lang="zh-CN" altLang="en-US" sz="1400"/>
              <a:t>）所示的二叉树</a:t>
            </a:r>
          </a:p>
        </p:txBody>
      </p:sp>
      <p:sp>
        <p:nvSpPr>
          <p:cNvPr id="36" name="椭圆 35">
            <a:extLst>
              <a:ext uri="{FF2B5EF4-FFF2-40B4-BE49-F238E27FC236}">
                <a16:creationId xmlns:a16="http://schemas.microsoft.com/office/drawing/2014/main" id="{7C5CFFA6-481D-4770-01E3-618657EDD7AD}"/>
              </a:ext>
            </a:extLst>
          </p:cNvPr>
          <p:cNvSpPr/>
          <p:nvPr/>
        </p:nvSpPr>
        <p:spPr>
          <a:xfrm>
            <a:off x="7322706" y="3429000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37" name="椭圆 36">
            <a:extLst>
              <a:ext uri="{FF2B5EF4-FFF2-40B4-BE49-F238E27FC236}">
                <a16:creationId xmlns:a16="http://schemas.microsoft.com/office/drawing/2014/main" id="{04DE1830-ABC3-7010-A43A-AB8CA1D674E4}"/>
              </a:ext>
            </a:extLst>
          </p:cNvPr>
          <p:cNvSpPr/>
          <p:nvPr/>
        </p:nvSpPr>
        <p:spPr>
          <a:xfrm>
            <a:off x="6903043" y="3906468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38" name="椭圆 37">
            <a:extLst>
              <a:ext uri="{FF2B5EF4-FFF2-40B4-BE49-F238E27FC236}">
                <a16:creationId xmlns:a16="http://schemas.microsoft.com/office/drawing/2014/main" id="{03967212-A44F-D001-BDA5-1D1D5FDD50F7}"/>
              </a:ext>
            </a:extLst>
          </p:cNvPr>
          <p:cNvSpPr/>
          <p:nvPr/>
        </p:nvSpPr>
        <p:spPr>
          <a:xfrm>
            <a:off x="6478876" y="4340429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39" name="椭圆 38">
            <a:extLst>
              <a:ext uri="{FF2B5EF4-FFF2-40B4-BE49-F238E27FC236}">
                <a16:creationId xmlns:a16="http://schemas.microsoft.com/office/drawing/2014/main" id="{D851E1EE-029D-1A0D-6728-478440E85D6F}"/>
              </a:ext>
            </a:extLst>
          </p:cNvPr>
          <p:cNvSpPr/>
          <p:nvPr/>
        </p:nvSpPr>
        <p:spPr>
          <a:xfrm>
            <a:off x="7322706" y="4339646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40" name="直接连接符 39">
            <a:extLst>
              <a:ext uri="{FF2B5EF4-FFF2-40B4-BE49-F238E27FC236}">
                <a16:creationId xmlns:a16="http://schemas.microsoft.com/office/drawing/2014/main" id="{0D98CFB1-AFE3-D459-24A9-E628680AA45A}"/>
              </a:ext>
            </a:extLst>
          </p:cNvPr>
          <p:cNvCxnSpPr>
            <a:stCxn id="36" idx="3"/>
            <a:endCxn id="37" idx="7"/>
          </p:cNvCxnSpPr>
          <p:nvPr/>
        </p:nvCxnSpPr>
        <p:spPr>
          <a:xfrm flipH="1">
            <a:off x="7187556" y="3713513"/>
            <a:ext cx="183965" cy="24177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1" name="直接连接符 40">
            <a:extLst>
              <a:ext uri="{FF2B5EF4-FFF2-40B4-BE49-F238E27FC236}">
                <a16:creationId xmlns:a16="http://schemas.microsoft.com/office/drawing/2014/main" id="{A0415219-40BF-59D6-AF2F-FCAEAFB1BC52}"/>
              </a:ext>
            </a:extLst>
          </p:cNvPr>
          <p:cNvCxnSpPr>
            <a:cxnSpLocks/>
            <a:stCxn id="37" idx="3"/>
            <a:endCxn id="38" idx="7"/>
          </p:cNvCxnSpPr>
          <p:nvPr/>
        </p:nvCxnSpPr>
        <p:spPr>
          <a:xfrm flipH="1">
            <a:off x="6763389" y="4190981"/>
            <a:ext cx="188469" cy="198263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2" name="直接连接符 41">
            <a:extLst>
              <a:ext uri="{FF2B5EF4-FFF2-40B4-BE49-F238E27FC236}">
                <a16:creationId xmlns:a16="http://schemas.microsoft.com/office/drawing/2014/main" id="{48F5626F-FD35-2AF5-7660-BBCB29E7C118}"/>
              </a:ext>
            </a:extLst>
          </p:cNvPr>
          <p:cNvCxnSpPr>
            <a:stCxn id="37" idx="5"/>
            <a:endCxn id="39" idx="1"/>
          </p:cNvCxnSpPr>
          <p:nvPr/>
        </p:nvCxnSpPr>
        <p:spPr>
          <a:xfrm>
            <a:off x="7187556" y="4190981"/>
            <a:ext cx="183965" cy="19748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3" name="文本框 42">
            <a:extLst>
              <a:ext uri="{FF2B5EF4-FFF2-40B4-BE49-F238E27FC236}">
                <a16:creationId xmlns:a16="http://schemas.microsoft.com/office/drawing/2014/main" id="{F56A46E3-BA05-CD6D-64AC-B18B564D2B7F}"/>
              </a:ext>
            </a:extLst>
          </p:cNvPr>
          <p:cNvSpPr txBox="1"/>
          <p:nvPr/>
        </p:nvSpPr>
        <p:spPr>
          <a:xfrm>
            <a:off x="5744693" y="5262280"/>
            <a:ext cx="288572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400"/>
              <a:t>e</a:t>
            </a:r>
            <a:r>
              <a:rPr lang="zh-CN" altLang="en-US" sz="1400"/>
              <a:t>）一棵高度（深度）为</a:t>
            </a:r>
            <a:r>
              <a:rPr lang="en-US" altLang="zh-CN" sz="1400"/>
              <a:t>3</a:t>
            </a:r>
            <a:r>
              <a:rPr lang="zh-CN" altLang="en-US" sz="1400"/>
              <a:t>的二叉树</a:t>
            </a:r>
          </a:p>
        </p:txBody>
      </p:sp>
      <p:sp>
        <p:nvSpPr>
          <p:cNvPr id="44" name="椭圆 43">
            <a:extLst>
              <a:ext uri="{FF2B5EF4-FFF2-40B4-BE49-F238E27FC236}">
                <a16:creationId xmlns:a16="http://schemas.microsoft.com/office/drawing/2014/main" id="{82B46607-1D0F-75AC-4402-D33D8AA588E1}"/>
              </a:ext>
            </a:extLst>
          </p:cNvPr>
          <p:cNvSpPr/>
          <p:nvPr/>
        </p:nvSpPr>
        <p:spPr>
          <a:xfrm>
            <a:off x="6067846" y="4799844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45" name="直接连接符 44">
            <a:extLst>
              <a:ext uri="{FF2B5EF4-FFF2-40B4-BE49-F238E27FC236}">
                <a16:creationId xmlns:a16="http://schemas.microsoft.com/office/drawing/2014/main" id="{A3EB3E78-6180-047B-B403-5ED766306D47}"/>
              </a:ext>
            </a:extLst>
          </p:cNvPr>
          <p:cNvCxnSpPr>
            <a:cxnSpLocks/>
            <a:endCxn id="44" idx="7"/>
          </p:cNvCxnSpPr>
          <p:nvPr/>
        </p:nvCxnSpPr>
        <p:spPr>
          <a:xfrm flipH="1">
            <a:off x="6352359" y="4650396"/>
            <a:ext cx="188469" cy="198263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6" name="椭圆 45">
            <a:extLst>
              <a:ext uri="{FF2B5EF4-FFF2-40B4-BE49-F238E27FC236}">
                <a16:creationId xmlns:a16="http://schemas.microsoft.com/office/drawing/2014/main" id="{2E6C7494-F5FF-26DA-8218-F2EFF346FA85}"/>
              </a:ext>
            </a:extLst>
          </p:cNvPr>
          <p:cNvSpPr/>
          <p:nvPr/>
        </p:nvSpPr>
        <p:spPr>
          <a:xfrm>
            <a:off x="7742372" y="3906468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48" name="直接连接符 47">
            <a:extLst>
              <a:ext uri="{FF2B5EF4-FFF2-40B4-BE49-F238E27FC236}">
                <a16:creationId xmlns:a16="http://schemas.microsoft.com/office/drawing/2014/main" id="{1E793117-6851-3882-9E73-D6D8C30E86CF}"/>
              </a:ext>
            </a:extLst>
          </p:cNvPr>
          <p:cNvCxnSpPr>
            <a:cxnSpLocks/>
            <a:stCxn id="36" idx="5"/>
            <a:endCxn id="46" idx="1"/>
          </p:cNvCxnSpPr>
          <p:nvPr/>
        </p:nvCxnSpPr>
        <p:spPr>
          <a:xfrm>
            <a:off x="7607219" y="3713513"/>
            <a:ext cx="183968" cy="24177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9205340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1088D3-3043-2396-F646-57885C8940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06439135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7BA808-6A1A-6114-2159-6851597D37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66078385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95F659-150F-DCB3-14C3-1E61CF0E70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46159030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98C3BD-771D-1E2C-81BD-20F18EF9C2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53004499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6AFA4E-6239-7201-E3CD-4A6B0AE8CB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33487452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22D287-8FF2-0FB1-D664-2B289F1A25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40596925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BCFC7F-D68B-4AEA-C7D3-97E9F55767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7383856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8477B0-1860-3D35-219C-863D2395D0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64990552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B063E5-6C40-72E9-B3BC-5EA225BF0F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56483703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E47280-2964-46E3-A746-3A9C0288FB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54315847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AE90DD-26AA-F232-A92A-35696F78B0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28728519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257</TotalTime>
  <Words>205</Words>
  <Application>Microsoft Office PowerPoint</Application>
  <PresentationFormat>宽屏</PresentationFormat>
  <Paragraphs>42</Paragraphs>
  <Slides>15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3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15</vt:i4>
      </vt:variant>
    </vt:vector>
  </HeadingPairs>
  <TitlesOfParts>
    <vt:vector size="19" baseType="lpstr">
      <vt:lpstr>等线</vt:lpstr>
      <vt:lpstr>等线 Light</vt:lpstr>
      <vt:lpstr>Arial</vt:lpstr>
      <vt:lpstr>Office 主题​​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齐齐晨羽</dc:creator>
  <cp:lastModifiedBy>齐齐晨羽</cp:lastModifiedBy>
  <cp:revision>9</cp:revision>
  <dcterms:created xsi:type="dcterms:W3CDTF">2026-10-08T09:44:33Z</dcterms:created>
  <dcterms:modified xsi:type="dcterms:W3CDTF">2026-10-08T14:01:58Z</dcterms:modified>
</cp:coreProperties>
</file>