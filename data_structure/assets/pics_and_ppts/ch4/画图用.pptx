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70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67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696571" y="19534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3426</TotalTime>
  <Words>916</Words>
  <Application>Microsoft Office PowerPoint</Application>
  <PresentationFormat>宽屏</PresentationFormat>
  <Paragraphs>552</Paragraphs>
  <Slides>31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83</cp:revision>
  <dcterms:created xsi:type="dcterms:W3CDTF">2026-10-08T09:44:33Z</dcterms:created>
  <dcterms:modified xsi:type="dcterms:W3CDTF">2026-10-12T11:16:15Z</dcterms:modified>
</cp:coreProperties>
</file>