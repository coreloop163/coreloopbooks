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696571" y="19534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DF5570F-6E78-0F9E-C3B6-4F485FE07D45}"/>
              </a:ext>
            </a:extLst>
          </p:cNvPr>
          <p:cNvSpPr/>
          <p:nvPr/>
        </p:nvSpPr>
        <p:spPr>
          <a:xfrm>
            <a:off x="2471415" y="1039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6F37E8-07FD-EF24-7C22-DCD15B26B447}"/>
              </a:ext>
            </a:extLst>
          </p:cNvPr>
          <p:cNvSpPr/>
          <p:nvPr/>
        </p:nvSpPr>
        <p:spPr>
          <a:xfrm>
            <a:off x="4590019" y="786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5D5FBA7-EEFE-BCF0-C0C5-207F788EF8BE}"/>
              </a:ext>
            </a:extLst>
          </p:cNvPr>
          <p:cNvSpPr/>
          <p:nvPr/>
        </p:nvSpPr>
        <p:spPr>
          <a:xfrm>
            <a:off x="4165852" y="1220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C971A5-3758-72BC-26EF-172651002519}"/>
              </a:ext>
            </a:extLst>
          </p:cNvPr>
          <p:cNvSpPr/>
          <p:nvPr/>
        </p:nvSpPr>
        <p:spPr>
          <a:xfrm>
            <a:off x="5009682" y="12199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D2C9834-CC77-67FF-CFBA-03D5558D1C68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4450365" y="1071285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8321D9E-9A92-3ED4-9548-CFFA0839DD97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4874532" y="1071285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DD87EE21-AC87-13AB-D709-EF0411F8981B}"/>
              </a:ext>
            </a:extLst>
          </p:cNvPr>
          <p:cNvSpPr/>
          <p:nvPr/>
        </p:nvSpPr>
        <p:spPr>
          <a:xfrm>
            <a:off x="7457859" y="519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736EAC9-CA80-C9E8-C628-2D7921C8F214}"/>
              </a:ext>
            </a:extLst>
          </p:cNvPr>
          <p:cNvSpPr/>
          <p:nvPr/>
        </p:nvSpPr>
        <p:spPr>
          <a:xfrm>
            <a:off x="7038196" y="9966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04ACB5C-4BDD-0FA7-CB65-D216EBA03BFE}"/>
              </a:ext>
            </a:extLst>
          </p:cNvPr>
          <p:cNvSpPr/>
          <p:nvPr/>
        </p:nvSpPr>
        <p:spPr>
          <a:xfrm>
            <a:off x="6614029" y="1430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792FC56-F9C0-E0FF-57FA-63E6DC9F0935}"/>
              </a:ext>
            </a:extLst>
          </p:cNvPr>
          <p:cNvSpPr/>
          <p:nvPr/>
        </p:nvSpPr>
        <p:spPr>
          <a:xfrm>
            <a:off x="7457859" y="142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0BC307-17A6-66EF-4754-16B5392E7791}"/>
              </a:ext>
            </a:extLst>
          </p:cNvPr>
          <p:cNvCxnSpPr>
            <a:stCxn id="11" idx="3"/>
            <a:endCxn id="12" idx="7"/>
          </p:cNvCxnSpPr>
          <p:nvPr/>
        </p:nvCxnSpPr>
        <p:spPr>
          <a:xfrm flipH="1">
            <a:off x="7322709" y="803649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64551B9-5103-3CCD-9C25-5259FC91687C}"/>
              </a:ext>
            </a:extLst>
          </p:cNvPr>
          <p:cNvCxnSpPr>
            <a:cxnSpLocks/>
            <a:stCxn id="12" idx="3"/>
            <a:endCxn id="13" idx="7"/>
          </p:cNvCxnSpPr>
          <p:nvPr/>
        </p:nvCxnSpPr>
        <p:spPr>
          <a:xfrm flipH="1">
            <a:off x="6898542" y="128111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0DDCF8-8982-F3A2-A7EC-4DFABBDF30F7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322709" y="128111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4D50F19B-2241-C7F1-79B2-0BFCE8EB06B4}"/>
              </a:ext>
            </a:extLst>
          </p:cNvPr>
          <p:cNvSpPr/>
          <p:nvPr/>
        </p:nvSpPr>
        <p:spPr>
          <a:xfrm>
            <a:off x="3555886" y="23404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1DED3936-6525-9DA1-36D3-E9870F3F4285}"/>
              </a:ext>
            </a:extLst>
          </p:cNvPr>
          <p:cNvSpPr/>
          <p:nvPr/>
        </p:nvSpPr>
        <p:spPr>
          <a:xfrm>
            <a:off x="3136223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EB52F62-D2CB-56AF-2B09-01D29DF14249}"/>
              </a:ext>
            </a:extLst>
          </p:cNvPr>
          <p:cNvSpPr/>
          <p:nvPr/>
        </p:nvSpPr>
        <p:spPr>
          <a:xfrm>
            <a:off x="2712056" y="32518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D3E2BD22-6EE2-CBA5-8EED-E7AB58FE1FEE}"/>
              </a:ext>
            </a:extLst>
          </p:cNvPr>
          <p:cNvSpPr/>
          <p:nvPr/>
        </p:nvSpPr>
        <p:spPr>
          <a:xfrm>
            <a:off x="3555886" y="3251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48235D9-D1F3-CA19-22D7-0885B062A075}"/>
              </a:ext>
            </a:extLst>
          </p:cNvPr>
          <p:cNvCxnSpPr>
            <a:stCxn id="19" idx="3"/>
            <a:endCxn id="20" idx="7"/>
          </p:cNvCxnSpPr>
          <p:nvPr/>
        </p:nvCxnSpPr>
        <p:spPr>
          <a:xfrm flipH="1">
            <a:off x="3420736" y="2624941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4D9293E-9563-5AAC-AC43-A4361316D9C4}"/>
              </a:ext>
            </a:extLst>
          </p:cNvPr>
          <p:cNvCxnSpPr>
            <a:cxnSpLocks/>
            <a:stCxn id="20" idx="3"/>
            <a:endCxn id="21" idx="7"/>
          </p:cNvCxnSpPr>
          <p:nvPr/>
        </p:nvCxnSpPr>
        <p:spPr>
          <a:xfrm flipH="1">
            <a:off x="2996569" y="3102409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39EF1BF-3C89-C201-B6FD-E094CBD2E44D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420736" y="3102409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5D4E2A25-13F4-56A5-6DB2-8056EB0B6E78}"/>
              </a:ext>
            </a:extLst>
          </p:cNvPr>
          <p:cNvSpPr/>
          <p:nvPr/>
        </p:nvSpPr>
        <p:spPr>
          <a:xfrm>
            <a:off x="2301026" y="37112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0BCEC5-7DAA-A161-D047-15039C16C67F}"/>
              </a:ext>
            </a:extLst>
          </p:cNvPr>
          <p:cNvCxnSpPr>
            <a:cxnSpLocks/>
            <a:endCxn id="27" idx="7"/>
          </p:cNvCxnSpPr>
          <p:nvPr/>
        </p:nvCxnSpPr>
        <p:spPr>
          <a:xfrm flipH="1">
            <a:off x="2585539" y="3561824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82D53D2F-7B7F-485D-6AEF-C50F1ABD8F7F}"/>
              </a:ext>
            </a:extLst>
          </p:cNvPr>
          <p:cNvSpPr/>
          <p:nvPr/>
        </p:nvSpPr>
        <p:spPr>
          <a:xfrm>
            <a:off x="3975552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263EBDE-7A58-A195-6369-2233B15978A5}"/>
              </a:ext>
            </a:extLst>
          </p:cNvPr>
          <p:cNvCxnSpPr>
            <a:cxnSpLocks/>
            <a:stCxn id="19" idx="5"/>
            <a:endCxn id="29" idx="1"/>
          </p:cNvCxnSpPr>
          <p:nvPr/>
        </p:nvCxnSpPr>
        <p:spPr>
          <a:xfrm>
            <a:off x="3840399" y="2624941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273F75A0-6822-0047-4002-D031872E0F7D}"/>
              </a:ext>
            </a:extLst>
          </p:cNvPr>
          <p:cNvSpPr/>
          <p:nvPr/>
        </p:nvSpPr>
        <p:spPr>
          <a:xfrm>
            <a:off x="6989381" y="23459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8946E8E-8BAC-2395-2BAC-C43423C7A560}"/>
              </a:ext>
            </a:extLst>
          </p:cNvPr>
          <p:cNvSpPr/>
          <p:nvPr/>
        </p:nvSpPr>
        <p:spPr>
          <a:xfrm>
            <a:off x="6067849" y="27690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F15DE30-5EEF-4A8C-49A0-5F74BB3BA063}"/>
              </a:ext>
            </a:extLst>
          </p:cNvPr>
          <p:cNvSpPr/>
          <p:nvPr/>
        </p:nvSpPr>
        <p:spPr>
          <a:xfrm>
            <a:off x="5614781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ED805A9-F665-C8CF-099A-C4DFC50E2518}"/>
              </a:ext>
            </a:extLst>
          </p:cNvPr>
          <p:cNvSpPr/>
          <p:nvPr/>
        </p:nvSpPr>
        <p:spPr>
          <a:xfrm>
            <a:off x="6479632" y="32292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8D6F85D-5777-5B8E-6B19-0C77E5B8CCCB}"/>
              </a:ext>
            </a:extLst>
          </p:cNvPr>
          <p:cNvCxnSpPr>
            <a:stCxn id="32" idx="3"/>
            <a:endCxn id="33" idx="7"/>
          </p:cNvCxnSpPr>
          <p:nvPr/>
        </p:nvCxnSpPr>
        <p:spPr>
          <a:xfrm flipH="1">
            <a:off x="6352362" y="263047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55D123F-8FDD-1361-4D96-B7553697AA07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5899294" y="305359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1A927CF-73FE-F39F-7C84-F396646D2CAB}"/>
              </a:ext>
            </a:extLst>
          </p:cNvPr>
          <p:cNvCxnSpPr>
            <a:stCxn id="33" idx="5"/>
            <a:endCxn id="35" idx="1"/>
          </p:cNvCxnSpPr>
          <p:nvPr/>
        </p:nvCxnSpPr>
        <p:spPr>
          <a:xfrm>
            <a:off x="6352362" y="305359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3395138B-B64B-B02F-175E-FA856F85EEBF}"/>
              </a:ext>
            </a:extLst>
          </p:cNvPr>
          <p:cNvSpPr/>
          <p:nvPr/>
        </p:nvSpPr>
        <p:spPr>
          <a:xfrm>
            <a:off x="5362663" y="37284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FD40A5-43A3-525E-1244-17C99220220E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529327" y="352355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22C72FD3-3743-629E-8784-8948BB34A3F5}"/>
              </a:ext>
            </a:extLst>
          </p:cNvPr>
          <p:cNvSpPr/>
          <p:nvPr/>
        </p:nvSpPr>
        <p:spPr>
          <a:xfrm>
            <a:off x="7849746" y="27251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3BE2FCA-DE0A-5F26-700E-193C62C01E94}"/>
              </a:ext>
            </a:extLst>
          </p:cNvPr>
          <p:cNvCxnSpPr>
            <a:cxnSpLocks/>
            <a:stCxn id="32" idx="5"/>
            <a:endCxn id="41" idx="1"/>
          </p:cNvCxnSpPr>
          <p:nvPr/>
        </p:nvCxnSpPr>
        <p:spPr>
          <a:xfrm>
            <a:off x="7273894" y="263047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173AD748-8F93-1616-4874-4BF732BD7DCA}"/>
              </a:ext>
            </a:extLst>
          </p:cNvPr>
          <p:cNvSpPr/>
          <p:nvPr/>
        </p:nvSpPr>
        <p:spPr>
          <a:xfrm>
            <a:off x="5835645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1C288E3E-CD32-A0F8-E884-07F2FBA60CC9}"/>
              </a:ext>
            </a:extLst>
          </p:cNvPr>
          <p:cNvSpPr/>
          <p:nvPr/>
        </p:nvSpPr>
        <p:spPr>
          <a:xfrm>
            <a:off x="6273740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B5038BB-264B-5594-04C2-D205F786F031}"/>
              </a:ext>
            </a:extLst>
          </p:cNvPr>
          <p:cNvSpPr/>
          <p:nvPr/>
        </p:nvSpPr>
        <p:spPr>
          <a:xfrm>
            <a:off x="6719510" y="3738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04A273-23A1-4ACF-850A-AAF6272928D0}"/>
              </a:ext>
            </a:extLst>
          </p:cNvPr>
          <p:cNvSpPr/>
          <p:nvPr/>
        </p:nvSpPr>
        <p:spPr>
          <a:xfrm>
            <a:off x="7456715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C26D702-B2E4-CEF0-6690-89C4F1B1FF68}"/>
              </a:ext>
            </a:extLst>
          </p:cNvPr>
          <p:cNvSpPr/>
          <p:nvPr/>
        </p:nvSpPr>
        <p:spPr>
          <a:xfrm>
            <a:off x="8394639" y="32249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4801D191-6CAA-8C8B-28BE-EAF83C060E66}"/>
              </a:ext>
            </a:extLst>
          </p:cNvPr>
          <p:cNvSpPr/>
          <p:nvPr/>
        </p:nvSpPr>
        <p:spPr>
          <a:xfrm>
            <a:off x="722077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A730CC0-BC0B-58C0-BB6A-2BCF8F45A23F}"/>
              </a:ext>
            </a:extLst>
          </p:cNvPr>
          <p:cNvSpPr/>
          <p:nvPr/>
        </p:nvSpPr>
        <p:spPr>
          <a:xfrm>
            <a:off x="766654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EF9403D5-3801-C1E3-269F-FB3E04A3DD52}"/>
              </a:ext>
            </a:extLst>
          </p:cNvPr>
          <p:cNvSpPr/>
          <p:nvPr/>
        </p:nvSpPr>
        <p:spPr>
          <a:xfrm>
            <a:off x="811231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F935243D-D3F9-AD0D-BF2D-2F625389CD78}"/>
              </a:ext>
            </a:extLst>
          </p:cNvPr>
          <p:cNvSpPr/>
          <p:nvPr/>
        </p:nvSpPr>
        <p:spPr>
          <a:xfrm>
            <a:off x="8636054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482EDD02-40D5-8BB9-C901-7F83822D0DD5}"/>
              </a:ext>
            </a:extLst>
          </p:cNvPr>
          <p:cNvCxnSpPr>
            <a:cxnSpLocks/>
            <a:stCxn id="34" idx="5"/>
            <a:endCxn id="66" idx="0"/>
          </p:cNvCxnSpPr>
          <p:nvPr/>
        </p:nvCxnSpPr>
        <p:spPr>
          <a:xfrm>
            <a:off x="5899294" y="352355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2A43086-7166-32F4-1F07-CE2D1BCA4BFD}"/>
              </a:ext>
            </a:extLst>
          </p:cNvPr>
          <p:cNvCxnSpPr>
            <a:cxnSpLocks/>
            <a:stCxn id="35" idx="3"/>
            <a:endCxn id="68" idx="0"/>
          </p:cNvCxnSpPr>
          <p:nvPr/>
        </p:nvCxnSpPr>
        <p:spPr>
          <a:xfrm flipH="1">
            <a:off x="6440404" y="351377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11282A5-3A39-D37B-9988-05ACAE3AC0EE}"/>
              </a:ext>
            </a:extLst>
          </p:cNvPr>
          <p:cNvCxnSpPr>
            <a:cxnSpLocks/>
            <a:stCxn id="35" idx="5"/>
            <a:endCxn id="71" idx="0"/>
          </p:cNvCxnSpPr>
          <p:nvPr/>
        </p:nvCxnSpPr>
        <p:spPr>
          <a:xfrm>
            <a:off x="6764145" y="351377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24AE0CC-3634-6ECC-3D1F-8D79E03A0CDC}"/>
              </a:ext>
            </a:extLst>
          </p:cNvPr>
          <p:cNvCxnSpPr>
            <a:cxnSpLocks/>
            <a:stCxn id="73" idx="3"/>
            <a:endCxn id="77" idx="0"/>
          </p:cNvCxnSpPr>
          <p:nvPr/>
        </p:nvCxnSpPr>
        <p:spPr>
          <a:xfrm flipH="1">
            <a:off x="7387441" y="352355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DFAEC97A-0DC0-4858-B523-B53352629BC6}"/>
              </a:ext>
            </a:extLst>
          </p:cNvPr>
          <p:cNvCxnSpPr>
            <a:cxnSpLocks/>
            <a:stCxn id="73" idx="5"/>
            <a:endCxn id="79" idx="0"/>
          </p:cNvCxnSpPr>
          <p:nvPr/>
        </p:nvCxnSpPr>
        <p:spPr>
          <a:xfrm>
            <a:off x="7741228" y="352355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FEC1031-2847-5218-DF56-0E3EF6CA532D}"/>
              </a:ext>
            </a:extLst>
          </p:cNvPr>
          <p:cNvCxnSpPr>
            <a:cxnSpLocks/>
            <a:stCxn id="41" idx="3"/>
            <a:endCxn id="73" idx="0"/>
          </p:cNvCxnSpPr>
          <p:nvPr/>
        </p:nvCxnSpPr>
        <p:spPr>
          <a:xfrm flipH="1">
            <a:off x="7623379" y="300963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3FE5490-195F-6633-F71A-4136F1CBB586}"/>
              </a:ext>
            </a:extLst>
          </p:cNvPr>
          <p:cNvCxnSpPr>
            <a:cxnSpLocks/>
            <a:stCxn id="41" idx="5"/>
            <a:endCxn id="75" idx="1"/>
          </p:cNvCxnSpPr>
          <p:nvPr/>
        </p:nvCxnSpPr>
        <p:spPr>
          <a:xfrm>
            <a:off x="8134259" y="300963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76EB09B6-11BD-F302-3B94-88D4C10C4554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8278981" y="350943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155EAE7A-D8D1-8DB0-47C1-08DE19CBF4D1}"/>
              </a:ext>
            </a:extLst>
          </p:cNvPr>
          <p:cNvCxnSpPr>
            <a:cxnSpLocks/>
            <a:stCxn id="75" idx="5"/>
            <a:endCxn id="83" idx="0"/>
          </p:cNvCxnSpPr>
          <p:nvPr/>
        </p:nvCxnSpPr>
        <p:spPr>
          <a:xfrm>
            <a:off x="8679152" y="350943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7D3CC62F-B531-FFFF-D8C9-714FFE1A94C0}"/>
              </a:ext>
            </a:extLst>
          </p:cNvPr>
          <p:cNvSpPr txBox="1"/>
          <p:nvPr/>
        </p:nvSpPr>
        <p:spPr>
          <a:xfrm>
            <a:off x="4970681" y="12199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D90897C-99B5-7E08-E78A-AB0FF67940A3}"/>
              </a:ext>
            </a:extLst>
          </p:cNvPr>
          <p:cNvSpPr txBox="1"/>
          <p:nvPr/>
        </p:nvSpPr>
        <p:spPr>
          <a:xfrm>
            <a:off x="6956311" y="23451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956EAA3-78CE-A033-0D6B-D88B699862EC}"/>
              </a:ext>
            </a:extLst>
          </p:cNvPr>
          <p:cNvSpPr txBox="1"/>
          <p:nvPr/>
        </p:nvSpPr>
        <p:spPr>
          <a:xfrm>
            <a:off x="6681749" y="37247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534CEEE-E435-3AC0-6934-8A36BB1F5C99}"/>
              </a:ext>
            </a:extLst>
          </p:cNvPr>
          <p:cNvSpPr txBox="1"/>
          <p:nvPr/>
        </p:nvSpPr>
        <p:spPr>
          <a:xfrm>
            <a:off x="7800141" y="27123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947F863-159F-1FCF-B7F3-7D3EFAAB7F9F}"/>
              </a:ext>
            </a:extLst>
          </p:cNvPr>
          <p:cNvSpPr txBox="1"/>
          <p:nvPr/>
        </p:nvSpPr>
        <p:spPr>
          <a:xfrm>
            <a:off x="7411304" y="32292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1FE8909-C6F5-5416-85D6-ED26726B53C7}"/>
              </a:ext>
            </a:extLst>
          </p:cNvPr>
          <p:cNvSpPr txBox="1"/>
          <p:nvPr/>
        </p:nvSpPr>
        <p:spPr>
          <a:xfrm>
            <a:off x="7630587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9A3BF543-2E1E-EB8D-FA26-B65E6B002220}"/>
              </a:ext>
            </a:extLst>
          </p:cNvPr>
          <p:cNvSpPr txBox="1"/>
          <p:nvPr/>
        </p:nvSpPr>
        <p:spPr>
          <a:xfrm>
            <a:off x="7193358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A1F59A3-7961-9ABF-C702-2679C06B2069}"/>
              </a:ext>
            </a:extLst>
          </p:cNvPr>
          <p:cNvSpPr txBox="1"/>
          <p:nvPr/>
        </p:nvSpPr>
        <p:spPr>
          <a:xfrm>
            <a:off x="8367067" y="3217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D76FFD2-C54C-BC3F-EF59-FD8AE9507905}"/>
              </a:ext>
            </a:extLst>
          </p:cNvPr>
          <p:cNvSpPr txBox="1"/>
          <p:nvPr/>
        </p:nvSpPr>
        <p:spPr>
          <a:xfrm>
            <a:off x="8078806" y="371950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15C6174-0E4E-79D2-2475-AA6DBDD8E8CA}"/>
              </a:ext>
            </a:extLst>
          </p:cNvPr>
          <p:cNvSpPr txBox="1"/>
          <p:nvPr/>
        </p:nvSpPr>
        <p:spPr>
          <a:xfrm>
            <a:off x="8602984" y="37247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5A19B2E-6A90-C337-7E4E-FC92432FAC2A}"/>
              </a:ext>
            </a:extLst>
          </p:cNvPr>
          <p:cNvSpPr/>
          <p:nvPr/>
        </p:nvSpPr>
        <p:spPr>
          <a:xfrm>
            <a:off x="4993917" y="7919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5D4D7E9-A35B-E2A7-38DE-A24AF8112637}"/>
              </a:ext>
            </a:extLst>
          </p:cNvPr>
          <p:cNvSpPr/>
          <p:nvPr/>
        </p:nvSpPr>
        <p:spPr>
          <a:xfrm>
            <a:off x="4072385" y="121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2A83C2F-D8A3-EF23-B0DF-5183316201E4}"/>
              </a:ext>
            </a:extLst>
          </p:cNvPr>
          <p:cNvSpPr/>
          <p:nvPr/>
        </p:nvSpPr>
        <p:spPr>
          <a:xfrm>
            <a:off x="3619317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7827257-81B7-57DE-C2E1-04E18B832A8B}"/>
              </a:ext>
            </a:extLst>
          </p:cNvPr>
          <p:cNvSpPr/>
          <p:nvPr/>
        </p:nvSpPr>
        <p:spPr>
          <a:xfrm>
            <a:off x="4484168" y="16752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CCF26BC-186B-F13B-CD48-FFB6D080D2F8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56898" y="107644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061A6D-26D3-3D2E-79D3-3D8949061AA8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3903830" y="149956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261F8C7-9895-5B2A-3C6A-72FFD63C362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4356898" y="149956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62A1CB47-2BB0-7B0A-2016-70FE6A69C1FF}"/>
              </a:ext>
            </a:extLst>
          </p:cNvPr>
          <p:cNvSpPr/>
          <p:nvPr/>
        </p:nvSpPr>
        <p:spPr>
          <a:xfrm>
            <a:off x="3367199" y="21744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AA2E274-AE7C-71BC-0828-70A3C6AEE1AA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3533863" y="196952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9CAC0EF-E4D8-328E-76F3-51635285008A}"/>
              </a:ext>
            </a:extLst>
          </p:cNvPr>
          <p:cNvSpPr/>
          <p:nvPr/>
        </p:nvSpPr>
        <p:spPr>
          <a:xfrm>
            <a:off x="5854282" y="11710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F0B7052-9C5C-4120-6E5D-26CB450A7046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5278430" y="107644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E5C8A91E-2096-7931-A2C2-3DA25CD87070}"/>
              </a:ext>
            </a:extLst>
          </p:cNvPr>
          <p:cNvSpPr/>
          <p:nvPr/>
        </p:nvSpPr>
        <p:spPr>
          <a:xfrm>
            <a:off x="3840181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831412-CDE0-A8A8-5EE0-BAD3AFDCCCC1}"/>
              </a:ext>
            </a:extLst>
          </p:cNvPr>
          <p:cNvSpPr/>
          <p:nvPr/>
        </p:nvSpPr>
        <p:spPr>
          <a:xfrm>
            <a:off x="4278276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E128898-E7A6-4CFC-668B-1C749DDCAEF1}"/>
              </a:ext>
            </a:extLst>
          </p:cNvPr>
          <p:cNvSpPr/>
          <p:nvPr/>
        </p:nvSpPr>
        <p:spPr>
          <a:xfrm>
            <a:off x="4724046" y="21842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622407-9FA6-26E7-CF6B-BA075C7B4BBF}"/>
              </a:ext>
            </a:extLst>
          </p:cNvPr>
          <p:cNvSpPr/>
          <p:nvPr/>
        </p:nvSpPr>
        <p:spPr>
          <a:xfrm>
            <a:off x="5461251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55DFFA0-3592-F61F-2BE1-354CF27DFEF9}"/>
              </a:ext>
            </a:extLst>
          </p:cNvPr>
          <p:cNvSpPr/>
          <p:nvPr/>
        </p:nvSpPr>
        <p:spPr>
          <a:xfrm>
            <a:off x="6399175" y="1670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0AE2664-83BF-3EFD-837E-F88EFA2C40FC}"/>
              </a:ext>
            </a:extLst>
          </p:cNvPr>
          <p:cNvSpPr/>
          <p:nvPr/>
        </p:nvSpPr>
        <p:spPr>
          <a:xfrm>
            <a:off x="522531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0C7687A-A396-E619-1839-4474EA87091B}"/>
              </a:ext>
            </a:extLst>
          </p:cNvPr>
          <p:cNvSpPr/>
          <p:nvPr/>
        </p:nvSpPr>
        <p:spPr>
          <a:xfrm>
            <a:off x="567108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44E757D-4BDD-3CFE-2A84-19CA07440897}"/>
              </a:ext>
            </a:extLst>
          </p:cNvPr>
          <p:cNvSpPr/>
          <p:nvPr/>
        </p:nvSpPr>
        <p:spPr>
          <a:xfrm>
            <a:off x="611685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695863-FD40-3583-97CE-218F648B3A7A}"/>
              </a:ext>
            </a:extLst>
          </p:cNvPr>
          <p:cNvSpPr/>
          <p:nvPr/>
        </p:nvSpPr>
        <p:spPr>
          <a:xfrm>
            <a:off x="6640590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158BA05-3770-A985-F7D3-F388C064608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3903830" y="196952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59870A7-061A-F588-755A-0736C1A99907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4444940" y="195974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35F1FBF-C7CF-242F-5081-30BF726576DF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4768681" y="195974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F22A49A-6A25-1D2C-266E-C48311B5943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5391977" y="196952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6FBE74C-6B6B-329D-5679-BED243D95D51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5745764" y="196952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DD6E2B1-9274-2902-DFAE-9D49EFA7A5AB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5627915" y="145560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5BDA38B-B4FE-EAEF-1138-87D2A9B4271F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6138795" y="145560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C0D202-F6EF-8067-8304-9D622E9CCCB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6283517" y="195540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6027E6-644C-8BB9-7725-0D8FF3921209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6683688" y="195540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46AF6AE-80B6-DBAB-BB1A-3ADA4AC0E944}"/>
              </a:ext>
            </a:extLst>
          </p:cNvPr>
          <p:cNvSpPr txBox="1"/>
          <p:nvPr/>
        </p:nvSpPr>
        <p:spPr>
          <a:xfrm>
            <a:off x="4960847" y="7911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93E752E-5FF3-B448-2F3B-1A137925E5E7}"/>
              </a:ext>
            </a:extLst>
          </p:cNvPr>
          <p:cNvSpPr txBox="1"/>
          <p:nvPr/>
        </p:nvSpPr>
        <p:spPr>
          <a:xfrm>
            <a:off x="4686285" y="2170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58D3D11-B30F-36C0-D996-1198AA8AB4F0}"/>
              </a:ext>
            </a:extLst>
          </p:cNvPr>
          <p:cNvSpPr txBox="1"/>
          <p:nvPr/>
        </p:nvSpPr>
        <p:spPr>
          <a:xfrm>
            <a:off x="5804677" y="11582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DDEF94-A151-B671-627E-01944528B99B}"/>
              </a:ext>
            </a:extLst>
          </p:cNvPr>
          <p:cNvSpPr txBox="1"/>
          <p:nvPr/>
        </p:nvSpPr>
        <p:spPr>
          <a:xfrm>
            <a:off x="5415840" y="167523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46BD5D2-B5AB-28CD-9A0F-4731CD9D701A}"/>
              </a:ext>
            </a:extLst>
          </p:cNvPr>
          <p:cNvSpPr txBox="1"/>
          <p:nvPr/>
        </p:nvSpPr>
        <p:spPr>
          <a:xfrm>
            <a:off x="5635123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25AF98-FA9A-72B9-0A18-A3941C4F6941}"/>
              </a:ext>
            </a:extLst>
          </p:cNvPr>
          <p:cNvSpPr txBox="1"/>
          <p:nvPr/>
        </p:nvSpPr>
        <p:spPr>
          <a:xfrm>
            <a:off x="5197894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258B530-4ABE-27A8-873F-7CBB86FF1038}"/>
              </a:ext>
            </a:extLst>
          </p:cNvPr>
          <p:cNvSpPr txBox="1"/>
          <p:nvPr/>
        </p:nvSpPr>
        <p:spPr>
          <a:xfrm>
            <a:off x="6371603" y="16630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3FB1841-3850-99BB-CC31-27019D7FAE03}"/>
              </a:ext>
            </a:extLst>
          </p:cNvPr>
          <p:cNvSpPr txBox="1"/>
          <p:nvPr/>
        </p:nvSpPr>
        <p:spPr>
          <a:xfrm>
            <a:off x="6083342" y="21654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85A43CD-E3AF-0A3D-A4EC-C885C67AD643}"/>
              </a:ext>
            </a:extLst>
          </p:cNvPr>
          <p:cNvSpPr txBox="1"/>
          <p:nvPr/>
        </p:nvSpPr>
        <p:spPr>
          <a:xfrm>
            <a:off x="6607520" y="21706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931239A-3D01-A0A6-B370-0453FC973E5E}"/>
              </a:ext>
            </a:extLst>
          </p:cNvPr>
          <p:cNvCxnSpPr>
            <a:cxnSpLocks/>
          </p:cNvCxnSpPr>
          <p:nvPr/>
        </p:nvCxnSpPr>
        <p:spPr>
          <a:xfrm>
            <a:off x="5160581" y="481974"/>
            <a:ext cx="0" cy="240086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AD01EA1-826F-839F-A2CD-1BEC82ADF9FF}"/>
              </a:ext>
            </a:extLst>
          </p:cNvPr>
          <p:cNvSpPr txBox="1"/>
          <p:nvPr/>
        </p:nvSpPr>
        <p:spPr>
          <a:xfrm>
            <a:off x="4014084" y="112642"/>
            <a:ext cx="2422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若</a:t>
            </a:r>
            <a:r>
              <a:rPr lang="en-US" altLang="zh-CN"/>
              <a:t>e&gt;12, </a:t>
            </a:r>
            <a:r>
              <a:rPr lang="zh-CN" altLang="en-US"/>
              <a:t>一定进入右侧</a:t>
            </a:r>
          </a:p>
        </p:txBody>
      </p:sp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DD34FE-0E6C-D526-BF26-D067B75E4253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78A0688-C32F-AB8E-2FEB-80A9526B8484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ADF9FF8-F561-47B1-768F-B45285FA2D6D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97EA44C-E460-2578-69A9-35F4AD1F9007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72CD6B-6C78-237A-39C9-ABB996A3397A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4C6691D-CC5A-87FF-A20E-3A779CC5BE1C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0543C-AE03-8536-5693-625329D768A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7DED5ECA-47ED-FB6C-61DF-725184FA6D28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DD2AC7F-257B-04B6-F49C-77A41FF36DE7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033F296-5999-4B6C-EBF0-81E33B731D43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1865658-008B-E3D9-2299-926FEF6810D0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B75BC37-964B-33FB-F69F-92CD8B2C9224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AB78783-B4D9-4B30-0C68-CCB5F4FE2A32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2053419-255D-4E34-CFA5-F8C6402737A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8599646-752F-69B4-5E18-58D6E712B4C6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7A0E94E-8506-14B0-1609-8832F6BC14D8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511AE01-4870-5DE3-8EFE-BDAFBF64ECFF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86A0749-D222-174F-4327-2CF9DE545AED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99D39AB-0473-1A8C-D56C-E0832DD1600E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A9ACB94-2026-AA5C-A53A-0055B6D6B4E4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18727CD-FB53-90A7-9034-EA64D81B5100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0C8A99-CBBE-BD10-BA7A-6B11473DDD6F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9156FD2-47C6-2DBB-0792-154DBBFA353B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4005C0-3942-091C-753E-43704A1ED27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03BD3A4-3572-FB6F-9ADB-238C692F936E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66D8872-C9C4-109C-BA79-3EDD6BAA9CC3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6E15587-299B-09C8-80E2-4A00A368CA99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36B0C01-ED47-04E9-B6A6-69709CC2C9F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B3C79F0-9E8B-3B43-C407-4D8DC0488B9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2C4E6B6-B353-FAB4-F536-07FBE030F701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D266C-DEAD-EF90-C741-5A4F17792B00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0F0277F-8EF1-25F8-C13D-294808A0C016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BF27EA4-9443-209B-60AE-9D666F21C4C5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580440-A9A4-1220-DF9E-CF7DD4AFF129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540513C-C57F-88B5-2E88-89908297079E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789C790-5BC6-43AC-06C3-F291D041FBD6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054AE4-E1E5-52FA-7607-C5B6AA49C081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873257-54ED-8FAB-5DE7-63F8BA55F9E5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35B5E48-D719-97F3-0DE5-72B5E7FA0CEF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A46C153-90EA-F5D7-9C86-55E2A97AE261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3BB81BF-0A92-B4A0-F684-F18E30555BB8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189D57BF-D749-DC45-3A81-A1880B6027D6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1642243-5397-D789-BBD7-FD2CF9091783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59B6EC9-5AAF-5B63-AFBA-9CE4443BDF9D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0F332D5-BFE2-6A03-543B-50796AD9F345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A2ED45B0-89A8-2327-0E36-50D5D07750A3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164D7F5-2B72-A87C-9810-3E04859B34B3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2CDF173A-6F39-10A8-24B4-E1557FE0578B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B4B6C58-BB7C-9ED5-3203-EA7210DF6457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06627B97-D9E1-C13E-1677-2846FA14A2A6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E359F136-619A-A4DB-A8CC-344044DDAC7B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48949D0-A443-556B-6485-B36378C18AF8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472E4FBD-70F8-83E1-3122-583A9DF1C7F5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58C7E2E-DF7C-2942-F8BB-16BDDE439D1A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5269E4-6E37-F7B4-C103-8D562182DDEF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A09F058-C0BB-28B4-7CBD-32E08222CDC9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0DEEA5E-A3F1-9A67-5941-8207657C113E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2E75CAB-2D61-9DF6-091E-5BF99499C67C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BB180435-11E5-BFC0-908B-26D781130ECB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DD70D821-42BB-45E4-119B-2362E96E780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5D25FEC-294F-2E82-600F-6A7E83C0DC38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D72DCB1-1436-6590-37AE-1F39164F7858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D85A695-A41A-1AAA-C153-262D55B85EE7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EBA10D4-AFF4-4DD7-4E44-058944FF9E9F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EA22189-603A-4C06-5230-9ADF57667732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FCD8E2E-40BC-4C9C-3715-80F1DFAB61E6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C389B79-E5B6-FB50-84B7-0A3236E88C8B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8E8700B5-8FFF-405D-BD75-33C3B38CE2B6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94488CF-696C-8C93-0424-65CF34D52B5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4A9FA78-5BD8-83C8-2C0A-5B43DAC985C9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31014783-6809-A0B5-EBE3-14489848B38B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2260722-501E-7BF3-CDA5-7E85FA8BA7CA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41421FB-9792-94C7-A408-ACFF314CFA4D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46D4965-DD5A-C3F1-3980-0587D020A95D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E231E9C-F496-C126-E722-B91B7470A7EE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B3712C1-13BE-D862-9898-505B4C34265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8D54F88-6DDB-51D5-2544-C48A6C833C82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B924E0C-63A8-3DD6-04AA-B2A2B1A162FF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A8F9114F-6FC3-BFED-B064-2C1980A22E2F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E2DF6A6C-47DC-494A-7198-317518BAF398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3A1D3E4-1ED2-7D84-70CF-166813775BE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7405B487-6176-5597-4F39-8A1FE8C9EA18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B0958D22-B3F3-246B-8BCC-54E825D64FA5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E6D8C1F-ED0B-3B58-2986-3DC231B11D13}"/>
              </a:ext>
            </a:extLst>
          </p:cNvPr>
          <p:cNvSpPr txBox="1"/>
          <p:nvPr/>
        </p:nvSpPr>
        <p:spPr>
          <a:xfrm>
            <a:off x="2284334" y="3828272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8=8, </a:t>
            </a:r>
            <a:r>
              <a:rPr lang="zh-CN" altLang="en-US" sz="1400"/>
              <a:t>成功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7CF6984-53EC-83CA-63DA-8A1C1C15DA7C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711C0CD-74D5-94D2-991F-31B88638C095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6016BAFA-F36C-F5AA-0D49-AB225CC9DBDC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8DE5148C-1BE2-0980-5426-EA2A0BBCB86E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FFC893D-1F88-06F6-F296-FEABB26CDB15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42D16946-65AF-CA79-8FC3-0761D5BF6DFF}"/>
              </a:ext>
            </a:extLst>
          </p:cNvPr>
          <p:cNvSpPr txBox="1"/>
          <p:nvPr/>
        </p:nvSpPr>
        <p:spPr>
          <a:xfrm>
            <a:off x="9055119" y="4390229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查找失败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23CE5251-A9AA-73C0-B61A-E44A1BAF0910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1952E313-7FA5-AF0B-74BD-EBDF74D94300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21F2FCA-11B0-2660-7623-A01E21501BAD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1A285016-FC5B-A385-50CA-7D47FFA75D97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42C6-2F3D-496F-7135-37985281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AFC4948-4C4B-B680-8B82-ACEE4FA95ACE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C71D9F3-E98A-0A3E-01A7-23121A3A2B02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15C03E-F87F-1E36-0606-F44CDE685EE5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EE7F8BB-AABF-1098-105C-613FF9FEEC02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283CEA8-4B28-2015-588F-B6DAF6290984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529BC20-DD5B-F6AB-A2F0-816043252A0A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B2B4EF-DC05-53A9-9518-008664CF1734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19E44B7E-EFE3-8D1F-8E45-D4B3FDCE9116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6A05F8-4235-76D0-E64D-46BD970D8513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3C0854E-B966-E757-2267-9ADC1504E476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3793D5F-9E93-1757-B5A7-600CB975B95D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363A519-B75D-7E9D-4ADF-70D00900874C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9F4C46B-F499-9CB3-F146-E79FA7D32B1C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342C9C3-F5D2-8190-D9EA-09D16219376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647DB4D-E241-DE52-F988-FB14A6762670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391CF18B-A15E-BF7C-6329-96031FBE1163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8B6C93A-C492-BCCB-26EE-EF0CAFBE438D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DE7EBC-5ABC-7B61-03AA-3E9D5859ADE4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939AA3E-B902-3E39-EF2C-2BFCC7E2A389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C29372E-1F8A-08B9-E6E2-5AB9CA1FE4C1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0CAA94-C13C-02BA-D76F-8CB2AC5BF22D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EC1041-9CD9-9D77-CD16-A4D176B29CAB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793287-1944-9B88-F442-61AA1EAE35CA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CC1AEFC-3246-0F32-7C38-B767C5099D94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CB707D2-724C-6632-6DCF-E8C08C053CA4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A0AA77B-D1BB-0262-87AB-576AE9E8244D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5E4AC61-CE07-3627-6099-15CE529A286B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1523D2-3BF5-81E7-B73F-916C0E03D544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2DA1BFA-FD35-B8C4-E73D-FB391368790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83E04B3B-672F-79BA-4526-3292A0125287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9DC8AD-8A53-79D7-F3CE-FD8B2FFC388D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C388415-3191-FE32-0A68-F9CEA3C06412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A24D3DE-A740-B9CD-3106-3D6EEDD20A1D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C8A5BF-17A2-8662-59BA-BA74FD37A1FB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E9681B4-5495-C2CF-4E60-316C5D31DC6F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FE0702-CFDD-F5EC-78F2-3B23D340F59C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D7582AC-8121-6480-EE4C-782417B8FA39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A9C4345-FCCA-C377-1408-A3E2CF9D2D4C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B1E411-21A6-955E-9831-BA9A116D9A70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32FBAAA-01FC-423E-7B13-95BE5A10BD47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C204AFE-83AA-8448-EE63-5D381A927876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7F83A43-5635-9DEB-F77E-11410A18C1A1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D1B4A11-19CA-EEA6-E739-7F37A380940E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B6F07C11-9377-3452-F333-FEF55674F404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AB89E77-B68C-23C8-B6D8-C7EB18BEA2D1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8E337C1E-0432-FD0F-7760-D6882CBB3711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730BB78-62FA-B71B-50B4-AD0DD6CEC40C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B1CD1F2-70E2-4DE1-F86A-B1C20E2BA867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32701D8-DAF4-BB51-2C23-1904E09807B9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AB9466E5-436B-A86B-9E1A-D0E1F5E9DEE5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D947312-6A00-48D5-89BA-BF52222DC424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3592D79-852E-D1EE-6A73-9FF7A03DCCD7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E8D21F4-CD15-D211-CE43-F69D0B9C016B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B9945AC-386D-90DA-4BEF-919439D9DA50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6A66CF6B-5CAD-95C5-A898-EEA436751CAC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38CF72F2-14B9-BDBE-DD1F-F070750588CE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E5A16F9-3715-F064-CF27-C1FE35C80D75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109B8169-2ABF-2C73-AE22-B51C6C84CDD9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00B0500-D3AD-2D3B-07CF-A5FA5E30CE5E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DE83D1-2524-382E-EBC6-6ACABC4F858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81777E2-EBFD-D486-D9F3-13F00139A216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DD40791-27EC-785D-2AEF-28AD81C18047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13F1A4B-6F5A-E3EC-9461-C3E8991BC902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2CC2ED8-3441-511B-E4D5-458C5EB81A5C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DFBA6D2-96C7-FB4D-FE57-4BA57F41F201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2C41043-3D07-0D58-C423-D1FCAD7E3FFB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1F9EE3B-04F2-2B0D-5C44-9B753CF74DC8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7E47029-EBED-8803-AB04-D431C0FA821B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8D7CFC-0487-37E6-E2E2-290D27B2129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7FD20A-FBCD-7E06-F883-254855986003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0BC8B04-C9E1-3139-998C-FC90A9BF6A7A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1F21E7B-6732-6DD2-1256-0E3EE4047C02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3336BEF-3141-1FF9-B056-4D65819CEF28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7DA1458-6B31-D3D2-1E13-552C38A7B5C8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8E5915-B044-95A3-3120-D50452476FC6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F1FBF6A-FDF4-1A71-78CE-F1B71A8EBF7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6998620-4BC0-E544-C49F-CCA9B756D0D9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3702C34-FFBA-64D7-8DB6-91208E0744E6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7C262BF9-BED4-CA7D-48A5-75BACA63AD0B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8535380-4E6A-B10E-775E-33B2BB09F790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4BA53E1-7D7C-7770-52DD-39977B99AEC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E1F2FDED-05FD-6139-7DF5-EF480D08D4B1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992E3BFB-A1B9-4F99-B2D9-BB6334FAF5AD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6356450-D15B-9571-4B2F-E94DA219E559}"/>
              </a:ext>
            </a:extLst>
          </p:cNvPr>
          <p:cNvSpPr txBox="1"/>
          <p:nvPr/>
        </p:nvSpPr>
        <p:spPr>
          <a:xfrm>
            <a:off x="1513963" y="4477669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</a:t>
            </a:r>
            <a:r>
              <a:rPr lang="zh-CN" altLang="en-US" sz="1400"/>
              <a:t>，即插入位置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682C46A-BE73-6F7D-77F1-0C3CD657CD94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BCC855C-D080-2A72-11BD-88A8F7928DB4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5C90C48-2E48-8480-49E1-61134069BE25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046DBDF-830C-AEBE-73FD-F5F9EF3A821A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EC3D7CBA-EB11-940A-A97E-01384CE3948D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1EEA877-416A-7F50-6D3E-CC932F49E0EF}"/>
              </a:ext>
            </a:extLst>
          </p:cNvPr>
          <p:cNvSpPr txBox="1"/>
          <p:nvPr/>
        </p:nvSpPr>
        <p:spPr>
          <a:xfrm>
            <a:off x="8892221" y="4390229"/>
            <a:ext cx="159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即插入位置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96074337-0CC8-4C04-F465-86E6E3537C83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35DD5567-516C-4F36-1027-D1E31F8C7DC2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0E2C076-6DF4-17B4-6998-B5C3051DB4BA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EA202ECE-B025-5084-15A7-F4977996F51B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56134D0-75CC-CDDA-AF73-9818870ABB00}"/>
              </a:ext>
            </a:extLst>
          </p:cNvPr>
          <p:cNvSpPr/>
          <p:nvPr/>
        </p:nvSpPr>
        <p:spPr>
          <a:xfrm>
            <a:off x="2255786" y="399493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13C488A9-E07C-3EFA-ADAC-73D3BD6CA411}"/>
              </a:ext>
            </a:extLst>
          </p:cNvPr>
          <p:cNvSpPr/>
          <p:nvPr/>
        </p:nvSpPr>
        <p:spPr>
          <a:xfrm>
            <a:off x="2432038" y="3738258"/>
            <a:ext cx="216569" cy="222074"/>
          </a:xfrm>
          <a:custGeom>
            <a:avLst/>
            <a:gdLst>
              <a:gd name="csX0" fmla="*/ 217305 w 217305"/>
              <a:gd name="csY0" fmla="*/ 1357 h 136490"/>
              <a:gd name="csX1" fmla="*/ 32623 w 217305"/>
              <a:gd name="csY1" fmla="*/ 19375 h 136490"/>
              <a:gd name="csX2" fmla="*/ 1092 w 217305"/>
              <a:gd name="csY2" fmla="*/ 136490 h 13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05" h="136490">
                <a:moveTo>
                  <a:pt x="217305" y="1357"/>
                </a:moveTo>
                <a:cubicBezTo>
                  <a:pt x="142981" y="-895"/>
                  <a:pt x="68658" y="-3147"/>
                  <a:pt x="32623" y="19375"/>
                </a:cubicBezTo>
                <a:cubicBezTo>
                  <a:pt x="-3412" y="41897"/>
                  <a:pt x="-1160" y="89193"/>
                  <a:pt x="1092" y="13649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681DBC7-CD1A-BC87-DCE1-7A81FF8D2792}"/>
              </a:ext>
            </a:extLst>
          </p:cNvPr>
          <p:cNvSpPr txBox="1"/>
          <p:nvPr/>
        </p:nvSpPr>
        <p:spPr>
          <a:xfrm>
            <a:off x="9530847" y="39876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078250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8936-1D20-2BA0-BFE0-C127E8C8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C02012CA-D6BC-150D-074A-CC9D9A1CC99A}"/>
              </a:ext>
            </a:extLst>
          </p:cNvPr>
          <p:cNvSpPr/>
          <p:nvPr/>
        </p:nvSpPr>
        <p:spPr>
          <a:xfrm>
            <a:off x="3304755" y="8279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2AE4929E-EC22-ADB2-38D1-34D0C1102D51}"/>
              </a:ext>
            </a:extLst>
          </p:cNvPr>
          <p:cNvSpPr/>
          <p:nvPr/>
        </p:nvSpPr>
        <p:spPr>
          <a:xfrm>
            <a:off x="2383223" y="12510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24890480-91AA-AECF-EF67-9782E3AE8453}"/>
              </a:ext>
            </a:extLst>
          </p:cNvPr>
          <p:cNvSpPr/>
          <p:nvPr/>
        </p:nvSpPr>
        <p:spPr>
          <a:xfrm>
            <a:off x="1930155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17EF676E-97E8-3B78-78B3-B79EA6C24BE4}"/>
              </a:ext>
            </a:extLst>
          </p:cNvPr>
          <p:cNvSpPr/>
          <p:nvPr/>
        </p:nvSpPr>
        <p:spPr>
          <a:xfrm>
            <a:off x="2795006" y="17112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876B10E7-AEB8-6A09-5E52-5BDE1E681AD6}"/>
              </a:ext>
            </a:extLst>
          </p:cNvPr>
          <p:cNvCxnSpPr>
            <a:stCxn id="82" idx="3"/>
            <a:endCxn id="88" idx="7"/>
          </p:cNvCxnSpPr>
          <p:nvPr/>
        </p:nvCxnSpPr>
        <p:spPr>
          <a:xfrm flipH="1">
            <a:off x="2667736" y="1112482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256761D-ED24-0743-62FC-53AA1222CBFC}"/>
              </a:ext>
            </a:extLst>
          </p:cNvPr>
          <p:cNvCxnSpPr>
            <a:cxnSpLocks/>
            <a:stCxn id="88" idx="3"/>
            <a:endCxn id="90" idx="7"/>
          </p:cNvCxnSpPr>
          <p:nvPr/>
        </p:nvCxnSpPr>
        <p:spPr>
          <a:xfrm flipH="1">
            <a:off x="2214668" y="1535600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4D9F581-B9E1-6C2F-53F1-D6DDCB00A9B0}"/>
              </a:ext>
            </a:extLst>
          </p:cNvPr>
          <p:cNvCxnSpPr>
            <a:stCxn id="88" idx="5"/>
            <a:endCxn id="92" idx="1"/>
          </p:cNvCxnSpPr>
          <p:nvPr/>
        </p:nvCxnSpPr>
        <p:spPr>
          <a:xfrm>
            <a:off x="2667736" y="1535600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椭圆 102">
            <a:extLst>
              <a:ext uri="{FF2B5EF4-FFF2-40B4-BE49-F238E27FC236}">
                <a16:creationId xmlns:a16="http://schemas.microsoft.com/office/drawing/2014/main" id="{14543249-4724-1D5B-E94A-84CA1269C9C9}"/>
              </a:ext>
            </a:extLst>
          </p:cNvPr>
          <p:cNvSpPr/>
          <p:nvPr/>
        </p:nvSpPr>
        <p:spPr>
          <a:xfrm>
            <a:off x="1678037" y="22104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47DDE7C-743A-BFA5-CB3B-89D84DA41C79}"/>
              </a:ext>
            </a:extLst>
          </p:cNvPr>
          <p:cNvCxnSpPr>
            <a:cxnSpLocks/>
            <a:stCxn id="90" idx="3"/>
            <a:endCxn id="103" idx="0"/>
          </p:cNvCxnSpPr>
          <p:nvPr/>
        </p:nvCxnSpPr>
        <p:spPr>
          <a:xfrm flipH="1">
            <a:off x="1844701" y="2005558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50C1F5-29D4-F008-4BC2-C8C319E24FE4}"/>
              </a:ext>
            </a:extLst>
          </p:cNvPr>
          <p:cNvSpPr/>
          <p:nvPr/>
        </p:nvSpPr>
        <p:spPr>
          <a:xfrm>
            <a:off x="4165120" y="12071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9861AC1-ABC7-6674-CAE4-DCF239FDBE2E}"/>
              </a:ext>
            </a:extLst>
          </p:cNvPr>
          <p:cNvCxnSpPr>
            <a:cxnSpLocks/>
            <a:stCxn id="82" idx="5"/>
            <a:endCxn id="105" idx="1"/>
          </p:cNvCxnSpPr>
          <p:nvPr/>
        </p:nvCxnSpPr>
        <p:spPr>
          <a:xfrm>
            <a:off x="3589268" y="1112482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椭圆 106">
            <a:extLst>
              <a:ext uri="{FF2B5EF4-FFF2-40B4-BE49-F238E27FC236}">
                <a16:creationId xmlns:a16="http://schemas.microsoft.com/office/drawing/2014/main" id="{5807380C-CF34-BD23-C525-C2657B97826B}"/>
              </a:ext>
            </a:extLst>
          </p:cNvPr>
          <p:cNvSpPr/>
          <p:nvPr/>
        </p:nvSpPr>
        <p:spPr>
          <a:xfrm>
            <a:off x="2151019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B409061E-0F5D-5186-9275-05B674526BB2}"/>
              </a:ext>
            </a:extLst>
          </p:cNvPr>
          <p:cNvSpPr/>
          <p:nvPr/>
        </p:nvSpPr>
        <p:spPr>
          <a:xfrm>
            <a:off x="2589114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F8282FE5-5C74-EBF6-4A0A-213806EEA6B0}"/>
              </a:ext>
            </a:extLst>
          </p:cNvPr>
          <p:cNvSpPr/>
          <p:nvPr/>
        </p:nvSpPr>
        <p:spPr>
          <a:xfrm>
            <a:off x="3034884" y="22202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1C64D6AD-8888-F9AB-0F1F-1B40C699316B}"/>
              </a:ext>
            </a:extLst>
          </p:cNvPr>
          <p:cNvSpPr/>
          <p:nvPr/>
        </p:nvSpPr>
        <p:spPr>
          <a:xfrm>
            <a:off x="3772089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4C716D74-FAEC-1DA0-A158-4BD316EEB07C}"/>
              </a:ext>
            </a:extLst>
          </p:cNvPr>
          <p:cNvSpPr/>
          <p:nvPr/>
        </p:nvSpPr>
        <p:spPr>
          <a:xfrm>
            <a:off x="4710013" y="17069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3BCD967-8BB1-7013-D403-78E0946B890D}"/>
              </a:ext>
            </a:extLst>
          </p:cNvPr>
          <p:cNvSpPr/>
          <p:nvPr/>
        </p:nvSpPr>
        <p:spPr>
          <a:xfrm>
            <a:off x="353615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88CBE174-EFC9-C95A-5CB1-A5EC8632D5AE}"/>
              </a:ext>
            </a:extLst>
          </p:cNvPr>
          <p:cNvSpPr/>
          <p:nvPr/>
        </p:nvSpPr>
        <p:spPr>
          <a:xfrm>
            <a:off x="398192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AD34E696-EFDF-F03A-7000-DC70474A314E}"/>
              </a:ext>
            </a:extLst>
          </p:cNvPr>
          <p:cNvSpPr/>
          <p:nvPr/>
        </p:nvSpPr>
        <p:spPr>
          <a:xfrm>
            <a:off x="442769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79DF37C4-FA3C-B742-B7DC-759E47A0E59C}"/>
              </a:ext>
            </a:extLst>
          </p:cNvPr>
          <p:cNvSpPr/>
          <p:nvPr/>
        </p:nvSpPr>
        <p:spPr>
          <a:xfrm>
            <a:off x="4951428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D1D64CBB-BAC9-DB6F-18E0-FDC04DB372BA}"/>
              </a:ext>
            </a:extLst>
          </p:cNvPr>
          <p:cNvCxnSpPr>
            <a:cxnSpLocks/>
            <a:stCxn id="90" idx="5"/>
            <a:endCxn id="107" idx="0"/>
          </p:cNvCxnSpPr>
          <p:nvPr/>
        </p:nvCxnSpPr>
        <p:spPr>
          <a:xfrm>
            <a:off x="2214668" y="2005558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2D02947-DA88-A1AE-7B25-EE29FE6140AA}"/>
              </a:ext>
            </a:extLst>
          </p:cNvPr>
          <p:cNvCxnSpPr>
            <a:cxnSpLocks/>
            <a:stCxn id="92" idx="3"/>
            <a:endCxn id="108" idx="0"/>
          </p:cNvCxnSpPr>
          <p:nvPr/>
        </p:nvCxnSpPr>
        <p:spPr>
          <a:xfrm flipH="1">
            <a:off x="2755778" y="1995781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57E7BA3-6741-38E3-D55C-7F25E303A557}"/>
              </a:ext>
            </a:extLst>
          </p:cNvPr>
          <p:cNvCxnSpPr>
            <a:cxnSpLocks/>
            <a:stCxn id="92" idx="5"/>
            <a:endCxn id="109" idx="0"/>
          </p:cNvCxnSpPr>
          <p:nvPr/>
        </p:nvCxnSpPr>
        <p:spPr>
          <a:xfrm>
            <a:off x="3079519" y="1995781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5A8BC12A-3B38-6F88-6D52-46675AE1CE70}"/>
              </a:ext>
            </a:extLst>
          </p:cNvPr>
          <p:cNvCxnSpPr>
            <a:cxnSpLocks/>
            <a:stCxn id="110" idx="3"/>
            <a:endCxn id="112" idx="0"/>
          </p:cNvCxnSpPr>
          <p:nvPr/>
        </p:nvCxnSpPr>
        <p:spPr>
          <a:xfrm flipH="1">
            <a:off x="3702815" y="2005558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AEA65585-2853-12B5-F654-64E965EF2123}"/>
              </a:ext>
            </a:extLst>
          </p:cNvPr>
          <p:cNvCxnSpPr>
            <a:cxnSpLocks/>
            <a:stCxn id="110" idx="5"/>
            <a:endCxn id="113" idx="0"/>
          </p:cNvCxnSpPr>
          <p:nvPr/>
        </p:nvCxnSpPr>
        <p:spPr>
          <a:xfrm>
            <a:off x="4056602" y="2005558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4F28F6DD-DB49-2D59-08C4-C51EFD55CC93}"/>
              </a:ext>
            </a:extLst>
          </p:cNvPr>
          <p:cNvCxnSpPr>
            <a:cxnSpLocks/>
            <a:stCxn id="105" idx="3"/>
            <a:endCxn id="110" idx="0"/>
          </p:cNvCxnSpPr>
          <p:nvPr/>
        </p:nvCxnSpPr>
        <p:spPr>
          <a:xfrm flipH="1">
            <a:off x="3938753" y="1491643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6179C5C7-C7DA-7E9A-0509-4B7FB577BC54}"/>
              </a:ext>
            </a:extLst>
          </p:cNvPr>
          <p:cNvCxnSpPr>
            <a:cxnSpLocks/>
            <a:stCxn id="105" idx="5"/>
            <a:endCxn id="111" idx="1"/>
          </p:cNvCxnSpPr>
          <p:nvPr/>
        </p:nvCxnSpPr>
        <p:spPr>
          <a:xfrm>
            <a:off x="4449633" y="1491643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C289B613-12E0-DB91-D9B4-96DA5CE274CD}"/>
              </a:ext>
            </a:extLst>
          </p:cNvPr>
          <p:cNvCxnSpPr>
            <a:cxnSpLocks/>
            <a:stCxn id="111" idx="3"/>
            <a:endCxn id="114" idx="0"/>
          </p:cNvCxnSpPr>
          <p:nvPr/>
        </p:nvCxnSpPr>
        <p:spPr>
          <a:xfrm flipH="1">
            <a:off x="4594355" y="199144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5022884C-4B88-A510-53D0-FB1B63EA1323}"/>
              </a:ext>
            </a:extLst>
          </p:cNvPr>
          <p:cNvCxnSpPr>
            <a:cxnSpLocks/>
            <a:stCxn id="111" idx="5"/>
            <a:endCxn id="115" idx="0"/>
          </p:cNvCxnSpPr>
          <p:nvPr/>
        </p:nvCxnSpPr>
        <p:spPr>
          <a:xfrm>
            <a:off x="4994526" y="1991445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8297D2B-9792-5E20-94E1-9CB8C8E944DE}"/>
              </a:ext>
            </a:extLst>
          </p:cNvPr>
          <p:cNvSpPr txBox="1"/>
          <p:nvPr/>
        </p:nvSpPr>
        <p:spPr>
          <a:xfrm>
            <a:off x="3271685" y="827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1FFE3F0-E364-D1A6-4279-0F08018EA2AB}"/>
              </a:ext>
            </a:extLst>
          </p:cNvPr>
          <p:cNvSpPr txBox="1"/>
          <p:nvPr/>
        </p:nvSpPr>
        <p:spPr>
          <a:xfrm>
            <a:off x="2997123" y="22067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DAEF80B-8EA9-918C-1D2A-B22891440CAC}"/>
              </a:ext>
            </a:extLst>
          </p:cNvPr>
          <p:cNvSpPr txBox="1"/>
          <p:nvPr/>
        </p:nvSpPr>
        <p:spPr>
          <a:xfrm>
            <a:off x="4115515" y="11943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6BC6AFC-922D-B315-E727-914D4783353D}"/>
              </a:ext>
            </a:extLst>
          </p:cNvPr>
          <p:cNvSpPr txBox="1"/>
          <p:nvPr/>
        </p:nvSpPr>
        <p:spPr>
          <a:xfrm>
            <a:off x="3726678" y="17112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128049E6-E741-B90F-6ACB-7BFBDB298EE7}"/>
              </a:ext>
            </a:extLst>
          </p:cNvPr>
          <p:cNvSpPr txBox="1"/>
          <p:nvPr/>
        </p:nvSpPr>
        <p:spPr>
          <a:xfrm>
            <a:off x="3945961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830069A-4247-E3A1-DDDA-F43F25D05264}"/>
              </a:ext>
            </a:extLst>
          </p:cNvPr>
          <p:cNvSpPr txBox="1"/>
          <p:nvPr/>
        </p:nvSpPr>
        <p:spPr>
          <a:xfrm>
            <a:off x="3508732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6DB8D14-888E-AED1-01FE-B1E3A84D13F6}"/>
              </a:ext>
            </a:extLst>
          </p:cNvPr>
          <p:cNvSpPr txBox="1"/>
          <p:nvPr/>
        </p:nvSpPr>
        <p:spPr>
          <a:xfrm>
            <a:off x="4682441" y="16990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777E479-34E4-C9EE-B360-FBB8052F320E}"/>
              </a:ext>
            </a:extLst>
          </p:cNvPr>
          <p:cNvSpPr txBox="1"/>
          <p:nvPr/>
        </p:nvSpPr>
        <p:spPr>
          <a:xfrm>
            <a:off x="4394180" y="22015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0433E9-96CA-1DE9-B798-A3C7CE4C277B}"/>
              </a:ext>
            </a:extLst>
          </p:cNvPr>
          <p:cNvSpPr txBox="1"/>
          <p:nvPr/>
        </p:nvSpPr>
        <p:spPr>
          <a:xfrm>
            <a:off x="4918358" y="2206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7135C272-1FC1-1EA8-6724-5EB0ED0D0234}"/>
              </a:ext>
            </a:extLst>
          </p:cNvPr>
          <p:cNvSpPr/>
          <p:nvPr/>
        </p:nvSpPr>
        <p:spPr>
          <a:xfrm>
            <a:off x="2545005" y="703938"/>
            <a:ext cx="747736" cy="467215"/>
          </a:xfrm>
          <a:custGeom>
            <a:avLst/>
            <a:gdLst>
              <a:gd name="csX0" fmla="*/ 747736 w 747736"/>
              <a:gd name="csY0" fmla="*/ 34789 h 467215"/>
              <a:gd name="csX1" fmla="*/ 202699 w 747736"/>
              <a:gd name="csY1" fmla="*/ 43798 h 467215"/>
              <a:gd name="csX2" fmla="*/ 0 w 747736"/>
              <a:gd name="csY2" fmla="*/ 467215 h 46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36" h="467215">
                <a:moveTo>
                  <a:pt x="747736" y="34789"/>
                </a:moveTo>
                <a:cubicBezTo>
                  <a:pt x="537529" y="3258"/>
                  <a:pt x="327322" y="-28273"/>
                  <a:pt x="202699" y="43798"/>
                </a:cubicBezTo>
                <a:cubicBezTo>
                  <a:pt x="78076" y="115869"/>
                  <a:pt x="20270" y="390640"/>
                  <a:pt x="0" y="46721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2438F8EA-5FDB-D147-5FBE-42CA09BA706A}"/>
              </a:ext>
            </a:extLst>
          </p:cNvPr>
          <p:cNvSpPr/>
          <p:nvPr/>
        </p:nvSpPr>
        <p:spPr>
          <a:xfrm flipH="1">
            <a:off x="2795004" y="1346821"/>
            <a:ext cx="260891" cy="333328"/>
          </a:xfrm>
          <a:custGeom>
            <a:avLst/>
            <a:gdLst>
              <a:gd name="csX0" fmla="*/ 426781 w 426781"/>
              <a:gd name="csY0" fmla="*/ 0 h 418913"/>
              <a:gd name="csX1" fmla="*/ 61922 w 426781"/>
              <a:gd name="csY1" fmla="*/ 85585 h 418913"/>
              <a:gd name="csX2" fmla="*/ 3364 w 426781"/>
              <a:gd name="csY2" fmla="*/ 418913 h 418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781" h="418913">
                <a:moveTo>
                  <a:pt x="426781" y="0"/>
                </a:moveTo>
                <a:cubicBezTo>
                  <a:pt x="279636" y="7883"/>
                  <a:pt x="132492" y="15766"/>
                  <a:pt x="61922" y="85585"/>
                </a:cubicBezTo>
                <a:cubicBezTo>
                  <a:pt x="-8648" y="155404"/>
                  <a:pt x="-2642" y="287158"/>
                  <a:pt x="3364" y="41891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8B244152-0D6B-C0BD-AF02-470DDA7CCA65}"/>
              </a:ext>
            </a:extLst>
          </p:cNvPr>
          <p:cNvSpPr/>
          <p:nvPr/>
        </p:nvSpPr>
        <p:spPr>
          <a:xfrm>
            <a:off x="3193643" y="1795594"/>
            <a:ext cx="214054" cy="411578"/>
          </a:xfrm>
          <a:custGeom>
            <a:avLst/>
            <a:gdLst>
              <a:gd name="csX0" fmla="*/ 0 w 214054"/>
              <a:gd name="csY0" fmla="*/ 6179 h 411578"/>
              <a:gd name="csX1" fmla="*/ 211709 w 214054"/>
              <a:gd name="csY1" fmla="*/ 55728 h 411578"/>
              <a:gd name="csX2" fmla="*/ 94593 w 214054"/>
              <a:gd name="csY2" fmla="*/ 411578 h 411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4054" h="411578">
                <a:moveTo>
                  <a:pt x="0" y="6179"/>
                </a:moveTo>
                <a:cubicBezTo>
                  <a:pt x="97972" y="-2830"/>
                  <a:pt x="195944" y="-11838"/>
                  <a:pt x="211709" y="55728"/>
                </a:cubicBezTo>
                <a:cubicBezTo>
                  <a:pt x="227474" y="123294"/>
                  <a:pt x="161033" y="267436"/>
                  <a:pt x="94593" y="41157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89A4AD-CC41-CFA1-590C-DA8762B389D9}"/>
              </a:ext>
            </a:extLst>
          </p:cNvPr>
          <p:cNvSpPr txBox="1"/>
          <p:nvPr/>
        </p:nvSpPr>
        <p:spPr>
          <a:xfrm>
            <a:off x="2600025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的中序前驱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0F69658-2076-E41E-8BBC-F080D9FCA17B}"/>
              </a:ext>
            </a:extLst>
          </p:cNvPr>
          <p:cNvSpPr txBox="1"/>
          <p:nvPr/>
        </p:nvSpPr>
        <p:spPr>
          <a:xfrm>
            <a:off x="8028637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的中序后继</a:t>
            </a: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E66AE68A-6380-E6E1-FEF3-EBB96D834C2E}"/>
              </a:ext>
            </a:extLst>
          </p:cNvPr>
          <p:cNvSpPr/>
          <p:nvPr/>
        </p:nvSpPr>
        <p:spPr>
          <a:xfrm>
            <a:off x="8736811" y="8144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62DD975C-4952-85EB-5135-5FDD830ACDF6}"/>
              </a:ext>
            </a:extLst>
          </p:cNvPr>
          <p:cNvSpPr/>
          <p:nvPr/>
        </p:nvSpPr>
        <p:spPr>
          <a:xfrm>
            <a:off x="7815279" y="12375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EF4ABF89-66CA-2A8C-DFB9-A6764FE152D2}"/>
              </a:ext>
            </a:extLst>
          </p:cNvPr>
          <p:cNvSpPr/>
          <p:nvPr/>
        </p:nvSpPr>
        <p:spPr>
          <a:xfrm>
            <a:off x="7362211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FAF1B6D7-18EC-D7F8-9B3E-3F22FF55DC4B}"/>
              </a:ext>
            </a:extLst>
          </p:cNvPr>
          <p:cNvSpPr/>
          <p:nvPr/>
        </p:nvSpPr>
        <p:spPr>
          <a:xfrm>
            <a:off x="8227062" y="16977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126738A7-6D46-0B32-C979-1540C90CB6EE}"/>
              </a:ext>
            </a:extLst>
          </p:cNvPr>
          <p:cNvCxnSpPr>
            <a:stCxn id="142" idx="3"/>
            <a:endCxn id="143" idx="7"/>
          </p:cNvCxnSpPr>
          <p:nvPr/>
        </p:nvCxnSpPr>
        <p:spPr>
          <a:xfrm flipH="1">
            <a:off x="8099792" y="1098951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E9446EE-32A4-F866-B032-7102382DAB1E}"/>
              </a:ext>
            </a:extLst>
          </p:cNvPr>
          <p:cNvCxnSpPr>
            <a:cxnSpLocks/>
            <a:stCxn id="143" idx="3"/>
            <a:endCxn id="144" idx="7"/>
          </p:cNvCxnSpPr>
          <p:nvPr/>
        </p:nvCxnSpPr>
        <p:spPr>
          <a:xfrm flipH="1">
            <a:off x="7646724" y="1522069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790C9F8D-12C2-1F2B-6D39-6F67A5E97D10}"/>
              </a:ext>
            </a:extLst>
          </p:cNvPr>
          <p:cNvCxnSpPr>
            <a:stCxn id="143" idx="5"/>
            <a:endCxn id="145" idx="1"/>
          </p:cNvCxnSpPr>
          <p:nvPr/>
        </p:nvCxnSpPr>
        <p:spPr>
          <a:xfrm>
            <a:off x="8099792" y="1522069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4E0407E1-291C-6FC2-0182-FDDED7B4CBA3}"/>
              </a:ext>
            </a:extLst>
          </p:cNvPr>
          <p:cNvSpPr/>
          <p:nvPr/>
        </p:nvSpPr>
        <p:spPr>
          <a:xfrm>
            <a:off x="7110093" y="21969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F6D2669-486D-4E80-2787-3A21A9D9C664}"/>
              </a:ext>
            </a:extLst>
          </p:cNvPr>
          <p:cNvCxnSpPr>
            <a:cxnSpLocks/>
            <a:stCxn id="144" idx="3"/>
            <a:endCxn id="149" idx="0"/>
          </p:cNvCxnSpPr>
          <p:nvPr/>
        </p:nvCxnSpPr>
        <p:spPr>
          <a:xfrm flipH="1">
            <a:off x="7276757" y="1992027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B8042954-A7FF-DDE8-B993-2E75010DE0DE}"/>
              </a:ext>
            </a:extLst>
          </p:cNvPr>
          <p:cNvSpPr/>
          <p:nvPr/>
        </p:nvSpPr>
        <p:spPr>
          <a:xfrm>
            <a:off x="9597176" y="11935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24159D6-3EC1-5202-F0BE-C4CD0DE9DCE6}"/>
              </a:ext>
            </a:extLst>
          </p:cNvPr>
          <p:cNvCxnSpPr>
            <a:cxnSpLocks/>
            <a:stCxn id="142" idx="5"/>
            <a:endCxn id="151" idx="1"/>
          </p:cNvCxnSpPr>
          <p:nvPr/>
        </p:nvCxnSpPr>
        <p:spPr>
          <a:xfrm>
            <a:off x="9021324" y="1098951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椭圆 152">
            <a:extLst>
              <a:ext uri="{FF2B5EF4-FFF2-40B4-BE49-F238E27FC236}">
                <a16:creationId xmlns:a16="http://schemas.microsoft.com/office/drawing/2014/main" id="{8B16E6D6-93C0-1CA8-27F8-7CB1B4CDAEB1}"/>
              </a:ext>
            </a:extLst>
          </p:cNvPr>
          <p:cNvSpPr/>
          <p:nvPr/>
        </p:nvSpPr>
        <p:spPr>
          <a:xfrm>
            <a:off x="7583075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0D492C2E-2A44-15D6-CEAF-592F5FC7603A}"/>
              </a:ext>
            </a:extLst>
          </p:cNvPr>
          <p:cNvSpPr/>
          <p:nvPr/>
        </p:nvSpPr>
        <p:spPr>
          <a:xfrm>
            <a:off x="8021170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05098CDF-4DFF-ECCB-ED2E-3C7A86035B79}"/>
              </a:ext>
            </a:extLst>
          </p:cNvPr>
          <p:cNvSpPr/>
          <p:nvPr/>
        </p:nvSpPr>
        <p:spPr>
          <a:xfrm>
            <a:off x="8466940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BC45C61-B49D-E94A-583F-8CC76117966F}"/>
              </a:ext>
            </a:extLst>
          </p:cNvPr>
          <p:cNvSpPr/>
          <p:nvPr/>
        </p:nvSpPr>
        <p:spPr>
          <a:xfrm>
            <a:off x="9204145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9460114A-9F5C-5803-55E8-5E148D4E86C3}"/>
              </a:ext>
            </a:extLst>
          </p:cNvPr>
          <p:cNvSpPr/>
          <p:nvPr/>
        </p:nvSpPr>
        <p:spPr>
          <a:xfrm>
            <a:off x="10142069" y="16934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5C4423DA-569A-F39C-4F3B-02FE0A6670DC}"/>
              </a:ext>
            </a:extLst>
          </p:cNvPr>
          <p:cNvSpPr/>
          <p:nvPr/>
        </p:nvSpPr>
        <p:spPr>
          <a:xfrm>
            <a:off x="896820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D72F1E2A-AC59-A35A-E251-27B1F2011367}"/>
              </a:ext>
            </a:extLst>
          </p:cNvPr>
          <p:cNvSpPr/>
          <p:nvPr/>
        </p:nvSpPr>
        <p:spPr>
          <a:xfrm>
            <a:off x="941397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E97B2D8B-526E-4D06-8263-60B44AC362BC}"/>
              </a:ext>
            </a:extLst>
          </p:cNvPr>
          <p:cNvSpPr/>
          <p:nvPr/>
        </p:nvSpPr>
        <p:spPr>
          <a:xfrm>
            <a:off x="985974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882831A6-1E2B-EB3F-196C-4F84FF757A99}"/>
              </a:ext>
            </a:extLst>
          </p:cNvPr>
          <p:cNvSpPr/>
          <p:nvPr/>
        </p:nvSpPr>
        <p:spPr>
          <a:xfrm>
            <a:off x="10383484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EF1755EA-05C0-D256-590E-E74A58591EFD}"/>
              </a:ext>
            </a:extLst>
          </p:cNvPr>
          <p:cNvCxnSpPr>
            <a:cxnSpLocks/>
            <a:stCxn id="144" idx="5"/>
            <a:endCxn id="153" idx="0"/>
          </p:cNvCxnSpPr>
          <p:nvPr/>
        </p:nvCxnSpPr>
        <p:spPr>
          <a:xfrm>
            <a:off x="7646724" y="1992027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D031DE1-2633-F300-48AA-F16CF4CE82CE}"/>
              </a:ext>
            </a:extLst>
          </p:cNvPr>
          <p:cNvCxnSpPr>
            <a:cxnSpLocks/>
            <a:stCxn id="145" idx="3"/>
            <a:endCxn id="154" idx="0"/>
          </p:cNvCxnSpPr>
          <p:nvPr/>
        </p:nvCxnSpPr>
        <p:spPr>
          <a:xfrm flipH="1">
            <a:off x="8187834" y="1982250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E796AC6D-0C72-57B6-1957-5D9B5AAC2A52}"/>
              </a:ext>
            </a:extLst>
          </p:cNvPr>
          <p:cNvCxnSpPr>
            <a:cxnSpLocks/>
            <a:stCxn id="145" idx="5"/>
            <a:endCxn id="155" idx="0"/>
          </p:cNvCxnSpPr>
          <p:nvPr/>
        </p:nvCxnSpPr>
        <p:spPr>
          <a:xfrm>
            <a:off x="8511575" y="1982250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14CA55BF-C0A6-BAC5-069D-03D5BA453308}"/>
              </a:ext>
            </a:extLst>
          </p:cNvPr>
          <p:cNvCxnSpPr>
            <a:cxnSpLocks/>
            <a:stCxn id="156" idx="3"/>
            <a:endCxn id="158" idx="0"/>
          </p:cNvCxnSpPr>
          <p:nvPr/>
        </p:nvCxnSpPr>
        <p:spPr>
          <a:xfrm flipH="1">
            <a:off x="9134871" y="1992027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F6AA1B17-BC50-2F45-3A4C-C238F4F845C4}"/>
              </a:ext>
            </a:extLst>
          </p:cNvPr>
          <p:cNvCxnSpPr>
            <a:cxnSpLocks/>
            <a:stCxn id="156" idx="5"/>
            <a:endCxn id="159" idx="0"/>
          </p:cNvCxnSpPr>
          <p:nvPr/>
        </p:nvCxnSpPr>
        <p:spPr>
          <a:xfrm>
            <a:off x="9488658" y="1992027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4F4AAF0-086E-05ED-D90B-F3E255409417}"/>
              </a:ext>
            </a:extLst>
          </p:cNvPr>
          <p:cNvCxnSpPr>
            <a:cxnSpLocks/>
            <a:stCxn id="151" idx="3"/>
            <a:endCxn id="156" idx="0"/>
          </p:cNvCxnSpPr>
          <p:nvPr/>
        </p:nvCxnSpPr>
        <p:spPr>
          <a:xfrm flipH="1">
            <a:off x="9370809" y="1478112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65B38868-FC4C-2028-531D-AC5E0D1A808C}"/>
              </a:ext>
            </a:extLst>
          </p:cNvPr>
          <p:cNvCxnSpPr>
            <a:cxnSpLocks/>
            <a:stCxn id="151" idx="5"/>
            <a:endCxn id="157" idx="1"/>
          </p:cNvCxnSpPr>
          <p:nvPr/>
        </p:nvCxnSpPr>
        <p:spPr>
          <a:xfrm>
            <a:off x="9881689" y="1478112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8F64DE3A-844A-A81D-2D82-0A5C4FB4A10B}"/>
              </a:ext>
            </a:extLst>
          </p:cNvPr>
          <p:cNvCxnSpPr>
            <a:cxnSpLocks/>
            <a:stCxn id="157" idx="3"/>
            <a:endCxn id="160" idx="0"/>
          </p:cNvCxnSpPr>
          <p:nvPr/>
        </p:nvCxnSpPr>
        <p:spPr>
          <a:xfrm flipH="1">
            <a:off x="10026411" y="1977914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341AB92-5B41-F707-CE8D-1DEB814E4A15}"/>
              </a:ext>
            </a:extLst>
          </p:cNvPr>
          <p:cNvCxnSpPr>
            <a:cxnSpLocks/>
            <a:stCxn id="157" idx="5"/>
            <a:endCxn id="161" idx="0"/>
          </p:cNvCxnSpPr>
          <p:nvPr/>
        </p:nvCxnSpPr>
        <p:spPr>
          <a:xfrm>
            <a:off x="10426582" y="1977914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C82867F-B3D3-A8C3-AD2C-98AA6DDFD6A5}"/>
              </a:ext>
            </a:extLst>
          </p:cNvPr>
          <p:cNvSpPr txBox="1"/>
          <p:nvPr/>
        </p:nvSpPr>
        <p:spPr>
          <a:xfrm>
            <a:off x="8703741" y="8136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5E3A5B9-C374-B2B3-A923-F2B4A633D9DE}"/>
              </a:ext>
            </a:extLst>
          </p:cNvPr>
          <p:cNvSpPr txBox="1"/>
          <p:nvPr/>
        </p:nvSpPr>
        <p:spPr>
          <a:xfrm>
            <a:off x="8429179" y="219320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193D80B-FA36-FF42-609F-1735FDA8B9B5}"/>
              </a:ext>
            </a:extLst>
          </p:cNvPr>
          <p:cNvSpPr txBox="1"/>
          <p:nvPr/>
        </p:nvSpPr>
        <p:spPr>
          <a:xfrm>
            <a:off x="9547571" y="1180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A16A20D-AD93-2231-35E7-FA99805C4BAB}"/>
              </a:ext>
            </a:extLst>
          </p:cNvPr>
          <p:cNvSpPr txBox="1"/>
          <p:nvPr/>
        </p:nvSpPr>
        <p:spPr>
          <a:xfrm>
            <a:off x="9158734" y="169773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8457DB22-4E3A-6C7F-1922-140099BF295F}"/>
              </a:ext>
            </a:extLst>
          </p:cNvPr>
          <p:cNvSpPr txBox="1"/>
          <p:nvPr/>
        </p:nvSpPr>
        <p:spPr>
          <a:xfrm>
            <a:off x="9378017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D3C51DC-D569-9A7D-A39D-0314180384A6}"/>
              </a:ext>
            </a:extLst>
          </p:cNvPr>
          <p:cNvSpPr txBox="1"/>
          <p:nvPr/>
        </p:nvSpPr>
        <p:spPr>
          <a:xfrm>
            <a:off x="8940788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8D5639A-4495-D604-1E1D-B7F139EEDFAF}"/>
              </a:ext>
            </a:extLst>
          </p:cNvPr>
          <p:cNvSpPr txBox="1"/>
          <p:nvPr/>
        </p:nvSpPr>
        <p:spPr>
          <a:xfrm>
            <a:off x="10114497" y="16855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0BF12821-331C-FE18-C90F-E5D2D17A4544}"/>
              </a:ext>
            </a:extLst>
          </p:cNvPr>
          <p:cNvSpPr txBox="1"/>
          <p:nvPr/>
        </p:nvSpPr>
        <p:spPr>
          <a:xfrm>
            <a:off x="9826236" y="21879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043565ED-CDAB-7365-550A-51F7FF5D80D9}"/>
              </a:ext>
            </a:extLst>
          </p:cNvPr>
          <p:cNvSpPr txBox="1"/>
          <p:nvPr/>
        </p:nvSpPr>
        <p:spPr>
          <a:xfrm>
            <a:off x="10350414" y="2193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56CC5DC-5DC9-952F-72BB-B8A4BEFE657E}"/>
              </a:ext>
            </a:extLst>
          </p:cNvPr>
          <p:cNvSpPr/>
          <p:nvPr/>
        </p:nvSpPr>
        <p:spPr>
          <a:xfrm>
            <a:off x="9085442" y="628232"/>
            <a:ext cx="824922" cy="484363"/>
          </a:xfrm>
          <a:custGeom>
            <a:avLst/>
            <a:gdLst>
              <a:gd name="csX0" fmla="*/ 0 w 824922"/>
              <a:gd name="csY0" fmla="*/ 164548 h 484363"/>
              <a:gd name="csX1" fmla="*/ 441435 w 824922"/>
              <a:gd name="csY1" fmla="*/ 24911 h 484363"/>
              <a:gd name="csX2" fmla="*/ 806294 w 824922"/>
              <a:gd name="csY2" fmla="*/ 47433 h 484363"/>
              <a:gd name="csX3" fmla="*/ 738727 w 824922"/>
              <a:gd name="csY3" fmla="*/ 484363 h 484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4922" h="484363">
                <a:moveTo>
                  <a:pt x="0" y="164548"/>
                </a:moveTo>
                <a:cubicBezTo>
                  <a:pt x="153526" y="104489"/>
                  <a:pt x="307053" y="44430"/>
                  <a:pt x="441435" y="24911"/>
                </a:cubicBezTo>
                <a:cubicBezTo>
                  <a:pt x="575817" y="5392"/>
                  <a:pt x="756745" y="-29142"/>
                  <a:pt x="806294" y="47433"/>
                </a:cubicBezTo>
                <a:cubicBezTo>
                  <a:pt x="855843" y="124008"/>
                  <a:pt x="797285" y="304185"/>
                  <a:pt x="738727" y="48436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C7DE537D-8046-09D0-6659-ED85F9B5C81D}"/>
              </a:ext>
            </a:extLst>
          </p:cNvPr>
          <p:cNvSpPr/>
          <p:nvPr/>
        </p:nvSpPr>
        <p:spPr>
          <a:xfrm>
            <a:off x="9036244" y="1279717"/>
            <a:ext cx="486128" cy="440977"/>
          </a:xfrm>
          <a:custGeom>
            <a:avLst/>
            <a:gdLst>
              <a:gd name="csX0" fmla="*/ 486128 w 486128"/>
              <a:gd name="csY0" fmla="*/ 76117 h 440977"/>
              <a:gd name="csX1" fmla="*/ 22172 w 486128"/>
              <a:gd name="csY1" fmla="*/ 26569 h 440977"/>
              <a:gd name="csX2" fmla="*/ 116765 w 486128"/>
              <a:gd name="csY2" fmla="*/ 440977 h 440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6128" h="440977">
                <a:moveTo>
                  <a:pt x="486128" y="76117"/>
                </a:moveTo>
                <a:cubicBezTo>
                  <a:pt x="284930" y="20938"/>
                  <a:pt x="83733" y="-34241"/>
                  <a:pt x="22172" y="26569"/>
                </a:cubicBezTo>
                <a:cubicBezTo>
                  <a:pt x="-39389" y="87379"/>
                  <a:pt x="38688" y="264178"/>
                  <a:pt x="116765" y="440977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任意多边形: 形状 182">
            <a:extLst>
              <a:ext uri="{FF2B5EF4-FFF2-40B4-BE49-F238E27FC236}">
                <a16:creationId xmlns:a16="http://schemas.microsoft.com/office/drawing/2014/main" id="{3D507933-A4B3-5648-E0B4-E8FA32477B60}"/>
              </a:ext>
            </a:extLst>
          </p:cNvPr>
          <p:cNvSpPr/>
          <p:nvPr/>
        </p:nvSpPr>
        <p:spPr>
          <a:xfrm>
            <a:off x="8929363" y="1842313"/>
            <a:ext cx="187610" cy="337833"/>
          </a:xfrm>
          <a:custGeom>
            <a:avLst/>
            <a:gdLst>
              <a:gd name="csX0" fmla="*/ 187610 w 187610"/>
              <a:gd name="csY0" fmla="*/ 0 h 337833"/>
              <a:gd name="csX1" fmla="*/ 11937 w 187610"/>
              <a:gd name="csY1" fmla="*/ 162160 h 337833"/>
              <a:gd name="csX2" fmla="*/ 29955 w 18761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7610" h="337833">
                <a:moveTo>
                  <a:pt x="187610" y="0"/>
                </a:moveTo>
                <a:cubicBezTo>
                  <a:pt x="112911" y="52927"/>
                  <a:pt x="38213" y="105854"/>
                  <a:pt x="11937" y="162160"/>
                </a:cubicBezTo>
                <a:cubicBezTo>
                  <a:pt x="-14339" y="218466"/>
                  <a:pt x="7808" y="278149"/>
                  <a:pt x="29955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80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3CE-CE4C-C8D7-2A38-FEB85914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725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D780-E278-C38D-9BFA-08B30858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52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18D13-7453-51C8-3F81-A6AC076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0677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8188-3F00-8EDB-130E-0DE06F7A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67434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E6D3-DA7C-4D71-E91F-2B4FD559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9323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4831</TotalTime>
  <Words>1260</Words>
  <Application>Microsoft Office PowerPoint</Application>
  <PresentationFormat>宽屏</PresentationFormat>
  <Paragraphs>810</Paragraphs>
  <Slides>41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103</cp:revision>
  <dcterms:created xsi:type="dcterms:W3CDTF">2026-10-08T09:44:33Z</dcterms:created>
  <dcterms:modified xsi:type="dcterms:W3CDTF">2026-10-14T12:26:56Z</dcterms:modified>
</cp:coreProperties>
</file>