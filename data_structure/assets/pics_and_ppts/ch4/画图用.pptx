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57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475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2C6100-BC17-37D2-0697-A096EBCEC6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69A9DD6-134F-10B7-BCD0-5A68DF3AFD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66F715E-D547-0751-6CA2-E474ECFD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6481EE7-3E38-8DA6-C9E9-BF43BFC1EC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2D45442-D2A0-F928-8149-C42A09D56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622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CE1436-A581-4149-5BB9-7B00EB788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B32F54-8249-A3B5-E16D-8C5147A7AB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E067AD-9580-F787-FE84-EAF863F12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B2AB19-0F1B-4930-A34A-A17A3E98F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52E59C-0BAB-82F0-699A-FE0D80D33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26543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B1C8D97-03CA-AFB4-B8BB-661B78D1D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14FB89-34C3-1B0E-D7FD-0C52EDC8A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2FC9D3A-187F-5F3E-09A3-D09ACD046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F2496F4-6496-0198-DC96-89A2F1A63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8AAC11-B8FA-05C0-F622-62067431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8307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CDC6C7-1D84-0E15-78D4-41F3AE3A87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D06BF8C-1129-016B-E14E-F84BB7FC80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F701F41-76C2-975A-D7FF-767BA1BB37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1031A5B-D8D8-90A0-638B-2D528BF00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F94C111-F9EA-E595-EF43-C24291139D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B6F413B-A086-2A81-E488-E16183E15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90778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5D6B0B0-372B-0CBD-9CC5-5695E6CBB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7463DD-1E80-93BD-A130-3E3A8D1BF2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749D081-0D9F-AE59-51E1-23F155276D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941836B-571E-C773-4EFE-2E39C63B91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5BE7B07A-80BD-45FD-25B0-C6F838AF67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25480C7-7AD7-FE37-3CF8-8578FAB7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6DD03B1-AFA2-F2B4-722A-45114F37A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F45AF2A-44FF-0BAD-C2C7-B77B852B0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4160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4DAE9F-BC96-C3C1-736D-9FBFEC54A0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793ADFB-D2E8-019F-2999-3BA9F86B4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BF74724-BBA9-7161-B087-6515BFCB0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0A9DFB1-8303-8F83-FD3B-48FB38D65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40574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9AFA53C-F2ED-F3E9-BC76-D739CB974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2BC8760-BA92-5021-F6D7-7D8A9CACA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E5D528-FB68-FA4B-AB5A-2020F00EF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3460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661DFB2-DCB0-EBFD-230A-EA0F6EC3DB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5FEE903-3A3D-4E06-5F75-D5385F8C3F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28328DD-D1D9-2954-A1A4-735A09FDF2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795AD00-77A5-45C5-B606-3C3673877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CC58BE1-B066-BC10-9475-26149FF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B223964-5B77-1C9E-5003-9A92C4DF4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3284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EE2EDA-35AC-AF9F-B4CF-308AAA7B4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45F655BB-5EF6-317B-C60E-9304CEB995B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DD3D5AB-C6B6-B220-A53B-EC0CC32184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0293073-5151-AFF5-0F64-C5A84CB9F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AC82E39-C622-BEEE-478A-70F3004C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D3F2F1C-DF01-2CC9-C4A8-CE8E977CC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25087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B747F21-4C8B-C7F3-E36D-D6CE73300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43134F7-46E6-A662-6370-0B574D4008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3165B0A-1530-6A03-E4D7-D157BEC74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710036-5223-B74C-5891-D51029BA9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D7AF7-AEF2-BD2C-7758-B4519F64F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3024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5F161E1-30A2-AF6C-D8BE-BCC0038BF5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0F8846A-12D4-1F5C-2C32-67AB1510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E62B9D-FC0E-2B7D-5340-33D80B6AB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17A84F-C5EA-4D1F-9163-CC9D70D46673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B6D75D6-4268-4AE1-BB29-5A220E3483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9C84BB1-599D-C07C-DEC8-E0A27FD0DB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63754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77712CF-7D6E-365B-17BA-E50A45C55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D344586-C4A5-4778-88B2-E0A86E93C5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6FD74A-E193-A987-63AF-CFA69D2CCA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17A84F-C5EA-4D1F-9163-CC9D70D46673}" type="datetimeFigureOut">
              <a:rPr lang="zh-CN" altLang="en-US" smtClean="0"/>
              <a:t>2026/10/9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D643623-5516-AC4E-4445-0B80B69965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3760636-6ADD-5EEE-ABBC-B53C0B0840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FFF05B-BDF1-4B66-AC48-7A0F4E4467D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4213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椭圆 3">
            <a:extLst>
              <a:ext uri="{FF2B5EF4-FFF2-40B4-BE49-F238E27FC236}">
                <a16:creationId xmlns:a16="http://schemas.microsoft.com/office/drawing/2014/main" id="{1DBAFA7F-271E-6A2C-73AD-3ADB41E6D4B4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E162A03B-AE08-5FD1-A038-360E72367F0D}"/>
              </a:ext>
            </a:extLst>
          </p:cNvPr>
          <p:cNvSpPr/>
          <p:nvPr/>
        </p:nvSpPr>
        <p:spPr>
          <a:xfrm>
            <a:off x="3156858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A0586D5D-045E-CB96-E936-C0C4F4972830}"/>
              </a:ext>
            </a:extLst>
          </p:cNvPr>
          <p:cNvSpPr/>
          <p:nvPr/>
        </p:nvSpPr>
        <p:spPr>
          <a:xfrm>
            <a:off x="4662089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41EF40F1-DAD7-6251-C3D7-7DC0BCBB25A0}"/>
              </a:ext>
            </a:extLst>
          </p:cNvPr>
          <p:cNvSpPr/>
          <p:nvPr/>
        </p:nvSpPr>
        <p:spPr>
          <a:xfrm>
            <a:off x="6167320" y="1940662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0684E5F-AE2B-5E7F-C03B-9BBC87F51F2C}"/>
              </a:ext>
            </a:extLst>
          </p:cNvPr>
          <p:cNvSpPr/>
          <p:nvPr/>
        </p:nvSpPr>
        <p:spPr>
          <a:xfrm>
            <a:off x="5216135" y="3125705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2328AE6B-EF4B-04D1-6ED1-7F7DD1C0A0BD}"/>
              </a:ext>
            </a:extLst>
          </p:cNvPr>
          <p:cNvSpPr/>
          <p:nvPr/>
        </p:nvSpPr>
        <p:spPr>
          <a:xfrm>
            <a:off x="4192877" y="3120446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16" name="直接箭头连接符 15">
            <a:extLst>
              <a:ext uri="{FF2B5EF4-FFF2-40B4-BE49-F238E27FC236}">
                <a16:creationId xmlns:a16="http://schemas.microsoft.com/office/drawing/2014/main" id="{801E8280-7688-9CBE-5E7B-03830657DB32}"/>
              </a:ext>
            </a:extLst>
          </p:cNvPr>
          <p:cNvCxnSpPr>
            <a:stCxn id="4" idx="4"/>
            <a:endCxn id="8" idx="0"/>
          </p:cNvCxnSpPr>
          <p:nvPr/>
        </p:nvCxnSpPr>
        <p:spPr>
          <a:xfrm>
            <a:off x="4970643" y="1274756"/>
            <a:ext cx="0" cy="6659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F14113EC-C80D-56DF-C1C8-CB05510D3432}"/>
              </a:ext>
            </a:extLst>
          </p:cNvPr>
          <p:cNvCxnSpPr>
            <a:cxnSpLocks/>
            <a:stCxn id="4" idx="3"/>
            <a:endCxn id="6" idx="7"/>
          </p:cNvCxnSpPr>
          <p:nvPr/>
        </p:nvCxnSpPr>
        <p:spPr>
          <a:xfrm flipH="1">
            <a:off x="3683593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E9EBAEA9-6AE2-9452-75C8-563C5E8DA327}"/>
              </a:ext>
            </a:extLst>
          </p:cNvPr>
          <p:cNvCxnSpPr>
            <a:stCxn id="4" idx="5"/>
            <a:endCxn id="10" idx="1"/>
          </p:cNvCxnSpPr>
          <p:nvPr/>
        </p:nvCxnSpPr>
        <p:spPr>
          <a:xfrm>
            <a:off x="5188824" y="1184383"/>
            <a:ext cx="1068869" cy="846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114EBAD0-ED9E-9B80-8EC8-FC0C2F6956B9}"/>
              </a:ext>
            </a:extLst>
          </p:cNvPr>
          <p:cNvCxnSpPr>
            <a:cxnSpLocks/>
            <a:stCxn id="8" idx="4"/>
            <a:endCxn id="14" idx="0"/>
          </p:cNvCxnSpPr>
          <p:nvPr/>
        </p:nvCxnSpPr>
        <p:spPr>
          <a:xfrm flipH="1">
            <a:off x="4501431" y="2557770"/>
            <a:ext cx="469212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02EF41D-9352-6787-0533-EC3D624EB84A}"/>
              </a:ext>
            </a:extLst>
          </p:cNvPr>
          <p:cNvCxnSpPr>
            <a:cxnSpLocks/>
            <a:stCxn id="8" idx="4"/>
            <a:endCxn id="12" idx="0"/>
          </p:cNvCxnSpPr>
          <p:nvPr/>
        </p:nvCxnSpPr>
        <p:spPr>
          <a:xfrm>
            <a:off x="4970643" y="2557770"/>
            <a:ext cx="554046" cy="5679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645FE2AD-0005-56DB-546F-C5DAD4E2BC5C}"/>
              </a:ext>
            </a:extLst>
          </p:cNvPr>
          <p:cNvSpPr txBox="1"/>
          <p:nvPr/>
        </p:nvSpPr>
        <p:spPr>
          <a:xfrm>
            <a:off x="3442140" y="1526575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A.childs[0]</a:t>
            </a:r>
            <a:endParaRPr lang="zh-CN" altLang="en-US" sz="1400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759DAF05-BA0D-E6DE-1155-6287EC7509B7}"/>
              </a:ext>
            </a:extLst>
          </p:cNvPr>
          <p:cNvSpPr txBox="1"/>
          <p:nvPr/>
        </p:nvSpPr>
        <p:spPr>
          <a:xfrm>
            <a:off x="4457149" y="135779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A.childs[1]</a:t>
            </a:r>
            <a:endParaRPr lang="zh-CN" altLang="en-US" sz="1400"/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899BE414-3E57-C917-8B59-889C1859E8BB}"/>
              </a:ext>
            </a:extLst>
          </p:cNvPr>
          <p:cNvSpPr txBox="1"/>
          <p:nvPr/>
        </p:nvSpPr>
        <p:spPr>
          <a:xfrm>
            <a:off x="5499324" y="1557314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A.childs[2]</a:t>
            </a:r>
            <a:endParaRPr lang="zh-CN" altLang="en-US" sz="1400"/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F3E6BB95-2E7A-61C6-0105-9E04C22D60BD}"/>
              </a:ext>
            </a:extLst>
          </p:cNvPr>
          <p:cNvSpPr txBox="1"/>
          <p:nvPr/>
        </p:nvSpPr>
        <p:spPr>
          <a:xfrm>
            <a:off x="3784049" y="2678970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C.childs[0]</a:t>
            </a:r>
            <a:endParaRPr lang="zh-CN" altLang="en-US" sz="1400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D6D091F5-1F9A-9BAE-600D-E9D6E26152C1}"/>
              </a:ext>
            </a:extLst>
          </p:cNvPr>
          <p:cNvSpPr txBox="1"/>
          <p:nvPr/>
        </p:nvSpPr>
        <p:spPr>
          <a:xfrm>
            <a:off x="4970643" y="2700236"/>
            <a:ext cx="9765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C.childs[1]</a:t>
            </a:r>
            <a:endParaRPr lang="zh-CN" altLang="en-US" sz="1400"/>
          </a:p>
        </p:txBody>
      </p:sp>
    </p:spTree>
    <p:extLst>
      <p:ext uri="{BB962C8B-B14F-4D97-AF65-F5344CB8AC3E}">
        <p14:creationId xmlns:p14="http://schemas.microsoft.com/office/powerpoint/2010/main" val="2522617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600E6F-781A-85E0-40A5-7E860A648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A2636247-3BE7-D07E-22C8-4A953237B097}"/>
              </a:ext>
            </a:extLst>
          </p:cNvPr>
          <p:cNvSpPr/>
          <p:nvPr/>
        </p:nvSpPr>
        <p:spPr>
          <a:xfrm>
            <a:off x="4662089" y="65764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A</a:t>
            </a:r>
            <a:endParaRPr lang="zh-CN" altLang="en-US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140CF2B0-0CCE-058F-3351-73E9CEA13902}"/>
              </a:ext>
            </a:extLst>
          </p:cNvPr>
          <p:cNvSpPr/>
          <p:nvPr/>
        </p:nvSpPr>
        <p:spPr>
          <a:xfrm>
            <a:off x="3156858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B</a:t>
            </a:r>
            <a:endParaRPr lang="zh-CN" altLang="en-US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24FAA01F-E7D5-6B66-EFA9-8CAF6CD45829}"/>
              </a:ext>
            </a:extLst>
          </p:cNvPr>
          <p:cNvSpPr/>
          <p:nvPr/>
        </p:nvSpPr>
        <p:spPr>
          <a:xfrm>
            <a:off x="4662089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C</a:t>
            </a:r>
            <a:endParaRPr lang="zh-CN" altLang="en-US"/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A72B8E72-AC1A-8825-C7A8-633EE12AE758}"/>
              </a:ext>
            </a:extLst>
          </p:cNvPr>
          <p:cNvSpPr/>
          <p:nvPr/>
        </p:nvSpPr>
        <p:spPr>
          <a:xfrm>
            <a:off x="6210313" y="1847221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D</a:t>
            </a:r>
            <a:endParaRPr lang="zh-CN" altLang="en-US"/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5FAC8A1B-1149-4B7F-3C83-F87A34C1D5B5}"/>
              </a:ext>
            </a:extLst>
          </p:cNvPr>
          <p:cNvSpPr/>
          <p:nvPr/>
        </p:nvSpPr>
        <p:spPr>
          <a:xfrm>
            <a:off x="4932731" y="3062737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F</a:t>
            </a:r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02EDF17B-BA08-4FD0-BD3B-1D8FB7F74D6B}"/>
              </a:ext>
            </a:extLst>
          </p:cNvPr>
          <p:cNvSpPr/>
          <p:nvPr/>
        </p:nvSpPr>
        <p:spPr>
          <a:xfrm>
            <a:off x="3909473" y="3057478"/>
            <a:ext cx="617108" cy="61710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E</a:t>
            </a:r>
            <a:endParaRPr lang="zh-CN" altLang="en-US"/>
          </a:p>
        </p:txBody>
      </p: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DD79F7-4F06-C667-8A7D-69A0826CE779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683593" y="1184383"/>
            <a:ext cx="1068869" cy="753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061968D5-4F43-D0A7-8A80-1EC7D31268FB}"/>
              </a:ext>
            </a:extLst>
          </p:cNvPr>
          <p:cNvCxnSpPr>
            <a:cxnSpLocks/>
            <a:stCxn id="4" idx="4"/>
          </p:cNvCxnSpPr>
          <p:nvPr/>
        </p:nvCxnSpPr>
        <p:spPr>
          <a:xfrm flipH="1">
            <a:off x="4218027" y="2464329"/>
            <a:ext cx="752616" cy="56267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B549A7CD-5BA1-D4F5-10B3-9670EAACC653}"/>
              </a:ext>
            </a:extLst>
          </p:cNvPr>
          <p:cNvCxnSpPr>
            <a:stCxn id="3" idx="6"/>
            <a:endCxn id="4" idx="2"/>
          </p:cNvCxnSpPr>
          <p:nvPr/>
        </p:nvCxnSpPr>
        <p:spPr>
          <a:xfrm>
            <a:off x="3773966" y="2155775"/>
            <a:ext cx="8881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95535B8B-2607-B1E0-EAD5-16597BC9B094}"/>
              </a:ext>
            </a:extLst>
          </p:cNvPr>
          <p:cNvCxnSpPr>
            <a:stCxn id="4" idx="6"/>
            <a:endCxn id="5" idx="2"/>
          </p:cNvCxnSpPr>
          <p:nvPr/>
        </p:nvCxnSpPr>
        <p:spPr>
          <a:xfrm>
            <a:off x="5279197" y="2155775"/>
            <a:ext cx="9311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1DF238BD-1F6E-DDFC-0479-48FFDB8A894E}"/>
              </a:ext>
            </a:extLst>
          </p:cNvPr>
          <p:cNvCxnSpPr>
            <a:cxnSpLocks/>
            <a:stCxn id="7" idx="6"/>
            <a:endCxn id="6" idx="2"/>
          </p:cNvCxnSpPr>
          <p:nvPr/>
        </p:nvCxnSpPr>
        <p:spPr>
          <a:xfrm>
            <a:off x="4526581" y="3366032"/>
            <a:ext cx="406150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4" name="文本框 23">
            <a:extLst>
              <a:ext uri="{FF2B5EF4-FFF2-40B4-BE49-F238E27FC236}">
                <a16:creationId xmlns:a16="http://schemas.microsoft.com/office/drawing/2014/main" id="{E4900160-D5ED-4051-9500-A6EC059CFBC0}"/>
              </a:ext>
            </a:extLst>
          </p:cNvPr>
          <p:cNvSpPr txBox="1"/>
          <p:nvPr/>
        </p:nvSpPr>
        <p:spPr>
          <a:xfrm>
            <a:off x="3350511" y="1259708"/>
            <a:ext cx="13115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A.first_child</a:t>
            </a:r>
            <a:endParaRPr lang="zh-CN" altLang="en-US"/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95093F01-6EF3-BFC7-88DC-A5F6FC3AC4D9}"/>
              </a:ext>
            </a:extLst>
          </p:cNvPr>
          <p:cNvCxnSpPr>
            <a:cxnSpLocks/>
          </p:cNvCxnSpPr>
          <p:nvPr/>
        </p:nvCxnSpPr>
        <p:spPr>
          <a:xfrm>
            <a:off x="5279197" y="944433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F705C5D3-A372-EF54-1815-A84DDBFC2EB7}"/>
              </a:ext>
            </a:extLst>
          </p:cNvPr>
          <p:cNvSpPr txBox="1"/>
          <p:nvPr/>
        </p:nvSpPr>
        <p:spPr>
          <a:xfrm>
            <a:off x="5918826" y="759767"/>
            <a:ext cx="2356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A.next_sibling = NULL</a:t>
            </a:r>
            <a:endParaRPr lang="zh-CN" altLang="en-US"/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271EDDE-536C-56F4-AB88-6700311E5DA5}"/>
              </a:ext>
            </a:extLst>
          </p:cNvPr>
          <p:cNvCxnSpPr>
            <a:cxnSpLocks/>
          </p:cNvCxnSpPr>
          <p:nvPr/>
        </p:nvCxnSpPr>
        <p:spPr>
          <a:xfrm>
            <a:off x="6827421" y="2155775"/>
            <a:ext cx="63962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BDC31367-DD37-C701-53BE-E003478B0664}"/>
              </a:ext>
            </a:extLst>
          </p:cNvPr>
          <p:cNvSpPr txBox="1"/>
          <p:nvPr/>
        </p:nvSpPr>
        <p:spPr>
          <a:xfrm>
            <a:off x="7467050" y="1971109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59499E4C-520D-72B9-0B9A-9CC0B974776C}"/>
              </a:ext>
            </a:extLst>
          </p:cNvPr>
          <p:cNvCxnSpPr>
            <a:cxnSpLocks/>
          </p:cNvCxnSpPr>
          <p:nvPr/>
        </p:nvCxnSpPr>
        <p:spPr>
          <a:xfrm flipH="1">
            <a:off x="6038394" y="2405020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88786871-8CA6-4AD5-5095-5167D18715FB}"/>
              </a:ext>
            </a:extLst>
          </p:cNvPr>
          <p:cNvSpPr txBox="1"/>
          <p:nvPr/>
        </p:nvSpPr>
        <p:spPr>
          <a:xfrm>
            <a:off x="5640585" y="2760904"/>
            <a:ext cx="2013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D.first_child=NULL</a:t>
            </a:r>
            <a:endParaRPr lang="zh-CN" altLang="en-US"/>
          </a:p>
        </p:txBody>
      </p: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ADAB7742-3721-A96E-F95F-14E2925EC07D}"/>
              </a:ext>
            </a:extLst>
          </p:cNvPr>
          <p:cNvCxnSpPr>
            <a:cxnSpLocks/>
          </p:cNvCxnSpPr>
          <p:nvPr/>
        </p:nvCxnSpPr>
        <p:spPr>
          <a:xfrm flipH="1">
            <a:off x="3683593" y="357208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文本框 38">
            <a:extLst>
              <a:ext uri="{FF2B5EF4-FFF2-40B4-BE49-F238E27FC236}">
                <a16:creationId xmlns:a16="http://schemas.microsoft.com/office/drawing/2014/main" id="{561E3674-6FE6-1EB8-FF7D-9E0E70C7DE10}"/>
              </a:ext>
            </a:extLst>
          </p:cNvPr>
          <p:cNvSpPr txBox="1"/>
          <p:nvPr/>
        </p:nvSpPr>
        <p:spPr>
          <a:xfrm>
            <a:off x="3284628" y="3939952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E23AB5CF-C3E2-C1F0-61A0-8E09BC2E4F0C}"/>
              </a:ext>
            </a:extLst>
          </p:cNvPr>
          <p:cNvCxnSpPr>
            <a:cxnSpLocks/>
          </p:cNvCxnSpPr>
          <p:nvPr/>
        </p:nvCxnSpPr>
        <p:spPr>
          <a:xfrm>
            <a:off x="5549839" y="3360773"/>
            <a:ext cx="643757" cy="52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AA5E783D-BF96-C819-12F0-FADC53F1580D}"/>
              </a:ext>
            </a:extLst>
          </p:cNvPr>
          <p:cNvSpPr txBox="1"/>
          <p:nvPr/>
        </p:nvSpPr>
        <p:spPr>
          <a:xfrm>
            <a:off x="6182792" y="3183995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0A0226F-B6E0-E46C-86A3-887DDB64FB27}"/>
              </a:ext>
            </a:extLst>
          </p:cNvPr>
          <p:cNvCxnSpPr>
            <a:cxnSpLocks/>
          </p:cNvCxnSpPr>
          <p:nvPr/>
        </p:nvCxnSpPr>
        <p:spPr>
          <a:xfrm flipH="1">
            <a:off x="4820401" y="3651009"/>
            <a:ext cx="300483" cy="3678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" name="文本框 44">
            <a:extLst>
              <a:ext uri="{FF2B5EF4-FFF2-40B4-BE49-F238E27FC236}">
                <a16:creationId xmlns:a16="http://schemas.microsoft.com/office/drawing/2014/main" id="{EA9CC20C-8AA1-C32B-E7BD-CB87BB7BFD85}"/>
              </a:ext>
            </a:extLst>
          </p:cNvPr>
          <p:cNvSpPr txBox="1"/>
          <p:nvPr/>
        </p:nvSpPr>
        <p:spPr>
          <a:xfrm>
            <a:off x="4459565" y="3954304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NULL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3113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80526-B85C-436F-202A-B9BC513E03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椭圆 17">
            <a:extLst>
              <a:ext uri="{FF2B5EF4-FFF2-40B4-BE49-F238E27FC236}">
                <a16:creationId xmlns:a16="http://schemas.microsoft.com/office/drawing/2014/main" id="{DFD61484-A771-AE29-0C83-48221F828D06}"/>
              </a:ext>
            </a:extLst>
          </p:cNvPr>
          <p:cNvSpPr/>
          <p:nvPr/>
        </p:nvSpPr>
        <p:spPr>
          <a:xfrm>
            <a:off x="4621549" y="61260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8BA836FE-70BC-4CFF-EF5C-F1EFF85209E5}"/>
              </a:ext>
            </a:extLst>
          </p:cNvPr>
          <p:cNvSpPr/>
          <p:nvPr/>
        </p:nvSpPr>
        <p:spPr>
          <a:xfrm>
            <a:off x="3278477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577DC5FA-7BE3-691A-51E5-1C2475926E6F}"/>
              </a:ext>
            </a:extLst>
          </p:cNvPr>
          <p:cNvSpPr/>
          <p:nvPr/>
        </p:nvSpPr>
        <p:spPr>
          <a:xfrm>
            <a:off x="4621549" y="129577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B5CE5A26-C1DC-259E-6EDB-F1D257C75518}"/>
              </a:ext>
            </a:extLst>
          </p:cNvPr>
          <p:cNvSpPr/>
          <p:nvPr/>
        </p:nvSpPr>
        <p:spPr>
          <a:xfrm>
            <a:off x="5964621" y="1292021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7572AFFB-CA3F-2F0A-A715-AF3F7D9D62DD}"/>
              </a:ext>
            </a:extLst>
          </p:cNvPr>
          <p:cNvSpPr/>
          <p:nvPr/>
        </p:nvSpPr>
        <p:spPr>
          <a:xfrm>
            <a:off x="2746954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515B37F-B1FB-4707-570F-A89A7680FA47}"/>
              </a:ext>
            </a:extLst>
          </p:cNvPr>
          <p:cNvSpPr/>
          <p:nvPr/>
        </p:nvSpPr>
        <p:spPr>
          <a:xfrm>
            <a:off x="3278477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B3BC9652-7A6C-F7E5-693D-5591A4FCC1AD}"/>
              </a:ext>
            </a:extLst>
          </p:cNvPr>
          <p:cNvSpPr/>
          <p:nvPr/>
        </p:nvSpPr>
        <p:spPr>
          <a:xfrm>
            <a:off x="3810000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F2DBC2C1-A63E-DB32-6698-EE1CB70DF032}"/>
              </a:ext>
            </a:extLst>
          </p:cNvPr>
          <p:cNvSpPr/>
          <p:nvPr/>
        </p:nvSpPr>
        <p:spPr>
          <a:xfrm>
            <a:off x="462154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C9A9413D-E4DB-8116-57A9-7DA78F909078}"/>
              </a:ext>
            </a:extLst>
          </p:cNvPr>
          <p:cNvSpPr/>
          <p:nvPr/>
        </p:nvSpPr>
        <p:spPr>
          <a:xfrm>
            <a:off x="5631293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5F6BB45C-51C4-3DDD-4B0D-3E956041CBD7}"/>
              </a:ext>
            </a:extLst>
          </p:cNvPr>
          <p:cNvSpPr/>
          <p:nvPr/>
        </p:nvSpPr>
        <p:spPr>
          <a:xfrm>
            <a:off x="6307709" y="196768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658D5684-98E5-C87E-FD89-751AB3D8406B}"/>
              </a:ext>
            </a:extLst>
          </p:cNvPr>
          <p:cNvSpPr/>
          <p:nvPr/>
        </p:nvSpPr>
        <p:spPr>
          <a:xfrm>
            <a:off x="3810000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K</a:t>
            </a:r>
            <a:endParaRPr lang="zh-CN" altLang="en-US" sz="1600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20ACE354-4098-CE96-1E49-BADBE9A0169A}"/>
              </a:ext>
            </a:extLst>
          </p:cNvPr>
          <p:cNvSpPr/>
          <p:nvPr/>
        </p:nvSpPr>
        <p:spPr>
          <a:xfrm>
            <a:off x="6584748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M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7518281F-3FC8-E3EC-DCC6-8525E4AF4B16}"/>
              </a:ext>
            </a:extLst>
          </p:cNvPr>
          <p:cNvSpPr/>
          <p:nvPr/>
        </p:nvSpPr>
        <p:spPr>
          <a:xfrm>
            <a:off x="6026181" y="258028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L</a:t>
            </a:r>
            <a:endParaRPr lang="zh-CN" altLang="en-US" sz="1600"/>
          </a:p>
        </p:txBody>
      </p: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F468293B-926C-27B1-4053-E3CD5472198F}"/>
              </a:ext>
            </a:extLst>
          </p:cNvPr>
          <p:cNvCxnSpPr>
            <a:cxnSpLocks/>
            <a:stCxn id="18" idx="4"/>
            <a:endCxn id="22" idx="0"/>
          </p:cNvCxnSpPr>
          <p:nvPr/>
        </p:nvCxnSpPr>
        <p:spPr>
          <a:xfrm>
            <a:off x="4788213" y="945930"/>
            <a:ext cx="0" cy="34984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F486339E-DC15-EAC1-D560-21D84082D487}"/>
              </a:ext>
            </a:extLst>
          </p:cNvPr>
          <p:cNvCxnSpPr>
            <a:stCxn id="18" idx="3"/>
            <a:endCxn id="20" idx="7"/>
          </p:cNvCxnSpPr>
          <p:nvPr/>
        </p:nvCxnSpPr>
        <p:spPr>
          <a:xfrm flipH="1">
            <a:off x="3562990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77E0D4A8-9EDB-6E92-4F60-7EA0C58AEA9C}"/>
              </a:ext>
            </a:extLst>
          </p:cNvPr>
          <p:cNvCxnSpPr>
            <a:stCxn id="18" idx="5"/>
            <a:endCxn id="24" idx="1"/>
          </p:cNvCxnSpPr>
          <p:nvPr/>
        </p:nvCxnSpPr>
        <p:spPr>
          <a:xfrm>
            <a:off x="4906062" y="897115"/>
            <a:ext cx="1107374" cy="443721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02ABD1AF-3206-E0AC-C8F8-F99085D431EB}"/>
              </a:ext>
            </a:extLst>
          </p:cNvPr>
          <p:cNvCxnSpPr>
            <a:stCxn id="20" idx="3"/>
            <a:endCxn id="26" idx="7"/>
          </p:cNvCxnSpPr>
          <p:nvPr/>
        </p:nvCxnSpPr>
        <p:spPr>
          <a:xfrm flipH="1">
            <a:off x="3031467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C948ECB5-46E1-0953-3F1B-1B4E885AAB3D}"/>
              </a:ext>
            </a:extLst>
          </p:cNvPr>
          <p:cNvCxnSpPr>
            <a:stCxn id="20" idx="4"/>
            <a:endCxn id="28" idx="0"/>
          </p:cNvCxnSpPr>
          <p:nvPr/>
        </p:nvCxnSpPr>
        <p:spPr>
          <a:xfrm>
            <a:off x="3445141" y="1625349"/>
            <a:ext cx="0" cy="34233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BE914BE2-A9BA-720E-EC4E-D7B4FA14EB02}"/>
              </a:ext>
            </a:extLst>
          </p:cNvPr>
          <p:cNvCxnSpPr>
            <a:stCxn id="20" idx="5"/>
            <a:endCxn id="30" idx="1"/>
          </p:cNvCxnSpPr>
          <p:nvPr/>
        </p:nvCxnSpPr>
        <p:spPr>
          <a:xfrm>
            <a:off x="3562990" y="1576534"/>
            <a:ext cx="295825" cy="439967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6E27FEBD-4DAA-57A4-D2C7-0D3F6E87B89E}"/>
              </a:ext>
            </a:extLst>
          </p:cNvPr>
          <p:cNvCxnSpPr>
            <a:stCxn id="22" idx="4"/>
            <a:endCxn id="32" idx="0"/>
          </p:cNvCxnSpPr>
          <p:nvPr/>
        </p:nvCxnSpPr>
        <p:spPr>
          <a:xfrm>
            <a:off x="4788213" y="1629102"/>
            <a:ext cx="0" cy="338584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直接箭头连接符 58">
            <a:extLst>
              <a:ext uri="{FF2B5EF4-FFF2-40B4-BE49-F238E27FC236}">
                <a16:creationId xmlns:a16="http://schemas.microsoft.com/office/drawing/2014/main" id="{CEE6B669-AEDC-C78C-68AE-749E70F92284}"/>
              </a:ext>
            </a:extLst>
          </p:cNvPr>
          <p:cNvCxnSpPr>
            <a:stCxn id="24" idx="3"/>
            <a:endCxn id="34" idx="0"/>
          </p:cNvCxnSpPr>
          <p:nvPr/>
        </p:nvCxnSpPr>
        <p:spPr>
          <a:xfrm flipH="1">
            <a:off x="5797957" y="1576534"/>
            <a:ext cx="21547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CAF85DF9-7A8E-83C9-A6CA-DAAFB90FE5C2}"/>
              </a:ext>
            </a:extLst>
          </p:cNvPr>
          <p:cNvCxnSpPr>
            <a:stCxn id="24" idx="5"/>
            <a:endCxn id="36" idx="0"/>
          </p:cNvCxnSpPr>
          <p:nvPr/>
        </p:nvCxnSpPr>
        <p:spPr>
          <a:xfrm>
            <a:off x="6249134" y="1576534"/>
            <a:ext cx="225239" cy="391152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8EA6BB91-8A06-1AC0-D5DC-FA68F6921A6F}"/>
              </a:ext>
            </a:extLst>
          </p:cNvPr>
          <p:cNvCxnSpPr>
            <a:stCxn id="30" idx="4"/>
            <a:endCxn id="38" idx="0"/>
          </p:cNvCxnSpPr>
          <p:nvPr/>
        </p:nvCxnSpPr>
        <p:spPr>
          <a:xfrm>
            <a:off x="3976664" y="2301014"/>
            <a:ext cx="0" cy="279275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7937D125-76AA-3D55-9FAE-3C1A66CD6D58}"/>
              </a:ext>
            </a:extLst>
          </p:cNvPr>
          <p:cNvCxnSpPr>
            <a:stCxn id="36" idx="3"/>
            <a:endCxn id="42" idx="0"/>
          </p:cNvCxnSpPr>
          <p:nvPr/>
        </p:nvCxnSpPr>
        <p:spPr>
          <a:xfrm flipH="1">
            <a:off x="6192845" y="2252199"/>
            <a:ext cx="163679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2D6F9F40-4997-3DD0-C149-5AEEA396BF38}"/>
              </a:ext>
            </a:extLst>
          </p:cNvPr>
          <p:cNvCxnSpPr>
            <a:stCxn id="36" idx="5"/>
            <a:endCxn id="40" idx="0"/>
          </p:cNvCxnSpPr>
          <p:nvPr/>
        </p:nvCxnSpPr>
        <p:spPr>
          <a:xfrm>
            <a:off x="6592222" y="2252199"/>
            <a:ext cx="159190" cy="32809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4579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45438-87B5-9406-641B-978AC7AA5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66EB3A0C-750F-119B-6C1D-F7E2F56FA963}"/>
              </a:ext>
            </a:extLst>
          </p:cNvPr>
          <p:cNvSpPr txBox="1"/>
          <p:nvPr/>
        </p:nvSpPr>
        <p:spPr>
          <a:xfrm>
            <a:off x="4177111" y="2396390"/>
            <a:ext cx="191888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b</a:t>
            </a:r>
            <a:r>
              <a:rPr lang="zh-CN" altLang="en-US" sz="1400"/>
              <a:t>）由根节点及其两棵空的子树构成的二叉树</a:t>
            </a: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2AF30F5C-67C2-35CD-C2FA-75EF03BA94B6}"/>
              </a:ext>
            </a:extLst>
          </p:cNvPr>
          <p:cNvSpPr/>
          <p:nvPr/>
        </p:nvSpPr>
        <p:spPr>
          <a:xfrm>
            <a:off x="4969892" y="149472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4A01852-E2AA-81F6-B622-E66BDF11D1BC}"/>
              </a:ext>
            </a:extLst>
          </p:cNvPr>
          <p:cNvSpPr txBox="1"/>
          <p:nvPr/>
        </p:nvSpPr>
        <p:spPr>
          <a:xfrm>
            <a:off x="1452679" y="2396390"/>
            <a:ext cx="19188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a</a:t>
            </a:r>
            <a:r>
              <a:rPr lang="zh-CN" altLang="en-US" sz="1400"/>
              <a:t>）啥也没有，一棵空树</a:t>
            </a: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52CAC6A-4632-8B54-16D9-71D4C390EA45}"/>
              </a:ext>
            </a:extLst>
          </p:cNvPr>
          <p:cNvSpPr/>
          <p:nvPr/>
        </p:nvSpPr>
        <p:spPr>
          <a:xfrm>
            <a:off x="8499867" y="120568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C5569333-D2C4-0D35-3231-F5D2682093F2}"/>
              </a:ext>
            </a:extLst>
          </p:cNvPr>
          <p:cNvSpPr/>
          <p:nvPr/>
        </p:nvSpPr>
        <p:spPr>
          <a:xfrm>
            <a:off x="8075700" y="163964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A8B8D450-6EDB-9394-0782-5B68D8B831AD}"/>
              </a:ext>
            </a:extLst>
          </p:cNvPr>
          <p:cNvSpPr/>
          <p:nvPr/>
        </p:nvSpPr>
        <p:spPr>
          <a:xfrm>
            <a:off x="8919530" y="1638862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22" name="直接连接符 21">
            <a:extLst>
              <a:ext uri="{FF2B5EF4-FFF2-40B4-BE49-F238E27FC236}">
                <a16:creationId xmlns:a16="http://schemas.microsoft.com/office/drawing/2014/main" id="{0E6D881E-5736-FDD1-7ED2-A1215736C634}"/>
              </a:ext>
            </a:extLst>
          </p:cNvPr>
          <p:cNvCxnSpPr>
            <a:cxnSpLocks/>
            <a:stCxn id="12" idx="3"/>
            <a:endCxn id="16" idx="7"/>
          </p:cNvCxnSpPr>
          <p:nvPr/>
        </p:nvCxnSpPr>
        <p:spPr>
          <a:xfrm flipH="1">
            <a:off x="8360213" y="1490197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561578E-63EE-8236-AC50-C134FDEC4EB7}"/>
              </a:ext>
            </a:extLst>
          </p:cNvPr>
          <p:cNvCxnSpPr>
            <a:stCxn id="12" idx="5"/>
            <a:endCxn id="18" idx="1"/>
          </p:cNvCxnSpPr>
          <p:nvPr/>
        </p:nvCxnSpPr>
        <p:spPr>
          <a:xfrm>
            <a:off x="8784380" y="1490197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FAD4D720-EB1E-7AE1-FEAF-47E1C173B9E3}"/>
              </a:ext>
            </a:extLst>
          </p:cNvPr>
          <p:cNvSpPr txBox="1"/>
          <p:nvPr/>
        </p:nvSpPr>
        <p:spPr>
          <a:xfrm>
            <a:off x="7220609" y="2396359"/>
            <a:ext cx="308553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c</a:t>
            </a:r>
            <a:r>
              <a:rPr lang="zh-CN" altLang="en-US" sz="1400"/>
              <a:t>）由根节点及其左子树、右子树构成的二叉树，左右子树均是</a:t>
            </a:r>
            <a:r>
              <a:rPr lang="en-US" altLang="zh-CN" sz="1400"/>
              <a:t>b</a:t>
            </a:r>
            <a:r>
              <a:rPr lang="zh-CN" altLang="en-US" sz="1400"/>
              <a:t>）所示的二叉树</a:t>
            </a: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DBC9DD26-0850-71F8-B845-BB0B2FF0E32F}"/>
              </a:ext>
            </a:extLst>
          </p:cNvPr>
          <p:cNvSpPr/>
          <p:nvPr/>
        </p:nvSpPr>
        <p:spPr>
          <a:xfrm>
            <a:off x="3030732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25CB2DA2-EF7B-8AE7-8A5D-54C4731C00E3}"/>
              </a:ext>
            </a:extLst>
          </p:cNvPr>
          <p:cNvSpPr/>
          <p:nvPr/>
        </p:nvSpPr>
        <p:spPr>
          <a:xfrm>
            <a:off x="2611069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2F4994D9-82C8-ECB9-6F59-6E30C736390C}"/>
              </a:ext>
            </a:extLst>
          </p:cNvPr>
          <p:cNvSpPr/>
          <p:nvPr/>
        </p:nvSpPr>
        <p:spPr>
          <a:xfrm>
            <a:off x="2186902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5C14085A-7837-F5BD-96E8-6B0EDBB5EA9D}"/>
              </a:ext>
            </a:extLst>
          </p:cNvPr>
          <p:cNvSpPr/>
          <p:nvPr/>
        </p:nvSpPr>
        <p:spPr>
          <a:xfrm>
            <a:off x="3030732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32" name="直接连接符 31">
            <a:extLst>
              <a:ext uri="{FF2B5EF4-FFF2-40B4-BE49-F238E27FC236}">
                <a16:creationId xmlns:a16="http://schemas.microsoft.com/office/drawing/2014/main" id="{9A413E51-E34C-22B8-B641-18D3283CF856}"/>
              </a:ext>
            </a:extLst>
          </p:cNvPr>
          <p:cNvCxnSpPr>
            <a:stCxn id="28" idx="3"/>
            <a:endCxn id="29" idx="7"/>
          </p:cNvCxnSpPr>
          <p:nvPr/>
        </p:nvCxnSpPr>
        <p:spPr>
          <a:xfrm flipH="1">
            <a:off x="2895582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1F81F33A-738A-6C7C-3694-3A4C8DB7DF25}"/>
              </a:ext>
            </a:extLst>
          </p:cNvPr>
          <p:cNvCxnSpPr>
            <a:cxnSpLocks/>
            <a:stCxn id="29" idx="3"/>
            <a:endCxn id="30" idx="7"/>
          </p:cNvCxnSpPr>
          <p:nvPr/>
        </p:nvCxnSpPr>
        <p:spPr>
          <a:xfrm flipH="1">
            <a:off x="2471415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id="{4AF69279-70EB-749A-6F7B-EB76E9A43385}"/>
              </a:ext>
            </a:extLst>
          </p:cNvPr>
          <p:cNvCxnSpPr>
            <a:stCxn id="29" idx="5"/>
            <a:endCxn id="31" idx="1"/>
          </p:cNvCxnSpPr>
          <p:nvPr/>
        </p:nvCxnSpPr>
        <p:spPr>
          <a:xfrm>
            <a:off x="2895582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文本框 34">
            <a:extLst>
              <a:ext uri="{FF2B5EF4-FFF2-40B4-BE49-F238E27FC236}">
                <a16:creationId xmlns:a16="http://schemas.microsoft.com/office/drawing/2014/main" id="{D3EB8F30-F9F0-708F-8CE1-3BF7C26E8FD4}"/>
              </a:ext>
            </a:extLst>
          </p:cNvPr>
          <p:cNvSpPr txBox="1"/>
          <p:nvPr/>
        </p:nvSpPr>
        <p:spPr>
          <a:xfrm>
            <a:off x="1811549" y="4939116"/>
            <a:ext cx="2535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400"/>
              <a:t>d</a:t>
            </a:r>
            <a:r>
              <a:rPr lang="zh-CN" altLang="en-US" sz="1400"/>
              <a:t>）由根节点及其左右子树构成的二叉树，左子树是</a:t>
            </a:r>
            <a:r>
              <a:rPr lang="en-US" altLang="zh-CN" sz="1400"/>
              <a:t>c</a:t>
            </a:r>
            <a:r>
              <a:rPr lang="zh-CN" altLang="en-US" sz="1400"/>
              <a:t>）所示的二叉树，右子树是</a:t>
            </a:r>
            <a:r>
              <a:rPr lang="en-US" altLang="zh-CN" sz="1400"/>
              <a:t>a</a:t>
            </a:r>
            <a:r>
              <a:rPr lang="zh-CN" altLang="en-US" sz="1400"/>
              <a:t>）所示的二叉树</a:t>
            </a: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7C5CFFA6-481D-4770-01E3-618657EDD7AD}"/>
              </a:ext>
            </a:extLst>
          </p:cNvPr>
          <p:cNvSpPr/>
          <p:nvPr/>
        </p:nvSpPr>
        <p:spPr>
          <a:xfrm>
            <a:off x="7322706" y="3429000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04DE1830-ABC3-7010-A43A-AB8CA1D674E4}"/>
              </a:ext>
            </a:extLst>
          </p:cNvPr>
          <p:cNvSpPr/>
          <p:nvPr/>
        </p:nvSpPr>
        <p:spPr>
          <a:xfrm>
            <a:off x="6903043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03967212-A44F-D001-BDA5-1D1D5FDD50F7}"/>
              </a:ext>
            </a:extLst>
          </p:cNvPr>
          <p:cNvSpPr/>
          <p:nvPr/>
        </p:nvSpPr>
        <p:spPr>
          <a:xfrm>
            <a:off x="6478876" y="4340429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D851E1EE-029D-1A0D-6728-478440E85D6F}"/>
              </a:ext>
            </a:extLst>
          </p:cNvPr>
          <p:cNvSpPr/>
          <p:nvPr/>
        </p:nvSpPr>
        <p:spPr>
          <a:xfrm>
            <a:off x="7322706" y="4339646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0D98CFB1-AFE3-D459-24A9-E628680AA45A}"/>
              </a:ext>
            </a:extLst>
          </p:cNvPr>
          <p:cNvCxnSpPr>
            <a:stCxn id="36" idx="3"/>
            <a:endCxn id="37" idx="7"/>
          </p:cNvCxnSpPr>
          <p:nvPr/>
        </p:nvCxnSpPr>
        <p:spPr>
          <a:xfrm flipH="1">
            <a:off x="7187556" y="3713513"/>
            <a:ext cx="183965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id="{A0415219-40BF-59D6-AF2F-FCAEAFB1BC52}"/>
              </a:ext>
            </a:extLst>
          </p:cNvPr>
          <p:cNvCxnSpPr>
            <a:cxnSpLocks/>
            <a:stCxn id="37" idx="3"/>
            <a:endCxn id="38" idx="7"/>
          </p:cNvCxnSpPr>
          <p:nvPr/>
        </p:nvCxnSpPr>
        <p:spPr>
          <a:xfrm flipH="1">
            <a:off x="6763389" y="4190981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8F5626F-FD35-2AF5-7660-BBCB29E7C118}"/>
              </a:ext>
            </a:extLst>
          </p:cNvPr>
          <p:cNvCxnSpPr>
            <a:stCxn id="37" idx="5"/>
            <a:endCxn id="39" idx="1"/>
          </p:cNvCxnSpPr>
          <p:nvPr/>
        </p:nvCxnSpPr>
        <p:spPr>
          <a:xfrm>
            <a:off x="7187556" y="4190981"/>
            <a:ext cx="183965" cy="19748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F56A46E3-BA05-CD6D-64AC-B18B564D2B7F}"/>
              </a:ext>
            </a:extLst>
          </p:cNvPr>
          <p:cNvSpPr txBox="1"/>
          <p:nvPr/>
        </p:nvSpPr>
        <p:spPr>
          <a:xfrm>
            <a:off x="5744693" y="5262280"/>
            <a:ext cx="28857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e</a:t>
            </a:r>
            <a:r>
              <a:rPr lang="zh-CN" altLang="en-US" sz="1400"/>
              <a:t>）一棵高度（深度）为</a:t>
            </a:r>
            <a:r>
              <a:rPr lang="en-US" altLang="zh-CN" sz="1400"/>
              <a:t>4</a:t>
            </a:r>
            <a:r>
              <a:rPr lang="zh-CN" altLang="en-US" sz="1400"/>
              <a:t>的二叉树</a:t>
            </a: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2B46607-1D0F-75AC-4402-D33D8AA588E1}"/>
              </a:ext>
            </a:extLst>
          </p:cNvPr>
          <p:cNvSpPr/>
          <p:nvPr/>
        </p:nvSpPr>
        <p:spPr>
          <a:xfrm>
            <a:off x="6067846" y="479984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A3EB3E78-6180-047B-B403-5ED766306D47}"/>
              </a:ext>
            </a:extLst>
          </p:cNvPr>
          <p:cNvCxnSpPr>
            <a:cxnSpLocks/>
            <a:endCxn id="44" idx="7"/>
          </p:cNvCxnSpPr>
          <p:nvPr/>
        </p:nvCxnSpPr>
        <p:spPr>
          <a:xfrm flipH="1">
            <a:off x="6352359" y="4650396"/>
            <a:ext cx="188469" cy="198263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椭圆 45">
            <a:extLst>
              <a:ext uri="{FF2B5EF4-FFF2-40B4-BE49-F238E27FC236}">
                <a16:creationId xmlns:a16="http://schemas.microsoft.com/office/drawing/2014/main" id="{2E6C7494-F5FF-26DA-8218-F2EFF346FA85}"/>
              </a:ext>
            </a:extLst>
          </p:cNvPr>
          <p:cNvSpPr/>
          <p:nvPr/>
        </p:nvSpPr>
        <p:spPr>
          <a:xfrm>
            <a:off x="7742372" y="390646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1E793117-6851-3882-9E73-D6D8C30E86CF}"/>
              </a:ext>
            </a:extLst>
          </p:cNvPr>
          <p:cNvCxnSpPr>
            <a:cxnSpLocks/>
            <a:stCxn id="36" idx="5"/>
            <a:endCxn id="46" idx="1"/>
          </p:cNvCxnSpPr>
          <p:nvPr/>
        </p:nvCxnSpPr>
        <p:spPr>
          <a:xfrm>
            <a:off x="7607219" y="3713513"/>
            <a:ext cx="183968" cy="24177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20534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088D3-3043-2396-F646-57885C894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文本框 25">
            <a:extLst>
              <a:ext uri="{FF2B5EF4-FFF2-40B4-BE49-F238E27FC236}">
                <a16:creationId xmlns:a16="http://schemas.microsoft.com/office/drawing/2014/main" id="{4519B7DF-DA90-16B0-C9EB-00C09A59004D}"/>
              </a:ext>
            </a:extLst>
          </p:cNvPr>
          <p:cNvSpPr txBox="1"/>
          <p:nvPr/>
        </p:nvSpPr>
        <p:spPr>
          <a:xfrm>
            <a:off x="2671344" y="921843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BFB2A18-9A4D-0F71-9BDD-00902D77FCDE}"/>
              </a:ext>
            </a:extLst>
          </p:cNvPr>
          <p:cNvCxnSpPr>
            <a:cxnSpLocks/>
          </p:cNvCxnSpPr>
          <p:nvPr/>
        </p:nvCxnSpPr>
        <p:spPr>
          <a:xfrm flipH="1">
            <a:off x="2513689" y="110650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文本框 30">
            <a:extLst>
              <a:ext uri="{FF2B5EF4-FFF2-40B4-BE49-F238E27FC236}">
                <a16:creationId xmlns:a16="http://schemas.microsoft.com/office/drawing/2014/main" id="{52AD18CB-9A4B-6D5B-3C2A-61D23CF86854}"/>
              </a:ext>
            </a:extLst>
          </p:cNvPr>
          <p:cNvSpPr txBox="1"/>
          <p:nvPr/>
        </p:nvSpPr>
        <p:spPr>
          <a:xfrm>
            <a:off x="2374869" y="139404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43A4BEFF-735E-1C8B-56FE-C29E89F0259D}"/>
              </a:ext>
            </a:extLst>
          </p:cNvPr>
          <p:cNvSpPr txBox="1"/>
          <p:nvPr/>
        </p:nvSpPr>
        <p:spPr>
          <a:xfrm>
            <a:off x="2948984" y="13813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0B30774B-A529-5A87-371C-F8509FED24BC}"/>
              </a:ext>
            </a:extLst>
          </p:cNvPr>
          <p:cNvCxnSpPr/>
          <p:nvPr/>
        </p:nvCxnSpPr>
        <p:spPr>
          <a:xfrm>
            <a:off x="2810164" y="110650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文本框 35">
            <a:extLst>
              <a:ext uri="{FF2B5EF4-FFF2-40B4-BE49-F238E27FC236}">
                <a16:creationId xmlns:a16="http://schemas.microsoft.com/office/drawing/2014/main" id="{3DCBAE67-A52A-7804-51FB-56261BACB6B1}"/>
              </a:ext>
            </a:extLst>
          </p:cNvPr>
          <p:cNvSpPr txBox="1"/>
          <p:nvPr/>
        </p:nvSpPr>
        <p:spPr>
          <a:xfrm>
            <a:off x="5055098" y="65542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37" name="直接连接符 36">
            <a:extLst>
              <a:ext uri="{FF2B5EF4-FFF2-40B4-BE49-F238E27FC236}">
                <a16:creationId xmlns:a16="http://schemas.microsoft.com/office/drawing/2014/main" id="{B65D18AC-060A-C83A-512A-571060E4FCE0}"/>
              </a:ext>
            </a:extLst>
          </p:cNvPr>
          <p:cNvCxnSpPr>
            <a:cxnSpLocks/>
          </p:cNvCxnSpPr>
          <p:nvPr/>
        </p:nvCxnSpPr>
        <p:spPr>
          <a:xfrm flipH="1">
            <a:off x="4888026" y="85884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文本框 37">
            <a:extLst>
              <a:ext uri="{FF2B5EF4-FFF2-40B4-BE49-F238E27FC236}">
                <a16:creationId xmlns:a16="http://schemas.microsoft.com/office/drawing/2014/main" id="{7F0FE231-88DC-4BBC-736C-C644312702BB}"/>
              </a:ext>
            </a:extLst>
          </p:cNvPr>
          <p:cNvSpPr txBox="1"/>
          <p:nvPr/>
        </p:nvSpPr>
        <p:spPr>
          <a:xfrm>
            <a:off x="4749206" y="11463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0D19785F-04DA-612E-436F-B2DAB20969AF}"/>
              </a:ext>
            </a:extLst>
          </p:cNvPr>
          <p:cNvSpPr txBox="1"/>
          <p:nvPr/>
        </p:nvSpPr>
        <p:spPr>
          <a:xfrm>
            <a:off x="5323321" y="113364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0" name="直接连接符 39">
            <a:extLst>
              <a:ext uri="{FF2B5EF4-FFF2-40B4-BE49-F238E27FC236}">
                <a16:creationId xmlns:a16="http://schemas.microsoft.com/office/drawing/2014/main" id="{9A8B5B97-5118-23B5-C9B3-30138EE6AB03}"/>
              </a:ext>
            </a:extLst>
          </p:cNvPr>
          <p:cNvCxnSpPr/>
          <p:nvPr/>
        </p:nvCxnSpPr>
        <p:spPr>
          <a:xfrm>
            <a:off x="5184501" y="85884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文本框 40">
            <a:extLst>
              <a:ext uri="{FF2B5EF4-FFF2-40B4-BE49-F238E27FC236}">
                <a16:creationId xmlns:a16="http://schemas.microsoft.com/office/drawing/2014/main" id="{4E81F240-4D5E-AEC9-CBCA-8B6D328124FC}"/>
              </a:ext>
            </a:extLst>
          </p:cNvPr>
          <p:cNvSpPr txBox="1"/>
          <p:nvPr/>
        </p:nvSpPr>
        <p:spPr>
          <a:xfrm>
            <a:off x="7811142" y="48951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2" name="直接连接符 41">
            <a:extLst>
              <a:ext uri="{FF2B5EF4-FFF2-40B4-BE49-F238E27FC236}">
                <a16:creationId xmlns:a16="http://schemas.microsoft.com/office/drawing/2014/main" id="{453F7E6E-95B2-AA65-5414-413056AE06DD}"/>
              </a:ext>
            </a:extLst>
          </p:cNvPr>
          <p:cNvCxnSpPr>
            <a:cxnSpLocks/>
          </p:cNvCxnSpPr>
          <p:nvPr/>
        </p:nvCxnSpPr>
        <p:spPr>
          <a:xfrm flipH="1">
            <a:off x="7653487" y="674178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文本框 42">
            <a:extLst>
              <a:ext uri="{FF2B5EF4-FFF2-40B4-BE49-F238E27FC236}">
                <a16:creationId xmlns:a16="http://schemas.microsoft.com/office/drawing/2014/main" id="{9BB08DC5-B404-DB8E-2B1B-41DFC3CC3107}"/>
              </a:ext>
            </a:extLst>
          </p:cNvPr>
          <p:cNvSpPr txBox="1"/>
          <p:nvPr/>
        </p:nvSpPr>
        <p:spPr>
          <a:xfrm>
            <a:off x="7514667" y="96171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CEC051C-54D0-3729-1B76-9662FBDC98F7}"/>
              </a:ext>
            </a:extLst>
          </p:cNvPr>
          <p:cNvSpPr txBox="1"/>
          <p:nvPr/>
        </p:nvSpPr>
        <p:spPr>
          <a:xfrm>
            <a:off x="8088782" y="9489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5" name="直接连接符 44">
            <a:extLst>
              <a:ext uri="{FF2B5EF4-FFF2-40B4-BE49-F238E27FC236}">
                <a16:creationId xmlns:a16="http://schemas.microsoft.com/office/drawing/2014/main" id="{82386A96-BE97-27DA-EDDE-D8DD948625C2}"/>
              </a:ext>
            </a:extLst>
          </p:cNvPr>
          <p:cNvCxnSpPr/>
          <p:nvPr/>
        </p:nvCxnSpPr>
        <p:spPr>
          <a:xfrm>
            <a:off x="7949962" y="674178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文本框 45">
            <a:extLst>
              <a:ext uri="{FF2B5EF4-FFF2-40B4-BE49-F238E27FC236}">
                <a16:creationId xmlns:a16="http://schemas.microsoft.com/office/drawing/2014/main" id="{47F3C1AC-5B9F-B473-6DF7-425A1F60076D}"/>
              </a:ext>
            </a:extLst>
          </p:cNvPr>
          <p:cNvSpPr txBox="1"/>
          <p:nvPr/>
        </p:nvSpPr>
        <p:spPr>
          <a:xfrm>
            <a:off x="4749206" y="115910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47" name="直接连接符 46">
            <a:extLst>
              <a:ext uri="{FF2B5EF4-FFF2-40B4-BE49-F238E27FC236}">
                <a16:creationId xmlns:a16="http://schemas.microsoft.com/office/drawing/2014/main" id="{A272B8F6-5F20-B6A4-AAE4-B062AD712929}"/>
              </a:ext>
            </a:extLst>
          </p:cNvPr>
          <p:cNvCxnSpPr>
            <a:cxnSpLocks/>
          </p:cNvCxnSpPr>
          <p:nvPr/>
        </p:nvCxnSpPr>
        <p:spPr>
          <a:xfrm flipH="1">
            <a:off x="4722077" y="1343773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8" name="文本框 47">
            <a:extLst>
              <a:ext uri="{FF2B5EF4-FFF2-40B4-BE49-F238E27FC236}">
                <a16:creationId xmlns:a16="http://schemas.microsoft.com/office/drawing/2014/main" id="{E609F8F3-59AE-4B6C-C3AD-D1ED6F4EDB90}"/>
              </a:ext>
            </a:extLst>
          </p:cNvPr>
          <p:cNvSpPr txBox="1"/>
          <p:nvPr/>
        </p:nvSpPr>
        <p:spPr>
          <a:xfrm>
            <a:off x="4583257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19169406-B539-A661-F065-0158FDDF52CD}"/>
              </a:ext>
            </a:extLst>
          </p:cNvPr>
          <p:cNvSpPr txBox="1"/>
          <p:nvPr/>
        </p:nvSpPr>
        <p:spPr>
          <a:xfrm>
            <a:off x="4879732" y="1618576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02E9C603-D0FA-C05B-D9A4-D139B4F86162}"/>
              </a:ext>
            </a:extLst>
          </p:cNvPr>
          <p:cNvCxnSpPr>
            <a:cxnSpLocks/>
          </p:cNvCxnSpPr>
          <p:nvPr/>
        </p:nvCxnSpPr>
        <p:spPr>
          <a:xfrm>
            <a:off x="4888026" y="1343773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99456611-AF73-DE02-7EB8-462CD9E3CF30}"/>
              </a:ext>
            </a:extLst>
          </p:cNvPr>
          <p:cNvCxnSpPr>
            <a:cxnSpLocks/>
          </p:cNvCxnSpPr>
          <p:nvPr/>
        </p:nvCxnSpPr>
        <p:spPr>
          <a:xfrm flipH="1">
            <a:off x="5287898" y="134525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文本框 54">
            <a:extLst>
              <a:ext uri="{FF2B5EF4-FFF2-40B4-BE49-F238E27FC236}">
                <a16:creationId xmlns:a16="http://schemas.microsoft.com/office/drawing/2014/main" id="{35CBD176-5FDE-126F-537D-D052A6F10FAD}"/>
              </a:ext>
            </a:extLst>
          </p:cNvPr>
          <p:cNvSpPr txBox="1"/>
          <p:nvPr/>
        </p:nvSpPr>
        <p:spPr>
          <a:xfrm>
            <a:off x="5149078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4C04CF5-A6F5-C619-9868-590BA40957BE}"/>
              </a:ext>
            </a:extLst>
          </p:cNvPr>
          <p:cNvSpPr txBox="1"/>
          <p:nvPr/>
        </p:nvSpPr>
        <p:spPr>
          <a:xfrm>
            <a:off x="5445553" y="162006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57" name="直接连接符 56">
            <a:extLst>
              <a:ext uri="{FF2B5EF4-FFF2-40B4-BE49-F238E27FC236}">
                <a16:creationId xmlns:a16="http://schemas.microsoft.com/office/drawing/2014/main" id="{2744E43B-229E-1D9C-854B-1EFE6D55E06C}"/>
              </a:ext>
            </a:extLst>
          </p:cNvPr>
          <p:cNvCxnSpPr>
            <a:cxnSpLocks/>
          </p:cNvCxnSpPr>
          <p:nvPr/>
        </p:nvCxnSpPr>
        <p:spPr>
          <a:xfrm>
            <a:off x="5453847" y="1345257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AEA81B2C-7EC0-70AB-A1F5-72DC6C68DA67}"/>
              </a:ext>
            </a:extLst>
          </p:cNvPr>
          <p:cNvCxnSpPr>
            <a:cxnSpLocks/>
          </p:cNvCxnSpPr>
          <p:nvPr/>
        </p:nvCxnSpPr>
        <p:spPr>
          <a:xfrm flipH="1">
            <a:off x="7495832" y="114937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9" name="文本框 58">
            <a:extLst>
              <a:ext uri="{FF2B5EF4-FFF2-40B4-BE49-F238E27FC236}">
                <a16:creationId xmlns:a16="http://schemas.microsoft.com/office/drawing/2014/main" id="{54C403D8-A45E-3C02-B50B-BEC029EECF34}"/>
              </a:ext>
            </a:extLst>
          </p:cNvPr>
          <p:cNvSpPr txBox="1"/>
          <p:nvPr/>
        </p:nvSpPr>
        <p:spPr>
          <a:xfrm>
            <a:off x="7357012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39C5D79-FCB8-7183-C17B-5F3EE51640E0}"/>
              </a:ext>
            </a:extLst>
          </p:cNvPr>
          <p:cNvSpPr txBox="1"/>
          <p:nvPr/>
        </p:nvSpPr>
        <p:spPr>
          <a:xfrm>
            <a:off x="7653487" y="142418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007EE6D-8092-E809-70B7-E6F729611C93}"/>
              </a:ext>
            </a:extLst>
          </p:cNvPr>
          <p:cNvCxnSpPr>
            <a:cxnSpLocks/>
          </p:cNvCxnSpPr>
          <p:nvPr/>
        </p:nvCxnSpPr>
        <p:spPr>
          <a:xfrm>
            <a:off x="7661781" y="114937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C3BDA4FC-9A9C-4511-AB4F-6A6254E0127E}"/>
              </a:ext>
            </a:extLst>
          </p:cNvPr>
          <p:cNvCxnSpPr>
            <a:cxnSpLocks/>
          </p:cNvCxnSpPr>
          <p:nvPr/>
        </p:nvCxnSpPr>
        <p:spPr>
          <a:xfrm flipH="1">
            <a:off x="8061653" y="1150862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3" name="文本框 62">
            <a:extLst>
              <a:ext uri="{FF2B5EF4-FFF2-40B4-BE49-F238E27FC236}">
                <a16:creationId xmlns:a16="http://schemas.microsoft.com/office/drawing/2014/main" id="{8F60BDE4-A758-7603-2B20-4D0E1FCE2B46}"/>
              </a:ext>
            </a:extLst>
          </p:cNvPr>
          <p:cNvSpPr txBox="1"/>
          <p:nvPr/>
        </p:nvSpPr>
        <p:spPr>
          <a:xfrm>
            <a:off x="7922833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7DEB08BC-3CD1-0E54-0F51-C5DBC6319D51}"/>
              </a:ext>
            </a:extLst>
          </p:cNvPr>
          <p:cNvSpPr txBox="1"/>
          <p:nvPr/>
        </p:nvSpPr>
        <p:spPr>
          <a:xfrm>
            <a:off x="8219308" y="1425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65" name="直接连接符 64">
            <a:extLst>
              <a:ext uri="{FF2B5EF4-FFF2-40B4-BE49-F238E27FC236}">
                <a16:creationId xmlns:a16="http://schemas.microsoft.com/office/drawing/2014/main" id="{08A5D556-E318-80DE-E891-1F0CB3D04B42}"/>
              </a:ext>
            </a:extLst>
          </p:cNvPr>
          <p:cNvCxnSpPr>
            <a:cxnSpLocks/>
          </p:cNvCxnSpPr>
          <p:nvPr/>
        </p:nvCxnSpPr>
        <p:spPr>
          <a:xfrm>
            <a:off x="8227602" y="1150862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id="{C2932750-0334-889A-A3FD-FA7C126F440B}"/>
              </a:ext>
            </a:extLst>
          </p:cNvPr>
          <p:cNvCxnSpPr>
            <a:cxnSpLocks/>
            <a:endCxn id="72" idx="1"/>
          </p:cNvCxnSpPr>
          <p:nvPr/>
        </p:nvCxnSpPr>
        <p:spPr>
          <a:xfrm flipH="1">
            <a:off x="7738068" y="16058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文本框 70">
            <a:extLst>
              <a:ext uri="{FF2B5EF4-FFF2-40B4-BE49-F238E27FC236}">
                <a16:creationId xmlns:a16="http://schemas.microsoft.com/office/drawing/2014/main" id="{867D41D6-5958-BD96-4BBF-A34E0EEAE826}"/>
              </a:ext>
            </a:extLst>
          </p:cNvPr>
          <p:cNvSpPr txBox="1"/>
          <p:nvPr/>
        </p:nvSpPr>
        <p:spPr>
          <a:xfrm>
            <a:off x="7588224" y="18791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2" name="文本框 71">
            <a:extLst>
              <a:ext uri="{FF2B5EF4-FFF2-40B4-BE49-F238E27FC236}">
                <a16:creationId xmlns:a16="http://schemas.microsoft.com/office/drawing/2014/main" id="{96FC4732-39D0-FAE4-E37C-FFE954C2833E}"/>
              </a:ext>
            </a:extLst>
          </p:cNvPr>
          <p:cNvSpPr txBox="1"/>
          <p:nvPr/>
        </p:nvSpPr>
        <p:spPr>
          <a:xfrm>
            <a:off x="7738068" y="18761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id="{C42ACEA4-A026-5565-A00D-D352E0CE84DF}"/>
              </a:ext>
            </a:extLst>
          </p:cNvPr>
          <p:cNvCxnSpPr>
            <a:cxnSpLocks/>
          </p:cNvCxnSpPr>
          <p:nvPr/>
        </p:nvCxnSpPr>
        <p:spPr>
          <a:xfrm>
            <a:off x="7792307" y="16058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id="{B5186534-3AC3-1328-84A3-EA3F9BBFCB21}"/>
              </a:ext>
            </a:extLst>
          </p:cNvPr>
          <p:cNvCxnSpPr>
            <a:cxnSpLocks/>
            <a:endCxn id="79" idx="1"/>
          </p:cNvCxnSpPr>
          <p:nvPr/>
        </p:nvCxnSpPr>
        <p:spPr>
          <a:xfrm flipH="1">
            <a:off x="7997764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847861AD-017E-92CF-EB71-35E42599462C}"/>
              </a:ext>
            </a:extLst>
          </p:cNvPr>
          <p:cNvSpPr txBox="1"/>
          <p:nvPr/>
        </p:nvSpPr>
        <p:spPr>
          <a:xfrm>
            <a:off x="7847920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6FAE5592-E1E4-9837-0F62-E69F9D37D1BA}"/>
              </a:ext>
            </a:extLst>
          </p:cNvPr>
          <p:cNvSpPr txBox="1"/>
          <p:nvPr/>
        </p:nvSpPr>
        <p:spPr>
          <a:xfrm>
            <a:off x="7997764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0" name="直接连接符 79">
            <a:extLst>
              <a:ext uri="{FF2B5EF4-FFF2-40B4-BE49-F238E27FC236}">
                <a16:creationId xmlns:a16="http://schemas.microsoft.com/office/drawing/2014/main" id="{9F7CB859-F572-C742-4204-690F75C7C833}"/>
              </a:ext>
            </a:extLst>
          </p:cNvPr>
          <p:cNvCxnSpPr>
            <a:cxnSpLocks/>
          </p:cNvCxnSpPr>
          <p:nvPr/>
        </p:nvCxnSpPr>
        <p:spPr>
          <a:xfrm>
            <a:off x="8052003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1" name="直接连接符 80">
            <a:extLst>
              <a:ext uri="{FF2B5EF4-FFF2-40B4-BE49-F238E27FC236}">
                <a16:creationId xmlns:a16="http://schemas.microsoft.com/office/drawing/2014/main" id="{FDFEFE7B-B910-1082-D056-7659D74E59C7}"/>
              </a:ext>
            </a:extLst>
          </p:cNvPr>
          <p:cNvCxnSpPr>
            <a:cxnSpLocks/>
            <a:endCxn id="83" idx="1"/>
          </p:cNvCxnSpPr>
          <p:nvPr/>
        </p:nvCxnSpPr>
        <p:spPr>
          <a:xfrm flipH="1">
            <a:off x="8294238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2" name="文本框 81">
            <a:extLst>
              <a:ext uri="{FF2B5EF4-FFF2-40B4-BE49-F238E27FC236}">
                <a16:creationId xmlns:a16="http://schemas.microsoft.com/office/drawing/2014/main" id="{A89887FE-D9B4-6115-28AA-C7ADC9D699D4}"/>
              </a:ext>
            </a:extLst>
          </p:cNvPr>
          <p:cNvSpPr txBox="1"/>
          <p:nvPr/>
        </p:nvSpPr>
        <p:spPr>
          <a:xfrm>
            <a:off x="8144394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DE96FF1C-2472-290C-AD44-E3A73CC9FB06}"/>
              </a:ext>
            </a:extLst>
          </p:cNvPr>
          <p:cNvSpPr txBox="1"/>
          <p:nvPr/>
        </p:nvSpPr>
        <p:spPr>
          <a:xfrm>
            <a:off x="8294238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id="{6C4166EF-FD54-E0F6-CF61-4A3EE22759D9}"/>
              </a:ext>
            </a:extLst>
          </p:cNvPr>
          <p:cNvCxnSpPr>
            <a:cxnSpLocks/>
          </p:cNvCxnSpPr>
          <p:nvPr/>
        </p:nvCxnSpPr>
        <p:spPr>
          <a:xfrm>
            <a:off x="8348477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id="{62C0E072-0FBD-D30F-20EE-410242290C74}"/>
              </a:ext>
            </a:extLst>
          </p:cNvPr>
          <p:cNvCxnSpPr>
            <a:cxnSpLocks/>
            <a:endCxn id="87" idx="1"/>
          </p:cNvCxnSpPr>
          <p:nvPr/>
        </p:nvCxnSpPr>
        <p:spPr>
          <a:xfrm flipH="1">
            <a:off x="7431460" y="1604346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6" name="文本框 85">
            <a:extLst>
              <a:ext uri="{FF2B5EF4-FFF2-40B4-BE49-F238E27FC236}">
                <a16:creationId xmlns:a16="http://schemas.microsoft.com/office/drawing/2014/main" id="{0076A89D-4FCB-925F-B2E2-55DFEE2C3244}"/>
              </a:ext>
            </a:extLst>
          </p:cNvPr>
          <p:cNvSpPr txBox="1"/>
          <p:nvPr/>
        </p:nvSpPr>
        <p:spPr>
          <a:xfrm>
            <a:off x="7281616" y="1877665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383BFB84-25B1-CA00-B242-28B52EF4859E}"/>
              </a:ext>
            </a:extLst>
          </p:cNvPr>
          <p:cNvSpPr txBox="1"/>
          <p:nvPr/>
        </p:nvSpPr>
        <p:spPr>
          <a:xfrm>
            <a:off x="7431460" y="18746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88" name="直接连接符 87">
            <a:extLst>
              <a:ext uri="{FF2B5EF4-FFF2-40B4-BE49-F238E27FC236}">
                <a16:creationId xmlns:a16="http://schemas.microsoft.com/office/drawing/2014/main" id="{8EAE3EA9-DF9F-9FA1-15DF-A701C200A8FA}"/>
              </a:ext>
            </a:extLst>
          </p:cNvPr>
          <p:cNvCxnSpPr>
            <a:cxnSpLocks/>
          </p:cNvCxnSpPr>
          <p:nvPr/>
        </p:nvCxnSpPr>
        <p:spPr>
          <a:xfrm>
            <a:off x="7485699" y="1604346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3" name="文本框 92">
            <a:extLst>
              <a:ext uri="{FF2B5EF4-FFF2-40B4-BE49-F238E27FC236}">
                <a16:creationId xmlns:a16="http://schemas.microsoft.com/office/drawing/2014/main" id="{83F1133A-863E-EB94-1068-C9CDB85143F9}"/>
              </a:ext>
            </a:extLst>
          </p:cNvPr>
          <p:cNvSpPr txBox="1"/>
          <p:nvPr/>
        </p:nvSpPr>
        <p:spPr>
          <a:xfrm>
            <a:off x="6828423" y="27535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239F3107-89D0-D787-79C4-4182F6872E27}"/>
              </a:ext>
            </a:extLst>
          </p:cNvPr>
          <p:cNvCxnSpPr>
            <a:cxnSpLocks/>
          </p:cNvCxnSpPr>
          <p:nvPr/>
        </p:nvCxnSpPr>
        <p:spPr>
          <a:xfrm flipH="1">
            <a:off x="6670768" y="2938184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5" name="文本框 94">
            <a:extLst>
              <a:ext uri="{FF2B5EF4-FFF2-40B4-BE49-F238E27FC236}">
                <a16:creationId xmlns:a16="http://schemas.microsoft.com/office/drawing/2014/main" id="{867969E9-0047-CDF3-0C74-C32A0E92E91B}"/>
              </a:ext>
            </a:extLst>
          </p:cNvPr>
          <p:cNvSpPr txBox="1"/>
          <p:nvPr/>
        </p:nvSpPr>
        <p:spPr>
          <a:xfrm>
            <a:off x="6531948" y="3225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3FD1F580-4E6D-A340-A531-9EEEF2D3E760}"/>
              </a:ext>
            </a:extLst>
          </p:cNvPr>
          <p:cNvSpPr txBox="1"/>
          <p:nvPr/>
        </p:nvSpPr>
        <p:spPr>
          <a:xfrm>
            <a:off x="7106063" y="32129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97" name="直接连接符 96">
            <a:extLst>
              <a:ext uri="{FF2B5EF4-FFF2-40B4-BE49-F238E27FC236}">
                <a16:creationId xmlns:a16="http://schemas.microsoft.com/office/drawing/2014/main" id="{4BF9300B-B760-9EED-D44F-EC346B747F4C}"/>
              </a:ext>
            </a:extLst>
          </p:cNvPr>
          <p:cNvCxnSpPr/>
          <p:nvPr/>
        </p:nvCxnSpPr>
        <p:spPr>
          <a:xfrm>
            <a:off x="6967243" y="2938184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47FB89EB-7454-3A80-A677-99C1802A5960}"/>
              </a:ext>
            </a:extLst>
          </p:cNvPr>
          <p:cNvCxnSpPr>
            <a:cxnSpLocks/>
          </p:cNvCxnSpPr>
          <p:nvPr/>
        </p:nvCxnSpPr>
        <p:spPr>
          <a:xfrm flipH="1">
            <a:off x="6513113" y="3413384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9" name="文本框 98">
            <a:extLst>
              <a:ext uri="{FF2B5EF4-FFF2-40B4-BE49-F238E27FC236}">
                <a16:creationId xmlns:a16="http://schemas.microsoft.com/office/drawing/2014/main" id="{653DB370-8EBA-63EF-3869-E969435FDB45}"/>
              </a:ext>
            </a:extLst>
          </p:cNvPr>
          <p:cNvSpPr txBox="1"/>
          <p:nvPr/>
        </p:nvSpPr>
        <p:spPr>
          <a:xfrm>
            <a:off x="6374293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84CB5530-982A-2CEE-42F2-63001B5EF8A9}"/>
              </a:ext>
            </a:extLst>
          </p:cNvPr>
          <p:cNvSpPr txBox="1"/>
          <p:nvPr/>
        </p:nvSpPr>
        <p:spPr>
          <a:xfrm>
            <a:off x="6670768" y="368818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1" name="直接连接符 100">
            <a:extLst>
              <a:ext uri="{FF2B5EF4-FFF2-40B4-BE49-F238E27FC236}">
                <a16:creationId xmlns:a16="http://schemas.microsoft.com/office/drawing/2014/main" id="{C0F947EA-CE3D-A051-8837-DAB7B8816B9C}"/>
              </a:ext>
            </a:extLst>
          </p:cNvPr>
          <p:cNvCxnSpPr>
            <a:cxnSpLocks/>
          </p:cNvCxnSpPr>
          <p:nvPr/>
        </p:nvCxnSpPr>
        <p:spPr>
          <a:xfrm>
            <a:off x="6679062" y="3413384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797F9D2E-B9C0-C8C7-A537-4995498EC50E}"/>
              </a:ext>
            </a:extLst>
          </p:cNvPr>
          <p:cNvCxnSpPr>
            <a:cxnSpLocks/>
          </p:cNvCxnSpPr>
          <p:nvPr/>
        </p:nvCxnSpPr>
        <p:spPr>
          <a:xfrm flipH="1">
            <a:off x="7078934" y="341486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" name="文本框 102">
            <a:extLst>
              <a:ext uri="{FF2B5EF4-FFF2-40B4-BE49-F238E27FC236}">
                <a16:creationId xmlns:a16="http://schemas.microsoft.com/office/drawing/2014/main" id="{4774DF60-493D-7E2D-878B-1ED227C21C1E}"/>
              </a:ext>
            </a:extLst>
          </p:cNvPr>
          <p:cNvSpPr txBox="1"/>
          <p:nvPr/>
        </p:nvSpPr>
        <p:spPr>
          <a:xfrm>
            <a:off x="6940114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793A7EC1-68DC-F5BB-CF91-21C3EFE43A4C}"/>
              </a:ext>
            </a:extLst>
          </p:cNvPr>
          <p:cNvSpPr txBox="1"/>
          <p:nvPr/>
        </p:nvSpPr>
        <p:spPr>
          <a:xfrm>
            <a:off x="7236589" y="3689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52C04D42-8DAB-2427-0167-B80268A486BC}"/>
              </a:ext>
            </a:extLst>
          </p:cNvPr>
          <p:cNvCxnSpPr>
            <a:cxnSpLocks/>
          </p:cNvCxnSpPr>
          <p:nvPr/>
        </p:nvCxnSpPr>
        <p:spPr>
          <a:xfrm>
            <a:off x="7244883" y="341486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直接连接符 105">
            <a:extLst>
              <a:ext uri="{FF2B5EF4-FFF2-40B4-BE49-F238E27FC236}">
                <a16:creationId xmlns:a16="http://schemas.microsoft.com/office/drawing/2014/main" id="{E2EAA147-3D69-C550-474D-00ACFD52D003}"/>
              </a:ext>
            </a:extLst>
          </p:cNvPr>
          <p:cNvCxnSpPr>
            <a:cxnSpLocks/>
            <a:endCxn id="108" idx="1"/>
          </p:cNvCxnSpPr>
          <p:nvPr/>
        </p:nvCxnSpPr>
        <p:spPr>
          <a:xfrm flipH="1">
            <a:off x="6755349" y="38698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" name="文本框 106">
            <a:extLst>
              <a:ext uri="{FF2B5EF4-FFF2-40B4-BE49-F238E27FC236}">
                <a16:creationId xmlns:a16="http://schemas.microsoft.com/office/drawing/2014/main" id="{217A724D-C1B0-564C-8351-340007839640}"/>
              </a:ext>
            </a:extLst>
          </p:cNvPr>
          <p:cNvSpPr txBox="1"/>
          <p:nvPr/>
        </p:nvSpPr>
        <p:spPr>
          <a:xfrm>
            <a:off x="6605505" y="41431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5F090E36-99B0-C8A7-16CC-1D62ABF5D1E7}"/>
              </a:ext>
            </a:extLst>
          </p:cNvPr>
          <p:cNvSpPr txBox="1"/>
          <p:nvPr/>
        </p:nvSpPr>
        <p:spPr>
          <a:xfrm>
            <a:off x="6755349" y="41401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09" name="直接连接符 108">
            <a:extLst>
              <a:ext uri="{FF2B5EF4-FFF2-40B4-BE49-F238E27FC236}">
                <a16:creationId xmlns:a16="http://schemas.microsoft.com/office/drawing/2014/main" id="{567BE6BD-BCA7-06F5-5A66-C0938CFE4D61}"/>
              </a:ext>
            </a:extLst>
          </p:cNvPr>
          <p:cNvCxnSpPr>
            <a:cxnSpLocks/>
          </p:cNvCxnSpPr>
          <p:nvPr/>
        </p:nvCxnSpPr>
        <p:spPr>
          <a:xfrm>
            <a:off x="6809588" y="38698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0" name="直接连接符 109">
            <a:extLst>
              <a:ext uri="{FF2B5EF4-FFF2-40B4-BE49-F238E27FC236}">
                <a16:creationId xmlns:a16="http://schemas.microsoft.com/office/drawing/2014/main" id="{458D8F80-9DA6-6E83-3C05-9D6A5848EB19}"/>
              </a:ext>
            </a:extLst>
          </p:cNvPr>
          <p:cNvCxnSpPr>
            <a:cxnSpLocks/>
          </p:cNvCxnSpPr>
          <p:nvPr/>
        </p:nvCxnSpPr>
        <p:spPr>
          <a:xfrm flipH="1">
            <a:off x="7015045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1" name="文本框 110">
            <a:extLst>
              <a:ext uri="{FF2B5EF4-FFF2-40B4-BE49-F238E27FC236}">
                <a16:creationId xmlns:a16="http://schemas.microsoft.com/office/drawing/2014/main" id="{346165A5-35BD-C896-4C78-882031BB8F3E}"/>
              </a:ext>
            </a:extLst>
          </p:cNvPr>
          <p:cNvSpPr txBox="1"/>
          <p:nvPr/>
        </p:nvSpPr>
        <p:spPr>
          <a:xfrm>
            <a:off x="6865201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18" name="直接连接符 117">
            <a:extLst>
              <a:ext uri="{FF2B5EF4-FFF2-40B4-BE49-F238E27FC236}">
                <a16:creationId xmlns:a16="http://schemas.microsoft.com/office/drawing/2014/main" id="{9AE34B9D-AB84-5FAA-5AB5-B9E5979C8D1C}"/>
              </a:ext>
            </a:extLst>
          </p:cNvPr>
          <p:cNvCxnSpPr>
            <a:cxnSpLocks/>
            <a:endCxn id="120" idx="1"/>
          </p:cNvCxnSpPr>
          <p:nvPr/>
        </p:nvCxnSpPr>
        <p:spPr>
          <a:xfrm flipH="1">
            <a:off x="6448741" y="3868352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文本框 118">
            <a:extLst>
              <a:ext uri="{FF2B5EF4-FFF2-40B4-BE49-F238E27FC236}">
                <a16:creationId xmlns:a16="http://schemas.microsoft.com/office/drawing/2014/main" id="{D7C88552-2529-2D85-CF75-5D3BFA213FFA}"/>
              </a:ext>
            </a:extLst>
          </p:cNvPr>
          <p:cNvSpPr txBox="1"/>
          <p:nvPr/>
        </p:nvSpPr>
        <p:spPr>
          <a:xfrm>
            <a:off x="6298897" y="414167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633ED9A2-0976-986B-6801-1B39115D7D7E}"/>
              </a:ext>
            </a:extLst>
          </p:cNvPr>
          <p:cNvSpPr txBox="1"/>
          <p:nvPr/>
        </p:nvSpPr>
        <p:spPr>
          <a:xfrm>
            <a:off x="6448741" y="41386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1" name="直接连接符 120">
            <a:extLst>
              <a:ext uri="{FF2B5EF4-FFF2-40B4-BE49-F238E27FC236}">
                <a16:creationId xmlns:a16="http://schemas.microsoft.com/office/drawing/2014/main" id="{3D880D05-1478-218A-A0F5-F5488EA58410}"/>
              </a:ext>
            </a:extLst>
          </p:cNvPr>
          <p:cNvCxnSpPr>
            <a:cxnSpLocks/>
          </p:cNvCxnSpPr>
          <p:nvPr/>
        </p:nvCxnSpPr>
        <p:spPr>
          <a:xfrm>
            <a:off x="6502980" y="3868352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2" name="文本框 121">
            <a:extLst>
              <a:ext uri="{FF2B5EF4-FFF2-40B4-BE49-F238E27FC236}">
                <a16:creationId xmlns:a16="http://schemas.microsoft.com/office/drawing/2014/main" id="{C47A93A8-FEEC-D4AC-339C-A665F3AABAF9}"/>
              </a:ext>
            </a:extLst>
          </p:cNvPr>
          <p:cNvSpPr txBox="1"/>
          <p:nvPr/>
        </p:nvSpPr>
        <p:spPr>
          <a:xfrm>
            <a:off x="3717153" y="29518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3" name="直接连接符 122">
            <a:extLst>
              <a:ext uri="{FF2B5EF4-FFF2-40B4-BE49-F238E27FC236}">
                <a16:creationId xmlns:a16="http://schemas.microsoft.com/office/drawing/2014/main" id="{30F9FE94-B2C2-B8B4-DAEC-1E77174621FC}"/>
              </a:ext>
            </a:extLst>
          </p:cNvPr>
          <p:cNvCxnSpPr>
            <a:cxnSpLocks/>
          </p:cNvCxnSpPr>
          <p:nvPr/>
        </p:nvCxnSpPr>
        <p:spPr>
          <a:xfrm flipH="1">
            <a:off x="3550081" y="3155307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4" name="文本框 123">
            <a:extLst>
              <a:ext uri="{FF2B5EF4-FFF2-40B4-BE49-F238E27FC236}">
                <a16:creationId xmlns:a16="http://schemas.microsoft.com/office/drawing/2014/main" id="{F07C7483-FBE3-2CCB-3147-F6D97BC590F2}"/>
              </a:ext>
            </a:extLst>
          </p:cNvPr>
          <p:cNvSpPr txBox="1"/>
          <p:nvPr/>
        </p:nvSpPr>
        <p:spPr>
          <a:xfrm>
            <a:off x="3411261" y="344284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0F0601CB-8B6F-9315-9186-21EBD59A6B6A}"/>
              </a:ext>
            </a:extLst>
          </p:cNvPr>
          <p:cNvSpPr txBox="1"/>
          <p:nvPr/>
        </p:nvSpPr>
        <p:spPr>
          <a:xfrm>
            <a:off x="3985376" y="343011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6" name="直接连接符 125">
            <a:extLst>
              <a:ext uri="{FF2B5EF4-FFF2-40B4-BE49-F238E27FC236}">
                <a16:creationId xmlns:a16="http://schemas.microsoft.com/office/drawing/2014/main" id="{F2D583EA-F4F4-E95B-1587-4A0AFC684AEE}"/>
              </a:ext>
            </a:extLst>
          </p:cNvPr>
          <p:cNvCxnSpPr/>
          <p:nvPr/>
        </p:nvCxnSpPr>
        <p:spPr>
          <a:xfrm>
            <a:off x="3846556" y="3155307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7" name="文本框 126">
            <a:extLst>
              <a:ext uri="{FF2B5EF4-FFF2-40B4-BE49-F238E27FC236}">
                <a16:creationId xmlns:a16="http://schemas.microsoft.com/office/drawing/2014/main" id="{A10D9C4C-5C50-4B17-0A2F-B57C4DBE03E8}"/>
              </a:ext>
            </a:extLst>
          </p:cNvPr>
          <p:cNvSpPr txBox="1"/>
          <p:nvPr/>
        </p:nvSpPr>
        <p:spPr>
          <a:xfrm>
            <a:off x="3411261" y="345557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28" name="直接连接符 127">
            <a:extLst>
              <a:ext uri="{FF2B5EF4-FFF2-40B4-BE49-F238E27FC236}">
                <a16:creationId xmlns:a16="http://schemas.microsoft.com/office/drawing/2014/main" id="{2CDCED1D-17F7-0500-C6AB-E2E790FA268A}"/>
              </a:ext>
            </a:extLst>
          </p:cNvPr>
          <p:cNvCxnSpPr>
            <a:cxnSpLocks/>
          </p:cNvCxnSpPr>
          <p:nvPr/>
        </p:nvCxnSpPr>
        <p:spPr>
          <a:xfrm flipH="1">
            <a:off x="3384132" y="3640236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文本框 128">
            <a:extLst>
              <a:ext uri="{FF2B5EF4-FFF2-40B4-BE49-F238E27FC236}">
                <a16:creationId xmlns:a16="http://schemas.microsoft.com/office/drawing/2014/main" id="{BB3E67F9-EBDE-71CF-D3EF-506E89521073}"/>
              </a:ext>
            </a:extLst>
          </p:cNvPr>
          <p:cNvSpPr txBox="1"/>
          <p:nvPr/>
        </p:nvSpPr>
        <p:spPr>
          <a:xfrm>
            <a:off x="3245312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DC09BC71-5EA9-0585-51DB-B2508CECE63F}"/>
              </a:ext>
            </a:extLst>
          </p:cNvPr>
          <p:cNvSpPr txBox="1"/>
          <p:nvPr/>
        </p:nvSpPr>
        <p:spPr>
          <a:xfrm>
            <a:off x="3541787" y="391503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31" name="直接连接符 130">
            <a:extLst>
              <a:ext uri="{FF2B5EF4-FFF2-40B4-BE49-F238E27FC236}">
                <a16:creationId xmlns:a16="http://schemas.microsoft.com/office/drawing/2014/main" id="{E8D969F8-60B3-AE34-382D-56A6F072EC4D}"/>
              </a:ext>
            </a:extLst>
          </p:cNvPr>
          <p:cNvCxnSpPr>
            <a:cxnSpLocks/>
          </p:cNvCxnSpPr>
          <p:nvPr/>
        </p:nvCxnSpPr>
        <p:spPr>
          <a:xfrm>
            <a:off x="3550081" y="3640236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文本框 145">
            <a:extLst>
              <a:ext uri="{FF2B5EF4-FFF2-40B4-BE49-F238E27FC236}">
                <a16:creationId xmlns:a16="http://schemas.microsoft.com/office/drawing/2014/main" id="{7D6F693D-A919-CB0A-C35D-ACB377BFE076}"/>
              </a:ext>
            </a:extLst>
          </p:cNvPr>
          <p:cNvSpPr txBox="1"/>
          <p:nvPr/>
        </p:nvSpPr>
        <p:spPr>
          <a:xfrm>
            <a:off x="2110163" y="314019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47" name="直接连接符 146">
            <a:extLst>
              <a:ext uri="{FF2B5EF4-FFF2-40B4-BE49-F238E27FC236}">
                <a16:creationId xmlns:a16="http://schemas.microsoft.com/office/drawing/2014/main" id="{6D6D1FC5-3401-F037-F6E3-9698C3DD2502}"/>
              </a:ext>
            </a:extLst>
          </p:cNvPr>
          <p:cNvCxnSpPr>
            <a:cxnSpLocks/>
          </p:cNvCxnSpPr>
          <p:nvPr/>
        </p:nvCxnSpPr>
        <p:spPr>
          <a:xfrm flipH="1">
            <a:off x="1952508" y="3324856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8" name="文本框 147">
            <a:extLst>
              <a:ext uri="{FF2B5EF4-FFF2-40B4-BE49-F238E27FC236}">
                <a16:creationId xmlns:a16="http://schemas.microsoft.com/office/drawing/2014/main" id="{B1F46634-B731-F237-0C34-7E0C3321DAA8}"/>
              </a:ext>
            </a:extLst>
          </p:cNvPr>
          <p:cNvSpPr txBox="1"/>
          <p:nvPr/>
        </p:nvSpPr>
        <p:spPr>
          <a:xfrm>
            <a:off x="1813688" y="3612389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51" name="文本框 150">
            <a:extLst>
              <a:ext uri="{FF2B5EF4-FFF2-40B4-BE49-F238E27FC236}">
                <a16:creationId xmlns:a16="http://schemas.microsoft.com/office/drawing/2014/main" id="{A465B98F-9451-6AE9-9DD4-00B7464B9432}"/>
              </a:ext>
            </a:extLst>
          </p:cNvPr>
          <p:cNvSpPr txBox="1"/>
          <p:nvPr/>
        </p:nvSpPr>
        <p:spPr>
          <a:xfrm>
            <a:off x="4329943" y="2254101"/>
            <a:ext cx="19159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a</a:t>
            </a:r>
            <a:r>
              <a:rPr lang="zh-CN" altLang="en-US"/>
              <a:t>）一些满二叉树</a:t>
            </a:r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21F77C8C-0FBF-8097-6CB4-B91F084F78DA}"/>
              </a:ext>
            </a:extLst>
          </p:cNvPr>
          <p:cNvSpPr txBox="1"/>
          <p:nvPr/>
        </p:nvSpPr>
        <p:spPr>
          <a:xfrm>
            <a:off x="4259968" y="4642588"/>
            <a:ext cx="21643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b</a:t>
            </a:r>
            <a:r>
              <a:rPr lang="zh-CN" altLang="en-US"/>
              <a:t>）一些完全二叉树</a:t>
            </a:r>
          </a:p>
        </p:txBody>
      </p:sp>
      <p:sp>
        <p:nvSpPr>
          <p:cNvPr id="163" name="文本框 162">
            <a:extLst>
              <a:ext uri="{FF2B5EF4-FFF2-40B4-BE49-F238E27FC236}">
                <a16:creationId xmlns:a16="http://schemas.microsoft.com/office/drawing/2014/main" id="{3D078136-021D-11F4-F035-6E46A907DE25}"/>
              </a:ext>
            </a:extLst>
          </p:cNvPr>
          <p:cNvSpPr txBox="1"/>
          <p:nvPr/>
        </p:nvSpPr>
        <p:spPr>
          <a:xfrm>
            <a:off x="5250025" y="297064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4" name="直接连接符 163">
            <a:extLst>
              <a:ext uri="{FF2B5EF4-FFF2-40B4-BE49-F238E27FC236}">
                <a16:creationId xmlns:a16="http://schemas.microsoft.com/office/drawing/2014/main" id="{1FF60726-C104-4F2C-1256-FF80A894EE00}"/>
              </a:ext>
            </a:extLst>
          </p:cNvPr>
          <p:cNvCxnSpPr>
            <a:cxnSpLocks/>
          </p:cNvCxnSpPr>
          <p:nvPr/>
        </p:nvCxnSpPr>
        <p:spPr>
          <a:xfrm flipH="1">
            <a:off x="5082953" y="3174059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5" name="文本框 164">
            <a:extLst>
              <a:ext uri="{FF2B5EF4-FFF2-40B4-BE49-F238E27FC236}">
                <a16:creationId xmlns:a16="http://schemas.microsoft.com/office/drawing/2014/main" id="{35E4F96C-3C02-F60D-64C5-56F412DE39B7}"/>
              </a:ext>
            </a:extLst>
          </p:cNvPr>
          <p:cNvSpPr txBox="1"/>
          <p:nvPr/>
        </p:nvSpPr>
        <p:spPr>
          <a:xfrm>
            <a:off x="4944133" y="346159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66" name="文本框 165">
            <a:extLst>
              <a:ext uri="{FF2B5EF4-FFF2-40B4-BE49-F238E27FC236}">
                <a16:creationId xmlns:a16="http://schemas.microsoft.com/office/drawing/2014/main" id="{B8C55842-6DD1-8D45-3762-C682B9476041}"/>
              </a:ext>
            </a:extLst>
          </p:cNvPr>
          <p:cNvSpPr txBox="1"/>
          <p:nvPr/>
        </p:nvSpPr>
        <p:spPr>
          <a:xfrm>
            <a:off x="5518248" y="344886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C746E416-02ED-D3DE-4866-79D553988958}"/>
              </a:ext>
            </a:extLst>
          </p:cNvPr>
          <p:cNvCxnSpPr/>
          <p:nvPr/>
        </p:nvCxnSpPr>
        <p:spPr>
          <a:xfrm>
            <a:off x="5379428" y="3174059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8" name="文本框 167">
            <a:extLst>
              <a:ext uri="{FF2B5EF4-FFF2-40B4-BE49-F238E27FC236}">
                <a16:creationId xmlns:a16="http://schemas.microsoft.com/office/drawing/2014/main" id="{7AF4C9B4-39CE-DCB1-9F26-C1E1EAF31E74}"/>
              </a:ext>
            </a:extLst>
          </p:cNvPr>
          <p:cNvSpPr txBox="1"/>
          <p:nvPr/>
        </p:nvSpPr>
        <p:spPr>
          <a:xfrm>
            <a:off x="4944133" y="3474322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69" name="直接连接符 168">
            <a:extLst>
              <a:ext uri="{FF2B5EF4-FFF2-40B4-BE49-F238E27FC236}">
                <a16:creationId xmlns:a16="http://schemas.microsoft.com/office/drawing/2014/main" id="{1D92DC57-17F7-119F-C87E-CA2882A1BCDD}"/>
              </a:ext>
            </a:extLst>
          </p:cNvPr>
          <p:cNvCxnSpPr>
            <a:cxnSpLocks/>
          </p:cNvCxnSpPr>
          <p:nvPr/>
        </p:nvCxnSpPr>
        <p:spPr>
          <a:xfrm flipH="1">
            <a:off x="4917004" y="3658988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0" name="文本框 169">
            <a:extLst>
              <a:ext uri="{FF2B5EF4-FFF2-40B4-BE49-F238E27FC236}">
                <a16:creationId xmlns:a16="http://schemas.microsoft.com/office/drawing/2014/main" id="{47656AC0-CEE2-AB0D-CBFB-805F3A79A1F1}"/>
              </a:ext>
            </a:extLst>
          </p:cNvPr>
          <p:cNvSpPr txBox="1"/>
          <p:nvPr/>
        </p:nvSpPr>
        <p:spPr>
          <a:xfrm>
            <a:off x="4778184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1" name="文本框 170">
            <a:extLst>
              <a:ext uri="{FF2B5EF4-FFF2-40B4-BE49-F238E27FC236}">
                <a16:creationId xmlns:a16="http://schemas.microsoft.com/office/drawing/2014/main" id="{8EE3385E-AB30-0B82-1E86-57F542D4A822}"/>
              </a:ext>
            </a:extLst>
          </p:cNvPr>
          <p:cNvSpPr txBox="1"/>
          <p:nvPr/>
        </p:nvSpPr>
        <p:spPr>
          <a:xfrm>
            <a:off x="5074659" y="3933791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D5CEDD84-F598-BF99-6270-DCF899865826}"/>
              </a:ext>
            </a:extLst>
          </p:cNvPr>
          <p:cNvCxnSpPr>
            <a:cxnSpLocks/>
          </p:cNvCxnSpPr>
          <p:nvPr/>
        </p:nvCxnSpPr>
        <p:spPr>
          <a:xfrm>
            <a:off x="5082953" y="3658988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5F1A2646-180F-B161-D5AC-41B9BB09C665}"/>
              </a:ext>
            </a:extLst>
          </p:cNvPr>
          <p:cNvCxnSpPr>
            <a:cxnSpLocks/>
          </p:cNvCxnSpPr>
          <p:nvPr/>
        </p:nvCxnSpPr>
        <p:spPr>
          <a:xfrm flipH="1">
            <a:off x="3950856" y="3631947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4" name="文本框 173">
            <a:extLst>
              <a:ext uri="{FF2B5EF4-FFF2-40B4-BE49-F238E27FC236}">
                <a16:creationId xmlns:a16="http://schemas.microsoft.com/office/drawing/2014/main" id="{823876C8-194E-3015-5EB0-7607BB9A9A24}"/>
              </a:ext>
            </a:extLst>
          </p:cNvPr>
          <p:cNvSpPr txBox="1"/>
          <p:nvPr/>
        </p:nvSpPr>
        <p:spPr>
          <a:xfrm>
            <a:off x="3812036" y="3906750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5" name="直接连接符 174">
            <a:extLst>
              <a:ext uri="{FF2B5EF4-FFF2-40B4-BE49-F238E27FC236}">
                <a16:creationId xmlns:a16="http://schemas.microsoft.com/office/drawing/2014/main" id="{32A2424A-AA9D-E4FD-5FE3-896D10B41023}"/>
              </a:ext>
            </a:extLst>
          </p:cNvPr>
          <p:cNvCxnSpPr>
            <a:cxnSpLocks/>
          </p:cNvCxnSpPr>
          <p:nvPr/>
        </p:nvCxnSpPr>
        <p:spPr>
          <a:xfrm flipH="1">
            <a:off x="8435176" y="2943231"/>
            <a:ext cx="296475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6" name="文本框 175">
            <a:extLst>
              <a:ext uri="{FF2B5EF4-FFF2-40B4-BE49-F238E27FC236}">
                <a16:creationId xmlns:a16="http://schemas.microsoft.com/office/drawing/2014/main" id="{B5219A7E-E6ED-93D4-E4F0-0639CEFA0B21}"/>
              </a:ext>
            </a:extLst>
          </p:cNvPr>
          <p:cNvSpPr txBox="1"/>
          <p:nvPr/>
        </p:nvSpPr>
        <p:spPr>
          <a:xfrm>
            <a:off x="8296356" y="323076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77" name="文本框 176">
            <a:extLst>
              <a:ext uri="{FF2B5EF4-FFF2-40B4-BE49-F238E27FC236}">
                <a16:creationId xmlns:a16="http://schemas.microsoft.com/office/drawing/2014/main" id="{CCE10F61-FCA1-B476-0628-66535EE9A63F}"/>
              </a:ext>
            </a:extLst>
          </p:cNvPr>
          <p:cNvSpPr txBox="1"/>
          <p:nvPr/>
        </p:nvSpPr>
        <p:spPr>
          <a:xfrm>
            <a:off x="8870471" y="32180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78" name="直接连接符 177">
            <a:extLst>
              <a:ext uri="{FF2B5EF4-FFF2-40B4-BE49-F238E27FC236}">
                <a16:creationId xmlns:a16="http://schemas.microsoft.com/office/drawing/2014/main" id="{B40FD0E3-6B54-D465-DC24-CA760393A43B}"/>
              </a:ext>
            </a:extLst>
          </p:cNvPr>
          <p:cNvCxnSpPr/>
          <p:nvPr/>
        </p:nvCxnSpPr>
        <p:spPr>
          <a:xfrm>
            <a:off x="8731651" y="2943231"/>
            <a:ext cx="277640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972E8348-C0C1-B2B7-9AB7-EB5F00EE3C92}"/>
              </a:ext>
            </a:extLst>
          </p:cNvPr>
          <p:cNvCxnSpPr>
            <a:cxnSpLocks/>
          </p:cNvCxnSpPr>
          <p:nvPr/>
        </p:nvCxnSpPr>
        <p:spPr>
          <a:xfrm flipH="1">
            <a:off x="8277521" y="3418431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0" name="文本框 179">
            <a:extLst>
              <a:ext uri="{FF2B5EF4-FFF2-40B4-BE49-F238E27FC236}">
                <a16:creationId xmlns:a16="http://schemas.microsoft.com/office/drawing/2014/main" id="{1D130EDC-830C-F1EA-D002-098FF65CAA53}"/>
              </a:ext>
            </a:extLst>
          </p:cNvPr>
          <p:cNvSpPr txBox="1"/>
          <p:nvPr/>
        </p:nvSpPr>
        <p:spPr>
          <a:xfrm>
            <a:off x="8138701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1" name="文本框 180">
            <a:extLst>
              <a:ext uri="{FF2B5EF4-FFF2-40B4-BE49-F238E27FC236}">
                <a16:creationId xmlns:a16="http://schemas.microsoft.com/office/drawing/2014/main" id="{C6BE3E53-6A46-50AA-E7F1-AD78281457A8}"/>
              </a:ext>
            </a:extLst>
          </p:cNvPr>
          <p:cNvSpPr txBox="1"/>
          <p:nvPr/>
        </p:nvSpPr>
        <p:spPr>
          <a:xfrm>
            <a:off x="8435176" y="3693234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35112992-5BB7-9238-B943-D8DBCE9E6A27}"/>
              </a:ext>
            </a:extLst>
          </p:cNvPr>
          <p:cNvCxnSpPr>
            <a:cxnSpLocks/>
          </p:cNvCxnSpPr>
          <p:nvPr/>
        </p:nvCxnSpPr>
        <p:spPr>
          <a:xfrm>
            <a:off x="8443470" y="3418431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>
            <a:extLst>
              <a:ext uri="{FF2B5EF4-FFF2-40B4-BE49-F238E27FC236}">
                <a16:creationId xmlns:a16="http://schemas.microsoft.com/office/drawing/2014/main" id="{27F83D5D-C6A9-8D0F-B1D5-58FA53DA01FF}"/>
              </a:ext>
            </a:extLst>
          </p:cNvPr>
          <p:cNvCxnSpPr>
            <a:cxnSpLocks/>
          </p:cNvCxnSpPr>
          <p:nvPr/>
        </p:nvCxnSpPr>
        <p:spPr>
          <a:xfrm flipH="1">
            <a:off x="8843342" y="3419915"/>
            <a:ext cx="165949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4" name="文本框 183">
            <a:extLst>
              <a:ext uri="{FF2B5EF4-FFF2-40B4-BE49-F238E27FC236}">
                <a16:creationId xmlns:a16="http://schemas.microsoft.com/office/drawing/2014/main" id="{4D1C070F-CDF6-5C7D-A324-EA42D0ADA0AA}"/>
              </a:ext>
            </a:extLst>
          </p:cNvPr>
          <p:cNvSpPr txBox="1"/>
          <p:nvPr/>
        </p:nvSpPr>
        <p:spPr>
          <a:xfrm>
            <a:off x="8704522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85" name="文本框 184">
            <a:extLst>
              <a:ext uri="{FF2B5EF4-FFF2-40B4-BE49-F238E27FC236}">
                <a16:creationId xmlns:a16="http://schemas.microsoft.com/office/drawing/2014/main" id="{D449BAA2-03DB-C63B-64EB-FC3B6C31FA52}"/>
              </a:ext>
            </a:extLst>
          </p:cNvPr>
          <p:cNvSpPr txBox="1"/>
          <p:nvPr/>
        </p:nvSpPr>
        <p:spPr>
          <a:xfrm>
            <a:off x="9000997" y="3694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B018966E-07C0-0B19-9E2C-FFD981940C17}"/>
              </a:ext>
            </a:extLst>
          </p:cNvPr>
          <p:cNvCxnSpPr>
            <a:cxnSpLocks/>
          </p:cNvCxnSpPr>
          <p:nvPr/>
        </p:nvCxnSpPr>
        <p:spPr>
          <a:xfrm>
            <a:off x="9009291" y="3419915"/>
            <a:ext cx="130526" cy="459469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>
            <a:extLst>
              <a:ext uri="{FF2B5EF4-FFF2-40B4-BE49-F238E27FC236}">
                <a16:creationId xmlns:a16="http://schemas.microsoft.com/office/drawing/2014/main" id="{E9D0DDA0-D586-5D66-BFBF-D1495B6AEDB2}"/>
              </a:ext>
            </a:extLst>
          </p:cNvPr>
          <p:cNvCxnSpPr>
            <a:cxnSpLocks/>
          </p:cNvCxnSpPr>
          <p:nvPr/>
        </p:nvCxnSpPr>
        <p:spPr>
          <a:xfrm flipH="1">
            <a:off x="8519757" y="38748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8" name="文本框 187">
            <a:extLst>
              <a:ext uri="{FF2B5EF4-FFF2-40B4-BE49-F238E27FC236}">
                <a16:creationId xmlns:a16="http://schemas.microsoft.com/office/drawing/2014/main" id="{E922B985-01A5-149C-2456-C48B66E7E5B0}"/>
              </a:ext>
            </a:extLst>
          </p:cNvPr>
          <p:cNvSpPr txBox="1"/>
          <p:nvPr/>
        </p:nvSpPr>
        <p:spPr>
          <a:xfrm>
            <a:off x="8369913" y="41482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3" name="直接连接符 192">
            <a:extLst>
              <a:ext uri="{FF2B5EF4-FFF2-40B4-BE49-F238E27FC236}">
                <a16:creationId xmlns:a16="http://schemas.microsoft.com/office/drawing/2014/main" id="{361556DF-ED65-51C6-C104-BAEB4A6408A6}"/>
              </a:ext>
            </a:extLst>
          </p:cNvPr>
          <p:cNvCxnSpPr>
            <a:cxnSpLocks/>
            <a:endCxn id="195" idx="1"/>
          </p:cNvCxnSpPr>
          <p:nvPr/>
        </p:nvCxnSpPr>
        <p:spPr>
          <a:xfrm flipH="1">
            <a:off x="8213149" y="3873399"/>
            <a:ext cx="54239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4" name="文本框 193">
            <a:extLst>
              <a:ext uri="{FF2B5EF4-FFF2-40B4-BE49-F238E27FC236}">
                <a16:creationId xmlns:a16="http://schemas.microsoft.com/office/drawing/2014/main" id="{47E76821-016B-FA0F-32FA-DD4E2F8E80A2}"/>
              </a:ext>
            </a:extLst>
          </p:cNvPr>
          <p:cNvSpPr txBox="1"/>
          <p:nvPr/>
        </p:nvSpPr>
        <p:spPr>
          <a:xfrm>
            <a:off x="8063305" y="4146718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sp>
        <p:nvSpPr>
          <p:cNvPr id="195" name="文本框 194">
            <a:extLst>
              <a:ext uri="{FF2B5EF4-FFF2-40B4-BE49-F238E27FC236}">
                <a16:creationId xmlns:a16="http://schemas.microsoft.com/office/drawing/2014/main" id="{4AC62F15-F564-6DBD-1368-9FA8977208DB}"/>
              </a:ext>
            </a:extLst>
          </p:cNvPr>
          <p:cNvSpPr txBox="1"/>
          <p:nvPr/>
        </p:nvSpPr>
        <p:spPr>
          <a:xfrm>
            <a:off x="8213149" y="414371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  <p:cxnSp>
        <p:nvCxnSpPr>
          <p:cNvPr id="196" name="直接连接符 195">
            <a:extLst>
              <a:ext uri="{FF2B5EF4-FFF2-40B4-BE49-F238E27FC236}">
                <a16:creationId xmlns:a16="http://schemas.microsoft.com/office/drawing/2014/main" id="{C1D2D8EA-29B9-6D64-D2C8-72B80838A402}"/>
              </a:ext>
            </a:extLst>
          </p:cNvPr>
          <p:cNvCxnSpPr>
            <a:cxnSpLocks/>
          </p:cNvCxnSpPr>
          <p:nvPr/>
        </p:nvCxnSpPr>
        <p:spPr>
          <a:xfrm>
            <a:off x="8267388" y="3873399"/>
            <a:ext cx="73557" cy="4549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98" name="文本框 197">
            <a:extLst>
              <a:ext uri="{FF2B5EF4-FFF2-40B4-BE49-F238E27FC236}">
                <a16:creationId xmlns:a16="http://schemas.microsoft.com/office/drawing/2014/main" id="{B37F8C3F-D310-95F9-7826-85F9942DCD9F}"/>
              </a:ext>
            </a:extLst>
          </p:cNvPr>
          <p:cNvSpPr txBox="1"/>
          <p:nvPr/>
        </p:nvSpPr>
        <p:spPr>
          <a:xfrm>
            <a:off x="8611428" y="2737177"/>
            <a:ext cx="2776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/>
              <a:t>•</a:t>
            </a:r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4391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BA808-6A1A-6114-2159-6851597D37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椭圆 31">
            <a:extLst>
              <a:ext uri="{FF2B5EF4-FFF2-40B4-BE49-F238E27FC236}">
                <a16:creationId xmlns:a16="http://schemas.microsoft.com/office/drawing/2014/main" id="{CF1C76E7-2F98-BA88-9203-829E4EB1A08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897F73F6-536B-7ED4-5B6C-5D3CFEE1E6EB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13127B2E-D5E3-4925-49E4-37C8983E61E3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17A81ECD-D744-1C8E-EEA1-C6DAEB05844C}"/>
              </a:ext>
            </a:extLst>
          </p:cNvPr>
          <p:cNvCxnSpPr>
            <a:cxnSpLocks/>
            <a:stCxn id="32" idx="3"/>
            <a:endCxn id="3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485BDEF5-18CB-7154-6E78-6B241EDDBB5A}"/>
              </a:ext>
            </a:extLst>
          </p:cNvPr>
          <p:cNvCxnSpPr>
            <a:stCxn id="32" idx="5"/>
            <a:endCxn id="3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0" name="椭圆 39">
            <a:extLst>
              <a:ext uri="{FF2B5EF4-FFF2-40B4-BE49-F238E27FC236}">
                <a16:creationId xmlns:a16="http://schemas.microsoft.com/office/drawing/2014/main" id="{0312F385-69AD-6CD4-D14C-D25F89767600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F23DC41F-8EA3-8759-E5C5-AB34FCC47822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88A900F8-F5E1-93A7-5B6F-98D5BC08732E}"/>
              </a:ext>
            </a:extLst>
          </p:cNvPr>
          <p:cNvSpPr/>
          <p:nvPr/>
        </p:nvSpPr>
        <p:spPr>
          <a:xfrm>
            <a:off x="3969750" y="2528485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6CDF7AC5-DC4A-BE42-8991-49633435BDC9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AD468AE3-A8D5-5B71-D3F1-4237D88D1561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DE053D32-9DBC-B27B-7B25-151F018A0473}"/>
              </a:ext>
            </a:extLst>
          </p:cNvPr>
          <p:cNvCxnSpPr>
            <a:stCxn id="33" idx="5"/>
            <a:endCxn id="40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id="{51120C01-4AFC-9C3F-64E0-72C0F3CAAB1D}"/>
              </a:ext>
            </a:extLst>
          </p:cNvPr>
          <p:cNvCxnSpPr>
            <a:stCxn id="34" idx="5"/>
            <a:endCxn id="42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id="{35D32ED5-640F-12AA-A31A-E0FCD6623FAE}"/>
              </a:ext>
            </a:extLst>
          </p:cNvPr>
          <p:cNvCxnSpPr>
            <a:stCxn id="40" idx="3"/>
            <a:endCxn id="44" idx="0"/>
          </p:cNvCxnSpPr>
          <p:nvPr/>
        </p:nvCxnSpPr>
        <p:spPr>
          <a:xfrm flipH="1">
            <a:off x="4136414" y="2087017"/>
            <a:ext cx="401277" cy="44146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6" name="直接连接符 55">
            <a:extLst>
              <a:ext uri="{FF2B5EF4-FFF2-40B4-BE49-F238E27FC236}">
                <a16:creationId xmlns:a16="http://schemas.microsoft.com/office/drawing/2014/main" id="{D2AA23C2-D66C-6862-8CE7-E81226B31E4F}"/>
              </a:ext>
            </a:extLst>
          </p:cNvPr>
          <p:cNvCxnSpPr>
            <a:stCxn id="42" idx="3"/>
            <a:endCxn id="46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直接连接符 57">
            <a:extLst>
              <a:ext uri="{FF2B5EF4-FFF2-40B4-BE49-F238E27FC236}">
                <a16:creationId xmlns:a16="http://schemas.microsoft.com/office/drawing/2014/main" id="{700DBF7B-413D-86A4-2728-8E2D020CC1F7}"/>
              </a:ext>
            </a:extLst>
          </p:cNvPr>
          <p:cNvCxnSpPr>
            <a:stCxn id="42" idx="5"/>
            <a:endCxn id="48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0" name="椭圆 59">
            <a:extLst>
              <a:ext uri="{FF2B5EF4-FFF2-40B4-BE49-F238E27FC236}">
                <a16:creationId xmlns:a16="http://schemas.microsoft.com/office/drawing/2014/main" id="{3E31C59B-EC41-3F0C-B3B0-8BCDDF429780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C666C697-D2E7-A382-0ECC-42D290D560AD}"/>
              </a:ext>
            </a:extLst>
          </p:cNvPr>
          <p:cNvSpPr/>
          <p:nvPr/>
        </p:nvSpPr>
        <p:spPr>
          <a:xfrm>
            <a:off x="5979261" y="180473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30A38E00-1C79-261B-B4FE-F19B23C807A2}"/>
              </a:ext>
            </a:extLst>
          </p:cNvPr>
          <p:cNvSpPr/>
          <p:nvPr/>
        </p:nvSpPr>
        <p:spPr>
          <a:xfrm>
            <a:off x="5666125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D867C987-E180-D520-1D1A-539DDA40736F}"/>
              </a:ext>
            </a:extLst>
          </p:cNvPr>
          <p:cNvSpPr/>
          <p:nvPr/>
        </p:nvSpPr>
        <p:spPr>
          <a:xfrm>
            <a:off x="2338601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C2D65A6A-A3D5-1856-3A89-A45CBBFF267D}"/>
              </a:ext>
            </a:extLst>
          </p:cNvPr>
          <p:cNvSpPr/>
          <p:nvPr/>
        </p:nvSpPr>
        <p:spPr>
          <a:xfrm>
            <a:off x="3062102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85" name="椭圆 84">
            <a:extLst>
              <a:ext uri="{FF2B5EF4-FFF2-40B4-BE49-F238E27FC236}">
                <a16:creationId xmlns:a16="http://schemas.microsoft.com/office/drawing/2014/main" id="{667AAA02-540E-FF47-B9F8-B3C0586141A5}"/>
              </a:ext>
            </a:extLst>
          </p:cNvPr>
          <p:cNvSpPr/>
          <p:nvPr/>
        </p:nvSpPr>
        <p:spPr>
          <a:xfrm>
            <a:off x="4933517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4319A7B2-ACAE-EEBD-D7ED-B0B8532B02AD}"/>
              </a:ext>
            </a:extLst>
          </p:cNvPr>
          <p:cNvSpPr/>
          <p:nvPr/>
        </p:nvSpPr>
        <p:spPr>
          <a:xfrm>
            <a:off x="6385078" y="2498457"/>
            <a:ext cx="333328" cy="333328"/>
          </a:xfrm>
          <a:prstGeom prst="ellipse">
            <a:avLst/>
          </a:prstGeom>
          <a:ln>
            <a:prstDash val="sysDot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4B287AD6-3320-B1BB-50BF-EA840773E605}"/>
              </a:ext>
            </a:extLst>
          </p:cNvPr>
          <p:cNvCxnSpPr>
            <a:stCxn id="33" idx="3"/>
            <a:endCxn id="60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B48A71A1-0C04-8657-55F3-0BCC95DD48F0}"/>
              </a:ext>
            </a:extLst>
          </p:cNvPr>
          <p:cNvCxnSpPr>
            <a:stCxn id="34" idx="3"/>
            <a:endCxn id="62" idx="7"/>
          </p:cNvCxnSpPr>
          <p:nvPr/>
        </p:nvCxnSpPr>
        <p:spPr>
          <a:xfrm flipH="1">
            <a:off x="6263774" y="1489447"/>
            <a:ext cx="680578" cy="36410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6FD3441B-252B-3C8E-F556-5F3709B482DA}"/>
              </a:ext>
            </a:extLst>
          </p:cNvPr>
          <p:cNvCxnSpPr>
            <a:endCxn id="81" idx="0"/>
          </p:cNvCxnSpPr>
          <p:nvPr/>
        </p:nvCxnSpPr>
        <p:spPr>
          <a:xfrm flipH="1">
            <a:off x="2505265" y="2135832"/>
            <a:ext cx="253326" cy="362625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8" name="直接连接符 97">
            <a:extLst>
              <a:ext uri="{FF2B5EF4-FFF2-40B4-BE49-F238E27FC236}">
                <a16:creationId xmlns:a16="http://schemas.microsoft.com/office/drawing/2014/main" id="{C9D6C8EB-9D8A-F8EF-169C-9E212C980A5E}"/>
              </a:ext>
            </a:extLst>
          </p:cNvPr>
          <p:cNvCxnSpPr>
            <a:stCxn id="60" idx="5"/>
            <a:endCxn id="83" idx="0"/>
          </p:cNvCxnSpPr>
          <p:nvPr/>
        </p:nvCxnSpPr>
        <p:spPr>
          <a:xfrm>
            <a:off x="3043104" y="2087017"/>
            <a:ext cx="18566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FCEEE18D-0605-7F85-FDA8-10E06559DFE7}"/>
              </a:ext>
            </a:extLst>
          </p:cNvPr>
          <p:cNvCxnSpPr>
            <a:stCxn id="40" idx="5"/>
            <a:endCxn id="85" idx="0"/>
          </p:cNvCxnSpPr>
          <p:nvPr/>
        </p:nvCxnSpPr>
        <p:spPr>
          <a:xfrm>
            <a:off x="4773389" y="2087017"/>
            <a:ext cx="326792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2" name="直接连接符 101">
            <a:extLst>
              <a:ext uri="{FF2B5EF4-FFF2-40B4-BE49-F238E27FC236}">
                <a16:creationId xmlns:a16="http://schemas.microsoft.com/office/drawing/2014/main" id="{59C1D8CA-6AEC-2381-0B96-568C0A37BEA7}"/>
              </a:ext>
            </a:extLst>
          </p:cNvPr>
          <p:cNvCxnSpPr>
            <a:stCxn id="62" idx="3"/>
            <a:endCxn id="64" idx="0"/>
          </p:cNvCxnSpPr>
          <p:nvPr/>
        </p:nvCxnSpPr>
        <p:spPr>
          <a:xfrm flipH="1">
            <a:off x="5832789" y="2089250"/>
            <a:ext cx="195287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4" name="直接连接符 103">
            <a:extLst>
              <a:ext uri="{FF2B5EF4-FFF2-40B4-BE49-F238E27FC236}">
                <a16:creationId xmlns:a16="http://schemas.microsoft.com/office/drawing/2014/main" id="{C076FDBF-6505-97F6-7BEB-CD3EBD158829}"/>
              </a:ext>
            </a:extLst>
          </p:cNvPr>
          <p:cNvCxnSpPr>
            <a:stCxn id="62" idx="5"/>
            <a:endCxn id="90" idx="0"/>
          </p:cNvCxnSpPr>
          <p:nvPr/>
        </p:nvCxnSpPr>
        <p:spPr>
          <a:xfrm>
            <a:off x="6263774" y="2089250"/>
            <a:ext cx="287968" cy="409207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5" name="文本框 104">
            <a:extLst>
              <a:ext uri="{FF2B5EF4-FFF2-40B4-BE49-F238E27FC236}">
                <a16:creationId xmlns:a16="http://schemas.microsoft.com/office/drawing/2014/main" id="{90AE19D3-7DC0-BEC9-074F-2F5ADDD1523C}"/>
              </a:ext>
            </a:extLst>
          </p:cNvPr>
          <p:cNvSpPr txBox="1"/>
          <p:nvPr/>
        </p:nvSpPr>
        <p:spPr>
          <a:xfrm>
            <a:off x="5165884" y="58104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</a:t>
            </a:r>
            <a:endParaRPr lang="zh-CN" altLang="en-US" sz="1400"/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8F6FDA2-E525-465E-A411-91680028A6FD}"/>
              </a:ext>
            </a:extLst>
          </p:cNvPr>
          <p:cNvSpPr txBox="1"/>
          <p:nvPr/>
        </p:nvSpPr>
        <p:spPr>
          <a:xfrm>
            <a:off x="3490908" y="105777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2</a:t>
            </a:r>
            <a:endParaRPr lang="zh-CN" altLang="en-US" sz="1400"/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522D7B32-40A1-F842-00A3-C20362C38509}"/>
              </a:ext>
            </a:extLst>
          </p:cNvPr>
          <p:cNvSpPr txBox="1"/>
          <p:nvPr/>
        </p:nvSpPr>
        <p:spPr>
          <a:xfrm>
            <a:off x="7874525" y="1661390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7</a:t>
            </a:r>
            <a:endParaRPr lang="zh-CN" altLang="en-US" sz="140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F55808E2-F74B-D975-89B5-0BDBA8AC583C}"/>
              </a:ext>
            </a:extLst>
          </p:cNvPr>
          <p:cNvSpPr txBox="1"/>
          <p:nvPr/>
        </p:nvSpPr>
        <p:spPr>
          <a:xfrm>
            <a:off x="5706704" y="1661391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6</a:t>
            </a:r>
            <a:endParaRPr lang="zh-CN" altLang="en-US" sz="1400"/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7F98B493-2DE5-10BE-AD9A-EC8135895847}"/>
              </a:ext>
            </a:extLst>
          </p:cNvPr>
          <p:cNvSpPr txBox="1"/>
          <p:nvPr/>
        </p:nvSpPr>
        <p:spPr>
          <a:xfrm>
            <a:off x="4254245" y="1685456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5</a:t>
            </a:r>
            <a:endParaRPr lang="zh-CN" altLang="en-US" sz="1400"/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2479C8E1-A573-B9B1-839B-AC16FABEBA46}"/>
              </a:ext>
            </a:extLst>
          </p:cNvPr>
          <p:cNvSpPr txBox="1"/>
          <p:nvPr/>
        </p:nvSpPr>
        <p:spPr>
          <a:xfrm>
            <a:off x="2430822" y="166550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4</a:t>
            </a:r>
            <a:endParaRPr lang="zh-CN" altLang="en-US" sz="1400"/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83FCD7F1-F948-7CF0-A9DE-4E9C62FF287F}"/>
              </a:ext>
            </a:extLst>
          </p:cNvPr>
          <p:cNvSpPr txBox="1"/>
          <p:nvPr/>
        </p:nvSpPr>
        <p:spPr>
          <a:xfrm>
            <a:off x="7216180" y="107053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3</a:t>
            </a:r>
            <a:endParaRPr lang="zh-CN" altLang="en-US" sz="1400"/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4094D95D-972D-5731-7795-C86E213D9336}"/>
              </a:ext>
            </a:extLst>
          </p:cNvPr>
          <p:cNvSpPr txBox="1"/>
          <p:nvPr/>
        </p:nvSpPr>
        <p:spPr>
          <a:xfrm>
            <a:off x="4771331" y="2824972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11</a:t>
            </a:r>
            <a:endParaRPr lang="zh-CN" altLang="en-US" sz="1400"/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AE455C30-A97E-5860-B4DD-16C94FDF3C48}"/>
              </a:ext>
            </a:extLst>
          </p:cNvPr>
          <p:cNvSpPr txBox="1"/>
          <p:nvPr/>
        </p:nvSpPr>
        <p:spPr>
          <a:xfrm>
            <a:off x="3777761" y="2837818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10</a:t>
            </a:r>
            <a:endParaRPr lang="zh-CN" altLang="en-US" sz="1400"/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527AF0F8-C013-9D03-4625-607D0A2EBBDB}"/>
              </a:ext>
            </a:extLst>
          </p:cNvPr>
          <p:cNvSpPr txBox="1"/>
          <p:nvPr/>
        </p:nvSpPr>
        <p:spPr>
          <a:xfrm>
            <a:off x="3028931" y="2837818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9</a:t>
            </a:r>
            <a:endParaRPr lang="zh-CN" altLang="en-US" sz="1400"/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CBF19327-ABA1-B61C-103F-0EDC76CEFEDE}"/>
              </a:ext>
            </a:extLst>
          </p:cNvPr>
          <p:cNvSpPr txBox="1"/>
          <p:nvPr/>
        </p:nvSpPr>
        <p:spPr>
          <a:xfrm>
            <a:off x="2020034" y="2829512"/>
            <a:ext cx="2792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8</a:t>
            </a:r>
            <a:endParaRPr lang="zh-CN" altLang="en-US" sz="1400"/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DE35FD23-9CFD-D30F-26A5-A2B3A16C3D25}"/>
              </a:ext>
            </a:extLst>
          </p:cNvPr>
          <p:cNvSpPr txBox="1"/>
          <p:nvPr/>
        </p:nvSpPr>
        <p:spPr>
          <a:xfrm>
            <a:off x="7060951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14</a:t>
            </a:r>
            <a:endParaRPr lang="zh-CN" altLang="en-US" sz="1400"/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DA63B433-0AA8-ECEB-FFA3-B80134055ECF}"/>
              </a:ext>
            </a:extLst>
          </p:cNvPr>
          <p:cNvSpPr txBox="1"/>
          <p:nvPr/>
        </p:nvSpPr>
        <p:spPr>
          <a:xfrm>
            <a:off x="6326761" y="2824970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13</a:t>
            </a:r>
            <a:endParaRPr lang="zh-CN" altLang="en-US" sz="1400"/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E3A8D3DC-E427-90F2-215A-C76BC4D9F3D1}"/>
              </a:ext>
            </a:extLst>
          </p:cNvPr>
          <p:cNvSpPr txBox="1"/>
          <p:nvPr/>
        </p:nvSpPr>
        <p:spPr>
          <a:xfrm>
            <a:off x="5592571" y="2824971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12</a:t>
            </a:r>
            <a:endParaRPr lang="zh-CN" altLang="en-US" sz="1400"/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DA32FC20-B3F1-ED22-BFEC-3D4BD24DE18F}"/>
              </a:ext>
            </a:extLst>
          </p:cNvPr>
          <p:cNvSpPr txBox="1"/>
          <p:nvPr/>
        </p:nvSpPr>
        <p:spPr>
          <a:xfrm>
            <a:off x="7995375" y="2837817"/>
            <a:ext cx="3738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400"/>
              <a:t>15</a:t>
            </a:r>
            <a:endParaRPr lang="zh-CN" altLang="en-US" sz="1400"/>
          </a:p>
        </p:txBody>
      </p:sp>
      <p:sp>
        <p:nvSpPr>
          <p:cNvPr id="134" name="文本框 133">
            <a:extLst>
              <a:ext uri="{FF2B5EF4-FFF2-40B4-BE49-F238E27FC236}">
                <a16:creationId xmlns:a16="http://schemas.microsoft.com/office/drawing/2014/main" id="{4F4156E8-C013-B9FD-642C-03D88A8E9462}"/>
              </a:ext>
            </a:extLst>
          </p:cNvPr>
          <p:cNvSpPr txBox="1"/>
          <p:nvPr/>
        </p:nvSpPr>
        <p:spPr>
          <a:xfrm>
            <a:off x="831076" y="3508221"/>
            <a:ext cx="8402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nodes[]</a:t>
            </a:r>
            <a:endParaRPr lang="zh-CN" altLang="en-US" sz="1600"/>
          </a:p>
        </p:txBody>
      </p:sp>
      <p:grpSp>
        <p:nvGrpSpPr>
          <p:cNvPr id="142" name="组合 141">
            <a:extLst>
              <a:ext uri="{FF2B5EF4-FFF2-40B4-BE49-F238E27FC236}">
                <a16:creationId xmlns:a16="http://schemas.microsoft.com/office/drawing/2014/main" id="{2C78CEB1-BD8E-71A6-A961-151B80A5A36B}"/>
              </a:ext>
            </a:extLst>
          </p:cNvPr>
          <p:cNvGrpSpPr/>
          <p:nvPr/>
        </p:nvGrpSpPr>
        <p:grpSpPr>
          <a:xfrm>
            <a:off x="1772018" y="3539804"/>
            <a:ext cx="1973146" cy="307777"/>
            <a:chOff x="1875722" y="3531498"/>
            <a:chExt cx="1973146" cy="307777"/>
          </a:xfrm>
        </p:grpSpPr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96AFBE68-4148-B4E5-5983-77CBB02A5CF9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0A0D33D4-C378-E8CF-C22D-F65B55C23205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A</a:t>
              </a:r>
              <a:endParaRPr lang="zh-CN" altLang="en-US"/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3DEEB16A-A16D-8099-A686-78945E90F331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B</a:t>
              </a:r>
              <a:endParaRPr lang="zh-CN" altLang="en-US"/>
            </a:p>
          </p:txBody>
        </p: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2CBF1727-234A-2756-9C8B-031B4F6FB32F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C</a:t>
              </a:r>
              <a:endParaRPr lang="zh-CN" altLang="en-US"/>
            </a:p>
          </p:txBody>
        </p:sp>
      </p:grpSp>
      <p:grpSp>
        <p:nvGrpSpPr>
          <p:cNvPr id="143" name="组合 142">
            <a:extLst>
              <a:ext uri="{FF2B5EF4-FFF2-40B4-BE49-F238E27FC236}">
                <a16:creationId xmlns:a16="http://schemas.microsoft.com/office/drawing/2014/main" id="{401A9813-3407-063D-40FA-F538F02588CA}"/>
              </a:ext>
            </a:extLst>
          </p:cNvPr>
          <p:cNvGrpSpPr/>
          <p:nvPr/>
        </p:nvGrpSpPr>
        <p:grpSpPr>
          <a:xfrm>
            <a:off x="3745164" y="3539803"/>
            <a:ext cx="1973146" cy="307777"/>
            <a:chOff x="1875722" y="3531498"/>
            <a:chExt cx="1973146" cy="307777"/>
          </a:xfrm>
        </p:grpSpPr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4B8B0CD7-3D2B-0480-1E50-8877FF92F30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92B2A43B-03AE-6AC1-07CC-97A8D6E7F36E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D</a:t>
              </a:r>
              <a:endParaRPr lang="zh-CN" altLang="en-US"/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76B58572-F44D-4955-29AF-F8053A2BC8ED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99E9C33E-1E7E-149E-315B-005B37C2EF25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E</a:t>
              </a:r>
              <a:endParaRPr lang="zh-CN" altLang="en-US"/>
            </a:p>
          </p:txBody>
        </p:sp>
      </p:grpSp>
      <p:grpSp>
        <p:nvGrpSpPr>
          <p:cNvPr id="148" name="组合 147">
            <a:extLst>
              <a:ext uri="{FF2B5EF4-FFF2-40B4-BE49-F238E27FC236}">
                <a16:creationId xmlns:a16="http://schemas.microsoft.com/office/drawing/2014/main" id="{DF858896-2DC1-49FF-85FF-9F8502D15106}"/>
              </a:ext>
            </a:extLst>
          </p:cNvPr>
          <p:cNvGrpSpPr/>
          <p:nvPr/>
        </p:nvGrpSpPr>
        <p:grpSpPr>
          <a:xfrm>
            <a:off x="5718310" y="3539803"/>
            <a:ext cx="1973146" cy="307777"/>
            <a:chOff x="1875722" y="3531498"/>
            <a:chExt cx="1973146" cy="307777"/>
          </a:xfrm>
        </p:grpSpPr>
        <p:sp>
          <p:nvSpPr>
            <p:cNvPr id="149" name="矩形 148">
              <a:extLst>
                <a:ext uri="{FF2B5EF4-FFF2-40B4-BE49-F238E27FC236}">
                  <a16:creationId xmlns:a16="http://schemas.microsoft.com/office/drawing/2014/main" id="{0B93DF9C-E80F-A2D2-88C8-0512467ABCEA}"/>
                </a:ext>
              </a:extLst>
            </p:cNvPr>
            <p:cNvSpPr/>
            <p:nvPr/>
          </p:nvSpPr>
          <p:spPr>
            <a:xfrm>
              <a:off x="1875722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542D1DBB-1D02-D280-BE30-AD1C22C69960}"/>
                </a:ext>
              </a:extLst>
            </p:cNvPr>
            <p:cNvSpPr/>
            <p:nvPr/>
          </p:nvSpPr>
          <p:spPr>
            <a:xfrm>
              <a:off x="2368419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F682076-059E-E4ED-9087-501DA5B83740}"/>
                </a:ext>
              </a:extLst>
            </p:cNvPr>
            <p:cNvSpPr/>
            <p:nvPr/>
          </p:nvSpPr>
          <p:spPr>
            <a:xfrm>
              <a:off x="2862561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F</a:t>
              </a:r>
              <a:endParaRPr lang="zh-CN" altLang="en-US"/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97BC92FB-DD2A-AC51-1887-30968CD55D76}"/>
                </a:ext>
              </a:extLst>
            </p:cNvPr>
            <p:cNvSpPr/>
            <p:nvPr/>
          </p:nvSpPr>
          <p:spPr>
            <a:xfrm>
              <a:off x="3355258" y="3531498"/>
              <a:ext cx="493610" cy="307777"/>
            </a:xfrm>
            <a:prstGeom prst="rect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CN"/>
                <a:t>- -</a:t>
              </a:r>
              <a:endParaRPr lang="zh-CN" altLang="en-US"/>
            </a:p>
          </p:txBody>
        </p:sp>
      </p:grpSp>
      <p:sp>
        <p:nvSpPr>
          <p:cNvPr id="153" name="矩形 152">
            <a:extLst>
              <a:ext uri="{FF2B5EF4-FFF2-40B4-BE49-F238E27FC236}">
                <a16:creationId xmlns:a16="http://schemas.microsoft.com/office/drawing/2014/main" id="{2507EB55-463B-F124-5F2B-2F1F3646D443}"/>
              </a:ext>
            </a:extLst>
          </p:cNvPr>
          <p:cNvSpPr/>
          <p:nvPr/>
        </p:nvSpPr>
        <p:spPr>
          <a:xfrm>
            <a:off x="7689587" y="3539803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0" name="矩形 159">
            <a:extLst>
              <a:ext uri="{FF2B5EF4-FFF2-40B4-BE49-F238E27FC236}">
                <a16:creationId xmlns:a16="http://schemas.microsoft.com/office/drawing/2014/main" id="{286C94EA-480C-CB04-C7F6-457384E092F1}"/>
              </a:ext>
            </a:extLst>
          </p:cNvPr>
          <p:cNvSpPr/>
          <p:nvPr/>
        </p:nvSpPr>
        <p:spPr>
          <a:xfrm>
            <a:off x="8180415" y="3539802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- -</a:t>
            </a:r>
            <a:endParaRPr lang="zh-CN" altLang="en-US"/>
          </a:p>
        </p:txBody>
      </p:sp>
      <p:sp>
        <p:nvSpPr>
          <p:cNvPr id="161" name="文本框 160">
            <a:extLst>
              <a:ext uri="{FF2B5EF4-FFF2-40B4-BE49-F238E27FC236}">
                <a16:creationId xmlns:a16="http://schemas.microsoft.com/office/drawing/2014/main" id="{7461082D-B854-B345-8089-2E332167DC28}"/>
              </a:ext>
            </a:extLst>
          </p:cNvPr>
          <p:cNvSpPr txBox="1"/>
          <p:nvPr/>
        </p:nvSpPr>
        <p:spPr>
          <a:xfrm>
            <a:off x="1772018" y="3840727"/>
            <a:ext cx="84994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600"/>
              <a:t>0        1	   2       3	    4        5       6       7       8      9      10     11     12     13     14     15     16</a:t>
            </a:r>
            <a:endParaRPr lang="zh-CN" altLang="en-US" sz="1600"/>
          </a:p>
        </p:txBody>
      </p:sp>
      <p:sp>
        <p:nvSpPr>
          <p:cNvPr id="163" name="矩形 162">
            <a:extLst>
              <a:ext uri="{FF2B5EF4-FFF2-40B4-BE49-F238E27FC236}">
                <a16:creationId xmlns:a16="http://schemas.microsoft.com/office/drawing/2014/main" id="{BA93C04D-E8E2-3573-B61E-0D5E57AC7AA3}"/>
              </a:ext>
            </a:extLst>
          </p:cNvPr>
          <p:cNvSpPr/>
          <p:nvPr/>
        </p:nvSpPr>
        <p:spPr>
          <a:xfrm>
            <a:off x="8671244" y="3539801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G</a:t>
            </a:r>
            <a:endParaRPr lang="zh-CN" altLang="en-US"/>
          </a:p>
        </p:txBody>
      </p:sp>
      <p:sp>
        <p:nvSpPr>
          <p:cNvPr id="165" name="矩形 164">
            <a:extLst>
              <a:ext uri="{FF2B5EF4-FFF2-40B4-BE49-F238E27FC236}">
                <a16:creationId xmlns:a16="http://schemas.microsoft.com/office/drawing/2014/main" id="{9F711252-2CD4-28ED-04F9-2398186A37D7}"/>
              </a:ext>
            </a:extLst>
          </p:cNvPr>
          <p:cNvSpPr/>
          <p:nvPr/>
        </p:nvSpPr>
        <p:spPr>
          <a:xfrm>
            <a:off x="9166721" y="3539800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/>
              <a:t>H</a:t>
            </a:r>
            <a:endParaRPr lang="zh-CN" altLang="en-US"/>
          </a:p>
        </p:txBody>
      </p:sp>
      <p:sp>
        <p:nvSpPr>
          <p:cNvPr id="167" name="矩形 166">
            <a:extLst>
              <a:ext uri="{FF2B5EF4-FFF2-40B4-BE49-F238E27FC236}">
                <a16:creationId xmlns:a16="http://schemas.microsoft.com/office/drawing/2014/main" id="{61482164-D2B3-8E73-356E-C771011D554C}"/>
              </a:ext>
            </a:extLst>
          </p:cNvPr>
          <p:cNvSpPr/>
          <p:nvPr/>
        </p:nvSpPr>
        <p:spPr>
          <a:xfrm>
            <a:off x="9659418" y="3539799"/>
            <a:ext cx="492698" cy="30092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60783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5F659-150F-DCB3-14C3-1E61CF0E7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椭圆 1">
            <a:extLst>
              <a:ext uri="{FF2B5EF4-FFF2-40B4-BE49-F238E27FC236}">
                <a16:creationId xmlns:a16="http://schemas.microsoft.com/office/drawing/2014/main" id="{D0F20A58-5BF6-CE71-6796-5BFCA6544334}"/>
              </a:ext>
            </a:extLst>
          </p:cNvPr>
          <p:cNvSpPr/>
          <p:nvPr/>
        </p:nvSpPr>
        <p:spPr>
          <a:xfrm>
            <a:off x="5396313" y="773258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A</a:t>
            </a:r>
            <a:endParaRPr lang="zh-CN" altLang="en-US" sz="1600"/>
          </a:p>
        </p:txBody>
      </p:sp>
      <p:sp>
        <p:nvSpPr>
          <p:cNvPr id="3" name="椭圆 2">
            <a:extLst>
              <a:ext uri="{FF2B5EF4-FFF2-40B4-BE49-F238E27FC236}">
                <a16:creationId xmlns:a16="http://schemas.microsoft.com/office/drawing/2014/main" id="{8593E2DB-3EC0-8F0F-67BE-B68A1D541404}"/>
              </a:ext>
            </a:extLst>
          </p:cNvPr>
          <p:cNvSpPr/>
          <p:nvPr/>
        </p:nvSpPr>
        <p:spPr>
          <a:xfrm>
            <a:off x="3713927" y="1195173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B</a:t>
            </a:r>
            <a:endParaRPr lang="zh-CN" altLang="en-US" sz="160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57FA067B-86C7-1F9F-BF96-BF151F1F21B5}"/>
              </a:ext>
            </a:extLst>
          </p:cNvPr>
          <p:cNvSpPr/>
          <p:nvPr/>
        </p:nvSpPr>
        <p:spPr>
          <a:xfrm>
            <a:off x="6895537" y="120493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C</a:t>
            </a:r>
            <a:endParaRPr lang="zh-CN" altLang="en-US" sz="160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C868E1A-68B9-8051-000F-5784317AF838}"/>
              </a:ext>
            </a:extLst>
          </p:cNvPr>
          <p:cNvCxnSpPr>
            <a:cxnSpLocks/>
            <a:stCxn id="2" idx="3"/>
            <a:endCxn id="3" idx="7"/>
          </p:cNvCxnSpPr>
          <p:nvPr/>
        </p:nvCxnSpPr>
        <p:spPr>
          <a:xfrm flipH="1">
            <a:off x="3998440" y="1057771"/>
            <a:ext cx="1446688" cy="186217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BCECEF07-2E37-04B0-F179-8D40E550C8B4}"/>
              </a:ext>
            </a:extLst>
          </p:cNvPr>
          <p:cNvCxnSpPr>
            <a:stCxn id="2" idx="5"/>
            <a:endCxn id="4" idx="1"/>
          </p:cNvCxnSpPr>
          <p:nvPr/>
        </p:nvCxnSpPr>
        <p:spPr>
          <a:xfrm>
            <a:off x="5680826" y="1057771"/>
            <a:ext cx="1263526" cy="19597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椭圆 6">
            <a:extLst>
              <a:ext uri="{FF2B5EF4-FFF2-40B4-BE49-F238E27FC236}">
                <a16:creationId xmlns:a16="http://schemas.microsoft.com/office/drawing/2014/main" id="{5B21A3AC-928C-3F75-5F7D-96B4D59CBA2B}"/>
              </a:ext>
            </a:extLst>
          </p:cNvPr>
          <p:cNvSpPr/>
          <p:nvPr/>
        </p:nvSpPr>
        <p:spPr>
          <a:xfrm>
            <a:off x="4488876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E</a:t>
            </a:r>
            <a:endParaRPr lang="zh-CN" altLang="en-US" sz="1600"/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D5E16377-CD4F-6D61-0FAB-9A593A877D30}"/>
              </a:ext>
            </a:extLst>
          </p:cNvPr>
          <p:cNvSpPr/>
          <p:nvPr/>
        </p:nvSpPr>
        <p:spPr>
          <a:xfrm>
            <a:off x="7547960" y="1802504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F</a:t>
            </a:r>
            <a:endParaRPr lang="zh-CN" altLang="en-US" sz="1600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BD11D6D1-7A5A-22EF-986D-BBD06FBAEA37}"/>
              </a:ext>
            </a:extLst>
          </p:cNvPr>
          <p:cNvSpPr/>
          <p:nvPr/>
        </p:nvSpPr>
        <p:spPr>
          <a:xfrm>
            <a:off x="3993662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H</a:t>
            </a:r>
            <a:endParaRPr lang="zh-CN" altLang="en-US" sz="1600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6E3CA8A-30C0-C866-89AA-FBB0BF6B1475}"/>
              </a:ext>
            </a:extLst>
          </p:cNvPr>
          <p:cNvSpPr/>
          <p:nvPr/>
        </p:nvSpPr>
        <p:spPr>
          <a:xfrm>
            <a:off x="7101261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I</a:t>
            </a:r>
            <a:endParaRPr lang="zh-CN" altLang="en-US" sz="1600"/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6C1D231A-1734-1AA5-80FC-8BA4F151B904}"/>
              </a:ext>
            </a:extLst>
          </p:cNvPr>
          <p:cNvSpPr/>
          <p:nvPr/>
        </p:nvSpPr>
        <p:spPr>
          <a:xfrm>
            <a:off x="8029157" y="2498457"/>
            <a:ext cx="333328" cy="333328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J</a:t>
            </a:r>
            <a:endParaRPr lang="zh-CN" altLang="en-US" sz="1600"/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D8F5A898-89A6-D466-3587-CB1AC186FE03}"/>
              </a:ext>
            </a:extLst>
          </p:cNvPr>
          <p:cNvCxnSpPr>
            <a:stCxn id="3" idx="5"/>
            <a:endCxn id="7" idx="0"/>
          </p:cNvCxnSpPr>
          <p:nvPr/>
        </p:nvCxnSpPr>
        <p:spPr>
          <a:xfrm>
            <a:off x="3998440" y="1479686"/>
            <a:ext cx="657100" cy="322818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直接连接符 12">
            <a:extLst>
              <a:ext uri="{FF2B5EF4-FFF2-40B4-BE49-F238E27FC236}">
                <a16:creationId xmlns:a16="http://schemas.microsoft.com/office/drawing/2014/main" id="{5966CE95-D656-0ADC-9865-B221C943EC2E}"/>
              </a:ext>
            </a:extLst>
          </p:cNvPr>
          <p:cNvCxnSpPr>
            <a:stCxn id="4" idx="5"/>
            <a:endCxn id="8" idx="1"/>
          </p:cNvCxnSpPr>
          <p:nvPr/>
        </p:nvCxnSpPr>
        <p:spPr>
          <a:xfrm>
            <a:off x="7180050" y="1489447"/>
            <a:ext cx="416725" cy="36187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直接连接符 13">
            <a:extLst>
              <a:ext uri="{FF2B5EF4-FFF2-40B4-BE49-F238E27FC236}">
                <a16:creationId xmlns:a16="http://schemas.microsoft.com/office/drawing/2014/main" id="{4FA0F278-2612-C6A3-D023-8053168C632E}"/>
              </a:ext>
            </a:extLst>
          </p:cNvPr>
          <p:cNvCxnSpPr>
            <a:stCxn id="7" idx="3"/>
            <a:endCxn id="9" idx="0"/>
          </p:cNvCxnSpPr>
          <p:nvPr/>
        </p:nvCxnSpPr>
        <p:spPr>
          <a:xfrm flipH="1">
            <a:off x="4160326" y="2087017"/>
            <a:ext cx="377365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接连接符 14">
            <a:extLst>
              <a:ext uri="{FF2B5EF4-FFF2-40B4-BE49-F238E27FC236}">
                <a16:creationId xmlns:a16="http://schemas.microsoft.com/office/drawing/2014/main" id="{754F2207-6E58-6683-F1EF-E3670E390FFE}"/>
              </a:ext>
            </a:extLst>
          </p:cNvPr>
          <p:cNvCxnSpPr>
            <a:stCxn id="8" idx="3"/>
            <a:endCxn id="10" idx="0"/>
          </p:cNvCxnSpPr>
          <p:nvPr/>
        </p:nvCxnSpPr>
        <p:spPr>
          <a:xfrm flipH="1">
            <a:off x="7267925" y="2087017"/>
            <a:ext cx="328850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4097CDAA-998A-5DF4-EDF2-FC514E996CA6}"/>
              </a:ext>
            </a:extLst>
          </p:cNvPr>
          <p:cNvCxnSpPr>
            <a:stCxn id="8" idx="5"/>
            <a:endCxn id="11" idx="0"/>
          </p:cNvCxnSpPr>
          <p:nvPr/>
        </p:nvCxnSpPr>
        <p:spPr>
          <a:xfrm>
            <a:off x="7832473" y="2087017"/>
            <a:ext cx="363348" cy="41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椭圆 16">
            <a:extLst>
              <a:ext uri="{FF2B5EF4-FFF2-40B4-BE49-F238E27FC236}">
                <a16:creationId xmlns:a16="http://schemas.microsoft.com/office/drawing/2014/main" id="{7F958365-5739-9D50-F8D6-4844FED35E59}"/>
              </a:ext>
            </a:extLst>
          </p:cNvPr>
          <p:cNvSpPr/>
          <p:nvPr/>
        </p:nvSpPr>
        <p:spPr>
          <a:xfrm>
            <a:off x="2758591" y="1802504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D</a:t>
            </a:r>
            <a:endParaRPr lang="zh-CN" altLang="en-US" sz="1600"/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0F831AC9-CDB5-7D49-5ADC-443AA595EFC5}"/>
              </a:ext>
            </a:extLst>
          </p:cNvPr>
          <p:cNvSpPr/>
          <p:nvPr/>
        </p:nvSpPr>
        <p:spPr>
          <a:xfrm>
            <a:off x="3090670" y="2498457"/>
            <a:ext cx="333328" cy="333328"/>
          </a:xfrm>
          <a:prstGeom prst="ellipse">
            <a:avLst/>
          </a:prstGeom>
          <a:ln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1600"/>
              <a:t>G</a:t>
            </a:r>
            <a:endParaRPr lang="zh-CN" altLang="en-US" sz="1600"/>
          </a:p>
        </p:txBody>
      </p:sp>
      <p:cxnSp>
        <p:nvCxnSpPr>
          <p:cNvPr id="24" name="直接连接符 23">
            <a:extLst>
              <a:ext uri="{FF2B5EF4-FFF2-40B4-BE49-F238E27FC236}">
                <a16:creationId xmlns:a16="http://schemas.microsoft.com/office/drawing/2014/main" id="{A66D8DB3-1F1C-68B0-657E-30B19693CBA2}"/>
              </a:ext>
            </a:extLst>
          </p:cNvPr>
          <p:cNvCxnSpPr>
            <a:stCxn id="3" idx="3"/>
            <a:endCxn id="17" idx="7"/>
          </p:cNvCxnSpPr>
          <p:nvPr/>
        </p:nvCxnSpPr>
        <p:spPr>
          <a:xfrm flipH="1">
            <a:off x="3043104" y="1479686"/>
            <a:ext cx="719638" cy="371633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id="{FDF9098D-3373-EEED-0119-45606001A078}"/>
              </a:ext>
            </a:extLst>
          </p:cNvPr>
          <p:cNvCxnSpPr>
            <a:stCxn id="17" idx="5"/>
            <a:endCxn id="21" idx="0"/>
          </p:cNvCxnSpPr>
          <p:nvPr/>
        </p:nvCxnSpPr>
        <p:spPr>
          <a:xfrm>
            <a:off x="3043104" y="2087017"/>
            <a:ext cx="214230" cy="411440"/>
          </a:xfrm>
          <a:prstGeom prst="line">
            <a:avLst/>
          </a:prstGeom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15903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8C3BD-771D-1E2C-81BD-20F18EF9C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0044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AFA4E-6239-7201-E3CD-4A6B0AE8C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4874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2D287-8FF2-0FB1-D664-2B289F1A2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59692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CFC7F-D68B-4AEA-C7D3-97E9F5576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8385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477B0-1860-3D35-219C-863D2395D0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99055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063E5-6C40-72E9-B3BC-5EA225BF0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48370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47280-2964-46E3-A746-3A9C0288F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31584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E90DD-26AA-F232-A92A-35696F78B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72851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1051</TotalTime>
  <Words>365</Words>
  <Application>Microsoft Office PowerPoint</Application>
  <PresentationFormat>宽屏</PresentationFormat>
  <Paragraphs>158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9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齐齐晨羽</dc:creator>
  <cp:lastModifiedBy>齐齐晨羽</cp:lastModifiedBy>
  <cp:revision>22</cp:revision>
  <dcterms:created xsi:type="dcterms:W3CDTF">2026-10-08T09:44:33Z</dcterms:created>
  <dcterms:modified xsi:type="dcterms:W3CDTF">2026-10-09T16:32:34Z</dcterms:modified>
</cp:coreProperties>
</file>