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4" r:id="rId9"/>
    <p:sldId id="265" r:id="rId10"/>
    <p:sldId id="261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9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DD04F-BC9C-162E-8CCB-EE3DF90EF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1925D0-CA0B-08DA-E991-15550D48A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2849C1-B35F-A424-70A4-637ADDDE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8ABE7-CC43-7B8A-71F5-1684609B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E7CB8-1AD9-5C59-C24C-D18FFF1C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3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00DF8-F6BA-9ABB-C507-93482881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FA4623-1B3A-C3B7-9F94-66522367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9A1FE-7D8F-5531-EE61-B88EB52E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9E17A-D9DF-B79C-822A-818FF7EA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DE15A-FB17-5BDF-56A7-A0628F26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21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4878E-F81C-28C4-48BE-72CA16F1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8AE9EE-D176-3736-813A-BA1CBF1F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57050-281A-03EA-24AD-529FF4B2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0CC9A-1C34-C46C-E0F4-BC0C4BAB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82F02-6A53-CDD9-994D-5B8969D6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2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C1D00-B096-EE34-08D9-BC3270D0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420904-5B44-7C37-BE68-C6BEAEA2F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96600A-EF45-C4C0-222E-BDB36A5A3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D6A9B9-E606-265A-DDFC-444747B6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C5644-A614-4D00-5EBA-0E9A27B4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A09787-6773-C328-C46D-DBB1DD68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18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4D15C-9AEC-154D-44A3-2BE4ADC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3C876-B194-5C10-EDC7-C38B210C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D269B1-036E-67F9-275D-38B9781C1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06B567-C982-25A6-F1EA-658A2AE16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126121-AE85-E212-730E-ECE4EB69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08C7EE-4664-E878-DADF-E5ACA589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19E0B9-5879-5297-1758-88D08A87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CFA362-4A33-B7EB-79F9-C427A83D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3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8AE00-0F6D-9D0D-3DC8-4D1CF26F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5C638E-656F-B892-7E87-BEBE8FB3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AAFE94-7EA2-575E-B2D6-6F3D0249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8B4D32-06B1-EF52-BFA4-94378C86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5C5642-F87A-C872-10B2-BFAC6DD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65CCDC-19E9-EB6B-4CCF-F9518A05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B2849-E41F-B5D9-93CD-1EDF7DB5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06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61E2A-2561-FFFF-1F93-77208D8E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50080-7CA0-CEF6-10A5-0489713C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B23706-621C-13DB-0951-F091622A5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9EDD2-53CE-AA7C-344C-8B19B2C8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40C2FC-FAFB-F3D6-A99C-BFD25087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A3DF9E-51C6-FEDF-C8DB-2F5D42F1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3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0EB40-D1B9-57F9-DB47-1AC11197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A685C1-A8AE-CCE1-B6CE-1F01B7149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9FD84F-C9DE-7775-40BD-2FFF929B3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5242D8-E075-58EE-E7AE-8A60015F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36B1B9-8B27-BE78-6901-351C5C47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01715D-1BEE-09B0-E7BA-A6692F2D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02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6DE17-5E11-42BE-09F3-EAE78E24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3106AB-8846-F9D4-A16B-2F90E816A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2117E-C329-E68E-CB8C-9F5EF4A1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A4D58-F237-C03C-F765-BD2425C2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69F5F-DA63-F2DC-D8A5-18B779C0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57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EA2A96-1C78-D251-479D-23F6A36F5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93E31E-878C-E3DC-37CE-86DB15DD7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541BC-55E2-8818-72FA-18793295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962AB-45DB-7EC1-583F-EA408B6C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7042FE-5BA6-1553-E57B-90F4F350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83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E82CE72-315D-7836-5C00-AED33A1E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316DE-AB06-FE5B-AC37-76CA22256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66530D-40B9-C922-82B2-51BE1E96D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1862F-9637-4C18-92E6-D94FE035F95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AC280C-8F31-E08E-8EF0-37DBD14AC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48063-8813-D862-6E84-24F8E433B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A645B-9E07-4BC7-B45B-D9E4FF436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05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07C86131-DA18-3AE5-73D6-353826A56A39}"/>
              </a:ext>
            </a:extLst>
          </p:cNvPr>
          <p:cNvSpPr/>
          <p:nvPr/>
        </p:nvSpPr>
        <p:spPr>
          <a:xfrm>
            <a:off x="2225190" y="441435"/>
            <a:ext cx="5941348" cy="294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02109-0FED-A469-10BD-8984AA09ABBD}"/>
              </a:ext>
            </a:extLst>
          </p:cNvPr>
          <p:cNvSpPr/>
          <p:nvPr/>
        </p:nvSpPr>
        <p:spPr>
          <a:xfrm>
            <a:off x="3378325" y="1162144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1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7547CF-8828-CDE6-F3EA-A7FE8DBF3B2B}"/>
              </a:ext>
            </a:extLst>
          </p:cNvPr>
          <p:cNvSpPr/>
          <p:nvPr/>
        </p:nvSpPr>
        <p:spPr>
          <a:xfrm>
            <a:off x="4409840" y="1162143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2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D4B53A-A4F2-A9F4-A1FC-1452FE82CD55}"/>
              </a:ext>
            </a:extLst>
          </p:cNvPr>
          <p:cNvSpPr/>
          <p:nvPr/>
        </p:nvSpPr>
        <p:spPr>
          <a:xfrm>
            <a:off x="5441355" y="1162144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3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9539DD-CCD9-D7C9-016A-7A9307483238}"/>
              </a:ext>
            </a:extLst>
          </p:cNvPr>
          <p:cNvSpPr/>
          <p:nvPr/>
        </p:nvSpPr>
        <p:spPr>
          <a:xfrm>
            <a:off x="6472870" y="1162143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4</a:t>
            </a:r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85074D9-598E-E771-AC66-950E042C37E7}"/>
              </a:ext>
            </a:extLst>
          </p:cNvPr>
          <p:cNvSpPr/>
          <p:nvPr/>
        </p:nvSpPr>
        <p:spPr>
          <a:xfrm>
            <a:off x="3378325" y="1432410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5</a:t>
            </a:r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B4D3572-73F6-71D9-04A0-E8F4B2ACDF8F}"/>
              </a:ext>
            </a:extLst>
          </p:cNvPr>
          <p:cNvSpPr/>
          <p:nvPr/>
        </p:nvSpPr>
        <p:spPr>
          <a:xfrm>
            <a:off x="4409840" y="1432409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400" baseline="-25000"/>
              <a:t>6</a:t>
            </a:r>
            <a:endParaRPr lang="zh-CN" altLang="en-US" baseline="-2500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31C67E8-267C-5D4C-51D4-56918C43E5B9}"/>
              </a:ext>
            </a:extLst>
          </p:cNvPr>
          <p:cNvSpPr/>
          <p:nvPr/>
        </p:nvSpPr>
        <p:spPr>
          <a:xfrm>
            <a:off x="5441355" y="1432410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5B90B28-B88B-459E-C23A-D026852A6883}"/>
              </a:ext>
            </a:extLst>
          </p:cNvPr>
          <p:cNvSpPr/>
          <p:nvPr/>
        </p:nvSpPr>
        <p:spPr>
          <a:xfrm>
            <a:off x="6472870" y="1432409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0573DDE-6989-EFAA-C1F5-28EFFBCF444A}"/>
              </a:ext>
            </a:extLst>
          </p:cNvPr>
          <p:cNvSpPr/>
          <p:nvPr/>
        </p:nvSpPr>
        <p:spPr>
          <a:xfrm>
            <a:off x="3378325" y="1702674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9</a:t>
            </a:r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4A31272-8DD9-5623-7901-6065A40D4DB1}"/>
              </a:ext>
            </a:extLst>
          </p:cNvPr>
          <p:cNvSpPr/>
          <p:nvPr/>
        </p:nvSpPr>
        <p:spPr>
          <a:xfrm>
            <a:off x="4409840" y="1702673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5BF5817-6BC5-FEB8-CB38-0BEF20D9C03A}"/>
              </a:ext>
            </a:extLst>
          </p:cNvPr>
          <p:cNvSpPr/>
          <p:nvPr/>
        </p:nvSpPr>
        <p:spPr>
          <a:xfrm>
            <a:off x="5441355" y="1702674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B15F8A8-BE86-B43E-62B2-EEAD84770861}"/>
              </a:ext>
            </a:extLst>
          </p:cNvPr>
          <p:cNvSpPr/>
          <p:nvPr/>
        </p:nvSpPr>
        <p:spPr>
          <a:xfrm>
            <a:off x="6472870" y="1702673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1E90AE3-FE1B-011C-E72D-8109D9FDBE93}"/>
              </a:ext>
            </a:extLst>
          </p:cNvPr>
          <p:cNvSpPr/>
          <p:nvPr/>
        </p:nvSpPr>
        <p:spPr>
          <a:xfrm>
            <a:off x="3378325" y="1972937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9EB5956-7D4F-7DD1-2C24-B14BB0FA4911}"/>
              </a:ext>
            </a:extLst>
          </p:cNvPr>
          <p:cNvSpPr/>
          <p:nvPr/>
        </p:nvSpPr>
        <p:spPr>
          <a:xfrm>
            <a:off x="4409840" y="1972936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B173EC4-E692-D7F6-F0B7-BDCD5CD8A672}"/>
              </a:ext>
            </a:extLst>
          </p:cNvPr>
          <p:cNvSpPr/>
          <p:nvPr/>
        </p:nvSpPr>
        <p:spPr>
          <a:xfrm>
            <a:off x="5441355" y="1972937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73F8D92-596E-8DCA-3A5F-FBA123B8BB52}"/>
              </a:ext>
            </a:extLst>
          </p:cNvPr>
          <p:cNvSpPr/>
          <p:nvPr/>
        </p:nvSpPr>
        <p:spPr>
          <a:xfrm>
            <a:off x="6472870" y="1972936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ED7801D-4802-A09A-3C1A-85AD7A303449}"/>
              </a:ext>
            </a:extLst>
          </p:cNvPr>
          <p:cNvSpPr/>
          <p:nvPr/>
        </p:nvSpPr>
        <p:spPr>
          <a:xfrm>
            <a:off x="3378325" y="2243199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5F52D52-7E8F-0C2C-E7C8-C995328AAF60}"/>
              </a:ext>
            </a:extLst>
          </p:cNvPr>
          <p:cNvSpPr/>
          <p:nvPr/>
        </p:nvSpPr>
        <p:spPr>
          <a:xfrm>
            <a:off x="4409840" y="2243198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556527F-B373-F4DB-27A0-260339D09A09}"/>
              </a:ext>
            </a:extLst>
          </p:cNvPr>
          <p:cNvSpPr/>
          <p:nvPr/>
        </p:nvSpPr>
        <p:spPr>
          <a:xfrm>
            <a:off x="5441355" y="2243199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6132E78-C2F1-344F-658B-2BE70D878915}"/>
              </a:ext>
            </a:extLst>
          </p:cNvPr>
          <p:cNvSpPr/>
          <p:nvPr/>
        </p:nvSpPr>
        <p:spPr>
          <a:xfrm>
            <a:off x="6472870" y="2243198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AB69815-F3E8-AB02-2AD0-B879174E8F4C}"/>
              </a:ext>
            </a:extLst>
          </p:cNvPr>
          <p:cNvSpPr txBox="1"/>
          <p:nvPr/>
        </p:nvSpPr>
        <p:spPr>
          <a:xfrm>
            <a:off x="2395182" y="1049564"/>
            <a:ext cx="101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0x007e0</a:t>
            </a:r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0215F06-14A7-53CB-69E8-A509D75C1B33}"/>
              </a:ext>
            </a:extLst>
          </p:cNvPr>
          <p:cNvSpPr txBox="1"/>
          <p:nvPr/>
        </p:nvSpPr>
        <p:spPr>
          <a:xfrm>
            <a:off x="4391744" y="792812"/>
            <a:ext cx="101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0x007e1</a:t>
            </a:r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D732872-0DD2-ED43-F43A-DEB266F2EF40}"/>
              </a:ext>
            </a:extLst>
          </p:cNvPr>
          <p:cNvSpPr txBox="1"/>
          <p:nvPr/>
        </p:nvSpPr>
        <p:spPr>
          <a:xfrm>
            <a:off x="2395182" y="1346810"/>
            <a:ext cx="101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0x007e4</a:t>
            </a:r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6E742CB0-4CE8-FC6B-CF6E-94E02606FC03}"/>
              </a:ext>
            </a:extLst>
          </p:cNvPr>
          <p:cNvSpPr txBox="1"/>
          <p:nvPr/>
        </p:nvSpPr>
        <p:spPr>
          <a:xfrm>
            <a:off x="2395182" y="2186908"/>
            <a:ext cx="96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0x007f0</a:t>
            </a:r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C8A18E9-A1B9-B5C1-2EE2-0AE3805D5E92}"/>
              </a:ext>
            </a:extLst>
          </p:cNvPr>
          <p:cNvSpPr txBox="1"/>
          <p:nvPr/>
        </p:nvSpPr>
        <p:spPr>
          <a:xfrm>
            <a:off x="4707133" y="2900856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主存空间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1D347B8-F33B-D959-15C3-D216AFEBA4CB}"/>
              </a:ext>
            </a:extLst>
          </p:cNvPr>
          <p:cNvSpPr txBox="1"/>
          <p:nvPr/>
        </p:nvSpPr>
        <p:spPr>
          <a:xfrm>
            <a:off x="3547512" y="736522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DE1F947-3655-FB92-A018-C21048A274C6}"/>
              </a:ext>
            </a:extLst>
          </p:cNvPr>
          <p:cNvSpPr txBox="1"/>
          <p:nvPr/>
        </p:nvSpPr>
        <p:spPr>
          <a:xfrm>
            <a:off x="3547512" y="2556240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563B0E3-2466-EA67-1446-208A12E7B035}"/>
              </a:ext>
            </a:extLst>
          </p:cNvPr>
          <p:cNvSpPr txBox="1"/>
          <p:nvPr/>
        </p:nvSpPr>
        <p:spPr>
          <a:xfrm>
            <a:off x="6817548" y="2556240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55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892A-3149-2D48-B9CA-46FE2685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E08A5A7-4D79-3AAD-CF69-DB43C7E017B9}"/>
              </a:ext>
            </a:extLst>
          </p:cNvPr>
          <p:cNvSpPr/>
          <p:nvPr/>
        </p:nvSpPr>
        <p:spPr>
          <a:xfrm>
            <a:off x="2391854" y="648639"/>
            <a:ext cx="5941348" cy="294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5A0647-B239-A026-17D6-70093F59D881}"/>
              </a:ext>
            </a:extLst>
          </p:cNvPr>
          <p:cNvSpPr txBox="1"/>
          <p:nvPr/>
        </p:nvSpPr>
        <p:spPr>
          <a:xfrm>
            <a:off x="4734161" y="30179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主存空间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6C5319-1149-E72A-E689-CA3E81B6C7A7}"/>
              </a:ext>
            </a:extLst>
          </p:cNvPr>
          <p:cNvSpPr/>
          <p:nvPr/>
        </p:nvSpPr>
        <p:spPr>
          <a:xfrm>
            <a:off x="3909848" y="1323553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2</a:t>
            </a:r>
            <a:endParaRPr lang="zh-CN" altLang="en-US" baseline="-25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AC0B55-AE61-D868-93A4-C1E9DE9D1B6E}"/>
              </a:ext>
            </a:extLst>
          </p:cNvPr>
          <p:cNvSpPr/>
          <p:nvPr/>
        </p:nvSpPr>
        <p:spPr>
          <a:xfrm>
            <a:off x="3156107" y="2446846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1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4E9287-D3F0-151F-6C5E-1DA6EEC2554D}"/>
              </a:ext>
            </a:extLst>
          </p:cNvPr>
          <p:cNvSpPr/>
          <p:nvPr/>
        </p:nvSpPr>
        <p:spPr>
          <a:xfrm>
            <a:off x="6611006" y="913650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3</a:t>
            </a:r>
            <a:endParaRPr lang="zh-CN" altLang="en-US" baseline="-250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6FE51D-28A3-FB3B-4853-E5919C82FAC3}"/>
              </a:ext>
            </a:extLst>
          </p:cNvPr>
          <p:cNvSpPr/>
          <p:nvPr/>
        </p:nvSpPr>
        <p:spPr>
          <a:xfrm>
            <a:off x="6318219" y="2033377"/>
            <a:ext cx="1031515" cy="256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sz="1200" baseline="-25000"/>
              <a:t>4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FBDC3F-9AD0-11C4-DDC0-CFA5E58631CF}"/>
              </a:ext>
            </a:extLst>
          </p:cNvPr>
          <p:cNvSpPr txBox="1"/>
          <p:nvPr/>
        </p:nvSpPr>
        <p:spPr>
          <a:xfrm>
            <a:off x="3325294" y="184871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E1AE7E-4F13-8D6A-8F6B-E74E23063F5C}"/>
              </a:ext>
            </a:extLst>
          </p:cNvPr>
          <p:cNvSpPr txBox="1"/>
          <p:nvPr/>
        </p:nvSpPr>
        <p:spPr>
          <a:xfrm>
            <a:off x="2909113" y="80107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CC7A1B-A361-1226-8382-5D38793A6DA0}"/>
              </a:ext>
            </a:extLst>
          </p:cNvPr>
          <p:cNvSpPr txBox="1"/>
          <p:nvPr/>
        </p:nvSpPr>
        <p:spPr>
          <a:xfrm>
            <a:off x="5161466" y="191760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A4D464-F383-E950-53B9-30AEC96DD84C}"/>
              </a:ext>
            </a:extLst>
          </p:cNvPr>
          <p:cNvSpPr txBox="1"/>
          <p:nvPr/>
        </p:nvSpPr>
        <p:spPr>
          <a:xfrm>
            <a:off x="6611006" y="264863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C82245-5AF8-CBCE-4C44-4EDF3CF91A97}"/>
              </a:ext>
            </a:extLst>
          </p:cNvPr>
          <p:cNvSpPr txBox="1"/>
          <p:nvPr/>
        </p:nvSpPr>
        <p:spPr>
          <a:xfrm>
            <a:off x="3166757" y="2747736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0x0a201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89B2D1-0DD2-FA13-B2C0-9110AE84FBAA}"/>
              </a:ext>
            </a:extLst>
          </p:cNvPr>
          <p:cNvSpPr txBox="1"/>
          <p:nvPr/>
        </p:nvSpPr>
        <p:spPr>
          <a:xfrm>
            <a:off x="4229054" y="1555907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0x22ba0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DD795B-C4E8-0D0A-63F1-B37180533C14}"/>
              </a:ext>
            </a:extLst>
          </p:cNvPr>
          <p:cNvSpPr txBox="1"/>
          <p:nvPr/>
        </p:nvSpPr>
        <p:spPr>
          <a:xfrm>
            <a:off x="7126763" y="1186575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0xce010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ED7B6E-9F7E-4F3C-DE99-92760CB06DAD}"/>
              </a:ext>
            </a:extLst>
          </p:cNvPr>
          <p:cNvSpPr txBox="1"/>
          <p:nvPr/>
        </p:nvSpPr>
        <p:spPr>
          <a:xfrm>
            <a:off x="6328869" y="2334267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0x05700</a:t>
            </a:r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1BA26CC-1787-49FB-80E2-9C22A94D88CA}"/>
              </a:ext>
            </a:extLst>
          </p:cNvPr>
          <p:cNvCxnSpPr>
            <a:stCxn id="9" idx="0"/>
          </p:cNvCxnSpPr>
          <p:nvPr/>
        </p:nvCxnSpPr>
        <p:spPr>
          <a:xfrm flipV="1">
            <a:off x="3671865" y="1580306"/>
            <a:ext cx="445187" cy="866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3E80FB3-0ADB-1BE7-24C4-1A4F67604A91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4941363" y="1042027"/>
            <a:ext cx="1669643" cy="409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1D22DA6-8CAA-B8B6-6D00-4823E412AD81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flipH="1">
            <a:off x="6833977" y="1170403"/>
            <a:ext cx="292787" cy="862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703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C70A-7A0E-4C54-D9AF-27A1C000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50ADCD-7444-8B36-1D19-2C081B4ADD72}"/>
              </a:ext>
            </a:extLst>
          </p:cNvPr>
          <p:cNvSpPr/>
          <p:nvPr/>
        </p:nvSpPr>
        <p:spPr>
          <a:xfrm>
            <a:off x="1387366" y="1315295"/>
            <a:ext cx="78827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4231C1-5250-0412-2482-7CE6DCC6F83C}"/>
              </a:ext>
            </a:extLst>
          </p:cNvPr>
          <p:cNvSpPr/>
          <p:nvPr/>
        </p:nvSpPr>
        <p:spPr>
          <a:xfrm>
            <a:off x="2175641" y="1315295"/>
            <a:ext cx="78827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指针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80DF3F-94B1-1879-D16D-246D08EDADE6}"/>
              </a:ext>
            </a:extLst>
          </p:cNvPr>
          <p:cNvSpPr/>
          <p:nvPr/>
        </p:nvSpPr>
        <p:spPr>
          <a:xfrm>
            <a:off x="3918106" y="1315295"/>
            <a:ext cx="78827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数据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CFBECF-81EE-A19E-AE3B-74DD3896DDDA}"/>
              </a:ext>
            </a:extLst>
          </p:cNvPr>
          <p:cNvSpPr/>
          <p:nvPr/>
        </p:nvSpPr>
        <p:spPr>
          <a:xfrm>
            <a:off x="4706381" y="1315295"/>
            <a:ext cx="78827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指针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82EFC6-E6BC-66EA-4235-13F2E56A19E0}"/>
              </a:ext>
            </a:extLst>
          </p:cNvPr>
          <p:cNvSpPr txBox="1"/>
          <p:nvPr/>
        </p:nvSpPr>
        <p:spPr>
          <a:xfrm>
            <a:off x="1743216" y="1702677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节点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28A7E9-64EC-ECC6-5EAB-800ABEC18875}"/>
              </a:ext>
            </a:extLst>
          </p:cNvPr>
          <p:cNvSpPr txBox="1"/>
          <p:nvPr/>
        </p:nvSpPr>
        <p:spPr>
          <a:xfrm>
            <a:off x="4322301" y="1702677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节点</a:t>
            </a:r>
            <a:r>
              <a:rPr lang="en-US" altLang="zh-CN"/>
              <a:t>2</a:t>
            </a:r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5C92514-ADD6-B33D-D591-FC63084B41DB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2569778" y="734223"/>
            <a:ext cx="1" cy="581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41E0EE5-8BB1-15E3-231E-C435B364EA5F}"/>
              </a:ext>
            </a:extLst>
          </p:cNvPr>
          <p:cNvCxnSpPr>
            <a:cxnSpLocks/>
          </p:cNvCxnSpPr>
          <p:nvPr/>
        </p:nvCxnSpPr>
        <p:spPr>
          <a:xfrm>
            <a:off x="2569778" y="734223"/>
            <a:ext cx="13483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B3E0019-0E66-161B-32BA-3F6F91A2F928}"/>
              </a:ext>
            </a:extLst>
          </p:cNvPr>
          <p:cNvCxnSpPr/>
          <p:nvPr/>
        </p:nvCxnSpPr>
        <p:spPr>
          <a:xfrm>
            <a:off x="3918106" y="734223"/>
            <a:ext cx="0" cy="58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B3BB3DA-22EC-FDB4-273D-E1BEB76AD2E5}"/>
              </a:ext>
            </a:extLst>
          </p:cNvPr>
          <p:cNvCxnSpPr/>
          <p:nvPr/>
        </p:nvCxnSpPr>
        <p:spPr>
          <a:xfrm flipH="1" flipV="1">
            <a:off x="5090460" y="734223"/>
            <a:ext cx="1" cy="581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11AFE9E-F854-857C-AF13-5CF6EFBE6738}"/>
              </a:ext>
            </a:extLst>
          </p:cNvPr>
          <p:cNvCxnSpPr>
            <a:cxnSpLocks/>
          </p:cNvCxnSpPr>
          <p:nvPr/>
        </p:nvCxnSpPr>
        <p:spPr>
          <a:xfrm>
            <a:off x="5090460" y="734223"/>
            <a:ext cx="13483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E56DBF1-8487-9233-5AE4-49A7E6F47426}"/>
              </a:ext>
            </a:extLst>
          </p:cNvPr>
          <p:cNvCxnSpPr/>
          <p:nvPr/>
        </p:nvCxnSpPr>
        <p:spPr>
          <a:xfrm>
            <a:off x="6438788" y="734223"/>
            <a:ext cx="0" cy="58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229EDCF-0AEA-8D11-3FD4-307B1634A534}"/>
              </a:ext>
            </a:extLst>
          </p:cNvPr>
          <p:cNvSpPr txBox="1"/>
          <p:nvPr/>
        </p:nvSpPr>
        <p:spPr>
          <a:xfrm>
            <a:off x="6265503" y="131529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29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3931-2EB6-52CA-A202-7A72DFA7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457E8D-12E2-8393-C712-5E7912266D20}"/>
              </a:ext>
            </a:extLst>
          </p:cNvPr>
          <p:cNvSpPr/>
          <p:nvPr/>
        </p:nvSpPr>
        <p:spPr>
          <a:xfrm>
            <a:off x="2639598" y="1054037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19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5A2EAB-31B7-DB41-D8E1-04F933AE99B5}"/>
              </a:ext>
            </a:extLst>
          </p:cNvPr>
          <p:cNvSpPr/>
          <p:nvPr/>
        </p:nvSpPr>
        <p:spPr>
          <a:xfrm>
            <a:off x="3198147" y="1054037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23</a:t>
            </a:r>
            <a:endParaRPr lang="zh-CN" altLang="en-US" baseline="-250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2C7AC9-DF09-7A96-96DC-9F38AEDE6370}"/>
              </a:ext>
            </a:extLst>
          </p:cNvPr>
          <p:cNvSpPr/>
          <p:nvPr/>
        </p:nvSpPr>
        <p:spPr>
          <a:xfrm>
            <a:off x="3756696" y="1054037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7</a:t>
            </a:r>
            <a:endParaRPr lang="zh-CN" altLang="en-US" baseline="-25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7A87E5-A82E-4947-4EC7-3009AE2E30CE}"/>
              </a:ext>
            </a:extLst>
          </p:cNvPr>
          <p:cNvSpPr/>
          <p:nvPr/>
        </p:nvSpPr>
        <p:spPr>
          <a:xfrm>
            <a:off x="4315245" y="1054037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30</a:t>
            </a:r>
            <a:endParaRPr lang="zh-CN" altLang="en-US" baseline="-250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04A916-681C-DB67-57E5-D960F6CEFE95}"/>
              </a:ext>
            </a:extLst>
          </p:cNvPr>
          <p:cNvSpPr/>
          <p:nvPr/>
        </p:nvSpPr>
        <p:spPr>
          <a:xfrm>
            <a:off x="4873794" y="1054037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13</a:t>
            </a:r>
            <a:endParaRPr lang="zh-CN" altLang="en-US" baseline="-25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4E23A9-6C68-B5E9-7172-8E274D98549B}"/>
              </a:ext>
            </a:extLst>
          </p:cNvPr>
          <p:cNvSpPr/>
          <p:nvPr/>
        </p:nvSpPr>
        <p:spPr>
          <a:xfrm>
            <a:off x="5432343" y="1054037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8</a:t>
            </a:r>
            <a:endParaRPr lang="zh-CN" altLang="en-US" baseline="-250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8B3776-0C48-3675-2C7C-B03E72F84973}"/>
              </a:ext>
            </a:extLst>
          </p:cNvPr>
          <p:cNvSpPr txBox="1"/>
          <p:nvPr/>
        </p:nvSpPr>
        <p:spPr>
          <a:xfrm>
            <a:off x="3057693" y="4040445"/>
            <a:ext cx="261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index=3</a:t>
            </a:r>
            <a:r>
              <a:rPr lang="zh-CN" altLang="en-US"/>
              <a:t>处插入新元素</a:t>
            </a:r>
            <a:r>
              <a:rPr lang="en-US" altLang="zh-CN"/>
              <a:t>66</a:t>
            </a: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19D77C-D0D5-2448-8693-46E3DBE56E56}"/>
              </a:ext>
            </a:extLst>
          </p:cNvPr>
          <p:cNvSpPr txBox="1"/>
          <p:nvPr/>
        </p:nvSpPr>
        <p:spPr>
          <a:xfrm>
            <a:off x="1936906" y="139187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位序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53E8F8-FA53-60BE-CB08-A0DFA3420B0C}"/>
              </a:ext>
            </a:extLst>
          </p:cNvPr>
          <p:cNvSpPr txBox="1"/>
          <p:nvPr/>
        </p:nvSpPr>
        <p:spPr>
          <a:xfrm>
            <a:off x="2765625" y="139187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549123-2B67-DF57-7611-73816B7064A9}"/>
              </a:ext>
            </a:extLst>
          </p:cNvPr>
          <p:cNvSpPr txBox="1"/>
          <p:nvPr/>
        </p:nvSpPr>
        <p:spPr>
          <a:xfrm>
            <a:off x="3324174" y="14053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AD552C-511B-0592-6D50-B0CACB95E0A7}"/>
              </a:ext>
            </a:extLst>
          </p:cNvPr>
          <p:cNvSpPr txBox="1"/>
          <p:nvPr/>
        </p:nvSpPr>
        <p:spPr>
          <a:xfrm>
            <a:off x="3882723" y="140531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9F25550-525C-5C48-1C50-C79C18833271}"/>
              </a:ext>
            </a:extLst>
          </p:cNvPr>
          <p:cNvSpPr txBox="1"/>
          <p:nvPr/>
        </p:nvSpPr>
        <p:spPr>
          <a:xfrm>
            <a:off x="4441272" y="140531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50C37A9-1B73-08FC-E324-73A2F35EBA91}"/>
              </a:ext>
            </a:extLst>
          </p:cNvPr>
          <p:cNvSpPr txBox="1"/>
          <p:nvPr/>
        </p:nvSpPr>
        <p:spPr>
          <a:xfrm>
            <a:off x="4999821" y="14008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C8D446-AAFA-F4AC-E9C0-487D82AAF7C2}"/>
              </a:ext>
            </a:extLst>
          </p:cNvPr>
          <p:cNvSpPr txBox="1"/>
          <p:nvPr/>
        </p:nvSpPr>
        <p:spPr>
          <a:xfrm>
            <a:off x="5561018" y="14008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0EA2044-4F6B-D3D4-7C19-034CB02117AB}"/>
              </a:ext>
            </a:extLst>
          </p:cNvPr>
          <p:cNvSpPr/>
          <p:nvPr/>
        </p:nvSpPr>
        <p:spPr>
          <a:xfrm>
            <a:off x="5990892" y="1054037"/>
            <a:ext cx="1256741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无效数据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E1282C3-0014-F0FE-3ACF-3F75142095F7}"/>
              </a:ext>
            </a:extLst>
          </p:cNvPr>
          <p:cNvSpPr txBox="1"/>
          <p:nvPr/>
        </p:nvSpPr>
        <p:spPr>
          <a:xfrm>
            <a:off x="3324174" y="17612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B4ADED-812A-FC7E-996D-B4A0DD3FC2BE}"/>
              </a:ext>
            </a:extLst>
          </p:cNvPr>
          <p:cNvSpPr txBox="1"/>
          <p:nvPr/>
        </p:nvSpPr>
        <p:spPr>
          <a:xfrm>
            <a:off x="3882723" y="17746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54B4577-C385-B0B0-2419-2B7F0E43730B}"/>
              </a:ext>
            </a:extLst>
          </p:cNvPr>
          <p:cNvSpPr txBox="1"/>
          <p:nvPr/>
        </p:nvSpPr>
        <p:spPr>
          <a:xfrm>
            <a:off x="4441272" y="17746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BE203F9-D82B-CF80-88DB-4F8B5BA31ADF}"/>
              </a:ext>
            </a:extLst>
          </p:cNvPr>
          <p:cNvSpPr txBox="1"/>
          <p:nvPr/>
        </p:nvSpPr>
        <p:spPr>
          <a:xfrm>
            <a:off x="4999821" y="177465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248A2-4597-D276-5493-994C44196AE0}"/>
              </a:ext>
            </a:extLst>
          </p:cNvPr>
          <p:cNvSpPr txBox="1"/>
          <p:nvPr/>
        </p:nvSpPr>
        <p:spPr>
          <a:xfrm>
            <a:off x="5558370" y="177017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6AF7838-E0AD-7E49-3ACB-AF623BE324FB}"/>
              </a:ext>
            </a:extLst>
          </p:cNvPr>
          <p:cNvSpPr txBox="1"/>
          <p:nvPr/>
        </p:nvSpPr>
        <p:spPr>
          <a:xfrm>
            <a:off x="2765625" y="176120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2F1DB0-CA65-DF89-9B72-6DFDAF4F6375}"/>
              </a:ext>
            </a:extLst>
          </p:cNvPr>
          <p:cNvSpPr txBox="1"/>
          <p:nvPr/>
        </p:nvSpPr>
        <p:spPr>
          <a:xfrm>
            <a:off x="1536005" y="176120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数组下标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96B5CE8-7C86-9633-3737-3B544DCCA57D}"/>
              </a:ext>
            </a:extLst>
          </p:cNvPr>
          <p:cNvSpPr txBox="1"/>
          <p:nvPr/>
        </p:nvSpPr>
        <p:spPr>
          <a:xfrm>
            <a:off x="6526896" y="177017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C441471-BD73-6411-012D-49E3276C8CFE}"/>
              </a:ext>
            </a:extLst>
          </p:cNvPr>
          <p:cNvSpPr txBox="1"/>
          <p:nvPr/>
        </p:nvSpPr>
        <p:spPr>
          <a:xfrm>
            <a:off x="7653033" y="1770179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DB96482-9C9A-8A87-8D09-B8688F4D3E7C}"/>
              </a:ext>
            </a:extLst>
          </p:cNvPr>
          <p:cNvSpPr txBox="1"/>
          <p:nvPr/>
        </p:nvSpPr>
        <p:spPr>
          <a:xfrm>
            <a:off x="7653033" y="140084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4CA118-B34A-150B-0B88-B7F53168D012}"/>
              </a:ext>
            </a:extLst>
          </p:cNvPr>
          <p:cNvSpPr txBox="1"/>
          <p:nvPr/>
        </p:nvSpPr>
        <p:spPr>
          <a:xfrm>
            <a:off x="7632897" y="101126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5D193A0-642E-AE53-9DE3-556D79908CF4}"/>
              </a:ext>
            </a:extLst>
          </p:cNvPr>
          <p:cNvSpPr txBox="1"/>
          <p:nvPr/>
        </p:nvSpPr>
        <p:spPr>
          <a:xfrm>
            <a:off x="6478005" y="14008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无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9B95A87-B983-3A13-056F-4BBC4B632EE8}"/>
              </a:ext>
            </a:extLst>
          </p:cNvPr>
          <p:cNvSpPr/>
          <p:nvPr/>
        </p:nvSpPr>
        <p:spPr>
          <a:xfrm>
            <a:off x="2639598" y="2828033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19</a:t>
            </a:r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9A91BDF-6E46-589F-B8D8-9C7C20923E75}"/>
              </a:ext>
            </a:extLst>
          </p:cNvPr>
          <p:cNvSpPr/>
          <p:nvPr/>
        </p:nvSpPr>
        <p:spPr>
          <a:xfrm>
            <a:off x="3198147" y="2828033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23</a:t>
            </a:r>
            <a:endParaRPr lang="zh-CN" altLang="en-US" baseline="-250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0536361-829C-F427-5610-A758CC31C08D}"/>
              </a:ext>
            </a:extLst>
          </p:cNvPr>
          <p:cNvSpPr/>
          <p:nvPr/>
        </p:nvSpPr>
        <p:spPr>
          <a:xfrm>
            <a:off x="3756696" y="2828033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highlight>
                  <a:srgbClr val="FFFF00"/>
                </a:highlight>
              </a:rPr>
              <a:t>66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81B5196-F7C7-AB87-8556-4C469F4E1E45}"/>
              </a:ext>
            </a:extLst>
          </p:cNvPr>
          <p:cNvSpPr/>
          <p:nvPr/>
        </p:nvSpPr>
        <p:spPr>
          <a:xfrm>
            <a:off x="4315245" y="2828033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7</a:t>
            </a:r>
            <a:endParaRPr lang="zh-CN" altLang="en-US" baseline="-2500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615BE2C-2CE0-3723-5C29-FFAFBBB141E5}"/>
              </a:ext>
            </a:extLst>
          </p:cNvPr>
          <p:cNvSpPr/>
          <p:nvPr/>
        </p:nvSpPr>
        <p:spPr>
          <a:xfrm>
            <a:off x="4873794" y="2828033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30</a:t>
            </a:r>
            <a:endParaRPr lang="zh-CN" altLang="en-US" baseline="-250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35C9461-F6C0-D551-DC27-D403CA9B293F}"/>
              </a:ext>
            </a:extLst>
          </p:cNvPr>
          <p:cNvSpPr/>
          <p:nvPr/>
        </p:nvSpPr>
        <p:spPr>
          <a:xfrm>
            <a:off x="5432343" y="2828033"/>
            <a:ext cx="558549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13</a:t>
            </a:r>
            <a:endParaRPr lang="zh-CN" altLang="en-US" baseline="-250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84915FF-375F-9912-2F2E-941BCF4E04B3}"/>
              </a:ext>
            </a:extLst>
          </p:cNvPr>
          <p:cNvSpPr txBox="1"/>
          <p:nvPr/>
        </p:nvSpPr>
        <p:spPr>
          <a:xfrm>
            <a:off x="1936906" y="316586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位序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F2EA84F-AFA5-1C65-4FB5-C82A737049F1}"/>
              </a:ext>
            </a:extLst>
          </p:cNvPr>
          <p:cNvSpPr txBox="1"/>
          <p:nvPr/>
        </p:nvSpPr>
        <p:spPr>
          <a:xfrm>
            <a:off x="2765625" y="316586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54FEE66-A952-BC6A-F6B6-22739E4B4128}"/>
              </a:ext>
            </a:extLst>
          </p:cNvPr>
          <p:cNvSpPr txBox="1"/>
          <p:nvPr/>
        </p:nvSpPr>
        <p:spPr>
          <a:xfrm>
            <a:off x="3324174" y="31793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5031EA1-C985-F25D-EDC4-E88A47CDF0F5}"/>
              </a:ext>
            </a:extLst>
          </p:cNvPr>
          <p:cNvSpPr txBox="1"/>
          <p:nvPr/>
        </p:nvSpPr>
        <p:spPr>
          <a:xfrm>
            <a:off x="3882723" y="317931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A7E84E1-5D53-FAE5-5A44-78DD2721ECA6}"/>
              </a:ext>
            </a:extLst>
          </p:cNvPr>
          <p:cNvSpPr txBox="1"/>
          <p:nvPr/>
        </p:nvSpPr>
        <p:spPr>
          <a:xfrm>
            <a:off x="4441272" y="317931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18CB1E3-9F51-C6AC-AD53-D609B40E0987}"/>
              </a:ext>
            </a:extLst>
          </p:cNvPr>
          <p:cNvSpPr txBox="1"/>
          <p:nvPr/>
        </p:nvSpPr>
        <p:spPr>
          <a:xfrm>
            <a:off x="4999821" y="31748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A2C643C-E5D2-3C21-82B4-5B5098D0A6A8}"/>
              </a:ext>
            </a:extLst>
          </p:cNvPr>
          <p:cNvSpPr txBox="1"/>
          <p:nvPr/>
        </p:nvSpPr>
        <p:spPr>
          <a:xfrm>
            <a:off x="5561018" y="31748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BDAB7A6-3137-8C31-1A90-EC46563F0EC8}"/>
              </a:ext>
            </a:extLst>
          </p:cNvPr>
          <p:cNvSpPr/>
          <p:nvPr/>
        </p:nvSpPr>
        <p:spPr>
          <a:xfrm>
            <a:off x="5990892" y="2828033"/>
            <a:ext cx="1256741" cy="2837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478DCDF-EADB-9A4C-48BC-001312753FDC}"/>
              </a:ext>
            </a:extLst>
          </p:cNvPr>
          <p:cNvSpPr txBox="1"/>
          <p:nvPr/>
        </p:nvSpPr>
        <p:spPr>
          <a:xfrm>
            <a:off x="3324174" y="353519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8FB2D57-8CCE-3027-B939-0EB4E409D7C1}"/>
              </a:ext>
            </a:extLst>
          </p:cNvPr>
          <p:cNvSpPr txBox="1"/>
          <p:nvPr/>
        </p:nvSpPr>
        <p:spPr>
          <a:xfrm>
            <a:off x="3882723" y="354867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29FB81E-6C3F-7F60-360F-5F005DC4EA24}"/>
              </a:ext>
            </a:extLst>
          </p:cNvPr>
          <p:cNvSpPr txBox="1"/>
          <p:nvPr/>
        </p:nvSpPr>
        <p:spPr>
          <a:xfrm>
            <a:off x="4441272" y="35486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12E3EE6-77BD-0DFA-5569-A4C702BE71DF}"/>
              </a:ext>
            </a:extLst>
          </p:cNvPr>
          <p:cNvSpPr txBox="1"/>
          <p:nvPr/>
        </p:nvSpPr>
        <p:spPr>
          <a:xfrm>
            <a:off x="4999821" y="354864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92B9B13-5DCB-808B-030A-9075093AEEBB}"/>
              </a:ext>
            </a:extLst>
          </p:cNvPr>
          <p:cNvSpPr txBox="1"/>
          <p:nvPr/>
        </p:nvSpPr>
        <p:spPr>
          <a:xfrm>
            <a:off x="5558370" y="354417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9449089-21E3-D920-A1B2-A0A5B9D298D4}"/>
              </a:ext>
            </a:extLst>
          </p:cNvPr>
          <p:cNvSpPr txBox="1"/>
          <p:nvPr/>
        </p:nvSpPr>
        <p:spPr>
          <a:xfrm>
            <a:off x="2765625" y="353519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2D9CC0A-85E4-895C-A9FE-17AA42EEF2D9}"/>
              </a:ext>
            </a:extLst>
          </p:cNvPr>
          <p:cNvSpPr txBox="1"/>
          <p:nvPr/>
        </p:nvSpPr>
        <p:spPr>
          <a:xfrm>
            <a:off x="1536005" y="353519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数组下标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FA9FE18-DEED-AF90-F04E-21E98FBFF037}"/>
              </a:ext>
            </a:extLst>
          </p:cNvPr>
          <p:cNvSpPr txBox="1"/>
          <p:nvPr/>
        </p:nvSpPr>
        <p:spPr>
          <a:xfrm>
            <a:off x="6478005" y="352984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8C07221-6883-5971-88C7-1BD9053567A7}"/>
              </a:ext>
            </a:extLst>
          </p:cNvPr>
          <p:cNvSpPr txBox="1"/>
          <p:nvPr/>
        </p:nvSpPr>
        <p:spPr>
          <a:xfrm>
            <a:off x="7653033" y="3544175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DD65057-D631-8616-B3A7-77A49D35500C}"/>
              </a:ext>
            </a:extLst>
          </p:cNvPr>
          <p:cNvSpPr txBox="1"/>
          <p:nvPr/>
        </p:nvSpPr>
        <p:spPr>
          <a:xfrm>
            <a:off x="7653033" y="317484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D6358D8-8187-227E-1B24-37F1367E6684}"/>
              </a:ext>
            </a:extLst>
          </p:cNvPr>
          <p:cNvSpPr txBox="1"/>
          <p:nvPr/>
        </p:nvSpPr>
        <p:spPr>
          <a:xfrm>
            <a:off x="7632897" y="2785257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9B98D14-9675-D60E-D18D-C015C3C8BBE5}"/>
              </a:ext>
            </a:extLst>
          </p:cNvPr>
          <p:cNvSpPr txBox="1"/>
          <p:nvPr/>
        </p:nvSpPr>
        <p:spPr>
          <a:xfrm>
            <a:off x="6478005" y="31748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A2021D5A-3F6C-CB17-713E-98854C33A05D}"/>
              </a:ext>
            </a:extLst>
          </p:cNvPr>
          <p:cNvCxnSpPr/>
          <p:nvPr/>
        </p:nvCxnSpPr>
        <p:spPr>
          <a:xfrm>
            <a:off x="3756696" y="1337817"/>
            <a:ext cx="558549" cy="149021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DE5BC03D-DFA3-2011-8FE4-10C77719D99C}"/>
              </a:ext>
            </a:extLst>
          </p:cNvPr>
          <p:cNvCxnSpPr/>
          <p:nvPr/>
        </p:nvCxnSpPr>
        <p:spPr>
          <a:xfrm>
            <a:off x="4298423" y="1337817"/>
            <a:ext cx="558549" cy="149021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62EF529D-C5CB-C4B0-9878-2A27E654F1E4}"/>
              </a:ext>
            </a:extLst>
          </p:cNvPr>
          <p:cNvCxnSpPr/>
          <p:nvPr/>
        </p:nvCxnSpPr>
        <p:spPr>
          <a:xfrm>
            <a:off x="4873794" y="1337817"/>
            <a:ext cx="558549" cy="149021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6947464D-1446-2311-7B23-6D3D245BC436}"/>
              </a:ext>
            </a:extLst>
          </p:cNvPr>
          <p:cNvCxnSpPr/>
          <p:nvPr/>
        </p:nvCxnSpPr>
        <p:spPr>
          <a:xfrm>
            <a:off x="5425129" y="1353206"/>
            <a:ext cx="558549" cy="149021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CDF9F81A-9F8C-878E-C56E-40CA4303D410}"/>
              </a:ext>
            </a:extLst>
          </p:cNvPr>
          <p:cNvCxnSpPr>
            <a:cxnSpLocks/>
          </p:cNvCxnSpPr>
          <p:nvPr/>
        </p:nvCxnSpPr>
        <p:spPr>
          <a:xfrm>
            <a:off x="5990892" y="1336755"/>
            <a:ext cx="1213336" cy="144850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6066E633-C524-AACF-DD7B-890149977710}"/>
              </a:ext>
            </a:extLst>
          </p:cNvPr>
          <p:cNvCxnSpPr>
            <a:cxnSpLocks/>
          </p:cNvCxnSpPr>
          <p:nvPr/>
        </p:nvCxnSpPr>
        <p:spPr>
          <a:xfrm flipH="1" flipV="1">
            <a:off x="4174791" y="3111813"/>
            <a:ext cx="154111" cy="865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19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3A0B-A8F5-D763-60B6-8F06E33D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FB643CF-21D9-BA33-DF54-17F9402211B6}"/>
              </a:ext>
            </a:extLst>
          </p:cNvPr>
          <p:cNvSpPr/>
          <p:nvPr/>
        </p:nvSpPr>
        <p:spPr>
          <a:xfrm>
            <a:off x="2675104" y="3358105"/>
            <a:ext cx="878366" cy="32431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3BD741-CA25-7A08-BD46-1AAB62C4DA7A}"/>
              </a:ext>
            </a:extLst>
          </p:cNvPr>
          <p:cNvSpPr/>
          <p:nvPr/>
        </p:nvSpPr>
        <p:spPr>
          <a:xfrm>
            <a:off x="3521938" y="3358105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E99F19-0B47-BD3E-775A-1CA0C1C2F91E}"/>
              </a:ext>
            </a:extLst>
          </p:cNvPr>
          <p:cNvSpPr/>
          <p:nvPr/>
        </p:nvSpPr>
        <p:spPr>
          <a:xfrm>
            <a:off x="4958853" y="3358105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a1</a:t>
            </a:r>
            <a:endParaRPr lang="zh-CN" altLang="en-US" sz="12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594194-EBD7-8CB2-3D1C-6D204AC150DE}"/>
              </a:ext>
            </a:extLst>
          </p:cNvPr>
          <p:cNvSpPr/>
          <p:nvPr/>
        </p:nvSpPr>
        <p:spPr>
          <a:xfrm>
            <a:off x="5837219" y="3358105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9BB0C3D-3653-828D-8CC7-9FB5F2E11C45}"/>
              </a:ext>
            </a:extLst>
          </p:cNvPr>
          <p:cNvSpPr/>
          <p:nvPr/>
        </p:nvSpPr>
        <p:spPr>
          <a:xfrm>
            <a:off x="7304912" y="3358105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a2</a:t>
            </a:r>
            <a:endParaRPr lang="zh-CN" altLang="en-US" sz="12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4DCF65-9186-B44C-9E37-214251C4CCCF}"/>
              </a:ext>
            </a:extLst>
          </p:cNvPr>
          <p:cNvSpPr/>
          <p:nvPr/>
        </p:nvSpPr>
        <p:spPr>
          <a:xfrm>
            <a:off x="8183278" y="3358105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D7BA16-09A5-9465-8F2E-F774BE154B4F}"/>
              </a:ext>
            </a:extLst>
          </p:cNvPr>
          <p:cNvSpPr/>
          <p:nvPr/>
        </p:nvSpPr>
        <p:spPr>
          <a:xfrm>
            <a:off x="2643572" y="145390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a1</a:t>
            </a:r>
            <a:endParaRPr lang="zh-CN" altLang="en-US" sz="12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CDD5471-29C7-52E5-2BF2-0D1CB12AF589}"/>
              </a:ext>
            </a:extLst>
          </p:cNvPr>
          <p:cNvSpPr/>
          <p:nvPr/>
        </p:nvSpPr>
        <p:spPr>
          <a:xfrm>
            <a:off x="3521938" y="145390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6272093-51A0-3C9E-BEC6-280700878AE3}"/>
              </a:ext>
            </a:extLst>
          </p:cNvPr>
          <p:cNvSpPr/>
          <p:nvPr/>
        </p:nvSpPr>
        <p:spPr>
          <a:xfrm>
            <a:off x="4958853" y="145390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a2</a:t>
            </a:r>
            <a:endParaRPr lang="zh-CN" altLang="en-US" sz="12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A57DF9-1A7C-91F4-70AB-44EE859AF561}"/>
              </a:ext>
            </a:extLst>
          </p:cNvPr>
          <p:cNvSpPr/>
          <p:nvPr/>
        </p:nvSpPr>
        <p:spPr>
          <a:xfrm>
            <a:off x="5837219" y="145390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5090271-53E8-79BC-7DEA-2415C284D994}"/>
              </a:ext>
            </a:extLst>
          </p:cNvPr>
          <p:cNvSpPr/>
          <p:nvPr/>
        </p:nvSpPr>
        <p:spPr>
          <a:xfrm>
            <a:off x="7304912" y="145390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a3</a:t>
            </a:r>
            <a:endParaRPr lang="zh-CN" altLang="en-US" sz="12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CAFA540-5674-EFBE-FE7B-DF1F43541A14}"/>
              </a:ext>
            </a:extLst>
          </p:cNvPr>
          <p:cNvSpPr/>
          <p:nvPr/>
        </p:nvSpPr>
        <p:spPr>
          <a:xfrm>
            <a:off x="8183278" y="145390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70E8F4A-4A48-5335-3204-830692B5D22B}"/>
              </a:ext>
            </a:extLst>
          </p:cNvPr>
          <p:cNvCxnSpPr>
            <a:cxnSpLocks/>
          </p:cNvCxnSpPr>
          <p:nvPr/>
        </p:nvCxnSpPr>
        <p:spPr>
          <a:xfrm>
            <a:off x="4314719" y="3529272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C3C950C-BD29-4D4B-35D6-D2FC923EFFEF}"/>
              </a:ext>
            </a:extLst>
          </p:cNvPr>
          <p:cNvCxnSpPr>
            <a:cxnSpLocks/>
          </p:cNvCxnSpPr>
          <p:nvPr/>
        </p:nvCxnSpPr>
        <p:spPr>
          <a:xfrm>
            <a:off x="6660778" y="3533027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F030298-3CDB-DEB2-ABDE-FE024EE77DD4}"/>
              </a:ext>
            </a:extLst>
          </p:cNvPr>
          <p:cNvCxnSpPr>
            <a:cxnSpLocks/>
          </p:cNvCxnSpPr>
          <p:nvPr/>
        </p:nvCxnSpPr>
        <p:spPr>
          <a:xfrm>
            <a:off x="8961793" y="3532277"/>
            <a:ext cx="5735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1487229-FD15-CB54-1FC3-522797B875C2}"/>
              </a:ext>
            </a:extLst>
          </p:cNvPr>
          <p:cNvCxnSpPr>
            <a:cxnSpLocks/>
          </p:cNvCxnSpPr>
          <p:nvPr/>
        </p:nvCxnSpPr>
        <p:spPr>
          <a:xfrm>
            <a:off x="4314719" y="1614191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70FFCA5-B4DE-36BC-8EF1-E78C2F3E5446}"/>
              </a:ext>
            </a:extLst>
          </p:cNvPr>
          <p:cNvCxnSpPr>
            <a:cxnSpLocks/>
          </p:cNvCxnSpPr>
          <p:nvPr/>
        </p:nvCxnSpPr>
        <p:spPr>
          <a:xfrm>
            <a:off x="6660778" y="1614191"/>
            <a:ext cx="644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744EF21E-2582-64C8-94CC-CBADAA0102DA}"/>
              </a:ext>
            </a:extLst>
          </p:cNvPr>
          <p:cNvSpPr txBox="1"/>
          <p:nvPr/>
        </p:nvSpPr>
        <p:spPr>
          <a:xfrm>
            <a:off x="2133930" y="2762767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my_linklist</a:t>
            </a:r>
            <a:endParaRPr lang="zh-CN" altLang="en-US" sz="160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EC43322-9A25-15C4-A75E-911D478CEDF9}"/>
              </a:ext>
            </a:extLst>
          </p:cNvPr>
          <p:cNvCxnSpPr>
            <a:cxnSpLocks/>
          </p:cNvCxnSpPr>
          <p:nvPr/>
        </p:nvCxnSpPr>
        <p:spPr>
          <a:xfrm>
            <a:off x="2675104" y="3083332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AFC3BDB-2EBC-60B2-B533-7CF62F7894B4}"/>
              </a:ext>
            </a:extLst>
          </p:cNvPr>
          <p:cNvSpPr txBox="1"/>
          <p:nvPr/>
        </p:nvSpPr>
        <p:spPr>
          <a:xfrm>
            <a:off x="2133930" y="839010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my_linklist</a:t>
            </a:r>
            <a:endParaRPr lang="zh-CN" altLang="en-US" sz="160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612E258-8F74-AD90-7741-3D1F4A59285E}"/>
              </a:ext>
            </a:extLst>
          </p:cNvPr>
          <p:cNvCxnSpPr>
            <a:cxnSpLocks/>
          </p:cNvCxnSpPr>
          <p:nvPr/>
        </p:nvCxnSpPr>
        <p:spPr>
          <a:xfrm>
            <a:off x="8961793" y="1608949"/>
            <a:ext cx="5735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26D53936-3C67-B660-60F3-23F40A93DC9A}"/>
              </a:ext>
            </a:extLst>
          </p:cNvPr>
          <p:cNvSpPr txBox="1"/>
          <p:nvPr/>
        </p:nvSpPr>
        <p:spPr>
          <a:xfrm>
            <a:off x="9562662" y="335810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972BF19-CBDA-E7A7-23BE-ACEDC9649656}"/>
              </a:ext>
            </a:extLst>
          </p:cNvPr>
          <p:cNvSpPr txBox="1"/>
          <p:nvPr/>
        </p:nvSpPr>
        <p:spPr>
          <a:xfrm>
            <a:off x="9562662" y="1453908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AA7FD1C-1655-CEC9-88F3-406070076680}"/>
              </a:ext>
            </a:extLst>
          </p:cNvPr>
          <p:cNvSpPr txBox="1"/>
          <p:nvPr/>
        </p:nvSpPr>
        <p:spPr>
          <a:xfrm>
            <a:off x="4522933" y="3998455"/>
            <a:ext cx="1853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b) </a:t>
            </a:r>
            <a:r>
              <a:rPr lang="zh-CN" altLang="en-US" sz="1600"/>
              <a:t>带头节点的链表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128F63C-2775-D892-DA3B-75A272ACA7AD}"/>
              </a:ext>
            </a:extLst>
          </p:cNvPr>
          <p:cNvSpPr txBox="1"/>
          <p:nvPr/>
        </p:nvSpPr>
        <p:spPr>
          <a:xfrm>
            <a:off x="4400304" y="2094258"/>
            <a:ext cx="2044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a) </a:t>
            </a:r>
            <a:r>
              <a:rPr lang="zh-CN" altLang="en-US" sz="1600"/>
              <a:t>不带头节点的链表</a:t>
            </a: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C905DE1-EB51-4049-FB68-4EA852B03AE6}"/>
              </a:ext>
            </a:extLst>
          </p:cNvPr>
          <p:cNvCxnSpPr>
            <a:cxnSpLocks/>
          </p:cNvCxnSpPr>
          <p:nvPr/>
        </p:nvCxnSpPr>
        <p:spPr>
          <a:xfrm>
            <a:off x="2646572" y="1179135"/>
            <a:ext cx="0" cy="274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5285FCE-2902-D866-0FFA-8AEE9B633A6B}"/>
              </a:ext>
            </a:extLst>
          </p:cNvPr>
          <p:cNvSpPr txBox="1"/>
          <p:nvPr/>
        </p:nvSpPr>
        <p:spPr>
          <a:xfrm>
            <a:off x="2604860" y="3690678"/>
            <a:ext cx="1834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第一个节点是头结点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974E44-3CA9-1BE7-3C5F-ADC66B2E8E72}"/>
              </a:ext>
            </a:extLst>
          </p:cNvPr>
          <p:cNvSpPr txBox="1"/>
          <p:nvPr/>
        </p:nvSpPr>
        <p:spPr>
          <a:xfrm>
            <a:off x="2563455" y="181893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第一个节点是数据节点</a:t>
            </a:r>
          </a:p>
        </p:txBody>
      </p:sp>
    </p:spTree>
    <p:extLst>
      <p:ext uri="{BB962C8B-B14F-4D97-AF65-F5344CB8AC3E}">
        <p14:creationId xmlns:p14="http://schemas.microsoft.com/office/powerpoint/2010/main" val="35531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ED53-4B41-B8EA-4638-AD452B84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18EF70-88A1-273A-59C0-1477763A1490}"/>
              </a:ext>
            </a:extLst>
          </p:cNvPr>
          <p:cNvSpPr txBox="1"/>
          <p:nvPr/>
        </p:nvSpPr>
        <p:spPr>
          <a:xfrm>
            <a:off x="5191001" y="104851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my_linklist</a:t>
            </a:r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7E7FD40-3F64-FB8A-6032-9DCB800761A5}"/>
              </a:ext>
            </a:extLst>
          </p:cNvPr>
          <p:cNvCxnSpPr>
            <a:cxnSpLocks/>
          </p:cNvCxnSpPr>
          <p:nvPr/>
        </p:nvCxnSpPr>
        <p:spPr>
          <a:xfrm>
            <a:off x="5739789" y="1368332"/>
            <a:ext cx="0" cy="35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9D1878D-4D2A-2A5C-CEA2-136BF4004BA0}"/>
              </a:ext>
            </a:extLst>
          </p:cNvPr>
          <p:cNvSpPr txBox="1"/>
          <p:nvPr/>
        </p:nvSpPr>
        <p:spPr>
          <a:xfrm>
            <a:off x="5301207" y="17376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？？？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31B2BB-6AA9-A493-F6B2-AB4E44714DA2}"/>
              </a:ext>
            </a:extLst>
          </p:cNvPr>
          <p:cNvSpPr txBox="1"/>
          <p:nvPr/>
        </p:nvSpPr>
        <p:spPr>
          <a:xfrm>
            <a:off x="6727158" y="105374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my_linklist</a:t>
            </a:r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7C2ECD0-2764-E725-6B27-86C7C10F4BE7}"/>
              </a:ext>
            </a:extLst>
          </p:cNvPr>
          <p:cNvCxnSpPr>
            <a:cxnSpLocks/>
          </p:cNvCxnSpPr>
          <p:nvPr/>
        </p:nvCxnSpPr>
        <p:spPr>
          <a:xfrm>
            <a:off x="7303312" y="1354756"/>
            <a:ext cx="0" cy="35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375E65A-6DD9-B0CE-ACCE-CA5B835EE918}"/>
              </a:ext>
            </a:extLst>
          </p:cNvPr>
          <p:cNvSpPr/>
          <p:nvPr/>
        </p:nvSpPr>
        <p:spPr>
          <a:xfrm>
            <a:off x="7303312" y="1724088"/>
            <a:ext cx="878366" cy="324318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9F7173-7B49-AA47-FA42-E5047D63D3CF}"/>
              </a:ext>
            </a:extLst>
          </p:cNvPr>
          <p:cNvSpPr/>
          <p:nvPr/>
        </p:nvSpPr>
        <p:spPr>
          <a:xfrm>
            <a:off x="8150146" y="1724088"/>
            <a:ext cx="878366" cy="324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next_node</a:t>
            </a:r>
            <a:endParaRPr lang="zh-CN" altLang="en-US" sz="120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C4910EA-CE72-8DDC-CA45-89935315FD17}"/>
              </a:ext>
            </a:extLst>
          </p:cNvPr>
          <p:cNvCxnSpPr>
            <a:cxnSpLocks/>
          </p:cNvCxnSpPr>
          <p:nvPr/>
        </p:nvCxnSpPr>
        <p:spPr>
          <a:xfrm>
            <a:off x="8937864" y="1900543"/>
            <a:ext cx="4331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1B3E3B0-AB5A-CF92-CC23-8C7CBAD860AE}"/>
              </a:ext>
            </a:extLst>
          </p:cNvPr>
          <p:cNvSpPr txBox="1"/>
          <p:nvPr/>
        </p:nvSpPr>
        <p:spPr>
          <a:xfrm>
            <a:off x="9339511" y="170158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95B5EE-30C6-9B4B-7845-A3047B9AE1E8}"/>
              </a:ext>
            </a:extLst>
          </p:cNvPr>
          <p:cNvSpPr txBox="1"/>
          <p:nvPr/>
        </p:nvSpPr>
        <p:spPr>
          <a:xfrm>
            <a:off x="5237086" y="23194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初始化前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A34A9D-4A7B-61E8-4909-53877382424E}"/>
              </a:ext>
            </a:extLst>
          </p:cNvPr>
          <p:cNvSpPr txBox="1"/>
          <p:nvPr/>
        </p:nvSpPr>
        <p:spPr>
          <a:xfrm>
            <a:off x="7722273" y="231996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初始化后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ADA3B4-2125-255C-4DCA-62A29A9E582F}"/>
              </a:ext>
            </a:extLst>
          </p:cNvPr>
          <p:cNvSpPr txBox="1"/>
          <p:nvPr/>
        </p:nvSpPr>
        <p:spPr>
          <a:xfrm>
            <a:off x="1090072" y="1070449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my_linklist</a:t>
            </a:r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E602600-0B28-C9B2-2C7C-7F1ABE7ECDD5}"/>
              </a:ext>
            </a:extLst>
          </p:cNvPr>
          <p:cNvCxnSpPr>
            <a:cxnSpLocks/>
          </p:cNvCxnSpPr>
          <p:nvPr/>
        </p:nvCxnSpPr>
        <p:spPr>
          <a:xfrm>
            <a:off x="1638860" y="1390265"/>
            <a:ext cx="0" cy="35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51DA473-3792-6BF2-7EB2-A3F9E01B7602}"/>
              </a:ext>
            </a:extLst>
          </p:cNvPr>
          <p:cNvSpPr txBox="1"/>
          <p:nvPr/>
        </p:nvSpPr>
        <p:spPr>
          <a:xfrm>
            <a:off x="1200278" y="17595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？？？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B8E8F9-56E2-90C0-5D2F-691F485F2382}"/>
              </a:ext>
            </a:extLst>
          </p:cNvPr>
          <p:cNvSpPr txBox="1"/>
          <p:nvPr/>
        </p:nvSpPr>
        <p:spPr>
          <a:xfrm>
            <a:off x="2531178" y="105331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my_linklist</a:t>
            </a:r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0BA052D-7A94-C76E-297D-D169FB7B350C}"/>
              </a:ext>
            </a:extLst>
          </p:cNvPr>
          <p:cNvCxnSpPr>
            <a:cxnSpLocks/>
          </p:cNvCxnSpPr>
          <p:nvPr/>
        </p:nvCxnSpPr>
        <p:spPr>
          <a:xfrm>
            <a:off x="3107332" y="1354330"/>
            <a:ext cx="0" cy="35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AA814C2-51E4-6588-3B78-D35EDFA1483A}"/>
              </a:ext>
            </a:extLst>
          </p:cNvPr>
          <p:cNvSpPr txBox="1"/>
          <p:nvPr/>
        </p:nvSpPr>
        <p:spPr>
          <a:xfrm>
            <a:off x="2746496" y="174246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402D8EB-4AB9-0EEB-7516-961DB4A2E315}"/>
              </a:ext>
            </a:extLst>
          </p:cNvPr>
          <p:cNvSpPr txBox="1"/>
          <p:nvPr/>
        </p:nvSpPr>
        <p:spPr>
          <a:xfrm>
            <a:off x="1136157" y="234142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初始化前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EBED8BB-254F-5DE3-9639-F5713B07962E}"/>
              </a:ext>
            </a:extLst>
          </p:cNvPr>
          <p:cNvSpPr txBox="1"/>
          <p:nvPr/>
        </p:nvSpPr>
        <p:spPr>
          <a:xfrm>
            <a:off x="1571846" y="2909600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）不带头节点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EA6875-86E7-F533-7914-5E281B33FE18}"/>
              </a:ext>
            </a:extLst>
          </p:cNvPr>
          <p:cNvSpPr txBox="1"/>
          <p:nvPr/>
        </p:nvSpPr>
        <p:spPr>
          <a:xfrm>
            <a:off x="6522816" y="2909600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）带头结点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435095-B1A5-00D0-3B80-7613E75FA72D}"/>
              </a:ext>
            </a:extLst>
          </p:cNvPr>
          <p:cNvSpPr txBox="1"/>
          <p:nvPr/>
        </p:nvSpPr>
        <p:spPr>
          <a:xfrm>
            <a:off x="2604630" y="234142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初始化后</a:t>
            </a:r>
          </a:p>
        </p:txBody>
      </p:sp>
    </p:spTree>
    <p:extLst>
      <p:ext uri="{BB962C8B-B14F-4D97-AF65-F5344CB8AC3E}">
        <p14:creationId xmlns:p14="http://schemas.microsoft.com/office/powerpoint/2010/main" val="3271667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160F-216C-ADA5-7BB4-A8A7C520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B754EC1-2C9B-08F8-542D-5C9CB18A08F1}"/>
              </a:ext>
            </a:extLst>
          </p:cNvPr>
          <p:cNvSpPr/>
          <p:nvPr/>
        </p:nvSpPr>
        <p:spPr>
          <a:xfrm>
            <a:off x="2333298" y="1252233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i-1</a:t>
            </a:r>
            <a:endParaRPr lang="zh-CN" altLang="en-US" baseline="-250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4153D5-10C0-01F4-1A3F-FB119F11467F}"/>
              </a:ext>
            </a:extLst>
          </p:cNvPr>
          <p:cNvSpPr/>
          <p:nvPr/>
        </p:nvSpPr>
        <p:spPr>
          <a:xfrm>
            <a:off x="2945900" y="1252233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CABAF9-BC8E-465C-A4A3-4C9944F2E784}"/>
              </a:ext>
            </a:extLst>
          </p:cNvPr>
          <p:cNvSpPr/>
          <p:nvPr/>
        </p:nvSpPr>
        <p:spPr>
          <a:xfrm>
            <a:off x="5954112" y="1252233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r>
              <a:rPr lang="en-US" altLang="zh-CN" baseline="-25000"/>
              <a:t>i</a:t>
            </a:r>
            <a:endParaRPr lang="zh-CN" altLang="en-US" baseline="-25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928AD9-A919-9943-8360-98CA3367F556}"/>
              </a:ext>
            </a:extLst>
          </p:cNvPr>
          <p:cNvSpPr/>
          <p:nvPr/>
        </p:nvSpPr>
        <p:spPr>
          <a:xfrm>
            <a:off x="6566714" y="1252233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DA0268-4323-FB2B-310C-59B0128759A3}"/>
              </a:ext>
            </a:extLst>
          </p:cNvPr>
          <p:cNvSpPr/>
          <p:nvPr/>
        </p:nvSpPr>
        <p:spPr>
          <a:xfrm>
            <a:off x="4143329" y="2246962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9314CA-B347-234C-F99B-672C30311636}"/>
              </a:ext>
            </a:extLst>
          </p:cNvPr>
          <p:cNvSpPr/>
          <p:nvPr/>
        </p:nvSpPr>
        <p:spPr>
          <a:xfrm>
            <a:off x="4755931" y="2246962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D532712-6504-68DD-222A-EC492DA2FF1C}"/>
              </a:ext>
            </a:extLst>
          </p:cNvPr>
          <p:cNvCxnSpPr>
            <a:endCxn id="7" idx="1"/>
          </p:cNvCxnSpPr>
          <p:nvPr/>
        </p:nvCxnSpPr>
        <p:spPr>
          <a:xfrm>
            <a:off x="3252201" y="1418897"/>
            <a:ext cx="2701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97BC21C-CA51-7C94-0790-D9926830A89E}"/>
              </a:ext>
            </a:extLst>
          </p:cNvPr>
          <p:cNvCxnSpPr>
            <a:cxnSpLocks/>
          </p:cNvCxnSpPr>
          <p:nvPr/>
        </p:nvCxnSpPr>
        <p:spPr>
          <a:xfrm>
            <a:off x="6850493" y="1418897"/>
            <a:ext cx="8250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E1CDB62-C8AF-32BC-B791-98B600B6871F}"/>
              </a:ext>
            </a:extLst>
          </p:cNvPr>
          <p:cNvSpPr txBox="1"/>
          <p:nvPr/>
        </p:nvSpPr>
        <p:spPr>
          <a:xfrm>
            <a:off x="7707086" y="123423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930D49-50FE-787D-0E8A-5D8E870B2B3A}"/>
              </a:ext>
            </a:extLst>
          </p:cNvPr>
          <p:cNvSpPr txBox="1"/>
          <p:nvPr/>
        </p:nvSpPr>
        <p:spPr>
          <a:xfrm>
            <a:off x="3154325" y="2680139"/>
            <a:ext cx="3105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</a:t>
            </a:r>
            <a:r>
              <a:rPr lang="zh-CN" altLang="en-US" sz="1400"/>
              <a:t>插入后作为新的</a:t>
            </a:r>
            <a:r>
              <a:rPr lang="en-US" altLang="zh-CN" sz="1400"/>
              <a:t>a</a:t>
            </a:r>
            <a:r>
              <a:rPr lang="en-US" altLang="zh-CN" sz="1400" baseline="-25000"/>
              <a:t>i</a:t>
            </a:r>
            <a:r>
              <a:rPr lang="zh-CN" altLang="en-US" sz="1400"/>
              <a:t>，原本的</a:t>
            </a:r>
            <a:r>
              <a:rPr lang="en-US" altLang="zh-CN" sz="1400"/>
              <a:t>a</a:t>
            </a:r>
            <a:r>
              <a:rPr lang="en-US" altLang="zh-CN" sz="1400" baseline="-25000"/>
              <a:t>i</a:t>
            </a:r>
            <a:r>
              <a:rPr lang="zh-CN" altLang="en-US" sz="1400"/>
              <a:t>变成</a:t>
            </a:r>
            <a:r>
              <a:rPr lang="en-US" altLang="zh-CN" sz="1400"/>
              <a:t>a</a:t>
            </a:r>
            <a:r>
              <a:rPr lang="en-US" altLang="zh-CN" sz="1400" baseline="-25000"/>
              <a:t>i+1</a:t>
            </a:r>
            <a:endParaRPr lang="zh-CN" altLang="en-US" sz="1400" baseline="-2500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29EB632-82B1-F7A1-B798-E3207EEEBAC0}"/>
              </a:ext>
            </a:extLst>
          </p:cNvPr>
          <p:cNvCxnSpPr/>
          <p:nvPr/>
        </p:nvCxnSpPr>
        <p:spPr>
          <a:xfrm>
            <a:off x="3252201" y="1418897"/>
            <a:ext cx="0" cy="99472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7A7F309-ABEF-DFDC-84CB-54DB8E2FF4C1}"/>
              </a:ext>
            </a:extLst>
          </p:cNvPr>
          <p:cNvCxnSpPr>
            <a:endCxn id="11" idx="1"/>
          </p:cNvCxnSpPr>
          <p:nvPr/>
        </p:nvCxnSpPr>
        <p:spPr>
          <a:xfrm>
            <a:off x="3252201" y="2413626"/>
            <a:ext cx="89112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B2057-41B6-0D04-4912-91DA6FEE5CA7}"/>
              </a:ext>
            </a:extLst>
          </p:cNvPr>
          <p:cNvCxnSpPr/>
          <p:nvPr/>
        </p:nvCxnSpPr>
        <p:spPr>
          <a:xfrm>
            <a:off x="5062232" y="2413626"/>
            <a:ext cx="119818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07B74B0-7547-BF62-4AF6-6E258418C2FD}"/>
              </a:ext>
            </a:extLst>
          </p:cNvPr>
          <p:cNvCxnSpPr>
            <a:endCxn id="7" idx="2"/>
          </p:cNvCxnSpPr>
          <p:nvPr/>
        </p:nvCxnSpPr>
        <p:spPr>
          <a:xfrm flipV="1">
            <a:off x="6260413" y="1585561"/>
            <a:ext cx="0" cy="82806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3D187AC-97FC-FC6C-5D95-98C4DF1B3402}"/>
              </a:ext>
            </a:extLst>
          </p:cNvPr>
          <p:cNvCxnSpPr>
            <a:cxnSpLocks/>
          </p:cNvCxnSpPr>
          <p:nvPr/>
        </p:nvCxnSpPr>
        <p:spPr>
          <a:xfrm>
            <a:off x="1914384" y="1418897"/>
            <a:ext cx="418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82F55053-C55C-61C4-6158-2C25D5B06002}"/>
              </a:ext>
            </a:extLst>
          </p:cNvPr>
          <p:cNvSpPr txBox="1"/>
          <p:nvPr/>
        </p:nvSpPr>
        <p:spPr>
          <a:xfrm>
            <a:off x="1567813" y="123423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AB0C346-04EE-FD19-85B5-D865B2413D32}"/>
              </a:ext>
            </a:extLst>
          </p:cNvPr>
          <p:cNvSpPr txBox="1"/>
          <p:nvPr/>
        </p:nvSpPr>
        <p:spPr>
          <a:xfrm>
            <a:off x="5691765" y="199288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①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71F95BD-A658-3423-1E4F-9FE489B6EDBF}"/>
              </a:ext>
            </a:extLst>
          </p:cNvPr>
          <p:cNvSpPr txBox="1"/>
          <p:nvPr/>
        </p:nvSpPr>
        <p:spPr>
          <a:xfrm>
            <a:off x="3490016" y="199288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72174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EB45-DE3B-C140-F08C-7B0768BC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BF5A881-14DE-5033-6751-51384A61EBB6}"/>
              </a:ext>
            </a:extLst>
          </p:cNvPr>
          <p:cNvSpPr/>
          <p:nvPr/>
        </p:nvSpPr>
        <p:spPr>
          <a:xfrm>
            <a:off x="2333298" y="1252233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 baseline="-250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CEF449-3F1D-31F0-E709-44671AAA4992}"/>
              </a:ext>
            </a:extLst>
          </p:cNvPr>
          <p:cNvSpPr/>
          <p:nvPr/>
        </p:nvSpPr>
        <p:spPr>
          <a:xfrm>
            <a:off x="2945900" y="1252233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97A96C-5E18-4CA4-9727-FBCD2BD29933}"/>
              </a:ext>
            </a:extLst>
          </p:cNvPr>
          <p:cNvSpPr/>
          <p:nvPr/>
        </p:nvSpPr>
        <p:spPr>
          <a:xfrm>
            <a:off x="4049656" y="1234231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 baseline="-250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5014B4-45BB-AF21-3678-17566980D888}"/>
              </a:ext>
            </a:extLst>
          </p:cNvPr>
          <p:cNvSpPr/>
          <p:nvPr/>
        </p:nvSpPr>
        <p:spPr>
          <a:xfrm>
            <a:off x="4662258" y="1234231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9CD4456-61E3-9971-66DA-852DA66185CC}"/>
              </a:ext>
            </a:extLst>
          </p:cNvPr>
          <p:cNvCxnSpPr>
            <a:cxnSpLocks/>
          </p:cNvCxnSpPr>
          <p:nvPr/>
        </p:nvCxnSpPr>
        <p:spPr>
          <a:xfrm>
            <a:off x="3252201" y="1418897"/>
            <a:ext cx="7974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21FBB89-E021-71E0-7566-81AC221BAB39}"/>
              </a:ext>
            </a:extLst>
          </p:cNvPr>
          <p:cNvCxnSpPr>
            <a:cxnSpLocks/>
          </p:cNvCxnSpPr>
          <p:nvPr/>
        </p:nvCxnSpPr>
        <p:spPr>
          <a:xfrm>
            <a:off x="4946037" y="1400895"/>
            <a:ext cx="8250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6007B1C-5C3F-066C-C671-B4CEC18A0E85}"/>
              </a:ext>
            </a:extLst>
          </p:cNvPr>
          <p:cNvCxnSpPr>
            <a:cxnSpLocks/>
          </p:cNvCxnSpPr>
          <p:nvPr/>
        </p:nvCxnSpPr>
        <p:spPr>
          <a:xfrm>
            <a:off x="1914384" y="1418897"/>
            <a:ext cx="418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1B7106D-98F4-40C2-20FC-713F3FC2D267}"/>
              </a:ext>
            </a:extLst>
          </p:cNvPr>
          <p:cNvSpPr txBox="1"/>
          <p:nvPr/>
        </p:nvSpPr>
        <p:spPr>
          <a:xfrm>
            <a:off x="1567813" y="123423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1828EC-D4A4-774B-3499-48E7EEF44627}"/>
              </a:ext>
            </a:extLst>
          </p:cNvPr>
          <p:cNvSpPr/>
          <p:nvPr/>
        </p:nvSpPr>
        <p:spPr>
          <a:xfrm>
            <a:off x="5771099" y="1234231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 baseline="-25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1CDF27-1462-48C4-0B78-74FDBFE08B88}"/>
              </a:ext>
            </a:extLst>
          </p:cNvPr>
          <p:cNvSpPr/>
          <p:nvPr/>
        </p:nvSpPr>
        <p:spPr>
          <a:xfrm>
            <a:off x="6383701" y="1234231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E3972A5-584D-17D8-57D0-5FA1CD4A6FE1}"/>
              </a:ext>
            </a:extLst>
          </p:cNvPr>
          <p:cNvCxnSpPr>
            <a:cxnSpLocks/>
          </p:cNvCxnSpPr>
          <p:nvPr/>
        </p:nvCxnSpPr>
        <p:spPr>
          <a:xfrm>
            <a:off x="6697511" y="1400895"/>
            <a:ext cx="653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4A6BADB-BECE-044B-B6DA-5899920D04DE}"/>
              </a:ext>
            </a:extLst>
          </p:cNvPr>
          <p:cNvSpPr txBox="1"/>
          <p:nvPr/>
        </p:nvSpPr>
        <p:spPr>
          <a:xfrm>
            <a:off x="7396280" y="12162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A31B00-2FC7-6D63-0E91-29BAA67892AF}"/>
              </a:ext>
            </a:extLst>
          </p:cNvPr>
          <p:cNvSpPr/>
          <p:nvPr/>
        </p:nvSpPr>
        <p:spPr>
          <a:xfrm>
            <a:off x="3098783" y="2274778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 baseline="-2500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48840E-E6DE-4E27-91EF-23F2658ABC54}"/>
              </a:ext>
            </a:extLst>
          </p:cNvPr>
          <p:cNvSpPr/>
          <p:nvPr/>
        </p:nvSpPr>
        <p:spPr>
          <a:xfrm>
            <a:off x="3711385" y="2274778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E0756B5-636E-736D-1D05-7B7D1DE7E0C5}"/>
              </a:ext>
            </a:extLst>
          </p:cNvPr>
          <p:cNvCxnSpPr>
            <a:cxnSpLocks/>
          </p:cNvCxnSpPr>
          <p:nvPr/>
        </p:nvCxnSpPr>
        <p:spPr>
          <a:xfrm>
            <a:off x="4017686" y="2441442"/>
            <a:ext cx="7974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0379F9A-82DE-C3CE-DBFE-B3539B7552FF}"/>
              </a:ext>
            </a:extLst>
          </p:cNvPr>
          <p:cNvCxnSpPr>
            <a:cxnSpLocks/>
          </p:cNvCxnSpPr>
          <p:nvPr/>
        </p:nvCxnSpPr>
        <p:spPr>
          <a:xfrm>
            <a:off x="2679869" y="2441442"/>
            <a:ext cx="418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949577A-2304-46B7-B56A-D08F029618A3}"/>
              </a:ext>
            </a:extLst>
          </p:cNvPr>
          <p:cNvSpPr txBox="1"/>
          <p:nvPr/>
        </p:nvSpPr>
        <p:spPr>
          <a:xfrm>
            <a:off x="2333298" y="225677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092169-D45B-8989-8536-2BA48308DF81}"/>
              </a:ext>
            </a:extLst>
          </p:cNvPr>
          <p:cNvSpPr/>
          <p:nvPr/>
        </p:nvSpPr>
        <p:spPr>
          <a:xfrm>
            <a:off x="4820564" y="2292780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 baseline="-250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7D9BE22-4C81-ABBB-A79E-FEF1356101D9}"/>
              </a:ext>
            </a:extLst>
          </p:cNvPr>
          <p:cNvSpPr/>
          <p:nvPr/>
        </p:nvSpPr>
        <p:spPr>
          <a:xfrm>
            <a:off x="5433166" y="2292780"/>
            <a:ext cx="612602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64F89EC-30C4-EEAB-6E77-817F72FFED83}"/>
              </a:ext>
            </a:extLst>
          </p:cNvPr>
          <p:cNvCxnSpPr>
            <a:cxnSpLocks/>
          </p:cNvCxnSpPr>
          <p:nvPr/>
        </p:nvCxnSpPr>
        <p:spPr>
          <a:xfrm>
            <a:off x="5746976" y="2459444"/>
            <a:ext cx="6537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02BBC6B-C5C0-24B8-5B75-42A8988673B3}"/>
              </a:ext>
            </a:extLst>
          </p:cNvPr>
          <p:cNvSpPr txBox="1"/>
          <p:nvPr/>
        </p:nvSpPr>
        <p:spPr>
          <a:xfrm>
            <a:off x="6445745" y="2274778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CECC0B6-703C-98BE-6C4C-A0D3ED5CB8A8}"/>
              </a:ext>
            </a:extLst>
          </p:cNvPr>
          <p:cNvSpPr txBox="1"/>
          <p:nvPr/>
        </p:nvSpPr>
        <p:spPr>
          <a:xfrm>
            <a:off x="4155190" y="171622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删除前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53BD8BC-FB6B-AEB7-BFB7-F19335259639}"/>
              </a:ext>
            </a:extLst>
          </p:cNvPr>
          <p:cNvSpPr txBox="1"/>
          <p:nvPr/>
        </p:nvSpPr>
        <p:spPr>
          <a:xfrm>
            <a:off x="3544217" y="3152078"/>
            <a:ext cx="218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删除后：节点</a:t>
            </a:r>
            <a:r>
              <a:rPr lang="en-US" altLang="zh-CN" sz="1600"/>
              <a:t>B</a:t>
            </a:r>
            <a:r>
              <a:rPr lang="zh-CN" altLang="en-US" sz="1600"/>
              <a:t>被释放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B6C5954-6927-9EBA-05AD-13E53D1E5E43}"/>
              </a:ext>
            </a:extLst>
          </p:cNvPr>
          <p:cNvCxnSpPr>
            <a:stCxn id="41" idx="0"/>
          </p:cNvCxnSpPr>
          <p:nvPr/>
        </p:nvCxnSpPr>
        <p:spPr>
          <a:xfrm flipH="1" flipV="1">
            <a:off x="4634419" y="2644110"/>
            <a:ext cx="1" cy="50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099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743AB-87AB-6EEC-8A33-46D7A228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17BC30-99B3-D67C-DF99-74F1A2987691}"/>
              </a:ext>
            </a:extLst>
          </p:cNvPr>
          <p:cNvSpPr/>
          <p:nvPr/>
        </p:nvSpPr>
        <p:spPr>
          <a:xfrm>
            <a:off x="2743200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C86DF0-8B56-6A15-1391-F31C81780C0B}"/>
              </a:ext>
            </a:extLst>
          </p:cNvPr>
          <p:cNvSpPr/>
          <p:nvPr/>
        </p:nvSpPr>
        <p:spPr>
          <a:xfrm>
            <a:off x="3378325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24037D-0F85-FC6B-7B57-5D50E133D9F9}"/>
              </a:ext>
            </a:extLst>
          </p:cNvPr>
          <p:cNvSpPr txBox="1"/>
          <p:nvPr/>
        </p:nvSpPr>
        <p:spPr>
          <a:xfrm>
            <a:off x="2896350" y="1887359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0017CA-60BC-D5D4-3D8D-64E35FFBB162}"/>
              </a:ext>
            </a:extLst>
          </p:cNvPr>
          <p:cNvSpPr/>
          <p:nvPr/>
        </p:nvSpPr>
        <p:spPr>
          <a:xfrm>
            <a:off x="2108075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C81B3F7-D82D-35D3-3D77-158BAEA279AC}"/>
              </a:ext>
            </a:extLst>
          </p:cNvPr>
          <p:cNvSpPr/>
          <p:nvPr/>
        </p:nvSpPr>
        <p:spPr>
          <a:xfrm>
            <a:off x="5283699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98959E-C43D-11E7-0E1B-1E3D76431B33}"/>
              </a:ext>
            </a:extLst>
          </p:cNvPr>
          <p:cNvSpPr/>
          <p:nvPr/>
        </p:nvSpPr>
        <p:spPr>
          <a:xfrm>
            <a:off x="5918824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1A90B12-EC28-DF2A-7BDA-A89B7FA06208}"/>
              </a:ext>
            </a:extLst>
          </p:cNvPr>
          <p:cNvSpPr txBox="1"/>
          <p:nvPr/>
        </p:nvSpPr>
        <p:spPr>
          <a:xfrm>
            <a:off x="5436849" y="1887359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5A35C3C-571D-5DEB-69A3-448C076B65E7}"/>
              </a:ext>
            </a:extLst>
          </p:cNvPr>
          <p:cNvSpPr/>
          <p:nvPr/>
        </p:nvSpPr>
        <p:spPr>
          <a:xfrm>
            <a:off x="4648574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12F6FF-419A-8536-7414-A97BE768AEC6}"/>
              </a:ext>
            </a:extLst>
          </p:cNvPr>
          <p:cNvSpPr/>
          <p:nvPr/>
        </p:nvSpPr>
        <p:spPr>
          <a:xfrm>
            <a:off x="7821006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F3FAF1D-FB78-899F-4D59-CEA2B481C2D7}"/>
              </a:ext>
            </a:extLst>
          </p:cNvPr>
          <p:cNvSpPr/>
          <p:nvPr/>
        </p:nvSpPr>
        <p:spPr>
          <a:xfrm>
            <a:off x="8456131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F514924-A3C2-E35A-FB85-0E635E2CA9DB}"/>
              </a:ext>
            </a:extLst>
          </p:cNvPr>
          <p:cNvSpPr txBox="1"/>
          <p:nvPr/>
        </p:nvSpPr>
        <p:spPr>
          <a:xfrm>
            <a:off x="7974156" y="1887359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n</a:t>
            </a:r>
            <a:endParaRPr lang="zh-CN" altLang="en-US" sz="14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322CD29-7694-CE67-C4DC-38BCCC2A283F}"/>
              </a:ext>
            </a:extLst>
          </p:cNvPr>
          <p:cNvSpPr/>
          <p:nvPr/>
        </p:nvSpPr>
        <p:spPr>
          <a:xfrm>
            <a:off x="7185881" y="149997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1</a:t>
            </a:r>
            <a:endParaRPr lang="zh-CN" altLang="en-US" sz="140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1A2EA7A-0FF6-6271-F29D-902EC2CAA654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639614" y="1666641"/>
            <a:ext cx="468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4E98519-7148-422B-A6B5-3BA14777CC19}"/>
              </a:ext>
            </a:extLst>
          </p:cNvPr>
          <p:cNvSpPr txBox="1"/>
          <p:nvPr/>
        </p:nvSpPr>
        <p:spPr>
          <a:xfrm>
            <a:off x="961216" y="1481975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EA2BC9D-2701-1CF2-EFA8-638CEDC4B8A6}"/>
              </a:ext>
            </a:extLst>
          </p:cNvPr>
          <p:cNvCxnSpPr>
            <a:cxnSpLocks/>
            <a:stCxn id="3" idx="3"/>
            <a:endCxn id="40" idx="1"/>
          </p:cNvCxnSpPr>
          <p:nvPr/>
        </p:nvCxnSpPr>
        <p:spPr>
          <a:xfrm>
            <a:off x="4013450" y="1666641"/>
            <a:ext cx="6351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86808AA-CCD6-9632-DEE0-3DBFDE3D572A}"/>
              </a:ext>
            </a:extLst>
          </p:cNvPr>
          <p:cNvCxnSpPr>
            <a:cxnSpLocks/>
            <a:stCxn id="36" idx="3"/>
            <a:endCxn id="48" idx="1"/>
          </p:cNvCxnSpPr>
          <p:nvPr/>
        </p:nvCxnSpPr>
        <p:spPr>
          <a:xfrm>
            <a:off x="6553949" y="1666641"/>
            <a:ext cx="631932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BA19BE9-F01D-CA2F-993F-C5E263D43A0C}"/>
              </a:ext>
            </a:extLst>
          </p:cNvPr>
          <p:cNvCxnSpPr>
            <a:stCxn id="44" idx="3"/>
          </p:cNvCxnSpPr>
          <p:nvPr/>
        </p:nvCxnSpPr>
        <p:spPr>
          <a:xfrm>
            <a:off x="9091256" y="1666641"/>
            <a:ext cx="5121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4835D3F4-B5AC-C202-8069-8D21567C6C3E}"/>
              </a:ext>
            </a:extLst>
          </p:cNvPr>
          <p:cNvSpPr txBox="1"/>
          <p:nvPr/>
        </p:nvSpPr>
        <p:spPr>
          <a:xfrm>
            <a:off x="9603452" y="149997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47DF84FF-1E03-F624-9521-7DD7F27B23FE}"/>
              </a:ext>
            </a:extLst>
          </p:cNvPr>
          <p:cNvCxnSpPr>
            <a:cxnSpLocks/>
            <a:stCxn id="48" idx="0"/>
          </p:cNvCxnSpPr>
          <p:nvPr/>
        </p:nvCxnSpPr>
        <p:spPr>
          <a:xfrm rot="16200000" flipV="1">
            <a:off x="6122180" y="118713"/>
            <a:ext cx="860346" cy="1902182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5DAFEFE-455F-A8BA-1E84-908C6A02E65A}"/>
              </a:ext>
            </a:extLst>
          </p:cNvPr>
          <p:cNvCxnSpPr>
            <a:endCxn id="34" idx="0"/>
          </p:cNvCxnSpPr>
          <p:nvPr/>
        </p:nvCxnSpPr>
        <p:spPr>
          <a:xfrm>
            <a:off x="5601261" y="639630"/>
            <a:ext cx="1" cy="860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2D4D9800-70ED-3831-53CC-E717A7D69343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84872" y="118713"/>
            <a:ext cx="860346" cy="1902182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DBA0EEA-2DC2-A49C-55EB-C7DF1DC7283C}"/>
              </a:ext>
            </a:extLst>
          </p:cNvPr>
          <p:cNvCxnSpPr/>
          <p:nvPr/>
        </p:nvCxnSpPr>
        <p:spPr>
          <a:xfrm>
            <a:off x="3063953" y="639630"/>
            <a:ext cx="1" cy="860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99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F0D4-01F8-D6A9-C9CB-1067894E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F9B404-37D1-6A69-E48E-E081BB5A9F46}"/>
              </a:ext>
            </a:extLst>
          </p:cNvPr>
          <p:cNvSpPr/>
          <p:nvPr/>
        </p:nvSpPr>
        <p:spPr>
          <a:xfrm>
            <a:off x="3207817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D4D784-5EDB-48D7-6C34-E0833179B104}"/>
              </a:ext>
            </a:extLst>
          </p:cNvPr>
          <p:cNvSpPr/>
          <p:nvPr/>
        </p:nvSpPr>
        <p:spPr>
          <a:xfrm>
            <a:off x="3842942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84D397-4649-9690-1269-DE1EDE7F8AC9}"/>
              </a:ext>
            </a:extLst>
          </p:cNvPr>
          <p:cNvSpPr txBox="1"/>
          <p:nvPr/>
        </p:nvSpPr>
        <p:spPr>
          <a:xfrm>
            <a:off x="3257170" y="4980256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1968C9-9AA5-3A2F-27A5-EB1B60795651}"/>
              </a:ext>
            </a:extLst>
          </p:cNvPr>
          <p:cNvSpPr/>
          <p:nvPr/>
        </p:nvSpPr>
        <p:spPr>
          <a:xfrm>
            <a:off x="2572692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9CF734-550A-FEC5-833A-B9955786E0D7}"/>
              </a:ext>
            </a:extLst>
          </p:cNvPr>
          <p:cNvSpPr/>
          <p:nvPr/>
        </p:nvSpPr>
        <p:spPr>
          <a:xfrm>
            <a:off x="5748316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980E19-8A15-F9EF-1066-8E0D163A2963}"/>
              </a:ext>
            </a:extLst>
          </p:cNvPr>
          <p:cNvSpPr/>
          <p:nvPr/>
        </p:nvSpPr>
        <p:spPr>
          <a:xfrm>
            <a:off x="6383441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7EC692-E5E0-2ABF-E11E-F51895BC5758}"/>
              </a:ext>
            </a:extLst>
          </p:cNvPr>
          <p:cNvSpPr txBox="1"/>
          <p:nvPr/>
        </p:nvSpPr>
        <p:spPr>
          <a:xfrm>
            <a:off x="5901466" y="4912298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49210C-6AFF-D45F-C234-E761FD1E16B2}"/>
              </a:ext>
            </a:extLst>
          </p:cNvPr>
          <p:cNvSpPr/>
          <p:nvPr/>
        </p:nvSpPr>
        <p:spPr>
          <a:xfrm>
            <a:off x="5113191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CE037F-FD76-22F8-51E4-9BE9F92E8943}"/>
              </a:ext>
            </a:extLst>
          </p:cNvPr>
          <p:cNvSpPr/>
          <p:nvPr/>
        </p:nvSpPr>
        <p:spPr>
          <a:xfrm>
            <a:off x="8285623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E8A833-80ED-05EE-2B4D-9B1D52619D19}"/>
              </a:ext>
            </a:extLst>
          </p:cNvPr>
          <p:cNvSpPr/>
          <p:nvPr/>
        </p:nvSpPr>
        <p:spPr>
          <a:xfrm>
            <a:off x="8920748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5807BC-5A19-D241-1529-E7DFEF95FEDF}"/>
              </a:ext>
            </a:extLst>
          </p:cNvPr>
          <p:cNvSpPr txBox="1"/>
          <p:nvPr/>
        </p:nvSpPr>
        <p:spPr>
          <a:xfrm>
            <a:off x="8438773" y="4912298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n</a:t>
            </a:r>
            <a:endParaRPr lang="zh-CN" altLang="en-US" sz="1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C38971-3EC9-C424-2D07-B97B4A812B10}"/>
              </a:ext>
            </a:extLst>
          </p:cNvPr>
          <p:cNvSpPr/>
          <p:nvPr/>
        </p:nvSpPr>
        <p:spPr>
          <a:xfrm>
            <a:off x="7650498" y="452491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  <a:r>
              <a:rPr lang="en-US" altLang="zh-CN" sz="1400"/>
              <a:t>1</a:t>
            </a:r>
            <a:endParaRPr lang="zh-CN" altLang="en-US" sz="140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FEEDDF5-8BB2-A316-0DD5-E3B41793E7CF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4478067" y="4691580"/>
            <a:ext cx="6351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346D42E-A4B9-48C4-D03B-0587499876F6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7018566" y="4691580"/>
            <a:ext cx="631932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42E84DDF-3B05-2C75-6301-68B75936B6C6}"/>
              </a:ext>
            </a:extLst>
          </p:cNvPr>
          <p:cNvCxnSpPr>
            <a:cxnSpLocks/>
            <a:stCxn id="9" idx="0"/>
          </p:cNvCxnSpPr>
          <p:nvPr/>
        </p:nvCxnSpPr>
        <p:spPr>
          <a:xfrm rot="16200000" flipV="1">
            <a:off x="4180582" y="3274744"/>
            <a:ext cx="599758" cy="1900586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C2A2F05-094D-35E1-85BD-55CA9EBE8E2C}"/>
              </a:ext>
            </a:extLst>
          </p:cNvPr>
          <p:cNvCxnSpPr>
            <a:cxnSpLocks/>
          </p:cNvCxnSpPr>
          <p:nvPr/>
        </p:nvCxnSpPr>
        <p:spPr>
          <a:xfrm>
            <a:off x="3528571" y="3925158"/>
            <a:ext cx="0" cy="59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B4A26D52-AD54-4FB0-76BC-813FD63DD3E8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6090007" y="2293616"/>
            <a:ext cx="583677" cy="5712932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03159244-C51F-8273-C1C9-38F279175B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717887" y="3281166"/>
            <a:ext cx="599758" cy="1900586"/>
          </a:xfrm>
          <a:prstGeom prst="bentConnector2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A79C87D-8E52-EEC4-5C3B-0C79F2B4F38C}"/>
              </a:ext>
            </a:extLst>
          </p:cNvPr>
          <p:cNvCxnSpPr>
            <a:cxnSpLocks/>
          </p:cNvCxnSpPr>
          <p:nvPr/>
        </p:nvCxnSpPr>
        <p:spPr>
          <a:xfrm>
            <a:off x="6067473" y="3931580"/>
            <a:ext cx="0" cy="59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A675D7F-7095-7E9E-2A8D-528E6D20C174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5258694" y="1180425"/>
            <a:ext cx="976052" cy="5712930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5E4B23E-6AE9-420E-830B-49BDEF651505}"/>
              </a:ext>
            </a:extLst>
          </p:cNvPr>
          <p:cNvCxnSpPr>
            <a:cxnSpLocks/>
          </p:cNvCxnSpPr>
          <p:nvPr/>
        </p:nvCxnSpPr>
        <p:spPr>
          <a:xfrm flipV="1">
            <a:off x="3525379" y="4858243"/>
            <a:ext cx="0" cy="583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5D3F36D-6ECF-0D90-7408-6DFB3D1556E6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603186" y="3548864"/>
            <a:ext cx="0" cy="976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77BA520-39D9-D036-B913-01D9DB880AF6}"/>
              </a:ext>
            </a:extLst>
          </p:cNvPr>
          <p:cNvSpPr txBox="1"/>
          <p:nvPr/>
        </p:nvSpPr>
        <p:spPr>
          <a:xfrm>
            <a:off x="5055054" y="5700843"/>
            <a:ext cx="1532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b</a:t>
            </a:r>
            <a:r>
              <a:rPr lang="zh-CN" altLang="en-US" sz="1600"/>
              <a:t>）循环双链表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D59E264-9269-38EB-C0C4-09E3F492C6D1}"/>
              </a:ext>
            </a:extLst>
          </p:cNvPr>
          <p:cNvSpPr/>
          <p:nvPr/>
        </p:nvSpPr>
        <p:spPr>
          <a:xfrm>
            <a:off x="3375061" y="183783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DB33D10-4802-CB5A-AA9E-FE873607FE36}"/>
              </a:ext>
            </a:extLst>
          </p:cNvPr>
          <p:cNvSpPr/>
          <p:nvPr/>
        </p:nvSpPr>
        <p:spPr>
          <a:xfrm>
            <a:off x="4010186" y="183783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E534590-9503-D8EA-3E90-8F5A8D81C230}"/>
              </a:ext>
            </a:extLst>
          </p:cNvPr>
          <p:cNvSpPr/>
          <p:nvPr/>
        </p:nvSpPr>
        <p:spPr>
          <a:xfrm>
            <a:off x="5277241" y="183783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0B692E0-7BD6-E70F-F192-F4402B339663}"/>
              </a:ext>
            </a:extLst>
          </p:cNvPr>
          <p:cNvSpPr/>
          <p:nvPr/>
        </p:nvSpPr>
        <p:spPr>
          <a:xfrm>
            <a:off x="5912366" y="1837837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F52B5F9-6CE9-0D59-D89D-69FEC02F377F}"/>
              </a:ext>
            </a:extLst>
          </p:cNvPr>
          <p:cNvSpPr/>
          <p:nvPr/>
        </p:nvSpPr>
        <p:spPr>
          <a:xfrm>
            <a:off x="7182616" y="1834563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数据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D7BFEE2-D5AE-1343-1EFF-AB2854F2E8E9}"/>
              </a:ext>
            </a:extLst>
          </p:cNvPr>
          <p:cNvSpPr/>
          <p:nvPr/>
        </p:nvSpPr>
        <p:spPr>
          <a:xfrm>
            <a:off x="7817741" y="1834563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指针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F6F0810-9193-1D33-0103-0F24065E0A0B}"/>
              </a:ext>
            </a:extLst>
          </p:cNvPr>
          <p:cNvSpPr txBox="1"/>
          <p:nvPr/>
        </p:nvSpPr>
        <p:spPr>
          <a:xfrm>
            <a:off x="3689432" y="2239681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8666E63-283E-5715-97B8-0DFB3BC5447D}"/>
              </a:ext>
            </a:extLst>
          </p:cNvPr>
          <p:cNvSpPr txBox="1"/>
          <p:nvPr/>
        </p:nvSpPr>
        <p:spPr>
          <a:xfrm>
            <a:off x="5591612" y="2239143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B4A8ADA-8093-F9E7-585D-D44E9E3AC508}"/>
              </a:ext>
            </a:extLst>
          </p:cNvPr>
          <p:cNvSpPr txBox="1"/>
          <p:nvPr/>
        </p:nvSpPr>
        <p:spPr>
          <a:xfrm>
            <a:off x="7500178" y="2242829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节点</a:t>
            </a:r>
            <a:r>
              <a:rPr lang="en-US" altLang="zh-CN" sz="1400"/>
              <a:t>n</a:t>
            </a:r>
            <a:endParaRPr lang="zh-CN" altLang="en-US" sz="1400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DA40B1C6-455C-FF4C-CF12-4C3376B9F0BB}"/>
              </a:ext>
            </a:extLst>
          </p:cNvPr>
          <p:cNvCxnSpPr>
            <a:cxnSpLocks/>
          </p:cNvCxnSpPr>
          <p:nvPr/>
        </p:nvCxnSpPr>
        <p:spPr>
          <a:xfrm>
            <a:off x="4645312" y="2004501"/>
            <a:ext cx="6351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CDE2D9D-5C93-3EF6-1F5F-926DA1F6073C}"/>
              </a:ext>
            </a:extLst>
          </p:cNvPr>
          <p:cNvCxnSpPr>
            <a:cxnSpLocks/>
          </p:cNvCxnSpPr>
          <p:nvPr/>
        </p:nvCxnSpPr>
        <p:spPr>
          <a:xfrm>
            <a:off x="6550687" y="2004501"/>
            <a:ext cx="63512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191E8704-EA2D-ADE6-0BA5-4A31C15452E2}"/>
              </a:ext>
            </a:extLst>
          </p:cNvPr>
          <p:cNvCxnSpPr>
            <a:stCxn id="60" idx="0"/>
          </p:cNvCxnSpPr>
          <p:nvPr/>
        </p:nvCxnSpPr>
        <p:spPr>
          <a:xfrm rot="16200000" flipV="1">
            <a:off x="5828959" y="-471782"/>
            <a:ext cx="487573" cy="412511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E47E8A2-8AE2-952C-2C3E-3FDC09C0005B}"/>
              </a:ext>
            </a:extLst>
          </p:cNvPr>
          <p:cNvCxnSpPr/>
          <p:nvPr/>
        </p:nvCxnSpPr>
        <p:spPr>
          <a:xfrm>
            <a:off x="4010186" y="1356876"/>
            <a:ext cx="0" cy="4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88218AE-1B7F-1B98-6AE4-633ED4A46D87}"/>
              </a:ext>
            </a:extLst>
          </p:cNvPr>
          <p:cNvSpPr txBox="1"/>
          <p:nvPr/>
        </p:nvSpPr>
        <p:spPr>
          <a:xfrm>
            <a:off x="5142284" y="2801702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</a:t>
            </a:r>
            <a:r>
              <a:rPr lang="zh-CN" altLang="en-US" sz="1600"/>
              <a:t>）循环单链表</a:t>
            </a:r>
          </a:p>
        </p:txBody>
      </p:sp>
    </p:spTree>
    <p:extLst>
      <p:ext uri="{BB962C8B-B14F-4D97-AF65-F5344CB8AC3E}">
        <p14:creationId xmlns:p14="http://schemas.microsoft.com/office/powerpoint/2010/main" val="107317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37BD-8B4E-590D-4C3D-B878E015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C9252B3-66BB-1621-1E47-4C0E442293ED}"/>
              </a:ext>
            </a:extLst>
          </p:cNvPr>
          <p:cNvSpPr/>
          <p:nvPr/>
        </p:nvSpPr>
        <p:spPr>
          <a:xfrm>
            <a:off x="3738387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C</a:t>
            </a:r>
            <a:endParaRPr lang="zh-CN" altLang="en-US" sz="1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D3421A-677A-B966-11B2-C3E2BC74B732}"/>
              </a:ext>
            </a:extLst>
          </p:cNvPr>
          <p:cNvSpPr/>
          <p:nvPr/>
        </p:nvSpPr>
        <p:spPr>
          <a:xfrm>
            <a:off x="3738386" y="3093294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482BCF-066D-835A-D2FB-885323754EA2}"/>
              </a:ext>
            </a:extLst>
          </p:cNvPr>
          <p:cNvSpPr/>
          <p:nvPr/>
        </p:nvSpPr>
        <p:spPr>
          <a:xfrm>
            <a:off x="4373511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</a:t>
            </a:r>
            <a:endParaRPr lang="zh-CN" altLang="en-US" sz="14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B61215-645D-A954-4CC1-84BD67170FFC}"/>
              </a:ext>
            </a:extLst>
          </p:cNvPr>
          <p:cNvSpPr/>
          <p:nvPr/>
        </p:nvSpPr>
        <p:spPr>
          <a:xfrm>
            <a:off x="5008636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A(</a:t>
            </a:r>
            <a:r>
              <a:rPr lang="zh-CN" altLang="en-US" sz="1400"/>
              <a:t>头</a:t>
            </a:r>
            <a:r>
              <a:rPr lang="en-US" altLang="zh-CN" sz="1400"/>
              <a:t>)</a:t>
            </a:r>
            <a:endParaRPr lang="zh-CN" altLang="en-US" sz="14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BC3A86-75E7-6A72-9831-0076B5B87A4E}"/>
              </a:ext>
            </a:extLst>
          </p:cNvPr>
          <p:cNvSpPr/>
          <p:nvPr/>
        </p:nvSpPr>
        <p:spPr>
          <a:xfrm>
            <a:off x="5643760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FCBD9F-4989-4EFD-ECAF-272EB08B53CD}"/>
              </a:ext>
            </a:extLst>
          </p:cNvPr>
          <p:cNvSpPr/>
          <p:nvPr/>
        </p:nvSpPr>
        <p:spPr>
          <a:xfrm>
            <a:off x="6278885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8BBB5A-8545-529B-2EA6-3194E3E39104}"/>
              </a:ext>
            </a:extLst>
          </p:cNvPr>
          <p:cNvSpPr/>
          <p:nvPr/>
        </p:nvSpPr>
        <p:spPr>
          <a:xfrm>
            <a:off x="6914009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190E36-B70A-4B01-2A3E-626334147476}"/>
              </a:ext>
            </a:extLst>
          </p:cNvPr>
          <p:cNvSpPr/>
          <p:nvPr/>
        </p:nvSpPr>
        <p:spPr>
          <a:xfrm>
            <a:off x="7549134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E</a:t>
            </a:r>
            <a:endParaRPr lang="zh-CN" altLang="en-US" sz="14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46379AE-FD56-05DD-01FB-8AB87D0C76E6}"/>
              </a:ext>
            </a:extLst>
          </p:cNvPr>
          <p:cNvSpPr/>
          <p:nvPr/>
        </p:nvSpPr>
        <p:spPr>
          <a:xfrm>
            <a:off x="8184258" y="2759966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56075AC-002F-A358-139B-B9BF54DC523C}"/>
              </a:ext>
            </a:extLst>
          </p:cNvPr>
          <p:cNvSpPr txBox="1"/>
          <p:nvPr/>
        </p:nvSpPr>
        <p:spPr>
          <a:xfrm>
            <a:off x="2777798" y="3482145"/>
            <a:ext cx="902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数组下标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CCF62E-3498-B34E-C9DA-8F0259B802DE}"/>
              </a:ext>
            </a:extLst>
          </p:cNvPr>
          <p:cNvSpPr txBox="1"/>
          <p:nvPr/>
        </p:nvSpPr>
        <p:spPr>
          <a:xfrm>
            <a:off x="3015086" y="2753403"/>
            <a:ext cx="54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6982D6D-D405-1934-C074-3DDBC17D13DF}"/>
              </a:ext>
            </a:extLst>
          </p:cNvPr>
          <p:cNvSpPr txBox="1"/>
          <p:nvPr/>
        </p:nvSpPr>
        <p:spPr>
          <a:xfrm>
            <a:off x="2142961" y="3106069"/>
            <a:ext cx="1636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下一个节点的下标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11C9905-6CF5-709E-52EE-094DBFAD0535}"/>
              </a:ext>
            </a:extLst>
          </p:cNvPr>
          <p:cNvSpPr txBox="1"/>
          <p:nvPr/>
        </p:nvSpPr>
        <p:spPr>
          <a:xfrm>
            <a:off x="3920563" y="3482145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450C01F-8356-460B-56B1-5D8C6AF84431}"/>
              </a:ext>
            </a:extLst>
          </p:cNvPr>
          <p:cNvSpPr txBox="1"/>
          <p:nvPr/>
        </p:nvSpPr>
        <p:spPr>
          <a:xfrm>
            <a:off x="4502749" y="3482144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FAC8C3C-6C37-9DE6-9862-8B1FD18F2ECA}"/>
              </a:ext>
            </a:extLst>
          </p:cNvPr>
          <p:cNvSpPr txBox="1"/>
          <p:nvPr/>
        </p:nvSpPr>
        <p:spPr>
          <a:xfrm>
            <a:off x="5175056" y="3482143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3638A25-C7AC-8788-8647-1DA436164CDF}"/>
              </a:ext>
            </a:extLst>
          </p:cNvPr>
          <p:cNvSpPr/>
          <p:nvPr/>
        </p:nvSpPr>
        <p:spPr>
          <a:xfrm>
            <a:off x="4373510" y="3093293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6</a:t>
            </a:r>
            <a:endParaRPr lang="zh-CN" altLang="en-US" sz="14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39B1F9-BE41-35FD-BC9E-A2CFD4B02590}"/>
              </a:ext>
            </a:extLst>
          </p:cNvPr>
          <p:cNvSpPr/>
          <p:nvPr/>
        </p:nvSpPr>
        <p:spPr>
          <a:xfrm>
            <a:off x="5008635" y="3093293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u="sng"/>
              <a:t>4</a:t>
            </a:r>
            <a:endParaRPr lang="zh-CN" altLang="en-US" sz="1400" u="sng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135FA09-7A50-67C1-3E3F-E922E551B06D}"/>
              </a:ext>
            </a:extLst>
          </p:cNvPr>
          <p:cNvSpPr/>
          <p:nvPr/>
        </p:nvSpPr>
        <p:spPr>
          <a:xfrm>
            <a:off x="5643759" y="3093292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5102F6D-D73B-5232-D707-91F75CCB8540}"/>
              </a:ext>
            </a:extLst>
          </p:cNvPr>
          <p:cNvSpPr/>
          <p:nvPr/>
        </p:nvSpPr>
        <p:spPr>
          <a:xfrm>
            <a:off x="6278884" y="3093293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0</a:t>
            </a:r>
            <a:endParaRPr lang="zh-CN" altLang="en-US" sz="140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140A95E-384C-324E-7A79-D7B5BDCFE771}"/>
              </a:ext>
            </a:extLst>
          </p:cNvPr>
          <p:cNvSpPr/>
          <p:nvPr/>
        </p:nvSpPr>
        <p:spPr>
          <a:xfrm>
            <a:off x="6914008" y="3093292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45AF260-04C6-2BEF-C053-25010BA3C1D7}"/>
              </a:ext>
            </a:extLst>
          </p:cNvPr>
          <p:cNvSpPr/>
          <p:nvPr/>
        </p:nvSpPr>
        <p:spPr>
          <a:xfrm>
            <a:off x="7549133" y="3093292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-1</a:t>
            </a:r>
            <a:endParaRPr lang="zh-CN" altLang="en-US" sz="140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51D4C39-E8C6-1F20-AA66-020000D0C0D7}"/>
              </a:ext>
            </a:extLst>
          </p:cNvPr>
          <p:cNvSpPr/>
          <p:nvPr/>
        </p:nvSpPr>
        <p:spPr>
          <a:xfrm>
            <a:off x="8184257" y="3093291"/>
            <a:ext cx="635125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D606A7C-881F-6144-3BBC-860B999F0E8F}"/>
              </a:ext>
            </a:extLst>
          </p:cNvPr>
          <p:cNvSpPr txBox="1"/>
          <p:nvPr/>
        </p:nvSpPr>
        <p:spPr>
          <a:xfrm>
            <a:off x="5803169" y="3482143"/>
            <a:ext cx="316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D02E1DE-7CC7-890A-9794-958E0673BEB2}"/>
              </a:ext>
            </a:extLst>
          </p:cNvPr>
          <p:cNvSpPr txBox="1"/>
          <p:nvPr/>
        </p:nvSpPr>
        <p:spPr>
          <a:xfrm>
            <a:off x="6429549" y="3482142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u="sng"/>
              <a:t>4</a:t>
            </a:r>
            <a:endParaRPr lang="zh-CN" altLang="en-US" sz="1400" u="sng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A5614B7-219E-0D35-A6A1-76737E0DC122}"/>
              </a:ext>
            </a:extLst>
          </p:cNvPr>
          <p:cNvSpPr txBox="1"/>
          <p:nvPr/>
        </p:nvSpPr>
        <p:spPr>
          <a:xfrm>
            <a:off x="7116274" y="3482142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D9A3775-2DD9-D598-3CAF-73D82A730071}"/>
              </a:ext>
            </a:extLst>
          </p:cNvPr>
          <p:cNvSpPr txBox="1"/>
          <p:nvPr/>
        </p:nvSpPr>
        <p:spPr>
          <a:xfrm>
            <a:off x="7761708" y="3491344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6</a:t>
            </a:r>
            <a:endParaRPr lang="zh-CN" altLang="en-US" sz="14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119D6F1-A0FC-4A60-A006-2E90066B9B97}"/>
              </a:ext>
            </a:extLst>
          </p:cNvPr>
          <p:cNvSpPr txBox="1"/>
          <p:nvPr/>
        </p:nvSpPr>
        <p:spPr>
          <a:xfrm>
            <a:off x="8378310" y="3482141"/>
            <a:ext cx="37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7</a:t>
            </a:r>
            <a:endParaRPr lang="zh-CN" altLang="en-US" sz="140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F74BD96-FF52-5838-AA46-D65A8177AD9C}"/>
              </a:ext>
            </a:extLst>
          </p:cNvPr>
          <p:cNvSpPr/>
          <p:nvPr/>
        </p:nvSpPr>
        <p:spPr>
          <a:xfrm>
            <a:off x="2333298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A</a:t>
            </a:r>
            <a:endParaRPr lang="zh-CN" altLang="en-US" sz="1400" baseline="-2500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9E11BEC-082C-C4F1-6C36-3C137CEAF553}"/>
              </a:ext>
            </a:extLst>
          </p:cNvPr>
          <p:cNvSpPr/>
          <p:nvPr/>
        </p:nvSpPr>
        <p:spPr>
          <a:xfrm>
            <a:off x="2819510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A6C347B-9FA0-4BD0-6BA5-256BA3EE2FAD}"/>
              </a:ext>
            </a:extLst>
          </p:cNvPr>
          <p:cNvCxnSpPr>
            <a:cxnSpLocks/>
          </p:cNvCxnSpPr>
          <p:nvPr/>
        </p:nvCxnSpPr>
        <p:spPr>
          <a:xfrm>
            <a:off x="3021107" y="1438147"/>
            <a:ext cx="68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AA5E6798-2852-FEAD-3944-DE7E8F1560B3}"/>
              </a:ext>
            </a:extLst>
          </p:cNvPr>
          <p:cNvCxnSpPr>
            <a:cxnSpLocks/>
          </p:cNvCxnSpPr>
          <p:nvPr/>
        </p:nvCxnSpPr>
        <p:spPr>
          <a:xfrm>
            <a:off x="2333298" y="924025"/>
            <a:ext cx="0" cy="328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7672B3A0-0799-E65F-D62D-4DAE1A10D0DA}"/>
              </a:ext>
            </a:extLst>
          </p:cNvPr>
          <p:cNvSpPr txBox="1"/>
          <p:nvPr/>
        </p:nvSpPr>
        <p:spPr>
          <a:xfrm>
            <a:off x="2048604" y="593803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head</a:t>
            </a:r>
            <a:endParaRPr lang="zh-CN" altLang="en-US" sz="140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8D94E8C-5101-10EA-2174-465D728ED53B}"/>
              </a:ext>
            </a:extLst>
          </p:cNvPr>
          <p:cNvSpPr/>
          <p:nvPr/>
        </p:nvSpPr>
        <p:spPr>
          <a:xfrm>
            <a:off x="3710539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B</a:t>
            </a:r>
            <a:endParaRPr lang="zh-CN" altLang="en-US" sz="1400" baseline="-2500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B72C238-7AA8-C963-821A-996FC82ABB54}"/>
              </a:ext>
            </a:extLst>
          </p:cNvPr>
          <p:cNvSpPr/>
          <p:nvPr/>
        </p:nvSpPr>
        <p:spPr>
          <a:xfrm>
            <a:off x="4196751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BD86F18-657A-C673-29E4-13BF83BF5829}"/>
              </a:ext>
            </a:extLst>
          </p:cNvPr>
          <p:cNvCxnSpPr>
            <a:cxnSpLocks/>
          </p:cNvCxnSpPr>
          <p:nvPr/>
        </p:nvCxnSpPr>
        <p:spPr>
          <a:xfrm>
            <a:off x="4398348" y="1438147"/>
            <a:ext cx="68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DF3295BC-EF42-D289-3A75-A6A6F27E9EE6}"/>
              </a:ext>
            </a:extLst>
          </p:cNvPr>
          <p:cNvSpPr/>
          <p:nvPr/>
        </p:nvSpPr>
        <p:spPr>
          <a:xfrm>
            <a:off x="5098159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C</a:t>
            </a:r>
            <a:endParaRPr lang="zh-CN" altLang="en-US" sz="1400" baseline="-2500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49581353-F0BB-3BFA-4867-EF786CE0535B}"/>
              </a:ext>
            </a:extLst>
          </p:cNvPr>
          <p:cNvSpPr/>
          <p:nvPr/>
        </p:nvSpPr>
        <p:spPr>
          <a:xfrm>
            <a:off x="5584371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C9CA708-E57D-B6B8-59B9-69622FBE9D18}"/>
              </a:ext>
            </a:extLst>
          </p:cNvPr>
          <p:cNvCxnSpPr>
            <a:cxnSpLocks/>
          </p:cNvCxnSpPr>
          <p:nvPr/>
        </p:nvCxnSpPr>
        <p:spPr>
          <a:xfrm>
            <a:off x="5785968" y="1438147"/>
            <a:ext cx="68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8410DBDA-91C8-CA16-8B12-59A461896E91}"/>
              </a:ext>
            </a:extLst>
          </p:cNvPr>
          <p:cNvSpPr/>
          <p:nvPr/>
        </p:nvSpPr>
        <p:spPr>
          <a:xfrm>
            <a:off x="6488118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D</a:t>
            </a:r>
            <a:endParaRPr lang="zh-CN" altLang="en-US" sz="1400" baseline="-2500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ED3B0DF-4CF2-F6CB-00DD-E4F76FDFCFAE}"/>
              </a:ext>
            </a:extLst>
          </p:cNvPr>
          <p:cNvSpPr/>
          <p:nvPr/>
        </p:nvSpPr>
        <p:spPr>
          <a:xfrm>
            <a:off x="6974330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34BF3E1F-683F-CC99-3756-5A6C6F21F241}"/>
              </a:ext>
            </a:extLst>
          </p:cNvPr>
          <p:cNvCxnSpPr>
            <a:cxnSpLocks/>
          </p:cNvCxnSpPr>
          <p:nvPr/>
        </p:nvCxnSpPr>
        <p:spPr>
          <a:xfrm>
            <a:off x="7175927" y="1438147"/>
            <a:ext cx="68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962673F6-62D4-77C0-D2ED-EBD5198A06F0}"/>
              </a:ext>
            </a:extLst>
          </p:cNvPr>
          <p:cNvSpPr/>
          <p:nvPr/>
        </p:nvSpPr>
        <p:spPr>
          <a:xfrm>
            <a:off x="7881225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E</a:t>
            </a:r>
            <a:endParaRPr lang="zh-CN" altLang="en-US" sz="1400" baseline="-2500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7786CEB-6AAE-93DA-F8DA-B2448BA4E4D0}"/>
              </a:ext>
            </a:extLst>
          </p:cNvPr>
          <p:cNvSpPr/>
          <p:nvPr/>
        </p:nvSpPr>
        <p:spPr>
          <a:xfrm>
            <a:off x="8367437" y="1252233"/>
            <a:ext cx="491153" cy="333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3D9D4291-C0A9-19F8-EA32-0DAE0A7DD5B9}"/>
              </a:ext>
            </a:extLst>
          </p:cNvPr>
          <p:cNvCxnSpPr>
            <a:cxnSpLocks/>
          </p:cNvCxnSpPr>
          <p:nvPr/>
        </p:nvCxnSpPr>
        <p:spPr>
          <a:xfrm>
            <a:off x="8569034" y="1438147"/>
            <a:ext cx="68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462EFB2-23C9-6145-EE42-1863C4AD28FB}"/>
              </a:ext>
            </a:extLst>
          </p:cNvPr>
          <p:cNvSpPr txBox="1"/>
          <p:nvPr/>
        </p:nvSpPr>
        <p:spPr>
          <a:xfrm>
            <a:off x="9258466" y="1277784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NULL</a:t>
            </a:r>
            <a:endParaRPr lang="zh-CN" altLang="en-US" sz="140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1E35329-A4E1-BABB-ECEE-0BED6B0CE985}"/>
              </a:ext>
            </a:extLst>
          </p:cNvPr>
          <p:cNvSpPr txBox="1"/>
          <p:nvPr/>
        </p:nvSpPr>
        <p:spPr>
          <a:xfrm>
            <a:off x="5134177" y="1745114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某 单 链 表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142D36F-240F-4376-BB28-AA4A1D8F44F9}"/>
              </a:ext>
            </a:extLst>
          </p:cNvPr>
          <p:cNvSpPr txBox="1"/>
          <p:nvPr/>
        </p:nvSpPr>
        <p:spPr>
          <a:xfrm>
            <a:off x="4502749" y="2324261"/>
            <a:ext cx="2255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head=2, current_size=5</a:t>
            </a:r>
            <a:endParaRPr lang="zh-CN" altLang="en-US" sz="160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D8CEFE3-6C0C-F710-54C3-E6A898E6B75A}"/>
              </a:ext>
            </a:extLst>
          </p:cNvPr>
          <p:cNvSpPr txBox="1"/>
          <p:nvPr/>
        </p:nvSpPr>
        <p:spPr>
          <a:xfrm>
            <a:off x="4975489" y="3881644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对应的静态链表</a:t>
            </a:r>
          </a:p>
        </p:txBody>
      </p:sp>
    </p:spTree>
    <p:extLst>
      <p:ext uri="{BB962C8B-B14F-4D97-AF65-F5344CB8AC3E}">
        <p14:creationId xmlns:p14="http://schemas.microsoft.com/office/powerpoint/2010/main" val="2246660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460</Words>
  <Application>Microsoft Office PowerPoint</Application>
  <PresentationFormat>宽屏</PresentationFormat>
  <Paragraphs>212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齐齐晨羽</dc:creator>
  <cp:lastModifiedBy>齐齐晨羽</cp:lastModifiedBy>
  <cp:revision>35</cp:revision>
  <dcterms:created xsi:type="dcterms:W3CDTF">2026-09-25T09:51:45Z</dcterms:created>
  <dcterms:modified xsi:type="dcterms:W3CDTF">2026-09-30T11:37:22Z</dcterms:modified>
</cp:coreProperties>
</file>