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47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B47FF-7EB1-4F91-B87B-E2336844DBB2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48EE5-59B1-4E4A-A878-56ABEF6FB8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98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48EE5-59B1-4E4A-A878-56ABEF6FB84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651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DD04F-BC9C-162E-8CCB-EE3DF90EF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1925D0-CA0B-08DA-E991-15550D48A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2849C1-B35F-A424-70A4-637ADDDE8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D8ABE7-CC43-7B8A-71F5-1684609BD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9E7CB8-1AD9-5C59-C24C-D18FFF1C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36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00DF8-F6BA-9ABB-C507-93482881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FA4623-1B3A-C3B7-9F94-665223679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69A1FE-7D8F-5531-EE61-B88EB52E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F9E17A-D9DF-B79C-822A-818FF7EA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ADE15A-FB17-5BDF-56A7-A0628F26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21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4878E-F81C-28C4-48BE-72CA16F12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8AE9EE-D176-3736-813A-BA1CBF1F6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57050-281A-03EA-24AD-529FF4B27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0CC9A-1C34-C46C-E0F4-BC0C4BAB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F82F02-6A53-CDD9-994D-5B8969D67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92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C1D00-B096-EE34-08D9-BC3270D0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420904-5B44-7C37-BE68-C6BEAEA2F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96600A-EF45-C4C0-222E-BDB36A5A3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D6A9B9-E606-265A-DDFC-444747B65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FC5644-A614-4D00-5EBA-0E9A27B4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A09787-6773-C328-C46D-DBB1DD68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183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4D15C-9AEC-154D-44A3-2BE4ADC5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33C876-B194-5C10-EDC7-C38B210C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D269B1-036E-67F9-275D-38B9781C1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906B567-C982-25A6-F1EA-658A2AE16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126121-AE85-E212-730E-ECE4EB69F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08C7EE-4664-E878-DADF-E5ACA589E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19E0B9-5879-5297-1758-88D08A87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CFA362-4A33-B7EB-79F9-C427A83D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63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A8AE00-0F6D-9D0D-3DC8-4D1CF26FE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5C638E-656F-B892-7E87-BEBE8FB3E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AAFE94-7EA2-575E-B2D6-6F3D0249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8B4D32-06B1-EF52-BFA4-94378C86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8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5C5642-F87A-C872-10B2-BFAC6DD8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65CCDC-19E9-EB6B-4CCF-F9518A059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5B2849-E41F-B5D9-93CD-1EDF7DB5E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064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61E2A-2561-FFFF-1F93-77208D8E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750080-7CA0-CEF6-10A5-0489713C2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B23706-621C-13DB-0951-F091622A5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E9EDD2-53CE-AA7C-344C-8B19B2C8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40C2FC-FAFB-F3D6-A99C-BFD25087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A3DF9E-51C6-FEDF-C8DB-2F5D42F1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53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0EB40-D1B9-57F9-DB47-1AC111975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A685C1-A8AE-CCE1-B6CE-1F01B7149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9FD84F-C9DE-7775-40BD-2FFF929B3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5242D8-E075-58EE-E7AE-8A60015F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36B1B9-8B27-BE78-6901-351C5C478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01715D-1BEE-09B0-E7BA-A6692F2D8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023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6DE17-5E11-42BE-09F3-EAE78E24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3106AB-8846-F9D4-A16B-2F90E816A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02117E-C329-E68E-CB8C-9F5EF4A19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8A4D58-F237-C03C-F765-BD2425C2B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B69F5F-DA63-F2DC-D8A5-18B779C0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575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EA2A96-1C78-D251-479D-23F6A36F5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93E31E-878C-E3DC-37CE-86DB15DD7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F541BC-55E2-8818-72FA-18793295A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1962AB-45DB-7EC1-583F-EA408B6C6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7042FE-5BA6-1553-E57B-90F4F350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83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E82CE72-315D-7836-5C00-AED33A1E2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4316DE-AB06-FE5B-AC37-76CA22256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66530D-40B9-C922-82B2-51BE1E96D3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1862F-9637-4C18-92E6-D94FE035F95B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AC280C-8F31-E08E-8EF0-37DBD14AC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48063-8813-D862-6E84-24F8E433B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05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D37BD-8B4E-590D-4C3D-B878E0159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F4FBB9C-47C9-17D2-6C22-6D8D9101211D}"/>
              </a:ext>
            </a:extLst>
          </p:cNvPr>
          <p:cNvCxnSpPr>
            <a:cxnSpLocks/>
          </p:cNvCxnSpPr>
          <p:nvPr/>
        </p:nvCxnSpPr>
        <p:spPr>
          <a:xfrm>
            <a:off x="1320283" y="611156"/>
            <a:ext cx="0" cy="20853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608BE71-5431-8A72-EA47-B1A7E2DEBB73}"/>
              </a:ext>
            </a:extLst>
          </p:cNvPr>
          <p:cNvCxnSpPr>
            <a:cxnSpLocks/>
          </p:cNvCxnSpPr>
          <p:nvPr/>
        </p:nvCxnSpPr>
        <p:spPr>
          <a:xfrm>
            <a:off x="2876940" y="611156"/>
            <a:ext cx="0" cy="20853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771C147-EA4A-3A27-468E-979E4BFA2D38}"/>
              </a:ext>
            </a:extLst>
          </p:cNvPr>
          <p:cNvCxnSpPr/>
          <p:nvPr/>
        </p:nvCxnSpPr>
        <p:spPr>
          <a:xfrm>
            <a:off x="1320283" y="2696548"/>
            <a:ext cx="15566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67E52404-9E73-50C4-DAF1-CF1C8D29FD41}"/>
              </a:ext>
            </a:extLst>
          </p:cNvPr>
          <p:cNvSpPr txBox="1"/>
          <p:nvPr/>
        </p:nvSpPr>
        <p:spPr>
          <a:xfrm>
            <a:off x="1698170" y="2194641"/>
            <a:ext cx="867741" cy="371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外 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546E1C-F90D-7744-D5D5-DFDE920C0757}"/>
              </a:ext>
            </a:extLst>
          </p:cNvPr>
          <p:cNvSpPr/>
          <p:nvPr/>
        </p:nvSpPr>
        <p:spPr>
          <a:xfrm>
            <a:off x="1320283" y="2244013"/>
            <a:ext cx="1556656" cy="371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外套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3ECC4A3-D244-A6FE-0D1E-31B728C9D231}"/>
              </a:ext>
            </a:extLst>
          </p:cNvPr>
          <p:cNvCxnSpPr>
            <a:cxnSpLocks/>
          </p:cNvCxnSpPr>
          <p:nvPr/>
        </p:nvCxnSpPr>
        <p:spPr>
          <a:xfrm flipV="1">
            <a:off x="2104055" y="1950099"/>
            <a:ext cx="0" cy="293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509512EB-D7C9-4533-85E1-FB9962810DE5}"/>
              </a:ext>
            </a:extLst>
          </p:cNvPr>
          <p:cNvSpPr/>
          <p:nvPr/>
        </p:nvSpPr>
        <p:spPr>
          <a:xfrm>
            <a:off x="1320283" y="1541319"/>
            <a:ext cx="1556656" cy="371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衬衣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DD1C822-3B40-63AE-5014-F2D5139D5DC4}"/>
              </a:ext>
            </a:extLst>
          </p:cNvPr>
          <p:cNvCxnSpPr>
            <a:cxnSpLocks/>
          </p:cNvCxnSpPr>
          <p:nvPr/>
        </p:nvCxnSpPr>
        <p:spPr>
          <a:xfrm flipV="1">
            <a:off x="2101722" y="1247405"/>
            <a:ext cx="0" cy="293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034442A5-DD4E-C55E-0587-14EDB269137A}"/>
              </a:ext>
            </a:extLst>
          </p:cNvPr>
          <p:cNvSpPr/>
          <p:nvPr/>
        </p:nvSpPr>
        <p:spPr>
          <a:xfrm>
            <a:off x="1320283" y="837457"/>
            <a:ext cx="1556656" cy="371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内衣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047E830-C7E5-2EF5-C279-F9ACF6F462DD}"/>
              </a:ext>
            </a:extLst>
          </p:cNvPr>
          <p:cNvSpPr txBox="1"/>
          <p:nvPr/>
        </p:nvSpPr>
        <p:spPr>
          <a:xfrm>
            <a:off x="1198364" y="281784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第一摞，上半身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570A5E1-01A5-652F-9886-D4EBAD56D336}"/>
              </a:ext>
            </a:extLst>
          </p:cNvPr>
          <p:cNvCxnSpPr>
            <a:cxnSpLocks/>
          </p:cNvCxnSpPr>
          <p:nvPr/>
        </p:nvCxnSpPr>
        <p:spPr>
          <a:xfrm>
            <a:off x="3786676" y="611156"/>
            <a:ext cx="0" cy="20853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896B135-B2D3-425F-5681-D20BDAB85AB6}"/>
              </a:ext>
            </a:extLst>
          </p:cNvPr>
          <p:cNvCxnSpPr>
            <a:cxnSpLocks/>
          </p:cNvCxnSpPr>
          <p:nvPr/>
        </p:nvCxnSpPr>
        <p:spPr>
          <a:xfrm>
            <a:off x="5343333" y="611156"/>
            <a:ext cx="0" cy="20853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F1B815B-CCD0-93F6-0A26-B981019AA0E6}"/>
              </a:ext>
            </a:extLst>
          </p:cNvPr>
          <p:cNvCxnSpPr/>
          <p:nvPr/>
        </p:nvCxnSpPr>
        <p:spPr>
          <a:xfrm>
            <a:off x="3786676" y="2696548"/>
            <a:ext cx="15566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DE179087-2E81-5735-0C47-C0525DF06889}"/>
              </a:ext>
            </a:extLst>
          </p:cNvPr>
          <p:cNvSpPr txBox="1"/>
          <p:nvPr/>
        </p:nvSpPr>
        <p:spPr>
          <a:xfrm>
            <a:off x="4164563" y="2194641"/>
            <a:ext cx="867741" cy="371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外 套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674B7E0-65F6-7B42-4DC1-5F08E7AB5527}"/>
              </a:ext>
            </a:extLst>
          </p:cNvPr>
          <p:cNvSpPr/>
          <p:nvPr/>
        </p:nvSpPr>
        <p:spPr>
          <a:xfrm>
            <a:off x="3786676" y="2244013"/>
            <a:ext cx="1556656" cy="371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外裤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F278421-C8EF-466B-8E3E-E1BB4B08A443}"/>
              </a:ext>
            </a:extLst>
          </p:cNvPr>
          <p:cNvCxnSpPr>
            <a:cxnSpLocks/>
          </p:cNvCxnSpPr>
          <p:nvPr/>
        </p:nvCxnSpPr>
        <p:spPr>
          <a:xfrm flipV="1">
            <a:off x="4570448" y="1950099"/>
            <a:ext cx="0" cy="293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88D94ECA-0A42-091A-09A1-71EB07BDA43C}"/>
              </a:ext>
            </a:extLst>
          </p:cNvPr>
          <p:cNvSpPr/>
          <p:nvPr/>
        </p:nvSpPr>
        <p:spPr>
          <a:xfrm>
            <a:off x="3786676" y="1541319"/>
            <a:ext cx="1556656" cy="371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秋裤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5E92C6D-9013-C0F6-8C4C-BAED2A0FE23C}"/>
              </a:ext>
            </a:extLst>
          </p:cNvPr>
          <p:cNvCxnSpPr>
            <a:cxnSpLocks/>
          </p:cNvCxnSpPr>
          <p:nvPr/>
        </p:nvCxnSpPr>
        <p:spPr>
          <a:xfrm flipV="1">
            <a:off x="4568115" y="1247405"/>
            <a:ext cx="0" cy="293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E8D6B820-B491-8DDE-66A6-4D1B5693B45E}"/>
              </a:ext>
            </a:extLst>
          </p:cNvPr>
          <p:cNvSpPr/>
          <p:nvPr/>
        </p:nvSpPr>
        <p:spPr>
          <a:xfrm>
            <a:off x="3786676" y="837457"/>
            <a:ext cx="1556656" cy="371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内裤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1C0E3C3-03CA-35D0-66CC-0A8A50741F26}"/>
              </a:ext>
            </a:extLst>
          </p:cNvPr>
          <p:cNvSpPr txBox="1"/>
          <p:nvPr/>
        </p:nvSpPr>
        <p:spPr>
          <a:xfrm>
            <a:off x="3698186" y="283574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第二摞，下半身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401EF57-19CC-666A-755F-0F6AC605712A}"/>
              </a:ext>
            </a:extLst>
          </p:cNvPr>
          <p:cNvSpPr txBox="1"/>
          <p:nvPr/>
        </p:nvSpPr>
        <p:spPr>
          <a:xfrm>
            <a:off x="2565911" y="340763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洗澡前脱衣服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EFED982E-7CA7-9098-40D5-83C3AAFA1ACB}"/>
              </a:ext>
            </a:extLst>
          </p:cNvPr>
          <p:cNvCxnSpPr>
            <a:cxnSpLocks/>
          </p:cNvCxnSpPr>
          <p:nvPr/>
        </p:nvCxnSpPr>
        <p:spPr>
          <a:xfrm>
            <a:off x="2108709" y="317241"/>
            <a:ext cx="0" cy="520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51F58D0-EAD0-01A6-A68C-32C9DC239565}"/>
              </a:ext>
            </a:extLst>
          </p:cNvPr>
          <p:cNvCxnSpPr>
            <a:cxnSpLocks/>
          </p:cNvCxnSpPr>
          <p:nvPr/>
        </p:nvCxnSpPr>
        <p:spPr>
          <a:xfrm>
            <a:off x="4565004" y="317241"/>
            <a:ext cx="0" cy="520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E1B47395-8063-200E-A6F5-3B9C62C8EE74}"/>
              </a:ext>
            </a:extLst>
          </p:cNvPr>
          <p:cNvCxnSpPr>
            <a:cxnSpLocks/>
          </p:cNvCxnSpPr>
          <p:nvPr/>
        </p:nvCxnSpPr>
        <p:spPr>
          <a:xfrm>
            <a:off x="6553998" y="611156"/>
            <a:ext cx="0" cy="20853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047C9760-1E90-7DD3-3E28-7DF2B054F733}"/>
              </a:ext>
            </a:extLst>
          </p:cNvPr>
          <p:cNvCxnSpPr>
            <a:cxnSpLocks/>
          </p:cNvCxnSpPr>
          <p:nvPr/>
        </p:nvCxnSpPr>
        <p:spPr>
          <a:xfrm>
            <a:off x="8110655" y="611156"/>
            <a:ext cx="0" cy="20853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C9E82AE5-0C8C-A4D8-9891-3ADAE7E022D0}"/>
              </a:ext>
            </a:extLst>
          </p:cNvPr>
          <p:cNvCxnSpPr/>
          <p:nvPr/>
        </p:nvCxnSpPr>
        <p:spPr>
          <a:xfrm>
            <a:off x="6553998" y="2696548"/>
            <a:ext cx="15566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69B3336F-7F49-9EFF-832A-8E8B6B0BE85A}"/>
              </a:ext>
            </a:extLst>
          </p:cNvPr>
          <p:cNvSpPr txBox="1"/>
          <p:nvPr/>
        </p:nvSpPr>
        <p:spPr>
          <a:xfrm>
            <a:off x="6931885" y="2194641"/>
            <a:ext cx="867741" cy="371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外 套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386E6E3-E257-DB27-71B3-35C1DB6B5323}"/>
              </a:ext>
            </a:extLst>
          </p:cNvPr>
          <p:cNvSpPr/>
          <p:nvPr/>
        </p:nvSpPr>
        <p:spPr>
          <a:xfrm>
            <a:off x="6553998" y="2244013"/>
            <a:ext cx="1556656" cy="371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外套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3F88F37-A879-B971-98DC-8732D2B99761}"/>
              </a:ext>
            </a:extLst>
          </p:cNvPr>
          <p:cNvSpPr/>
          <p:nvPr/>
        </p:nvSpPr>
        <p:spPr>
          <a:xfrm>
            <a:off x="6553998" y="1541319"/>
            <a:ext cx="1556656" cy="371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衬衣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E830285-1AEE-CD39-3C2F-33C4CF388CD7}"/>
              </a:ext>
            </a:extLst>
          </p:cNvPr>
          <p:cNvSpPr/>
          <p:nvPr/>
        </p:nvSpPr>
        <p:spPr>
          <a:xfrm>
            <a:off x="6553998" y="837457"/>
            <a:ext cx="1556656" cy="371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内衣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37A8A45-D25E-9FDB-48B4-F43DDA0AA749}"/>
              </a:ext>
            </a:extLst>
          </p:cNvPr>
          <p:cNvSpPr txBox="1"/>
          <p:nvPr/>
        </p:nvSpPr>
        <p:spPr>
          <a:xfrm>
            <a:off x="6432079" y="281784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第一摞，上半身</a:t>
            </a: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4D7C7281-772E-F3F2-5DB3-ED719CF33AAA}"/>
              </a:ext>
            </a:extLst>
          </p:cNvPr>
          <p:cNvCxnSpPr>
            <a:cxnSpLocks/>
          </p:cNvCxnSpPr>
          <p:nvPr/>
        </p:nvCxnSpPr>
        <p:spPr>
          <a:xfrm>
            <a:off x="9020391" y="611156"/>
            <a:ext cx="0" cy="20853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297809C8-0A2E-CBBB-8D1F-803090042E24}"/>
              </a:ext>
            </a:extLst>
          </p:cNvPr>
          <p:cNvCxnSpPr>
            <a:cxnSpLocks/>
          </p:cNvCxnSpPr>
          <p:nvPr/>
        </p:nvCxnSpPr>
        <p:spPr>
          <a:xfrm>
            <a:off x="10577048" y="611156"/>
            <a:ext cx="0" cy="20853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B2AAD471-8221-3CFF-7A62-E95D5176B061}"/>
              </a:ext>
            </a:extLst>
          </p:cNvPr>
          <p:cNvCxnSpPr/>
          <p:nvPr/>
        </p:nvCxnSpPr>
        <p:spPr>
          <a:xfrm>
            <a:off x="9020391" y="2696548"/>
            <a:ext cx="15566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A3C8F0A0-5FD6-1AAE-00DC-08A1B712F5FD}"/>
              </a:ext>
            </a:extLst>
          </p:cNvPr>
          <p:cNvSpPr txBox="1"/>
          <p:nvPr/>
        </p:nvSpPr>
        <p:spPr>
          <a:xfrm>
            <a:off x="9398278" y="2194641"/>
            <a:ext cx="867741" cy="371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外 套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A1D257D-3A43-B751-2998-8F63F7AD0398}"/>
              </a:ext>
            </a:extLst>
          </p:cNvPr>
          <p:cNvSpPr/>
          <p:nvPr/>
        </p:nvSpPr>
        <p:spPr>
          <a:xfrm>
            <a:off x="9020391" y="2244013"/>
            <a:ext cx="1556656" cy="371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外裤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2C16DA47-F4C2-3540-F803-97539DD988B5}"/>
              </a:ext>
            </a:extLst>
          </p:cNvPr>
          <p:cNvSpPr/>
          <p:nvPr/>
        </p:nvSpPr>
        <p:spPr>
          <a:xfrm>
            <a:off x="9020391" y="1541319"/>
            <a:ext cx="1556656" cy="371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秋裤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3F7AE6F-D494-12F7-383C-27BEDFA387B0}"/>
              </a:ext>
            </a:extLst>
          </p:cNvPr>
          <p:cNvSpPr/>
          <p:nvPr/>
        </p:nvSpPr>
        <p:spPr>
          <a:xfrm>
            <a:off x="9020391" y="837457"/>
            <a:ext cx="1556656" cy="371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内裤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106D250B-4DB8-8D8A-65DB-1724392ECE0C}"/>
              </a:ext>
            </a:extLst>
          </p:cNvPr>
          <p:cNvSpPr txBox="1"/>
          <p:nvPr/>
        </p:nvSpPr>
        <p:spPr>
          <a:xfrm>
            <a:off x="8931901" y="283574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第二摞，下半身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F7DBA973-2166-00A3-B5BD-43FBD8026387}"/>
              </a:ext>
            </a:extLst>
          </p:cNvPr>
          <p:cNvSpPr txBox="1"/>
          <p:nvPr/>
        </p:nvSpPr>
        <p:spPr>
          <a:xfrm>
            <a:off x="7799626" y="340763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洗澡后穿衣服</a:t>
            </a: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8BF9D872-07B8-75C5-7A8D-58C4BB3BC98E}"/>
              </a:ext>
            </a:extLst>
          </p:cNvPr>
          <p:cNvCxnSpPr>
            <a:stCxn id="62" idx="0"/>
            <a:endCxn id="65" idx="2"/>
          </p:cNvCxnSpPr>
          <p:nvPr/>
        </p:nvCxnSpPr>
        <p:spPr>
          <a:xfrm flipV="1">
            <a:off x="7332326" y="1912589"/>
            <a:ext cx="0" cy="33142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64804715-C562-7EE6-A3B4-EA57FD930E38}"/>
              </a:ext>
            </a:extLst>
          </p:cNvPr>
          <p:cNvCxnSpPr/>
          <p:nvPr/>
        </p:nvCxnSpPr>
        <p:spPr>
          <a:xfrm flipV="1">
            <a:off x="7329236" y="1208727"/>
            <a:ext cx="0" cy="33142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1BA08305-495F-DE45-7010-C46E99A66238}"/>
              </a:ext>
            </a:extLst>
          </p:cNvPr>
          <p:cNvCxnSpPr>
            <a:cxnSpLocks/>
          </p:cNvCxnSpPr>
          <p:nvPr/>
        </p:nvCxnSpPr>
        <p:spPr>
          <a:xfrm flipV="1">
            <a:off x="7329236" y="284584"/>
            <a:ext cx="0" cy="552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B398B25-BDCA-1793-925F-A4E7B69BCF08}"/>
              </a:ext>
            </a:extLst>
          </p:cNvPr>
          <p:cNvCxnSpPr>
            <a:cxnSpLocks/>
          </p:cNvCxnSpPr>
          <p:nvPr/>
        </p:nvCxnSpPr>
        <p:spPr>
          <a:xfrm flipV="1">
            <a:off x="9800293" y="284584"/>
            <a:ext cx="0" cy="552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44C791E9-2853-EBCD-2D59-EE57F138394C}"/>
              </a:ext>
            </a:extLst>
          </p:cNvPr>
          <p:cNvCxnSpPr/>
          <p:nvPr/>
        </p:nvCxnSpPr>
        <p:spPr>
          <a:xfrm flipV="1">
            <a:off x="9832950" y="1208727"/>
            <a:ext cx="0" cy="33142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AC9760E7-AFF4-CBE0-5A5C-3205D572C7C5}"/>
              </a:ext>
            </a:extLst>
          </p:cNvPr>
          <p:cNvCxnSpPr/>
          <p:nvPr/>
        </p:nvCxnSpPr>
        <p:spPr>
          <a:xfrm flipV="1">
            <a:off x="9836100" y="1912589"/>
            <a:ext cx="0" cy="33142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C26DBB9E-C932-E387-FD34-7BCEAFB33212}"/>
              </a:ext>
            </a:extLst>
          </p:cNvPr>
          <p:cNvSpPr txBox="1"/>
          <p:nvPr/>
        </p:nvSpPr>
        <p:spPr>
          <a:xfrm>
            <a:off x="2126186" y="1912589"/>
            <a:ext cx="354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①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07CBD6A8-2C01-61C7-175A-0C7AE6716199}"/>
              </a:ext>
            </a:extLst>
          </p:cNvPr>
          <p:cNvSpPr txBox="1"/>
          <p:nvPr/>
        </p:nvSpPr>
        <p:spPr>
          <a:xfrm>
            <a:off x="2151300" y="1202802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②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2ED69EFB-58EE-00C1-3573-405D3CDE9FFC}"/>
              </a:ext>
            </a:extLst>
          </p:cNvPr>
          <p:cNvSpPr txBox="1"/>
          <p:nvPr/>
        </p:nvSpPr>
        <p:spPr>
          <a:xfrm>
            <a:off x="2158581" y="460225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③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482EFA9B-651F-22CC-DED4-F53AF3D604C1}"/>
              </a:ext>
            </a:extLst>
          </p:cNvPr>
          <p:cNvSpPr txBox="1"/>
          <p:nvPr/>
        </p:nvSpPr>
        <p:spPr>
          <a:xfrm>
            <a:off x="4616016" y="1911447"/>
            <a:ext cx="354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①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24FAA949-CFF6-7647-4060-7F812281CA45}"/>
              </a:ext>
            </a:extLst>
          </p:cNvPr>
          <p:cNvSpPr txBox="1"/>
          <p:nvPr/>
        </p:nvSpPr>
        <p:spPr>
          <a:xfrm>
            <a:off x="4616016" y="1205162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②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50677CBF-55D2-8407-AF50-3029062C88A6}"/>
              </a:ext>
            </a:extLst>
          </p:cNvPr>
          <p:cNvSpPr txBox="1"/>
          <p:nvPr/>
        </p:nvSpPr>
        <p:spPr>
          <a:xfrm>
            <a:off x="4629637" y="45827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③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E07F66D9-6A31-E999-7E94-3C49E1679FC5}"/>
              </a:ext>
            </a:extLst>
          </p:cNvPr>
          <p:cNvSpPr txBox="1"/>
          <p:nvPr/>
        </p:nvSpPr>
        <p:spPr>
          <a:xfrm>
            <a:off x="7340899" y="465270"/>
            <a:ext cx="354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①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60E92908-6348-3FCF-ACE7-DDFE30462DCD}"/>
              </a:ext>
            </a:extLst>
          </p:cNvPr>
          <p:cNvSpPr txBox="1"/>
          <p:nvPr/>
        </p:nvSpPr>
        <p:spPr>
          <a:xfrm>
            <a:off x="9879224" y="441879"/>
            <a:ext cx="354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①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B0B4CA48-1885-FF53-EAD1-C3CB97D233BF}"/>
              </a:ext>
            </a:extLst>
          </p:cNvPr>
          <p:cNvSpPr txBox="1"/>
          <p:nvPr/>
        </p:nvSpPr>
        <p:spPr>
          <a:xfrm>
            <a:off x="7365755" y="120159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②</a:t>
            </a: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485621F-7E60-251A-92F9-6632D7177017}"/>
              </a:ext>
            </a:extLst>
          </p:cNvPr>
          <p:cNvSpPr txBox="1"/>
          <p:nvPr/>
        </p:nvSpPr>
        <p:spPr>
          <a:xfrm>
            <a:off x="9879224" y="11821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②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CD279259-AF27-D1CC-413D-1B1E9FAEEA8B}"/>
              </a:ext>
            </a:extLst>
          </p:cNvPr>
          <p:cNvSpPr txBox="1"/>
          <p:nvPr/>
        </p:nvSpPr>
        <p:spPr>
          <a:xfrm>
            <a:off x="7374813" y="192408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③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50C02116-79B2-2714-72D8-87A40CBD627C}"/>
              </a:ext>
            </a:extLst>
          </p:cNvPr>
          <p:cNvSpPr txBox="1"/>
          <p:nvPr/>
        </p:nvSpPr>
        <p:spPr>
          <a:xfrm>
            <a:off x="9896203" y="189140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2246660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4D775-BAE2-A621-19CB-05D8BBFA8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9A50C2D-36BF-1030-EFAC-1C773B90C858}"/>
              </a:ext>
            </a:extLst>
          </p:cNvPr>
          <p:cNvCxnSpPr>
            <a:cxnSpLocks/>
          </p:cNvCxnSpPr>
          <p:nvPr/>
        </p:nvCxnSpPr>
        <p:spPr>
          <a:xfrm>
            <a:off x="5009413" y="1180162"/>
            <a:ext cx="2" cy="21334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40C2C94-CD6E-EBA0-2E5D-49EC81A8D58D}"/>
              </a:ext>
            </a:extLst>
          </p:cNvPr>
          <p:cNvCxnSpPr>
            <a:cxnSpLocks/>
          </p:cNvCxnSpPr>
          <p:nvPr/>
        </p:nvCxnSpPr>
        <p:spPr>
          <a:xfrm>
            <a:off x="6566072" y="1180162"/>
            <a:ext cx="0" cy="21334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61CFBC2-52B1-7869-DE69-407E1F398EB0}"/>
              </a:ext>
            </a:extLst>
          </p:cNvPr>
          <p:cNvCxnSpPr/>
          <p:nvPr/>
        </p:nvCxnSpPr>
        <p:spPr>
          <a:xfrm>
            <a:off x="5009415" y="3313654"/>
            <a:ext cx="15566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220A527-A04C-6F9E-EAC6-B3F6237841DC}"/>
              </a:ext>
            </a:extLst>
          </p:cNvPr>
          <p:cNvCxnSpPr>
            <a:cxnSpLocks/>
          </p:cNvCxnSpPr>
          <p:nvPr/>
        </p:nvCxnSpPr>
        <p:spPr>
          <a:xfrm>
            <a:off x="4415884" y="3136532"/>
            <a:ext cx="3873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759234F-B0E4-35F2-1144-99C21FED1BCD}"/>
              </a:ext>
            </a:extLst>
          </p:cNvPr>
          <p:cNvSpPr txBox="1"/>
          <p:nvPr/>
        </p:nvSpPr>
        <p:spPr>
          <a:xfrm>
            <a:off x="4337705" y="279129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栈底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358F50B-7042-4829-2FD9-BECEDA4DBCAE}"/>
              </a:ext>
            </a:extLst>
          </p:cNvPr>
          <p:cNvCxnSpPr>
            <a:cxnSpLocks/>
          </p:cNvCxnSpPr>
          <p:nvPr/>
        </p:nvCxnSpPr>
        <p:spPr>
          <a:xfrm>
            <a:off x="4415884" y="1761929"/>
            <a:ext cx="3873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1DB06989-7CBC-E3C2-88CD-138A6ABB441C}"/>
              </a:ext>
            </a:extLst>
          </p:cNvPr>
          <p:cNvSpPr txBox="1"/>
          <p:nvPr/>
        </p:nvSpPr>
        <p:spPr>
          <a:xfrm>
            <a:off x="4337705" y="14166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栈顶</a:t>
            </a: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70D4497B-B4EC-2C30-44ED-BD6272ACB1CD}"/>
              </a:ext>
            </a:extLst>
          </p:cNvPr>
          <p:cNvSpPr/>
          <p:nvPr/>
        </p:nvSpPr>
        <p:spPr>
          <a:xfrm>
            <a:off x="6067472" y="725214"/>
            <a:ext cx="1031515" cy="810798"/>
          </a:xfrm>
          <a:custGeom>
            <a:avLst/>
            <a:gdLst>
              <a:gd name="csX0" fmla="*/ 0 w 1031515"/>
              <a:gd name="csY0" fmla="*/ 810798 h 810798"/>
              <a:gd name="csX1" fmla="*/ 49549 w 1031515"/>
              <a:gd name="csY1" fmla="*/ 490983 h 810798"/>
              <a:gd name="csX2" fmla="*/ 225222 w 1031515"/>
              <a:gd name="csY2" fmla="*/ 211708 h 810798"/>
              <a:gd name="csX3" fmla="*/ 644134 w 1031515"/>
              <a:gd name="csY3" fmla="*/ 36035 h 810798"/>
              <a:gd name="csX4" fmla="*/ 1031515 w 1031515"/>
              <a:gd name="csY4" fmla="*/ 0 h 8107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31515" h="810798">
                <a:moveTo>
                  <a:pt x="0" y="810798"/>
                </a:moveTo>
                <a:cubicBezTo>
                  <a:pt x="6006" y="700814"/>
                  <a:pt x="12012" y="590831"/>
                  <a:pt x="49549" y="490983"/>
                </a:cubicBezTo>
                <a:cubicBezTo>
                  <a:pt x="87086" y="391135"/>
                  <a:pt x="126125" y="287533"/>
                  <a:pt x="225222" y="211708"/>
                </a:cubicBezTo>
                <a:cubicBezTo>
                  <a:pt x="324319" y="135883"/>
                  <a:pt x="509752" y="71320"/>
                  <a:pt x="644134" y="36035"/>
                </a:cubicBezTo>
                <a:cubicBezTo>
                  <a:pt x="778516" y="750"/>
                  <a:pt x="956441" y="3754"/>
                  <a:pt x="1031515" y="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CD26296-48C7-524B-F4FD-D25396EA925C}"/>
              </a:ext>
            </a:extLst>
          </p:cNvPr>
          <p:cNvSpPr txBox="1"/>
          <p:nvPr/>
        </p:nvSpPr>
        <p:spPr>
          <a:xfrm>
            <a:off x="7098987" y="54949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出栈</a:t>
            </a:r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C963FF51-8B94-94E1-3C21-7A3396F5AFB7}"/>
              </a:ext>
            </a:extLst>
          </p:cNvPr>
          <p:cNvSpPr/>
          <p:nvPr/>
        </p:nvSpPr>
        <p:spPr>
          <a:xfrm>
            <a:off x="4178127" y="732561"/>
            <a:ext cx="1373587" cy="811764"/>
          </a:xfrm>
          <a:custGeom>
            <a:avLst/>
            <a:gdLst>
              <a:gd name="csX0" fmla="*/ 0 w 1373587"/>
              <a:gd name="csY0" fmla="*/ 0 h 811764"/>
              <a:gd name="csX1" fmla="*/ 340568 w 1373587"/>
              <a:gd name="csY1" fmla="*/ 13996 h 811764"/>
              <a:gd name="csX2" fmla="*/ 639147 w 1373587"/>
              <a:gd name="csY2" fmla="*/ 69980 h 811764"/>
              <a:gd name="csX3" fmla="*/ 989045 w 1373587"/>
              <a:gd name="csY3" fmla="*/ 205274 h 811764"/>
              <a:gd name="csX4" fmla="*/ 1278294 w 1373587"/>
              <a:gd name="csY4" fmla="*/ 475862 h 811764"/>
              <a:gd name="csX5" fmla="*/ 1357604 w 1373587"/>
              <a:gd name="csY5" fmla="*/ 648478 h 811764"/>
              <a:gd name="csX6" fmla="*/ 1371600 w 1373587"/>
              <a:gd name="csY6" fmla="*/ 811764 h 8117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3587" h="811764">
                <a:moveTo>
                  <a:pt x="0" y="0"/>
                </a:moveTo>
                <a:cubicBezTo>
                  <a:pt x="117022" y="1166"/>
                  <a:pt x="234044" y="2333"/>
                  <a:pt x="340568" y="13996"/>
                </a:cubicBezTo>
                <a:cubicBezTo>
                  <a:pt x="447092" y="25659"/>
                  <a:pt x="531068" y="38100"/>
                  <a:pt x="639147" y="69980"/>
                </a:cubicBezTo>
                <a:cubicBezTo>
                  <a:pt x="747227" y="101860"/>
                  <a:pt x="882521" y="137627"/>
                  <a:pt x="989045" y="205274"/>
                </a:cubicBezTo>
                <a:cubicBezTo>
                  <a:pt x="1095570" y="272921"/>
                  <a:pt x="1216868" y="401995"/>
                  <a:pt x="1278294" y="475862"/>
                </a:cubicBezTo>
                <a:cubicBezTo>
                  <a:pt x="1339720" y="549729"/>
                  <a:pt x="1342053" y="592494"/>
                  <a:pt x="1357604" y="648478"/>
                </a:cubicBezTo>
                <a:cubicBezTo>
                  <a:pt x="1373155" y="704462"/>
                  <a:pt x="1376265" y="750338"/>
                  <a:pt x="1371600" y="811764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18EA294-4932-BA96-BC50-84ACD7A214A0}"/>
              </a:ext>
            </a:extLst>
          </p:cNvPr>
          <p:cNvSpPr txBox="1"/>
          <p:nvPr/>
        </p:nvSpPr>
        <p:spPr>
          <a:xfrm>
            <a:off x="3583092" y="55593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入栈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1DCA737C-047F-EBFC-C462-D444EA79A548}"/>
              </a:ext>
            </a:extLst>
          </p:cNvPr>
          <p:cNvSpPr/>
          <p:nvPr/>
        </p:nvSpPr>
        <p:spPr>
          <a:xfrm>
            <a:off x="5009413" y="2959415"/>
            <a:ext cx="1556655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5B06D851-C21D-6E93-B8D4-A2F61AF909A5}"/>
              </a:ext>
            </a:extLst>
          </p:cNvPr>
          <p:cNvSpPr/>
          <p:nvPr/>
        </p:nvSpPr>
        <p:spPr>
          <a:xfrm>
            <a:off x="5009409" y="2605175"/>
            <a:ext cx="1556655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AABD07A4-1B0F-9D1E-4B91-40648B9867AD}"/>
              </a:ext>
            </a:extLst>
          </p:cNvPr>
          <p:cNvSpPr/>
          <p:nvPr/>
        </p:nvSpPr>
        <p:spPr>
          <a:xfrm>
            <a:off x="5009411" y="2259249"/>
            <a:ext cx="1556655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31EBBFD9-1FAE-0957-575B-18A67D456AC3}"/>
              </a:ext>
            </a:extLst>
          </p:cNvPr>
          <p:cNvSpPr/>
          <p:nvPr/>
        </p:nvSpPr>
        <p:spPr>
          <a:xfrm>
            <a:off x="5009407" y="1905009"/>
            <a:ext cx="1556655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1F85F60F-28D1-4BE7-604D-1CECBECB22EB}"/>
              </a:ext>
            </a:extLst>
          </p:cNvPr>
          <p:cNvSpPr/>
          <p:nvPr/>
        </p:nvSpPr>
        <p:spPr>
          <a:xfrm>
            <a:off x="5009397" y="1554926"/>
            <a:ext cx="1556655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</p:spTree>
    <p:extLst>
      <p:ext uri="{BB962C8B-B14F-4D97-AF65-F5344CB8AC3E}">
        <p14:creationId xmlns:p14="http://schemas.microsoft.com/office/powerpoint/2010/main" val="1085486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D044B-1A65-CAE6-5180-6C15C99B8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7BF8F27-1337-4CBD-D495-2E8E7D3D7A7F}"/>
              </a:ext>
            </a:extLst>
          </p:cNvPr>
          <p:cNvCxnSpPr>
            <a:cxnSpLocks/>
          </p:cNvCxnSpPr>
          <p:nvPr/>
        </p:nvCxnSpPr>
        <p:spPr>
          <a:xfrm>
            <a:off x="4030824" y="1903445"/>
            <a:ext cx="3415005" cy="279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7C7B161-E477-E36C-8DCC-887FB8FF9234}"/>
              </a:ext>
            </a:extLst>
          </p:cNvPr>
          <p:cNvCxnSpPr>
            <a:cxnSpLocks/>
          </p:cNvCxnSpPr>
          <p:nvPr/>
        </p:nvCxnSpPr>
        <p:spPr>
          <a:xfrm>
            <a:off x="4030824" y="2611016"/>
            <a:ext cx="3415005" cy="4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0DC91B0-58DD-EF2B-42B2-46195E1BCC37}"/>
              </a:ext>
            </a:extLst>
          </p:cNvPr>
          <p:cNvSpPr/>
          <p:nvPr/>
        </p:nvSpPr>
        <p:spPr>
          <a:xfrm>
            <a:off x="4572000" y="1922107"/>
            <a:ext cx="457200" cy="6888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BFCA1FD-49FD-1A6A-A86F-8ABE1238B3FE}"/>
              </a:ext>
            </a:extLst>
          </p:cNvPr>
          <p:cNvSpPr/>
          <p:nvPr/>
        </p:nvSpPr>
        <p:spPr>
          <a:xfrm>
            <a:off x="5029200" y="1922106"/>
            <a:ext cx="457200" cy="6888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88DB03C-BC3E-57C4-CD49-FE9C557067F9}"/>
              </a:ext>
            </a:extLst>
          </p:cNvPr>
          <p:cNvSpPr/>
          <p:nvPr/>
        </p:nvSpPr>
        <p:spPr>
          <a:xfrm>
            <a:off x="5486400" y="1926770"/>
            <a:ext cx="457200" cy="6888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6884479-7117-4106-F522-3312DEB9027B}"/>
              </a:ext>
            </a:extLst>
          </p:cNvPr>
          <p:cNvSpPr/>
          <p:nvPr/>
        </p:nvSpPr>
        <p:spPr>
          <a:xfrm>
            <a:off x="5943600" y="1931436"/>
            <a:ext cx="457200" cy="6888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FA6C0F2-B38C-AF46-FF8D-1161EED4F0C2}"/>
              </a:ext>
            </a:extLst>
          </p:cNvPr>
          <p:cNvSpPr/>
          <p:nvPr/>
        </p:nvSpPr>
        <p:spPr>
          <a:xfrm>
            <a:off x="6400800" y="1931435"/>
            <a:ext cx="457200" cy="6888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D466082A-6171-26FF-750D-229555D58843}"/>
              </a:ext>
            </a:extLst>
          </p:cNvPr>
          <p:cNvCxnSpPr>
            <a:cxnSpLocks/>
          </p:cNvCxnSpPr>
          <p:nvPr/>
        </p:nvCxnSpPr>
        <p:spPr>
          <a:xfrm flipV="1">
            <a:off x="4455368" y="2611003"/>
            <a:ext cx="0" cy="2674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324AAE4B-1B35-AC93-EF18-030736D2C76D}"/>
              </a:ext>
            </a:extLst>
          </p:cNvPr>
          <p:cNvCxnSpPr>
            <a:cxnSpLocks/>
          </p:cNvCxnSpPr>
          <p:nvPr/>
        </p:nvCxnSpPr>
        <p:spPr>
          <a:xfrm flipV="1">
            <a:off x="7001070" y="2611002"/>
            <a:ext cx="0" cy="267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526CAE2E-32D0-5D22-0F42-89DBD0556260}"/>
              </a:ext>
            </a:extLst>
          </p:cNvPr>
          <p:cNvSpPr txBox="1"/>
          <p:nvPr/>
        </p:nvSpPr>
        <p:spPr>
          <a:xfrm>
            <a:off x="4157850" y="294268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队首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3385B1C-8063-7899-18BD-15CB248E68FC}"/>
              </a:ext>
            </a:extLst>
          </p:cNvPr>
          <p:cNvSpPr txBox="1"/>
          <p:nvPr/>
        </p:nvSpPr>
        <p:spPr>
          <a:xfrm>
            <a:off x="6703552" y="294147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队尾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EF37D079-7D27-5261-E3E1-49DDD042CB7B}"/>
              </a:ext>
            </a:extLst>
          </p:cNvPr>
          <p:cNvCxnSpPr>
            <a:cxnSpLocks/>
          </p:cNvCxnSpPr>
          <p:nvPr/>
        </p:nvCxnSpPr>
        <p:spPr>
          <a:xfrm flipH="1" flipV="1">
            <a:off x="3531637" y="2266554"/>
            <a:ext cx="665584" cy="9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CAE0302A-D0EF-94A3-C470-78DA62D1A5C7}"/>
              </a:ext>
            </a:extLst>
          </p:cNvPr>
          <p:cNvCxnSpPr>
            <a:cxnSpLocks/>
          </p:cNvCxnSpPr>
          <p:nvPr/>
        </p:nvCxnSpPr>
        <p:spPr>
          <a:xfrm flipH="1" flipV="1">
            <a:off x="7113037" y="2275883"/>
            <a:ext cx="665584" cy="9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E220A953-CB27-F8DE-7CAF-F343DCF4D6C2}"/>
              </a:ext>
            </a:extLst>
          </p:cNvPr>
          <p:cNvSpPr txBox="1"/>
          <p:nvPr/>
        </p:nvSpPr>
        <p:spPr>
          <a:xfrm>
            <a:off x="7856374" y="211593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入队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968AF22-1C0D-7C10-5A36-FC4EBD720857}"/>
              </a:ext>
            </a:extLst>
          </p:cNvPr>
          <p:cNvSpPr txBox="1"/>
          <p:nvPr/>
        </p:nvSpPr>
        <p:spPr>
          <a:xfrm>
            <a:off x="2858849" y="209727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出队</a:t>
            </a:r>
          </a:p>
        </p:txBody>
      </p:sp>
    </p:spTree>
    <p:extLst>
      <p:ext uri="{BB962C8B-B14F-4D97-AF65-F5344CB8AC3E}">
        <p14:creationId xmlns:p14="http://schemas.microsoft.com/office/powerpoint/2010/main" val="1443489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0EBDE-F146-D951-B334-59AFECA7F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7C6DF0B6-B37E-1A54-66D2-9B9327894487}"/>
              </a:ext>
            </a:extLst>
          </p:cNvPr>
          <p:cNvSpPr/>
          <p:nvPr/>
        </p:nvSpPr>
        <p:spPr>
          <a:xfrm>
            <a:off x="3914820" y="2472936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 baseline="-2500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3D8C1F6-B85D-64FF-9265-C2D429C2B79A}"/>
              </a:ext>
            </a:extLst>
          </p:cNvPr>
          <p:cNvCxnSpPr>
            <a:cxnSpLocks/>
          </p:cNvCxnSpPr>
          <p:nvPr/>
        </p:nvCxnSpPr>
        <p:spPr>
          <a:xfrm>
            <a:off x="3914818" y="1315295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EE2E16C-7A30-9FFF-5E95-5F644F15F3E3}"/>
              </a:ext>
            </a:extLst>
          </p:cNvPr>
          <p:cNvCxnSpPr>
            <a:cxnSpLocks/>
          </p:cNvCxnSpPr>
          <p:nvPr/>
        </p:nvCxnSpPr>
        <p:spPr>
          <a:xfrm>
            <a:off x="4351283" y="1315295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7657F36-11FD-DE77-6584-813B5670591B}"/>
              </a:ext>
            </a:extLst>
          </p:cNvPr>
          <p:cNvCxnSpPr>
            <a:cxnSpLocks/>
          </p:cNvCxnSpPr>
          <p:nvPr/>
        </p:nvCxnSpPr>
        <p:spPr>
          <a:xfrm>
            <a:off x="3914820" y="2827175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623234A-CAFB-AA3D-CEA1-D7B8340252F8}"/>
              </a:ext>
            </a:extLst>
          </p:cNvPr>
          <p:cNvCxnSpPr>
            <a:cxnSpLocks/>
          </p:cNvCxnSpPr>
          <p:nvPr/>
        </p:nvCxnSpPr>
        <p:spPr>
          <a:xfrm>
            <a:off x="2486162" y="1315295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D0D1EF9-1402-7AA9-3D03-29B9FC7E4D2C}"/>
              </a:ext>
            </a:extLst>
          </p:cNvPr>
          <p:cNvCxnSpPr>
            <a:cxnSpLocks/>
          </p:cNvCxnSpPr>
          <p:nvPr/>
        </p:nvCxnSpPr>
        <p:spPr>
          <a:xfrm>
            <a:off x="2922627" y="1315295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BFD18B0-0400-6C9B-A610-3F8B23FD0CA7}"/>
              </a:ext>
            </a:extLst>
          </p:cNvPr>
          <p:cNvCxnSpPr>
            <a:cxnSpLocks/>
          </p:cNvCxnSpPr>
          <p:nvPr/>
        </p:nvCxnSpPr>
        <p:spPr>
          <a:xfrm>
            <a:off x="2486164" y="2827175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B491BA7-0B65-7FC7-624E-2AD8FA804816}"/>
              </a:ext>
            </a:extLst>
          </p:cNvPr>
          <p:cNvSpPr/>
          <p:nvPr/>
        </p:nvSpPr>
        <p:spPr>
          <a:xfrm>
            <a:off x="5343476" y="2472936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 baseline="-2500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FB0F4C1-D8B6-CCA3-8470-2755E8C81D1E}"/>
              </a:ext>
            </a:extLst>
          </p:cNvPr>
          <p:cNvCxnSpPr>
            <a:cxnSpLocks/>
          </p:cNvCxnSpPr>
          <p:nvPr/>
        </p:nvCxnSpPr>
        <p:spPr>
          <a:xfrm>
            <a:off x="5343474" y="1315295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4502E2E-0BB2-BBD1-55EC-C7CA9DAA5F2C}"/>
              </a:ext>
            </a:extLst>
          </p:cNvPr>
          <p:cNvCxnSpPr>
            <a:cxnSpLocks/>
          </p:cNvCxnSpPr>
          <p:nvPr/>
        </p:nvCxnSpPr>
        <p:spPr>
          <a:xfrm>
            <a:off x="5779939" y="1315295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C7C6E53-B9B5-D661-E754-D9E4DBCB8D62}"/>
              </a:ext>
            </a:extLst>
          </p:cNvPr>
          <p:cNvCxnSpPr>
            <a:cxnSpLocks/>
          </p:cNvCxnSpPr>
          <p:nvPr/>
        </p:nvCxnSpPr>
        <p:spPr>
          <a:xfrm>
            <a:off x="5343476" y="2827175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0E66F99-E71D-E6CA-27B1-DE2796BC9316}"/>
              </a:ext>
            </a:extLst>
          </p:cNvPr>
          <p:cNvSpPr/>
          <p:nvPr/>
        </p:nvSpPr>
        <p:spPr>
          <a:xfrm>
            <a:off x="5343476" y="2118697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 baseline="-25000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D343197-BB7B-6655-2809-A0E3E4585BB9}"/>
              </a:ext>
            </a:extLst>
          </p:cNvPr>
          <p:cNvSpPr/>
          <p:nvPr/>
        </p:nvSpPr>
        <p:spPr>
          <a:xfrm>
            <a:off x="5343474" y="1764457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63367AF-FA73-2896-9D74-F760764E5539}"/>
              </a:ext>
            </a:extLst>
          </p:cNvPr>
          <p:cNvSpPr/>
          <p:nvPr/>
        </p:nvSpPr>
        <p:spPr>
          <a:xfrm>
            <a:off x="6815675" y="2472936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 baseline="-2500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8F5B0F1-70F9-B0A8-E92F-02F239AE1843}"/>
              </a:ext>
            </a:extLst>
          </p:cNvPr>
          <p:cNvCxnSpPr>
            <a:cxnSpLocks/>
          </p:cNvCxnSpPr>
          <p:nvPr/>
        </p:nvCxnSpPr>
        <p:spPr>
          <a:xfrm>
            <a:off x="6815673" y="1315295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D1AF697-F5FD-141C-A506-797C7B877C2C}"/>
              </a:ext>
            </a:extLst>
          </p:cNvPr>
          <p:cNvCxnSpPr>
            <a:cxnSpLocks/>
          </p:cNvCxnSpPr>
          <p:nvPr/>
        </p:nvCxnSpPr>
        <p:spPr>
          <a:xfrm>
            <a:off x="7252138" y="1315295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963B152-7234-7EF7-990E-4D15F6DF0128}"/>
              </a:ext>
            </a:extLst>
          </p:cNvPr>
          <p:cNvCxnSpPr>
            <a:cxnSpLocks/>
          </p:cNvCxnSpPr>
          <p:nvPr/>
        </p:nvCxnSpPr>
        <p:spPr>
          <a:xfrm>
            <a:off x="6815675" y="2827175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03552EE-80E8-C30B-4074-3699021BFDA9}"/>
              </a:ext>
            </a:extLst>
          </p:cNvPr>
          <p:cNvSpPr/>
          <p:nvPr/>
        </p:nvSpPr>
        <p:spPr>
          <a:xfrm>
            <a:off x="6815675" y="2118697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 baseline="-2500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C33BAC5-3A1B-AF94-F128-852ADFD4CC06}"/>
              </a:ext>
            </a:extLst>
          </p:cNvPr>
          <p:cNvSpPr/>
          <p:nvPr/>
        </p:nvSpPr>
        <p:spPr>
          <a:xfrm>
            <a:off x="8287872" y="2472936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 baseline="-25000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9E22E04-827F-4FDE-9608-CBFA21806A5B}"/>
              </a:ext>
            </a:extLst>
          </p:cNvPr>
          <p:cNvCxnSpPr>
            <a:cxnSpLocks/>
          </p:cNvCxnSpPr>
          <p:nvPr/>
        </p:nvCxnSpPr>
        <p:spPr>
          <a:xfrm>
            <a:off x="8287870" y="1315295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756D4F4-7D37-52D8-0D61-A8698A033377}"/>
              </a:ext>
            </a:extLst>
          </p:cNvPr>
          <p:cNvCxnSpPr>
            <a:cxnSpLocks/>
          </p:cNvCxnSpPr>
          <p:nvPr/>
        </p:nvCxnSpPr>
        <p:spPr>
          <a:xfrm>
            <a:off x="8724335" y="1315295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E01AB4-0899-0DBC-991F-D165F7258B1F}"/>
              </a:ext>
            </a:extLst>
          </p:cNvPr>
          <p:cNvCxnSpPr>
            <a:cxnSpLocks/>
          </p:cNvCxnSpPr>
          <p:nvPr/>
        </p:nvCxnSpPr>
        <p:spPr>
          <a:xfrm>
            <a:off x="8287872" y="2827175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D4C4B45-5483-15EC-A5D8-514C1D347A57}"/>
              </a:ext>
            </a:extLst>
          </p:cNvPr>
          <p:cNvSpPr/>
          <p:nvPr/>
        </p:nvSpPr>
        <p:spPr>
          <a:xfrm>
            <a:off x="8287872" y="2118697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 baseline="-25000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8017415-C68D-3B36-7B0F-51E0BD37C3B3}"/>
              </a:ext>
            </a:extLst>
          </p:cNvPr>
          <p:cNvSpPr/>
          <p:nvPr/>
        </p:nvSpPr>
        <p:spPr>
          <a:xfrm>
            <a:off x="8287870" y="1764456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 baseline="-25000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54A22CE-8C96-EDB7-2BAE-C9F564D877C9}"/>
              </a:ext>
            </a:extLst>
          </p:cNvPr>
          <p:cNvSpPr/>
          <p:nvPr/>
        </p:nvSpPr>
        <p:spPr>
          <a:xfrm>
            <a:off x="8287868" y="1417779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 baseline="-25000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68D8572-77CB-3BA7-5408-3C6097728358}"/>
              </a:ext>
            </a:extLst>
          </p:cNvPr>
          <p:cNvCxnSpPr/>
          <p:nvPr/>
        </p:nvCxnSpPr>
        <p:spPr>
          <a:xfrm>
            <a:off x="1857848" y="3004861"/>
            <a:ext cx="4819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D6436986-119C-F0E1-8047-3A5AC62A3670}"/>
              </a:ext>
            </a:extLst>
          </p:cNvPr>
          <p:cNvSpPr txBox="1"/>
          <p:nvPr/>
        </p:nvSpPr>
        <p:spPr>
          <a:xfrm>
            <a:off x="1138852" y="2603593"/>
            <a:ext cx="12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空栈</a:t>
            </a:r>
            <a:r>
              <a:rPr lang="en-US" altLang="zh-CN" sz="1400"/>
              <a:t>, top=-1</a:t>
            </a:r>
            <a:endParaRPr lang="zh-CN" altLang="en-US" sz="140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44A55B2-38F3-ACEA-78D5-4C69A92ECE5A}"/>
              </a:ext>
            </a:extLst>
          </p:cNvPr>
          <p:cNvCxnSpPr/>
          <p:nvPr/>
        </p:nvCxnSpPr>
        <p:spPr>
          <a:xfrm>
            <a:off x="3294012" y="2685744"/>
            <a:ext cx="4819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0354C151-712C-6D39-5FD0-0A19820A704B}"/>
              </a:ext>
            </a:extLst>
          </p:cNvPr>
          <p:cNvSpPr txBox="1"/>
          <p:nvPr/>
        </p:nvSpPr>
        <p:spPr>
          <a:xfrm>
            <a:off x="3203818" y="2342278"/>
            <a:ext cx="66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top=0</a:t>
            </a:r>
            <a:endParaRPr lang="zh-CN" altLang="en-US" sz="140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B706907-5C43-28BA-4B81-3DFE7393A91E}"/>
              </a:ext>
            </a:extLst>
          </p:cNvPr>
          <p:cNvCxnSpPr/>
          <p:nvPr/>
        </p:nvCxnSpPr>
        <p:spPr>
          <a:xfrm>
            <a:off x="4748552" y="1950771"/>
            <a:ext cx="4819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DC4961DD-845B-3371-F159-4355230001C5}"/>
              </a:ext>
            </a:extLst>
          </p:cNvPr>
          <p:cNvSpPr txBox="1"/>
          <p:nvPr/>
        </p:nvSpPr>
        <p:spPr>
          <a:xfrm>
            <a:off x="4658358" y="1607305"/>
            <a:ext cx="66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top=2</a:t>
            </a:r>
            <a:endParaRPr lang="zh-CN" altLang="en-US" sz="1400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B99D03A3-5CB2-BF3F-2C4D-05BC9E82D0C6}"/>
              </a:ext>
            </a:extLst>
          </p:cNvPr>
          <p:cNvCxnSpPr/>
          <p:nvPr/>
        </p:nvCxnSpPr>
        <p:spPr>
          <a:xfrm>
            <a:off x="6243506" y="2308272"/>
            <a:ext cx="4819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F6492576-F119-2800-6953-64CD4F54FA69}"/>
              </a:ext>
            </a:extLst>
          </p:cNvPr>
          <p:cNvSpPr txBox="1"/>
          <p:nvPr/>
        </p:nvSpPr>
        <p:spPr>
          <a:xfrm>
            <a:off x="6153312" y="1964806"/>
            <a:ext cx="66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top=1</a:t>
            </a:r>
            <a:endParaRPr lang="zh-CN" altLang="en-US" sz="1400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A70B814-0952-8864-DA63-3D13F58492FF}"/>
              </a:ext>
            </a:extLst>
          </p:cNvPr>
          <p:cNvCxnSpPr/>
          <p:nvPr/>
        </p:nvCxnSpPr>
        <p:spPr>
          <a:xfrm>
            <a:off x="7715699" y="1575564"/>
            <a:ext cx="4819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71DFDD48-7034-5C91-1CA5-1CFE01481822}"/>
              </a:ext>
            </a:extLst>
          </p:cNvPr>
          <p:cNvSpPr txBox="1"/>
          <p:nvPr/>
        </p:nvSpPr>
        <p:spPr>
          <a:xfrm>
            <a:off x="7625505" y="1232098"/>
            <a:ext cx="66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top=3</a:t>
            </a:r>
            <a:endParaRPr lang="zh-CN" altLang="en-US" sz="14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65D55B7-9B95-1CEE-BFBD-842C2A95003D}"/>
              </a:ext>
            </a:extLst>
          </p:cNvPr>
          <p:cNvSpPr txBox="1"/>
          <p:nvPr/>
        </p:nvSpPr>
        <p:spPr>
          <a:xfrm>
            <a:off x="3775986" y="2911370"/>
            <a:ext cx="724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</a:t>
            </a:r>
            <a:r>
              <a:rPr lang="zh-CN" altLang="en-US" sz="1600"/>
              <a:t>入栈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E97B0BE-E4F0-253A-6CFC-B741560A1CCD}"/>
              </a:ext>
            </a:extLst>
          </p:cNvPr>
          <p:cNvSpPr txBox="1"/>
          <p:nvPr/>
        </p:nvSpPr>
        <p:spPr>
          <a:xfrm>
            <a:off x="4835384" y="2906708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B</a:t>
            </a:r>
            <a:r>
              <a:rPr lang="zh-CN" altLang="en-US" sz="1600"/>
              <a:t>、</a:t>
            </a:r>
            <a:r>
              <a:rPr lang="en-US" altLang="zh-CN" sz="1600"/>
              <a:t>C</a:t>
            </a:r>
            <a:r>
              <a:rPr lang="zh-CN" altLang="en-US" sz="1600"/>
              <a:t>依次入栈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9C64709-808E-0B5D-BEB5-243490E59AE8}"/>
              </a:ext>
            </a:extLst>
          </p:cNvPr>
          <p:cNvSpPr txBox="1"/>
          <p:nvPr/>
        </p:nvSpPr>
        <p:spPr>
          <a:xfrm>
            <a:off x="6673070" y="2906708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C</a:t>
            </a:r>
            <a:r>
              <a:rPr lang="zh-CN" altLang="en-US" sz="1600"/>
              <a:t>出栈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BF1F063-4474-8DBB-ACDF-E13172F08005}"/>
              </a:ext>
            </a:extLst>
          </p:cNvPr>
          <p:cNvSpPr txBox="1"/>
          <p:nvPr/>
        </p:nvSpPr>
        <p:spPr>
          <a:xfrm>
            <a:off x="7779786" y="2906708"/>
            <a:ext cx="1454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D</a:t>
            </a:r>
            <a:r>
              <a:rPr lang="zh-CN" altLang="en-US" sz="1600"/>
              <a:t>、</a:t>
            </a:r>
            <a:r>
              <a:rPr lang="en-US" altLang="zh-CN" sz="1600"/>
              <a:t>E</a:t>
            </a:r>
            <a:r>
              <a:rPr lang="zh-CN" altLang="en-US" sz="1600"/>
              <a:t>依次入栈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E59A565-2EB1-53E0-7886-7F426977FF63}"/>
              </a:ext>
            </a:extLst>
          </p:cNvPr>
          <p:cNvSpPr txBox="1"/>
          <p:nvPr/>
        </p:nvSpPr>
        <p:spPr>
          <a:xfrm>
            <a:off x="2486162" y="338276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r>
              <a:rPr lang="zh-CN" altLang="en-US"/>
              <a:t>）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BD5B542-47F6-EF03-2AF4-DA02C2A639FE}"/>
              </a:ext>
            </a:extLst>
          </p:cNvPr>
          <p:cNvSpPr txBox="1"/>
          <p:nvPr/>
        </p:nvSpPr>
        <p:spPr>
          <a:xfrm>
            <a:off x="3947812" y="3382798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</a:t>
            </a:r>
            <a:r>
              <a:rPr lang="zh-CN" altLang="en-US"/>
              <a:t>）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672F9E9-B421-AD9D-3F83-47590DE0AED2}"/>
              </a:ext>
            </a:extLst>
          </p:cNvPr>
          <p:cNvSpPr txBox="1"/>
          <p:nvPr/>
        </p:nvSpPr>
        <p:spPr>
          <a:xfrm>
            <a:off x="5378293" y="3382798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</a:t>
            </a:r>
            <a:r>
              <a:rPr lang="zh-CN" altLang="en-US"/>
              <a:t>）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43D8B92-24D0-7600-1690-F24ED23646DF}"/>
              </a:ext>
            </a:extLst>
          </p:cNvPr>
          <p:cNvSpPr txBox="1"/>
          <p:nvPr/>
        </p:nvSpPr>
        <p:spPr>
          <a:xfrm>
            <a:off x="6846194" y="3382798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</a:t>
            </a:r>
            <a:r>
              <a:rPr lang="zh-CN" altLang="en-US"/>
              <a:t>）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20E89A4-2E6E-FBAD-BA20-3F17C3AE2868}"/>
              </a:ext>
            </a:extLst>
          </p:cNvPr>
          <p:cNvSpPr txBox="1"/>
          <p:nvPr/>
        </p:nvSpPr>
        <p:spPr>
          <a:xfrm>
            <a:off x="8342949" y="3382766"/>
            <a:ext cx="534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</a:t>
            </a:r>
            <a:r>
              <a:rPr lang="zh-CN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29591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6BD48-32A0-A9CC-FF06-71BBF7C40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1B74DA09-843E-9E9B-925F-7928A24D4876}"/>
              </a:ext>
            </a:extLst>
          </p:cNvPr>
          <p:cNvCxnSpPr>
            <a:cxnSpLocks/>
          </p:cNvCxnSpPr>
          <p:nvPr/>
        </p:nvCxnSpPr>
        <p:spPr>
          <a:xfrm>
            <a:off x="4306989" y="25675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D63260A-0B88-A838-F483-AE14FC99F574}"/>
              </a:ext>
            </a:extLst>
          </p:cNvPr>
          <p:cNvCxnSpPr>
            <a:cxnSpLocks/>
          </p:cNvCxnSpPr>
          <p:nvPr/>
        </p:nvCxnSpPr>
        <p:spPr>
          <a:xfrm>
            <a:off x="4743454" y="25675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B78C5E5-005E-77B0-EC23-3EF8CFC8EB7F}"/>
              </a:ext>
            </a:extLst>
          </p:cNvPr>
          <p:cNvCxnSpPr>
            <a:cxnSpLocks/>
          </p:cNvCxnSpPr>
          <p:nvPr/>
        </p:nvCxnSpPr>
        <p:spPr>
          <a:xfrm>
            <a:off x="4306991" y="176863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88E8299-3B2A-FE7F-35AC-C48F5DF193BA}"/>
              </a:ext>
            </a:extLst>
          </p:cNvPr>
          <p:cNvSpPr/>
          <p:nvPr/>
        </p:nvSpPr>
        <p:spPr>
          <a:xfrm>
            <a:off x="4306985" y="1416605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6105488-63AD-23F4-0400-2B49A9909E41}"/>
              </a:ext>
            </a:extLst>
          </p:cNvPr>
          <p:cNvSpPr/>
          <p:nvPr/>
        </p:nvSpPr>
        <p:spPr>
          <a:xfrm>
            <a:off x="4306988" y="1060155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0FE01B5-3270-B693-D103-EC8A14CBC555}"/>
              </a:ext>
            </a:extLst>
          </p:cNvPr>
          <p:cNvSpPr/>
          <p:nvPr/>
        </p:nvSpPr>
        <p:spPr>
          <a:xfrm>
            <a:off x="4306988" y="705915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DB36B0-FB0D-5672-C782-237EA2398D3A}"/>
              </a:ext>
            </a:extLst>
          </p:cNvPr>
          <p:cNvSpPr txBox="1"/>
          <p:nvPr/>
        </p:nvSpPr>
        <p:spPr>
          <a:xfrm>
            <a:off x="4220170" y="2193523"/>
            <a:ext cx="20711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b) </a:t>
            </a:r>
            <a:r>
              <a:rPr lang="zh-CN" altLang="en-US" sz="1400"/>
              <a:t>用户依次访问网页</a:t>
            </a:r>
            <a:r>
              <a:rPr lang="en-US" altLang="zh-CN" sz="1400"/>
              <a:t>123</a:t>
            </a:r>
            <a:r>
              <a:rPr lang="zh-CN" altLang="en-US" sz="1400"/>
              <a:t>，将</a:t>
            </a:r>
            <a:r>
              <a:rPr lang="en-US" altLang="zh-CN" sz="1400"/>
              <a:t>012</a:t>
            </a:r>
            <a:r>
              <a:rPr lang="zh-CN" altLang="en-US" sz="1400"/>
              <a:t>压入</a:t>
            </a:r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FFE810A-A62D-8511-C07E-99FFD55D0980}"/>
              </a:ext>
            </a:extLst>
          </p:cNvPr>
          <p:cNvCxnSpPr>
            <a:cxnSpLocks/>
          </p:cNvCxnSpPr>
          <p:nvPr/>
        </p:nvCxnSpPr>
        <p:spPr>
          <a:xfrm>
            <a:off x="1391585" y="25675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6A7E8EE-71E3-E702-A4E5-B79834791B13}"/>
              </a:ext>
            </a:extLst>
          </p:cNvPr>
          <p:cNvCxnSpPr>
            <a:cxnSpLocks/>
          </p:cNvCxnSpPr>
          <p:nvPr/>
        </p:nvCxnSpPr>
        <p:spPr>
          <a:xfrm>
            <a:off x="1828050" y="25675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D612C96-9369-DB96-C76A-54715F7C6789}"/>
              </a:ext>
            </a:extLst>
          </p:cNvPr>
          <p:cNvCxnSpPr>
            <a:cxnSpLocks/>
          </p:cNvCxnSpPr>
          <p:nvPr/>
        </p:nvCxnSpPr>
        <p:spPr>
          <a:xfrm>
            <a:off x="1391587" y="176863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5443FB3C-0EC0-A4EA-0BC8-6B8FF402DDAA}"/>
              </a:ext>
            </a:extLst>
          </p:cNvPr>
          <p:cNvSpPr txBox="1"/>
          <p:nvPr/>
        </p:nvSpPr>
        <p:spPr>
          <a:xfrm>
            <a:off x="1112595" y="1842313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F034173-19FC-F9C0-FA9B-3A5FB4F823A0}"/>
              </a:ext>
            </a:extLst>
          </p:cNvPr>
          <p:cNvCxnSpPr>
            <a:cxnSpLocks/>
          </p:cNvCxnSpPr>
          <p:nvPr/>
        </p:nvCxnSpPr>
        <p:spPr>
          <a:xfrm>
            <a:off x="2566277" y="25675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F5C2773-DF12-9B3D-B80D-016421C69789}"/>
              </a:ext>
            </a:extLst>
          </p:cNvPr>
          <p:cNvCxnSpPr>
            <a:cxnSpLocks/>
          </p:cNvCxnSpPr>
          <p:nvPr/>
        </p:nvCxnSpPr>
        <p:spPr>
          <a:xfrm>
            <a:off x="3002742" y="25675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4463694-161E-485F-E1F9-7936DED507F7}"/>
              </a:ext>
            </a:extLst>
          </p:cNvPr>
          <p:cNvCxnSpPr>
            <a:cxnSpLocks/>
          </p:cNvCxnSpPr>
          <p:nvPr/>
        </p:nvCxnSpPr>
        <p:spPr>
          <a:xfrm>
            <a:off x="2566279" y="176863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B7DC1B80-7EBF-1E47-D185-1485EC916358}"/>
              </a:ext>
            </a:extLst>
          </p:cNvPr>
          <p:cNvSpPr txBox="1"/>
          <p:nvPr/>
        </p:nvSpPr>
        <p:spPr>
          <a:xfrm>
            <a:off x="2210711" y="1839284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forward_stack</a:t>
            </a:r>
            <a:endParaRPr lang="zh-CN" altLang="en-US" sz="14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9CD437A-A766-DED2-5BDA-B984CDEF92AA}"/>
              </a:ext>
            </a:extLst>
          </p:cNvPr>
          <p:cNvSpPr txBox="1"/>
          <p:nvPr/>
        </p:nvSpPr>
        <p:spPr>
          <a:xfrm>
            <a:off x="1520223" y="2264154"/>
            <a:ext cx="17004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a) </a:t>
            </a:r>
            <a:r>
              <a:rPr lang="zh-CN" altLang="en-US" sz="1400"/>
              <a:t>假设用户初始处在首页，用</a:t>
            </a:r>
            <a:r>
              <a:rPr lang="en-US" altLang="zh-CN" sz="1400" u="sng"/>
              <a:t>0</a:t>
            </a:r>
            <a:r>
              <a:rPr lang="zh-CN" altLang="en-US" sz="1400"/>
              <a:t>表示。初始两栈皆空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B48106B-1D06-8B9A-95D8-4B95C732D53F}"/>
              </a:ext>
            </a:extLst>
          </p:cNvPr>
          <p:cNvSpPr txBox="1"/>
          <p:nvPr/>
        </p:nvSpPr>
        <p:spPr>
          <a:xfrm>
            <a:off x="4001789" y="1839284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EBC3994-AB64-1617-22E5-7F39DBCEC354}"/>
              </a:ext>
            </a:extLst>
          </p:cNvPr>
          <p:cNvCxnSpPr>
            <a:cxnSpLocks/>
          </p:cNvCxnSpPr>
          <p:nvPr/>
        </p:nvCxnSpPr>
        <p:spPr>
          <a:xfrm>
            <a:off x="5535478" y="25675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079D40A-299E-92A2-D151-B2E95E51B0D6}"/>
              </a:ext>
            </a:extLst>
          </p:cNvPr>
          <p:cNvCxnSpPr>
            <a:cxnSpLocks/>
          </p:cNvCxnSpPr>
          <p:nvPr/>
        </p:nvCxnSpPr>
        <p:spPr>
          <a:xfrm>
            <a:off x="5971943" y="25675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027D84C-D923-8461-C33A-34E7D4BD9303}"/>
              </a:ext>
            </a:extLst>
          </p:cNvPr>
          <p:cNvCxnSpPr>
            <a:cxnSpLocks/>
          </p:cNvCxnSpPr>
          <p:nvPr/>
        </p:nvCxnSpPr>
        <p:spPr>
          <a:xfrm>
            <a:off x="5535480" y="176863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305FADC8-1933-683B-888E-36F4714FAD07}"/>
              </a:ext>
            </a:extLst>
          </p:cNvPr>
          <p:cNvSpPr txBox="1"/>
          <p:nvPr/>
        </p:nvSpPr>
        <p:spPr>
          <a:xfrm>
            <a:off x="5179912" y="1839284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forward_stack</a:t>
            </a:r>
            <a:endParaRPr lang="zh-CN" altLang="en-US" sz="140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9B4A92F-D90A-5972-C139-18BF7FA83E02}"/>
              </a:ext>
            </a:extLst>
          </p:cNvPr>
          <p:cNvCxnSpPr>
            <a:cxnSpLocks/>
          </p:cNvCxnSpPr>
          <p:nvPr/>
        </p:nvCxnSpPr>
        <p:spPr>
          <a:xfrm>
            <a:off x="7148770" y="25675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2DC35B5-93D1-093E-4F69-6C320B163214}"/>
              </a:ext>
            </a:extLst>
          </p:cNvPr>
          <p:cNvCxnSpPr>
            <a:cxnSpLocks/>
          </p:cNvCxnSpPr>
          <p:nvPr/>
        </p:nvCxnSpPr>
        <p:spPr>
          <a:xfrm>
            <a:off x="7585235" y="25675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5AFE7CF-8C54-9DB4-0198-2BC8D73F96F3}"/>
              </a:ext>
            </a:extLst>
          </p:cNvPr>
          <p:cNvCxnSpPr>
            <a:cxnSpLocks/>
          </p:cNvCxnSpPr>
          <p:nvPr/>
        </p:nvCxnSpPr>
        <p:spPr>
          <a:xfrm>
            <a:off x="7148772" y="176863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31E40AF-C3F8-7297-A9EC-10C90A60C222}"/>
              </a:ext>
            </a:extLst>
          </p:cNvPr>
          <p:cNvSpPr/>
          <p:nvPr/>
        </p:nvSpPr>
        <p:spPr>
          <a:xfrm>
            <a:off x="7148771" y="1414394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023494C-FA4C-E4D9-3363-0AC10404D858}"/>
              </a:ext>
            </a:extLst>
          </p:cNvPr>
          <p:cNvSpPr/>
          <p:nvPr/>
        </p:nvSpPr>
        <p:spPr>
          <a:xfrm>
            <a:off x="7148769" y="1060155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E68D7C3-8F15-5873-EB5A-2D8CB551FBA6}"/>
              </a:ext>
            </a:extLst>
          </p:cNvPr>
          <p:cNvSpPr txBox="1"/>
          <p:nvPr/>
        </p:nvSpPr>
        <p:spPr>
          <a:xfrm>
            <a:off x="7010661" y="2215501"/>
            <a:ext cx="23575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c) </a:t>
            </a:r>
            <a:r>
              <a:rPr lang="zh-CN" altLang="en-US" sz="1400"/>
              <a:t>用户“回退”</a:t>
            </a:r>
            <a:r>
              <a:rPr lang="en-US" altLang="zh-CN" sz="1400"/>
              <a:t>: </a:t>
            </a:r>
            <a:r>
              <a:rPr lang="zh-CN" altLang="en-US" sz="1400"/>
              <a:t>访问网页</a:t>
            </a:r>
            <a:r>
              <a:rPr lang="en-US" altLang="zh-CN" sz="1400"/>
              <a:t>2</a:t>
            </a:r>
            <a:r>
              <a:rPr lang="zh-CN" altLang="en-US" sz="1400"/>
              <a:t>，将</a:t>
            </a:r>
            <a:r>
              <a:rPr lang="en-US" altLang="zh-CN" sz="1400"/>
              <a:t>2</a:t>
            </a:r>
            <a:r>
              <a:rPr lang="zh-CN" altLang="en-US" sz="1400"/>
              <a:t>出栈作为新的当前页面，同时将老的当前页面</a:t>
            </a:r>
            <a:r>
              <a:rPr lang="en-US" altLang="zh-CN" sz="1400"/>
              <a:t>3</a:t>
            </a:r>
            <a:r>
              <a:rPr lang="zh-CN" altLang="en-US" sz="1400"/>
              <a:t>放入</a:t>
            </a:r>
            <a:r>
              <a:rPr lang="en-US" altLang="zh-CN" sz="1400"/>
              <a:t>forward_stack</a:t>
            </a:r>
            <a:endParaRPr lang="zh-CN" altLang="en-US" sz="14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E9E6BF3-C5DA-3911-C2C2-58AE161275B7}"/>
              </a:ext>
            </a:extLst>
          </p:cNvPr>
          <p:cNvSpPr txBox="1"/>
          <p:nvPr/>
        </p:nvSpPr>
        <p:spPr>
          <a:xfrm>
            <a:off x="6843570" y="1839284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9A3D1AA7-6F84-4B80-01C8-5677E06DDC5F}"/>
              </a:ext>
            </a:extLst>
          </p:cNvPr>
          <p:cNvCxnSpPr>
            <a:cxnSpLocks/>
          </p:cNvCxnSpPr>
          <p:nvPr/>
        </p:nvCxnSpPr>
        <p:spPr>
          <a:xfrm>
            <a:off x="8377259" y="25675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BCD2340-3E48-05B6-56B0-B0038AC3E0FA}"/>
              </a:ext>
            </a:extLst>
          </p:cNvPr>
          <p:cNvCxnSpPr>
            <a:cxnSpLocks/>
          </p:cNvCxnSpPr>
          <p:nvPr/>
        </p:nvCxnSpPr>
        <p:spPr>
          <a:xfrm>
            <a:off x="8813724" y="25675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5A5C794-D450-3103-B164-3E51E1C442DC}"/>
              </a:ext>
            </a:extLst>
          </p:cNvPr>
          <p:cNvCxnSpPr>
            <a:cxnSpLocks/>
          </p:cNvCxnSpPr>
          <p:nvPr/>
        </p:nvCxnSpPr>
        <p:spPr>
          <a:xfrm>
            <a:off x="8377261" y="176863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D628C78A-E807-0472-75D2-AF8C3668F5C3}"/>
              </a:ext>
            </a:extLst>
          </p:cNvPr>
          <p:cNvSpPr txBox="1"/>
          <p:nvPr/>
        </p:nvSpPr>
        <p:spPr>
          <a:xfrm>
            <a:off x="8021693" y="1839284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forward_stack</a:t>
            </a:r>
            <a:endParaRPr lang="zh-CN" altLang="en-US" sz="1400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75BFE79-38D2-7A77-FF10-3F9D13B605FB}"/>
              </a:ext>
            </a:extLst>
          </p:cNvPr>
          <p:cNvSpPr/>
          <p:nvPr/>
        </p:nvSpPr>
        <p:spPr>
          <a:xfrm>
            <a:off x="8377261" y="1414394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47CBCDF4-AD51-83F2-48B3-7563F81D72FA}"/>
              </a:ext>
            </a:extLst>
          </p:cNvPr>
          <p:cNvCxnSpPr>
            <a:cxnSpLocks/>
          </p:cNvCxnSpPr>
          <p:nvPr/>
        </p:nvCxnSpPr>
        <p:spPr>
          <a:xfrm>
            <a:off x="1417795" y="334895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C8F4B48-57A8-5131-E896-EF5C22CB6BB8}"/>
              </a:ext>
            </a:extLst>
          </p:cNvPr>
          <p:cNvCxnSpPr>
            <a:cxnSpLocks/>
          </p:cNvCxnSpPr>
          <p:nvPr/>
        </p:nvCxnSpPr>
        <p:spPr>
          <a:xfrm>
            <a:off x="1854260" y="334895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D837BD3-8C2D-32C8-0040-14F0F84860BB}"/>
              </a:ext>
            </a:extLst>
          </p:cNvPr>
          <p:cNvCxnSpPr>
            <a:cxnSpLocks/>
          </p:cNvCxnSpPr>
          <p:nvPr/>
        </p:nvCxnSpPr>
        <p:spPr>
          <a:xfrm>
            <a:off x="1417797" y="486083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A58FEFC0-F82B-983D-8C7A-4280650F292F}"/>
              </a:ext>
            </a:extLst>
          </p:cNvPr>
          <p:cNvSpPr/>
          <p:nvPr/>
        </p:nvSpPr>
        <p:spPr>
          <a:xfrm>
            <a:off x="1417796" y="4506594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84335A10-0731-8566-4001-7A5D6E7DA1F2}"/>
              </a:ext>
            </a:extLst>
          </p:cNvPr>
          <p:cNvSpPr/>
          <p:nvPr/>
        </p:nvSpPr>
        <p:spPr>
          <a:xfrm>
            <a:off x="1417794" y="4152355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835DC7A-8005-9631-D9EB-A92CCE568D13}"/>
              </a:ext>
            </a:extLst>
          </p:cNvPr>
          <p:cNvSpPr txBox="1"/>
          <p:nvPr/>
        </p:nvSpPr>
        <p:spPr>
          <a:xfrm>
            <a:off x="1141957" y="5307701"/>
            <a:ext cx="2297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d) </a:t>
            </a:r>
            <a:r>
              <a:rPr lang="zh-CN" altLang="en-US" sz="1400"/>
              <a:t>用户“前进”：访问网页</a:t>
            </a:r>
            <a:r>
              <a:rPr lang="en-US" altLang="zh-CN" sz="1400"/>
              <a:t>3</a:t>
            </a:r>
            <a:r>
              <a:rPr lang="zh-CN" altLang="en-US" sz="1400"/>
              <a:t>，同时将</a:t>
            </a:r>
            <a:r>
              <a:rPr lang="en-US" altLang="zh-CN" sz="1400"/>
              <a:t>2</a:t>
            </a:r>
            <a:r>
              <a:rPr lang="zh-CN" altLang="en-US" sz="1400"/>
              <a:t>放入</a:t>
            </a:r>
            <a:r>
              <a:rPr lang="en-US" altLang="zh-CN" sz="1400"/>
              <a:t>back_stack</a:t>
            </a:r>
            <a:endParaRPr lang="zh-CN" altLang="en-US" sz="14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B25A79A-8D5C-3E96-AC97-A5977D27969A}"/>
              </a:ext>
            </a:extLst>
          </p:cNvPr>
          <p:cNvSpPr txBox="1"/>
          <p:nvPr/>
        </p:nvSpPr>
        <p:spPr>
          <a:xfrm>
            <a:off x="1112595" y="4931484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B936876-49BB-2101-7DF7-BF403917531D}"/>
              </a:ext>
            </a:extLst>
          </p:cNvPr>
          <p:cNvCxnSpPr>
            <a:cxnSpLocks/>
          </p:cNvCxnSpPr>
          <p:nvPr/>
        </p:nvCxnSpPr>
        <p:spPr>
          <a:xfrm>
            <a:off x="2646284" y="334895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E301AE1-2924-0C92-6C5D-26A16BB90C1F}"/>
              </a:ext>
            </a:extLst>
          </p:cNvPr>
          <p:cNvCxnSpPr>
            <a:cxnSpLocks/>
          </p:cNvCxnSpPr>
          <p:nvPr/>
        </p:nvCxnSpPr>
        <p:spPr>
          <a:xfrm>
            <a:off x="3082749" y="334895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7718207-17DC-427B-908F-332FF59DF128}"/>
              </a:ext>
            </a:extLst>
          </p:cNvPr>
          <p:cNvCxnSpPr>
            <a:cxnSpLocks/>
          </p:cNvCxnSpPr>
          <p:nvPr/>
        </p:nvCxnSpPr>
        <p:spPr>
          <a:xfrm>
            <a:off x="2646286" y="486083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A3FAFB09-9C71-4090-33C9-89AF89E2A1C6}"/>
              </a:ext>
            </a:extLst>
          </p:cNvPr>
          <p:cNvSpPr txBox="1"/>
          <p:nvPr/>
        </p:nvSpPr>
        <p:spPr>
          <a:xfrm>
            <a:off x="2290718" y="4931484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forward_stack</a:t>
            </a:r>
            <a:endParaRPr lang="zh-CN" altLang="en-US" sz="1400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1D6754CE-43BD-349A-CCA8-77B86440B3E8}"/>
              </a:ext>
            </a:extLst>
          </p:cNvPr>
          <p:cNvSpPr/>
          <p:nvPr/>
        </p:nvSpPr>
        <p:spPr>
          <a:xfrm>
            <a:off x="1420582" y="3798116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732BD90F-BA1D-5EFD-461A-2BE48C50B4B6}"/>
              </a:ext>
            </a:extLst>
          </p:cNvPr>
          <p:cNvCxnSpPr>
            <a:cxnSpLocks/>
          </p:cNvCxnSpPr>
          <p:nvPr/>
        </p:nvCxnSpPr>
        <p:spPr>
          <a:xfrm>
            <a:off x="4322219" y="328051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DA8CDB5B-0220-916A-AAE3-48D4AF2427E1}"/>
              </a:ext>
            </a:extLst>
          </p:cNvPr>
          <p:cNvCxnSpPr>
            <a:cxnSpLocks/>
          </p:cNvCxnSpPr>
          <p:nvPr/>
        </p:nvCxnSpPr>
        <p:spPr>
          <a:xfrm>
            <a:off x="4758684" y="328051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B14CA4C-7B00-8394-67C9-32D9C41B098F}"/>
              </a:ext>
            </a:extLst>
          </p:cNvPr>
          <p:cNvCxnSpPr>
            <a:cxnSpLocks/>
          </p:cNvCxnSpPr>
          <p:nvPr/>
        </p:nvCxnSpPr>
        <p:spPr>
          <a:xfrm>
            <a:off x="4322221" y="479239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0BD3907-78C0-EE89-3E4E-B3289200AFC7}"/>
              </a:ext>
            </a:extLst>
          </p:cNvPr>
          <p:cNvSpPr/>
          <p:nvPr/>
        </p:nvSpPr>
        <p:spPr>
          <a:xfrm>
            <a:off x="4322220" y="4438154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F3B0A600-B793-7D62-EA9F-279CBFD2A4CE}"/>
              </a:ext>
            </a:extLst>
          </p:cNvPr>
          <p:cNvSpPr/>
          <p:nvPr/>
        </p:nvSpPr>
        <p:spPr>
          <a:xfrm>
            <a:off x="5550704" y="4083902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F46DFA4-A36C-3100-5913-8B0B8CAF78A4}"/>
              </a:ext>
            </a:extLst>
          </p:cNvPr>
          <p:cNvSpPr txBox="1"/>
          <p:nvPr/>
        </p:nvSpPr>
        <p:spPr>
          <a:xfrm>
            <a:off x="4046381" y="5239261"/>
            <a:ext cx="2503066" cy="970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e) </a:t>
            </a:r>
            <a:r>
              <a:rPr lang="zh-CN" altLang="en-US" sz="1400"/>
              <a:t>用户连续回退</a:t>
            </a:r>
            <a:r>
              <a:rPr lang="en-US" altLang="zh-CN" sz="1400"/>
              <a:t>2</a:t>
            </a:r>
            <a:r>
              <a:rPr lang="zh-CN" altLang="en-US" sz="1400"/>
              <a:t>次：访问网页</a:t>
            </a:r>
            <a:r>
              <a:rPr lang="en-US" altLang="zh-CN" sz="1400"/>
              <a:t>2</a:t>
            </a:r>
            <a:r>
              <a:rPr lang="zh-CN" altLang="en-US" sz="1400"/>
              <a:t>，将</a:t>
            </a:r>
            <a:r>
              <a:rPr lang="en-US" altLang="zh-CN" sz="1400"/>
              <a:t>3</a:t>
            </a:r>
            <a:r>
              <a:rPr lang="zh-CN" altLang="en-US" sz="1400"/>
              <a:t>放入</a:t>
            </a:r>
            <a:r>
              <a:rPr lang="en-US" altLang="zh-CN" sz="1400"/>
              <a:t>forward _stack</a:t>
            </a:r>
            <a:r>
              <a:rPr lang="zh-CN" altLang="en-US" sz="1400"/>
              <a:t>；再访问网页</a:t>
            </a:r>
            <a:r>
              <a:rPr lang="en-US" altLang="zh-CN" sz="1400"/>
              <a:t>1</a:t>
            </a:r>
            <a:r>
              <a:rPr lang="zh-CN" altLang="en-US" sz="1400"/>
              <a:t>，将</a:t>
            </a:r>
            <a:r>
              <a:rPr lang="en-US" altLang="zh-CN" sz="1400"/>
              <a:t>2</a:t>
            </a:r>
            <a:r>
              <a:rPr lang="zh-CN" altLang="en-US" sz="1400"/>
              <a:t>放入</a:t>
            </a:r>
            <a:r>
              <a:rPr lang="en-US" altLang="zh-CN" sz="1400"/>
              <a:t>forward _stack</a:t>
            </a:r>
            <a:endParaRPr lang="zh-CN" altLang="en-US" sz="140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16DF175-38D5-E1FC-A2EB-60774EA57870}"/>
              </a:ext>
            </a:extLst>
          </p:cNvPr>
          <p:cNvSpPr txBox="1"/>
          <p:nvPr/>
        </p:nvSpPr>
        <p:spPr>
          <a:xfrm>
            <a:off x="4017019" y="4863044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D50059E5-FAB0-76B8-C8BB-49ED78342FE7}"/>
              </a:ext>
            </a:extLst>
          </p:cNvPr>
          <p:cNvCxnSpPr>
            <a:cxnSpLocks/>
          </p:cNvCxnSpPr>
          <p:nvPr/>
        </p:nvCxnSpPr>
        <p:spPr>
          <a:xfrm>
            <a:off x="5550708" y="328051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6A1F016B-EDAD-4BB2-C8B3-76736AF3B1F3}"/>
              </a:ext>
            </a:extLst>
          </p:cNvPr>
          <p:cNvCxnSpPr>
            <a:cxnSpLocks/>
          </p:cNvCxnSpPr>
          <p:nvPr/>
        </p:nvCxnSpPr>
        <p:spPr>
          <a:xfrm>
            <a:off x="5987173" y="328051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7D3C5042-427F-AF2E-C8E7-27849B772196}"/>
              </a:ext>
            </a:extLst>
          </p:cNvPr>
          <p:cNvCxnSpPr>
            <a:cxnSpLocks/>
          </p:cNvCxnSpPr>
          <p:nvPr/>
        </p:nvCxnSpPr>
        <p:spPr>
          <a:xfrm>
            <a:off x="5550710" y="479239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EDA0A61F-3A8E-1419-E816-F7019182EB56}"/>
              </a:ext>
            </a:extLst>
          </p:cNvPr>
          <p:cNvSpPr txBox="1"/>
          <p:nvPr/>
        </p:nvSpPr>
        <p:spPr>
          <a:xfrm>
            <a:off x="5195142" y="4863044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forward_stack</a:t>
            </a:r>
            <a:endParaRPr lang="zh-CN" altLang="en-US" sz="1400"/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65AB2AAD-AECF-E638-8A28-43A359DD8468}"/>
              </a:ext>
            </a:extLst>
          </p:cNvPr>
          <p:cNvSpPr/>
          <p:nvPr/>
        </p:nvSpPr>
        <p:spPr>
          <a:xfrm>
            <a:off x="5550705" y="4438153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B86A342D-14B9-D9AE-843B-A6D31D8701E8}"/>
              </a:ext>
            </a:extLst>
          </p:cNvPr>
          <p:cNvCxnSpPr>
            <a:cxnSpLocks/>
          </p:cNvCxnSpPr>
          <p:nvPr/>
        </p:nvCxnSpPr>
        <p:spPr>
          <a:xfrm>
            <a:off x="7163721" y="328051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6A78C7DE-AE8C-CA5B-B509-E336269638B9}"/>
              </a:ext>
            </a:extLst>
          </p:cNvPr>
          <p:cNvCxnSpPr>
            <a:cxnSpLocks/>
          </p:cNvCxnSpPr>
          <p:nvPr/>
        </p:nvCxnSpPr>
        <p:spPr>
          <a:xfrm>
            <a:off x="7600186" y="328051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FD66401D-32B2-F100-2092-9A3C14EDF72B}"/>
              </a:ext>
            </a:extLst>
          </p:cNvPr>
          <p:cNvCxnSpPr>
            <a:cxnSpLocks/>
          </p:cNvCxnSpPr>
          <p:nvPr/>
        </p:nvCxnSpPr>
        <p:spPr>
          <a:xfrm>
            <a:off x="7163723" y="479239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B38A16C7-87DB-20E6-4725-632CB4011FDF}"/>
              </a:ext>
            </a:extLst>
          </p:cNvPr>
          <p:cNvSpPr/>
          <p:nvPr/>
        </p:nvSpPr>
        <p:spPr>
          <a:xfrm>
            <a:off x="7163722" y="4438154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43C609E-77B7-20E0-0AAB-798D14F0BAED}"/>
              </a:ext>
            </a:extLst>
          </p:cNvPr>
          <p:cNvSpPr txBox="1"/>
          <p:nvPr/>
        </p:nvSpPr>
        <p:spPr>
          <a:xfrm>
            <a:off x="6887883" y="5239261"/>
            <a:ext cx="2297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f) </a:t>
            </a:r>
            <a:r>
              <a:rPr lang="zh-CN" altLang="en-US" sz="1400"/>
              <a:t>用户访问新网页</a:t>
            </a:r>
            <a:r>
              <a:rPr lang="en-US" altLang="zh-CN" sz="1400"/>
              <a:t>3</a:t>
            </a:r>
            <a:r>
              <a:rPr lang="zh-CN" altLang="en-US" sz="1400"/>
              <a:t>：清空</a:t>
            </a:r>
            <a:r>
              <a:rPr lang="en-US" altLang="zh-CN" sz="1400"/>
              <a:t>forward_stack</a:t>
            </a:r>
            <a:r>
              <a:rPr lang="zh-CN" altLang="en-US" sz="1400"/>
              <a:t>，无法前进。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0268418-8AFC-4164-4BC2-1205AD6A6A24}"/>
              </a:ext>
            </a:extLst>
          </p:cNvPr>
          <p:cNvSpPr txBox="1"/>
          <p:nvPr/>
        </p:nvSpPr>
        <p:spPr>
          <a:xfrm>
            <a:off x="6858521" y="4863044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269DDAEE-AD52-32AE-19CE-CF4B97E39D91}"/>
              </a:ext>
            </a:extLst>
          </p:cNvPr>
          <p:cNvCxnSpPr>
            <a:cxnSpLocks/>
          </p:cNvCxnSpPr>
          <p:nvPr/>
        </p:nvCxnSpPr>
        <p:spPr>
          <a:xfrm>
            <a:off x="8392210" y="328051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4CA9B422-B8DC-E364-C37F-7BF15028411B}"/>
              </a:ext>
            </a:extLst>
          </p:cNvPr>
          <p:cNvCxnSpPr>
            <a:cxnSpLocks/>
          </p:cNvCxnSpPr>
          <p:nvPr/>
        </p:nvCxnSpPr>
        <p:spPr>
          <a:xfrm>
            <a:off x="8828675" y="328051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6CF0BD7B-C977-3C53-F9BC-F5DB6EF5FC8D}"/>
              </a:ext>
            </a:extLst>
          </p:cNvPr>
          <p:cNvCxnSpPr>
            <a:cxnSpLocks/>
          </p:cNvCxnSpPr>
          <p:nvPr/>
        </p:nvCxnSpPr>
        <p:spPr>
          <a:xfrm>
            <a:off x="8392212" y="479239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741C278C-4274-5F5D-9D63-EB18A0154CFE}"/>
              </a:ext>
            </a:extLst>
          </p:cNvPr>
          <p:cNvSpPr txBox="1"/>
          <p:nvPr/>
        </p:nvSpPr>
        <p:spPr>
          <a:xfrm>
            <a:off x="8036644" y="4863044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forward_stack</a:t>
            </a:r>
            <a:endParaRPr lang="zh-CN" altLang="en-US" sz="140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9EDDE4C-BC7B-1210-4EB3-10A6316AF27F}"/>
              </a:ext>
            </a:extLst>
          </p:cNvPr>
          <p:cNvSpPr txBox="1"/>
          <p:nvPr/>
        </p:nvSpPr>
        <p:spPr>
          <a:xfrm>
            <a:off x="2057464" y="92704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/>
              <a:t>0</a:t>
            </a:r>
            <a:endParaRPr lang="zh-CN" altLang="en-US" u="sng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011377E4-8324-2C9E-253B-BF98B19FCCDC}"/>
              </a:ext>
            </a:extLst>
          </p:cNvPr>
          <p:cNvSpPr txBox="1"/>
          <p:nvPr/>
        </p:nvSpPr>
        <p:spPr>
          <a:xfrm>
            <a:off x="5041895" y="92704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142F416D-AC9C-E47D-1AF2-AAA9A8452F0E}"/>
              </a:ext>
            </a:extLst>
          </p:cNvPr>
          <p:cNvSpPr txBox="1"/>
          <p:nvPr/>
        </p:nvSpPr>
        <p:spPr>
          <a:xfrm>
            <a:off x="7868446" y="92704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668A97D-D804-07A7-AA86-1130F0724355}"/>
              </a:ext>
            </a:extLst>
          </p:cNvPr>
          <p:cNvSpPr txBox="1"/>
          <p:nvPr/>
        </p:nvSpPr>
        <p:spPr>
          <a:xfrm>
            <a:off x="2091537" y="398792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CF180BD-7E14-AED8-9AF0-4EEE08E3A1B8}"/>
              </a:ext>
            </a:extLst>
          </p:cNvPr>
          <p:cNvSpPr txBox="1"/>
          <p:nvPr/>
        </p:nvSpPr>
        <p:spPr>
          <a:xfrm>
            <a:off x="4994523" y="398792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8AC3758A-BFA9-B50D-047E-1F463F013EBD}"/>
              </a:ext>
            </a:extLst>
          </p:cNvPr>
          <p:cNvSpPr/>
          <p:nvPr/>
        </p:nvSpPr>
        <p:spPr>
          <a:xfrm>
            <a:off x="7148766" y="707582"/>
            <a:ext cx="436463" cy="354239"/>
          </a:xfrm>
          <a:prstGeom prst="round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0860A843-B0B6-7F0C-6E84-3FF8E567506E}"/>
              </a:ext>
            </a:extLst>
          </p:cNvPr>
          <p:cNvCxnSpPr>
            <a:cxnSpLocks/>
            <a:stCxn id="87" idx="0"/>
          </p:cNvCxnSpPr>
          <p:nvPr/>
        </p:nvCxnSpPr>
        <p:spPr>
          <a:xfrm flipH="1" flipV="1">
            <a:off x="7361222" y="87837"/>
            <a:ext cx="5776" cy="6197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91552E96-8EC8-929B-82D2-CA6902DF7824}"/>
              </a:ext>
            </a:extLst>
          </p:cNvPr>
          <p:cNvCxnSpPr>
            <a:cxnSpLocks/>
          </p:cNvCxnSpPr>
          <p:nvPr/>
        </p:nvCxnSpPr>
        <p:spPr>
          <a:xfrm>
            <a:off x="7361222" y="87837"/>
            <a:ext cx="6754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5AC4E813-926F-2681-F393-ADFF790E0ACF}"/>
              </a:ext>
            </a:extLst>
          </p:cNvPr>
          <p:cNvCxnSpPr>
            <a:endCxn id="81" idx="0"/>
          </p:cNvCxnSpPr>
          <p:nvPr/>
        </p:nvCxnSpPr>
        <p:spPr>
          <a:xfrm flipH="1">
            <a:off x="8021693" y="87837"/>
            <a:ext cx="14951" cy="839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649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274C4-5557-2A26-82D5-316377EF1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6ABD6B9B-ED43-FC5F-A4E4-D71E753DC519}"/>
              </a:ext>
            </a:extLst>
          </p:cNvPr>
          <p:cNvCxnSpPr>
            <a:cxnSpLocks/>
          </p:cNvCxnSpPr>
          <p:nvPr/>
        </p:nvCxnSpPr>
        <p:spPr>
          <a:xfrm>
            <a:off x="678033" y="230330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96EE53A-8514-EFFB-8D1C-D9920BFD100B}"/>
              </a:ext>
            </a:extLst>
          </p:cNvPr>
          <p:cNvCxnSpPr>
            <a:cxnSpLocks/>
          </p:cNvCxnSpPr>
          <p:nvPr/>
        </p:nvCxnSpPr>
        <p:spPr>
          <a:xfrm>
            <a:off x="1114498" y="230330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15649E3-FDCB-759F-91FB-14C865A3044B}"/>
              </a:ext>
            </a:extLst>
          </p:cNvPr>
          <p:cNvCxnSpPr>
            <a:cxnSpLocks/>
          </p:cNvCxnSpPr>
          <p:nvPr/>
        </p:nvCxnSpPr>
        <p:spPr>
          <a:xfrm>
            <a:off x="678035" y="1742210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87612A2-FEB5-AD63-D057-DEAABD5D23D5}"/>
              </a:ext>
            </a:extLst>
          </p:cNvPr>
          <p:cNvSpPr txBox="1"/>
          <p:nvPr/>
        </p:nvSpPr>
        <p:spPr>
          <a:xfrm>
            <a:off x="399043" y="1815890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DA72017-CC57-0D92-4511-23A025B04E3B}"/>
              </a:ext>
            </a:extLst>
          </p:cNvPr>
          <p:cNvCxnSpPr>
            <a:cxnSpLocks/>
          </p:cNvCxnSpPr>
          <p:nvPr/>
        </p:nvCxnSpPr>
        <p:spPr>
          <a:xfrm>
            <a:off x="1852725" y="230330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8721BA-EE0D-966E-7FD4-9C18B3679474}"/>
              </a:ext>
            </a:extLst>
          </p:cNvPr>
          <p:cNvCxnSpPr>
            <a:cxnSpLocks/>
          </p:cNvCxnSpPr>
          <p:nvPr/>
        </p:nvCxnSpPr>
        <p:spPr>
          <a:xfrm>
            <a:off x="2289190" y="230330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E2B6F82-8015-C116-D866-495988231B13}"/>
              </a:ext>
            </a:extLst>
          </p:cNvPr>
          <p:cNvCxnSpPr>
            <a:cxnSpLocks/>
          </p:cNvCxnSpPr>
          <p:nvPr/>
        </p:nvCxnSpPr>
        <p:spPr>
          <a:xfrm>
            <a:off x="1852727" y="1742210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B7432A3-07BF-C5B3-05A7-639A35D25EA2}"/>
              </a:ext>
            </a:extLst>
          </p:cNvPr>
          <p:cNvSpPr txBox="1"/>
          <p:nvPr/>
        </p:nvSpPr>
        <p:spPr>
          <a:xfrm>
            <a:off x="1497159" y="1812861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forward_stack</a:t>
            </a:r>
            <a:endParaRPr lang="zh-CN" altLang="en-US" sz="14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D8895FD-D028-D2F6-6D71-615D5EA0EE73}"/>
              </a:ext>
            </a:extLst>
          </p:cNvPr>
          <p:cNvSpPr txBox="1"/>
          <p:nvPr/>
        </p:nvSpPr>
        <p:spPr>
          <a:xfrm>
            <a:off x="806671" y="2237731"/>
            <a:ext cx="17004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a) </a:t>
            </a:r>
            <a:r>
              <a:rPr lang="zh-CN" altLang="en-US" sz="1400"/>
              <a:t>假设用户初始处在首页，用</a:t>
            </a:r>
            <a:r>
              <a:rPr lang="en-US" altLang="zh-CN" sz="1400" u="sng"/>
              <a:t>0</a:t>
            </a:r>
            <a:r>
              <a:rPr lang="zh-CN" altLang="en-US" sz="1400"/>
              <a:t>表示。初始两栈皆空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8BE6995-B747-6718-BB53-26B3E1A54E9A}"/>
              </a:ext>
            </a:extLst>
          </p:cNvPr>
          <p:cNvSpPr txBox="1"/>
          <p:nvPr/>
        </p:nvSpPr>
        <p:spPr>
          <a:xfrm>
            <a:off x="1343912" y="90062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/>
              <a:t>0</a:t>
            </a:r>
            <a:endParaRPr lang="zh-CN" altLang="en-US" u="sng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9354AF6-D791-137F-4F9F-20CF8D3D9E7E}"/>
              </a:ext>
            </a:extLst>
          </p:cNvPr>
          <p:cNvCxnSpPr>
            <a:cxnSpLocks/>
          </p:cNvCxnSpPr>
          <p:nvPr/>
        </p:nvCxnSpPr>
        <p:spPr>
          <a:xfrm>
            <a:off x="3387949" y="230330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E13CC3C-F130-5B10-333C-5A0F80E5BE49}"/>
              </a:ext>
            </a:extLst>
          </p:cNvPr>
          <p:cNvCxnSpPr>
            <a:cxnSpLocks/>
          </p:cNvCxnSpPr>
          <p:nvPr/>
        </p:nvCxnSpPr>
        <p:spPr>
          <a:xfrm>
            <a:off x="3824414" y="230330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7CF66B4-C1FA-8993-EBBD-D8E35C7AD71E}"/>
              </a:ext>
            </a:extLst>
          </p:cNvPr>
          <p:cNvCxnSpPr>
            <a:cxnSpLocks/>
          </p:cNvCxnSpPr>
          <p:nvPr/>
        </p:nvCxnSpPr>
        <p:spPr>
          <a:xfrm>
            <a:off x="3387951" y="1742210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30A04EF-F81E-9200-B3FD-846B6A3AC0DC}"/>
              </a:ext>
            </a:extLst>
          </p:cNvPr>
          <p:cNvSpPr/>
          <p:nvPr/>
        </p:nvSpPr>
        <p:spPr>
          <a:xfrm>
            <a:off x="3387950" y="1387971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A855F6F-3F16-3D42-E1C7-B908B004B6CF}"/>
              </a:ext>
            </a:extLst>
          </p:cNvPr>
          <p:cNvSpPr txBox="1"/>
          <p:nvPr/>
        </p:nvSpPr>
        <p:spPr>
          <a:xfrm>
            <a:off x="3082749" y="1812861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E35939A-FCEA-8A79-4223-5BC75AE81353}"/>
              </a:ext>
            </a:extLst>
          </p:cNvPr>
          <p:cNvCxnSpPr>
            <a:cxnSpLocks/>
          </p:cNvCxnSpPr>
          <p:nvPr/>
        </p:nvCxnSpPr>
        <p:spPr>
          <a:xfrm>
            <a:off x="4616438" y="230330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D74C972-8324-D5F0-5D9E-CE83E0CB59FB}"/>
              </a:ext>
            </a:extLst>
          </p:cNvPr>
          <p:cNvCxnSpPr>
            <a:cxnSpLocks/>
          </p:cNvCxnSpPr>
          <p:nvPr/>
        </p:nvCxnSpPr>
        <p:spPr>
          <a:xfrm>
            <a:off x="5052903" y="230330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8DE5D95-52D3-35D6-AC52-D27516468133}"/>
              </a:ext>
            </a:extLst>
          </p:cNvPr>
          <p:cNvCxnSpPr>
            <a:cxnSpLocks/>
          </p:cNvCxnSpPr>
          <p:nvPr/>
        </p:nvCxnSpPr>
        <p:spPr>
          <a:xfrm>
            <a:off x="4616440" y="1742210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26E528D8-0FF1-5828-05BD-16AD52B96906}"/>
              </a:ext>
            </a:extLst>
          </p:cNvPr>
          <p:cNvSpPr txBox="1"/>
          <p:nvPr/>
        </p:nvSpPr>
        <p:spPr>
          <a:xfrm>
            <a:off x="4260872" y="1812861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forward_stack</a:t>
            </a:r>
            <a:endParaRPr lang="zh-CN" altLang="en-US" sz="14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62F8FF-F68B-4151-A998-4F1EB4DFAE86}"/>
              </a:ext>
            </a:extLst>
          </p:cNvPr>
          <p:cNvSpPr txBox="1"/>
          <p:nvPr/>
        </p:nvSpPr>
        <p:spPr>
          <a:xfrm>
            <a:off x="4112625" y="9138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A0E482A-5A4B-EE72-FB14-BE12F0D5FC6A}"/>
              </a:ext>
            </a:extLst>
          </p:cNvPr>
          <p:cNvSpPr txBox="1"/>
          <p:nvPr/>
        </p:nvSpPr>
        <p:spPr>
          <a:xfrm>
            <a:off x="3082749" y="2237731"/>
            <a:ext cx="2454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b) </a:t>
            </a:r>
            <a:r>
              <a:rPr lang="zh-CN" altLang="en-US" sz="1400"/>
              <a:t>用户</a:t>
            </a:r>
            <a:r>
              <a:rPr lang="zh-CN" altLang="en-US" sz="1400" b="1"/>
              <a:t>访问新网页</a:t>
            </a:r>
            <a:r>
              <a:rPr lang="en-US" altLang="zh-CN" sz="1400"/>
              <a:t>1</a:t>
            </a:r>
            <a:r>
              <a:rPr lang="zh-CN" altLang="en-US" sz="1400"/>
              <a:t>，将当前页面</a:t>
            </a:r>
            <a:r>
              <a:rPr lang="en-US" altLang="zh-CN" sz="1400"/>
              <a:t>0</a:t>
            </a:r>
            <a:r>
              <a:rPr lang="zh-CN" altLang="en-US" sz="1400" b="1"/>
              <a:t>压入</a:t>
            </a:r>
            <a:r>
              <a:rPr lang="en-US" altLang="zh-CN" sz="1400" b="1"/>
              <a:t>back_stack</a:t>
            </a:r>
            <a:r>
              <a:rPr lang="zh-CN" altLang="en-US" sz="1400"/>
              <a:t>中，并将</a:t>
            </a:r>
            <a:r>
              <a:rPr lang="en-US" altLang="zh-CN" sz="1400"/>
              <a:t>1</a:t>
            </a:r>
            <a:r>
              <a:rPr lang="zh-CN" altLang="en-US" sz="1400"/>
              <a:t>作为新的当前页面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459BDA1-5D2D-614D-6C0A-A9260F9A7B71}"/>
              </a:ext>
            </a:extLst>
          </p:cNvPr>
          <p:cNvCxnSpPr>
            <a:cxnSpLocks/>
          </p:cNvCxnSpPr>
          <p:nvPr/>
        </p:nvCxnSpPr>
        <p:spPr>
          <a:xfrm>
            <a:off x="6212487" y="230330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8144435-E38B-CB71-8B53-A8DDBBC7E6E3}"/>
              </a:ext>
            </a:extLst>
          </p:cNvPr>
          <p:cNvCxnSpPr>
            <a:cxnSpLocks/>
          </p:cNvCxnSpPr>
          <p:nvPr/>
        </p:nvCxnSpPr>
        <p:spPr>
          <a:xfrm>
            <a:off x="6648952" y="230330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6658D12-DBC2-EBF8-0523-829AAEBBBB1D}"/>
              </a:ext>
            </a:extLst>
          </p:cNvPr>
          <p:cNvCxnSpPr>
            <a:cxnSpLocks/>
          </p:cNvCxnSpPr>
          <p:nvPr/>
        </p:nvCxnSpPr>
        <p:spPr>
          <a:xfrm>
            <a:off x="6212489" y="1742210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8CF9C5B-0254-5DAA-B781-1D942CE1BEA4}"/>
              </a:ext>
            </a:extLst>
          </p:cNvPr>
          <p:cNvSpPr/>
          <p:nvPr/>
        </p:nvSpPr>
        <p:spPr>
          <a:xfrm>
            <a:off x="6212488" y="1387971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6D83063-A9E1-E569-C7BB-5BE61A884327}"/>
              </a:ext>
            </a:extLst>
          </p:cNvPr>
          <p:cNvSpPr txBox="1"/>
          <p:nvPr/>
        </p:nvSpPr>
        <p:spPr>
          <a:xfrm>
            <a:off x="5907287" y="1812861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9F0D861-7872-F283-B168-33A01BF1FD16}"/>
              </a:ext>
            </a:extLst>
          </p:cNvPr>
          <p:cNvCxnSpPr>
            <a:cxnSpLocks/>
          </p:cNvCxnSpPr>
          <p:nvPr/>
        </p:nvCxnSpPr>
        <p:spPr>
          <a:xfrm>
            <a:off x="7440976" y="230330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16DF014-2916-0A66-9AFE-3F476B4825C7}"/>
              </a:ext>
            </a:extLst>
          </p:cNvPr>
          <p:cNvCxnSpPr>
            <a:cxnSpLocks/>
          </p:cNvCxnSpPr>
          <p:nvPr/>
        </p:nvCxnSpPr>
        <p:spPr>
          <a:xfrm>
            <a:off x="7877441" y="230330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3D8E157-0301-E6B9-FBB7-62B0B93D3E35}"/>
              </a:ext>
            </a:extLst>
          </p:cNvPr>
          <p:cNvCxnSpPr>
            <a:cxnSpLocks/>
          </p:cNvCxnSpPr>
          <p:nvPr/>
        </p:nvCxnSpPr>
        <p:spPr>
          <a:xfrm>
            <a:off x="7440978" y="1742210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72E711AF-8708-1F34-F525-31E55EBA9449}"/>
              </a:ext>
            </a:extLst>
          </p:cNvPr>
          <p:cNvSpPr txBox="1"/>
          <p:nvPr/>
        </p:nvSpPr>
        <p:spPr>
          <a:xfrm>
            <a:off x="7085410" y="1812861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forward_stack</a:t>
            </a:r>
            <a:endParaRPr lang="zh-CN" altLang="en-US" sz="14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C2F324C-D119-F7CA-7722-D9F5D4B81594}"/>
              </a:ext>
            </a:extLst>
          </p:cNvPr>
          <p:cNvSpPr txBox="1"/>
          <p:nvPr/>
        </p:nvSpPr>
        <p:spPr>
          <a:xfrm>
            <a:off x="6932162" y="8973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C19BE30-5158-7DF9-D51B-E406CEF2DC0B}"/>
              </a:ext>
            </a:extLst>
          </p:cNvPr>
          <p:cNvSpPr txBox="1"/>
          <p:nvPr/>
        </p:nvSpPr>
        <p:spPr>
          <a:xfrm>
            <a:off x="5907287" y="2237731"/>
            <a:ext cx="2454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c) </a:t>
            </a:r>
            <a:r>
              <a:rPr lang="zh-CN" altLang="en-US" sz="1400"/>
              <a:t>用户依次</a:t>
            </a:r>
            <a:r>
              <a:rPr lang="zh-CN" altLang="en-US" sz="1400" b="1"/>
              <a:t>访问新网页</a:t>
            </a:r>
            <a:r>
              <a:rPr lang="en-US" altLang="zh-CN" sz="1400" b="1"/>
              <a:t>2</a:t>
            </a:r>
            <a:r>
              <a:rPr lang="zh-CN" altLang="en-US" sz="1400"/>
              <a:t>、</a:t>
            </a:r>
            <a:r>
              <a:rPr lang="en-US" altLang="zh-CN" sz="1400"/>
              <a:t>3</a:t>
            </a:r>
            <a:r>
              <a:rPr lang="zh-CN" altLang="en-US" sz="1400"/>
              <a:t>，依次将</a:t>
            </a:r>
            <a:r>
              <a:rPr lang="en-US" altLang="zh-CN" sz="1400"/>
              <a:t>1</a:t>
            </a:r>
            <a:r>
              <a:rPr lang="zh-CN" altLang="en-US" sz="1400"/>
              <a:t>、</a:t>
            </a:r>
            <a:r>
              <a:rPr lang="en-US" altLang="zh-CN" sz="1400"/>
              <a:t>2</a:t>
            </a:r>
            <a:r>
              <a:rPr lang="zh-CN" altLang="en-US" sz="1400" b="1"/>
              <a:t>压入</a:t>
            </a:r>
            <a:r>
              <a:rPr lang="en-US" altLang="zh-CN" sz="1400" b="1"/>
              <a:t>back_stack</a:t>
            </a:r>
            <a:r>
              <a:rPr lang="zh-CN" altLang="en-US" sz="1400"/>
              <a:t>中，并将</a:t>
            </a:r>
            <a:r>
              <a:rPr lang="en-US" altLang="zh-CN" sz="1400"/>
              <a:t>3</a:t>
            </a:r>
            <a:r>
              <a:rPr lang="zh-CN" altLang="en-US" sz="1400"/>
              <a:t>作为新的当前页面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FEF5C0B-B64F-3E12-F0E8-1DAF33B95E47}"/>
              </a:ext>
            </a:extLst>
          </p:cNvPr>
          <p:cNvSpPr/>
          <p:nvPr/>
        </p:nvSpPr>
        <p:spPr>
          <a:xfrm>
            <a:off x="6212487" y="1028608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22070445-F564-B91C-E440-8C98AB214D24}"/>
              </a:ext>
            </a:extLst>
          </p:cNvPr>
          <p:cNvSpPr/>
          <p:nvPr/>
        </p:nvSpPr>
        <p:spPr>
          <a:xfrm>
            <a:off x="6212485" y="669245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FBFB07C-6B32-0162-0355-9214A369370F}"/>
              </a:ext>
            </a:extLst>
          </p:cNvPr>
          <p:cNvCxnSpPr>
            <a:cxnSpLocks/>
          </p:cNvCxnSpPr>
          <p:nvPr/>
        </p:nvCxnSpPr>
        <p:spPr>
          <a:xfrm>
            <a:off x="9068116" y="230330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B76A427-D89D-4931-04C0-7BAE243B6A05}"/>
              </a:ext>
            </a:extLst>
          </p:cNvPr>
          <p:cNvCxnSpPr>
            <a:cxnSpLocks/>
          </p:cNvCxnSpPr>
          <p:nvPr/>
        </p:nvCxnSpPr>
        <p:spPr>
          <a:xfrm>
            <a:off x="9504581" y="230330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7DCB478F-84B8-91C0-5435-7581D2A468B8}"/>
              </a:ext>
            </a:extLst>
          </p:cNvPr>
          <p:cNvCxnSpPr>
            <a:cxnSpLocks/>
          </p:cNvCxnSpPr>
          <p:nvPr/>
        </p:nvCxnSpPr>
        <p:spPr>
          <a:xfrm>
            <a:off x="9068118" y="1742210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6A21EE8-A728-7485-5FE6-9CDB33080AC4}"/>
              </a:ext>
            </a:extLst>
          </p:cNvPr>
          <p:cNvSpPr/>
          <p:nvPr/>
        </p:nvSpPr>
        <p:spPr>
          <a:xfrm>
            <a:off x="9068117" y="1387971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8CCC00A-B421-00E2-2441-CAB8DF3D726B}"/>
              </a:ext>
            </a:extLst>
          </p:cNvPr>
          <p:cNvSpPr txBox="1"/>
          <p:nvPr/>
        </p:nvSpPr>
        <p:spPr>
          <a:xfrm>
            <a:off x="8762916" y="1812861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8B0B8668-22EB-7D44-2ACE-BF7D4CB325E1}"/>
              </a:ext>
            </a:extLst>
          </p:cNvPr>
          <p:cNvCxnSpPr>
            <a:cxnSpLocks/>
          </p:cNvCxnSpPr>
          <p:nvPr/>
        </p:nvCxnSpPr>
        <p:spPr>
          <a:xfrm>
            <a:off x="10296605" y="230330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F268F67-32B8-8F09-C582-DD287C337740}"/>
              </a:ext>
            </a:extLst>
          </p:cNvPr>
          <p:cNvCxnSpPr>
            <a:cxnSpLocks/>
          </p:cNvCxnSpPr>
          <p:nvPr/>
        </p:nvCxnSpPr>
        <p:spPr>
          <a:xfrm>
            <a:off x="10733070" y="230330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634D9853-1AF9-71AC-E3D9-C029FCCBF7D3}"/>
              </a:ext>
            </a:extLst>
          </p:cNvPr>
          <p:cNvCxnSpPr>
            <a:cxnSpLocks/>
          </p:cNvCxnSpPr>
          <p:nvPr/>
        </p:nvCxnSpPr>
        <p:spPr>
          <a:xfrm>
            <a:off x="10296607" y="1742210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F7DFEB48-165C-82AD-8840-AACA24590797}"/>
              </a:ext>
            </a:extLst>
          </p:cNvPr>
          <p:cNvSpPr txBox="1"/>
          <p:nvPr/>
        </p:nvSpPr>
        <p:spPr>
          <a:xfrm>
            <a:off x="9941039" y="1812861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forward_stack</a:t>
            </a:r>
            <a:endParaRPr lang="zh-CN" altLang="en-US" sz="140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04D05B1-D998-6608-29E7-7FCE38A42D1F}"/>
              </a:ext>
            </a:extLst>
          </p:cNvPr>
          <p:cNvSpPr txBox="1"/>
          <p:nvPr/>
        </p:nvSpPr>
        <p:spPr>
          <a:xfrm>
            <a:off x="9787791" y="9138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5DCCB36-59EF-8509-6E3E-838E0B22694B}"/>
              </a:ext>
            </a:extLst>
          </p:cNvPr>
          <p:cNvSpPr txBox="1"/>
          <p:nvPr/>
        </p:nvSpPr>
        <p:spPr>
          <a:xfrm>
            <a:off x="8762916" y="2237731"/>
            <a:ext cx="2454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d) </a:t>
            </a:r>
            <a:r>
              <a:rPr lang="zh-CN" altLang="en-US" sz="1400"/>
              <a:t>用户</a:t>
            </a:r>
            <a:r>
              <a:rPr lang="zh-CN" altLang="en-US" sz="1400" b="1"/>
              <a:t>回退</a:t>
            </a:r>
            <a:r>
              <a:rPr lang="zh-CN" altLang="en-US" sz="1400"/>
              <a:t>，将</a:t>
            </a:r>
            <a:r>
              <a:rPr lang="en-US" altLang="zh-CN" sz="1400"/>
              <a:t>3</a:t>
            </a:r>
            <a:r>
              <a:rPr lang="zh-CN" altLang="en-US" sz="1400" b="1"/>
              <a:t>压入</a:t>
            </a:r>
            <a:r>
              <a:rPr lang="en-US" altLang="zh-CN" sz="1400" b="1"/>
              <a:t>forward_stack</a:t>
            </a:r>
            <a:r>
              <a:rPr lang="zh-CN" altLang="en-US" sz="1400"/>
              <a:t>，弹出并访问</a:t>
            </a:r>
            <a:r>
              <a:rPr lang="en-US" altLang="zh-CN" sz="1400"/>
              <a:t>2</a:t>
            </a:r>
            <a:r>
              <a:rPr lang="zh-CN" altLang="en-US" sz="1400"/>
              <a:t>，将</a:t>
            </a:r>
            <a:r>
              <a:rPr lang="en-US" altLang="zh-CN" sz="1400"/>
              <a:t>2</a:t>
            </a:r>
            <a:r>
              <a:rPr lang="zh-CN" altLang="en-US" sz="1400"/>
              <a:t>作为新的当前页面，</a:t>
            </a:r>
            <a:endParaRPr lang="zh-CN" altLang="en-US" sz="1400" b="1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A85A3A80-4F30-35A6-00DB-7B57674FC5FD}"/>
              </a:ext>
            </a:extLst>
          </p:cNvPr>
          <p:cNvSpPr/>
          <p:nvPr/>
        </p:nvSpPr>
        <p:spPr>
          <a:xfrm>
            <a:off x="9068116" y="1028608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140356D-CEB1-3FA0-B6F4-D5E0763FF026}"/>
              </a:ext>
            </a:extLst>
          </p:cNvPr>
          <p:cNvSpPr/>
          <p:nvPr/>
        </p:nvSpPr>
        <p:spPr>
          <a:xfrm>
            <a:off x="9068114" y="669245"/>
            <a:ext cx="436463" cy="354239"/>
          </a:xfrm>
          <a:prstGeom prst="round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419F03FF-5ACA-C8AE-5E54-8E0B41B865F1}"/>
              </a:ext>
            </a:extLst>
          </p:cNvPr>
          <p:cNvSpPr/>
          <p:nvPr/>
        </p:nvSpPr>
        <p:spPr>
          <a:xfrm>
            <a:off x="10296606" y="1382847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A275AC1-C436-1A4D-8730-5377F942C0D9}"/>
              </a:ext>
            </a:extLst>
          </p:cNvPr>
          <p:cNvCxnSpPr>
            <a:cxnSpLocks/>
          </p:cNvCxnSpPr>
          <p:nvPr/>
        </p:nvCxnSpPr>
        <p:spPr>
          <a:xfrm flipH="1" flipV="1">
            <a:off x="9265616" y="52804"/>
            <a:ext cx="5776" cy="6197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10C374B9-36B1-137E-D09E-1ADF3859F1DD}"/>
              </a:ext>
            </a:extLst>
          </p:cNvPr>
          <p:cNvCxnSpPr>
            <a:cxnSpLocks/>
          </p:cNvCxnSpPr>
          <p:nvPr/>
        </p:nvCxnSpPr>
        <p:spPr>
          <a:xfrm>
            <a:off x="9265616" y="52804"/>
            <a:ext cx="6754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5F683C89-0377-AF08-2E1B-5BF8F7DE6E97}"/>
              </a:ext>
            </a:extLst>
          </p:cNvPr>
          <p:cNvCxnSpPr/>
          <p:nvPr/>
        </p:nvCxnSpPr>
        <p:spPr>
          <a:xfrm flipH="1">
            <a:off x="9926087" y="52804"/>
            <a:ext cx="14951" cy="839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74F1FE54-3B6F-2140-4460-AA9253679960}"/>
              </a:ext>
            </a:extLst>
          </p:cNvPr>
          <p:cNvCxnSpPr>
            <a:cxnSpLocks/>
          </p:cNvCxnSpPr>
          <p:nvPr/>
        </p:nvCxnSpPr>
        <p:spPr>
          <a:xfrm>
            <a:off x="786448" y="3254090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0076D4C9-F0CB-2D82-8790-B356B391D28D}"/>
              </a:ext>
            </a:extLst>
          </p:cNvPr>
          <p:cNvCxnSpPr>
            <a:cxnSpLocks/>
          </p:cNvCxnSpPr>
          <p:nvPr/>
        </p:nvCxnSpPr>
        <p:spPr>
          <a:xfrm>
            <a:off x="1222913" y="3254090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C453B389-9CF9-077A-6A84-19886890726A}"/>
              </a:ext>
            </a:extLst>
          </p:cNvPr>
          <p:cNvCxnSpPr>
            <a:cxnSpLocks/>
          </p:cNvCxnSpPr>
          <p:nvPr/>
        </p:nvCxnSpPr>
        <p:spPr>
          <a:xfrm>
            <a:off x="786450" y="4765970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FA810E90-FAB6-1779-E117-2007077F9534}"/>
              </a:ext>
            </a:extLst>
          </p:cNvPr>
          <p:cNvSpPr txBox="1"/>
          <p:nvPr/>
        </p:nvSpPr>
        <p:spPr>
          <a:xfrm>
            <a:off x="507458" y="4839650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8DEA569-1403-32CB-BA9B-D9E221E5B09A}"/>
              </a:ext>
            </a:extLst>
          </p:cNvPr>
          <p:cNvCxnSpPr>
            <a:cxnSpLocks/>
          </p:cNvCxnSpPr>
          <p:nvPr/>
        </p:nvCxnSpPr>
        <p:spPr>
          <a:xfrm>
            <a:off x="1961140" y="3254090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C72A4BEF-3F5A-E9B2-C928-0B30D4400F9A}"/>
              </a:ext>
            </a:extLst>
          </p:cNvPr>
          <p:cNvCxnSpPr>
            <a:cxnSpLocks/>
          </p:cNvCxnSpPr>
          <p:nvPr/>
        </p:nvCxnSpPr>
        <p:spPr>
          <a:xfrm>
            <a:off x="2397605" y="3254090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EE66E39-D171-8F0C-25A3-6D4EFBD20771}"/>
              </a:ext>
            </a:extLst>
          </p:cNvPr>
          <p:cNvCxnSpPr>
            <a:cxnSpLocks/>
          </p:cNvCxnSpPr>
          <p:nvPr/>
        </p:nvCxnSpPr>
        <p:spPr>
          <a:xfrm>
            <a:off x="1961142" y="4765970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2D647DA1-8EEB-D113-B536-E6B0A61ECF8C}"/>
              </a:ext>
            </a:extLst>
          </p:cNvPr>
          <p:cNvSpPr txBox="1"/>
          <p:nvPr/>
        </p:nvSpPr>
        <p:spPr>
          <a:xfrm>
            <a:off x="1605574" y="4836621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forward_stack</a:t>
            </a:r>
            <a:endParaRPr lang="zh-CN" altLang="en-US" sz="140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403C123-7C2F-0D44-F40C-4B9E009D993B}"/>
              </a:ext>
            </a:extLst>
          </p:cNvPr>
          <p:cNvSpPr txBox="1"/>
          <p:nvPr/>
        </p:nvSpPr>
        <p:spPr>
          <a:xfrm>
            <a:off x="915086" y="5261491"/>
            <a:ext cx="1700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e) </a:t>
            </a:r>
            <a:r>
              <a:rPr lang="zh-CN" altLang="en-US" sz="1400"/>
              <a:t>用户</a:t>
            </a:r>
            <a:r>
              <a:rPr lang="zh-CN" altLang="en-US" sz="1400" b="1"/>
              <a:t>前进</a:t>
            </a:r>
            <a:r>
              <a:rPr lang="zh-CN" altLang="en-US" sz="1400"/>
              <a:t>，将</a:t>
            </a:r>
            <a:r>
              <a:rPr lang="en-US" altLang="zh-CN" sz="1400"/>
              <a:t>2</a:t>
            </a:r>
            <a:r>
              <a:rPr lang="zh-CN" altLang="en-US" sz="1400" b="1"/>
              <a:t>压入</a:t>
            </a:r>
            <a:r>
              <a:rPr lang="en-US" altLang="zh-CN" sz="1400" b="1"/>
              <a:t>back_stack</a:t>
            </a:r>
            <a:r>
              <a:rPr lang="zh-CN" altLang="en-US" sz="1400"/>
              <a:t>，弹出并访问</a:t>
            </a:r>
            <a:r>
              <a:rPr lang="en-US" altLang="zh-CN" sz="1400"/>
              <a:t>3</a:t>
            </a:r>
            <a:r>
              <a:rPr lang="zh-CN" altLang="en-US" sz="1400"/>
              <a:t>，将</a:t>
            </a:r>
            <a:r>
              <a:rPr lang="en-US" altLang="zh-CN" sz="1400"/>
              <a:t>3</a:t>
            </a:r>
            <a:r>
              <a:rPr lang="zh-CN" altLang="en-US" sz="1400"/>
              <a:t>作为新的当前页面</a:t>
            </a:r>
            <a:endParaRPr lang="zh-CN" altLang="en-US" sz="1400" b="1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CC52C7B7-E682-B9E6-9757-5F51DD58A5A1}"/>
              </a:ext>
            </a:extLst>
          </p:cNvPr>
          <p:cNvSpPr txBox="1"/>
          <p:nvPr/>
        </p:nvSpPr>
        <p:spPr>
          <a:xfrm>
            <a:off x="1438774" y="388642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41F8E1D3-4826-1313-CA48-1A3F6C434E02}"/>
              </a:ext>
            </a:extLst>
          </p:cNvPr>
          <p:cNvSpPr/>
          <p:nvPr/>
        </p:nvSpPr>
        <p:spPr>
          <a:xfrm>
            <a:off x="786449" y="4411731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F0DC8A5C-94E4-0C2F-BA8A-2CC49E5BD4D5}"/>
              </a:ext>
            </a:extLst>
          </p:cNvPr>
          <p:cNvSpPr/>
          <p:nvPr/>
        </p:nvSpPr>
        <p:spPr>
          <a:xfrm>
            <a:off x="786448" y="4052368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3298CD66-FAC0-77B0-91D2-2198FEB4B452}"/>
              </a:ext>
            </a:extLst>
          </p:cNvPr>
          <p:cNvSpPr/>
          <p:nvPr/>
        </p:nvSpPr>
        <p:spPr>
          <a:xfrm>
            <a:off x="786446" y="3693005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A4EDAD10-6277-86FB-A5C9-20D258392C40}"/>
              </a:ext>
            </a:extLst>
          </p:cNvPr>
          <p:cNvCxnSpPr>
            <a:cxnSpLocks/>
          </p:cNvCxnSpPr>
          <p:nvPr/>
        </p:nvCxnSpPr>
        <p:spPr>
          <a:xfrm>
            <a:off x="6308870" y="3254090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5564F627-0029-7156-0CF8-8C3F9F42C8A4}"/>
              </a:ext>
            </a:extLst>
          </p:cNvPr>
          <p:cNvCxnSpPr>
            <a:cxnSpLocks/>
          </p:cNvCxnSpPr>
          <p:nvPr/>
        </p:nvCxnSpPr>
        <p:spPr>
          <a:xfrm>
            <a:off x="6745335" y="3254090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B630CEC4-7BE3-972E-D886-75DFF95A3226}"/>
              </a:ext>
            </a:extLst>
          </p:cNvPr>
          <p:cNvCxnSpPr>
            <a:cxnSpLocks/>
          </p:cNvCxnSpPr>
          <p:nvPr/>
        </p:nvCxnSpPr>
        <p:spPr>
          <a:xfrm>
            <a:off x="6308872" y="4765970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4C0ACA29-9F9F-2296-EDE1-862F17C50BF5}"/>
              </a:ext>
            </a:extLst>
          </p:cNvPr>
          <p:cNvSpPr txBox="1"/>
          <p:nvPr/>
        </p:nvSpPr>
        <p:spPr>
          <a:xfrm>
            <a:off x="6029880" y="4839650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CBCAB79-1177-5AF3-6768-36B806416E07}"/>
              </a:ext>
            </a:extLst>
          </p:cNvPr>
          <p:cNvCxnSpPr>
            <a:cxnSpLocks/>
          </p:cNvCxnSpPr>
          <p:nvPr/>
        </p:nvCxnSpPr>
        <p:spPr>
          <a:xfrm>
            <a:off x="7483562" y="3254090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6A2424F9-7769-4E58-8B29-B34660808FB2}"/>
              </a:ext>
            </a:extLst>
          </p:cNvPr>
          <p:cNvCxnSpPr>
            <a:cxnSpLocks/>
          </p:cNvCxnSpPr>
          <p:nvPr/>
        </p:nvCxnSpPr>
        <p:spPr>
          <a:xfrm>
            <a:off x="7920027" y="3254090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2C5E6964-4366-0234-2742-7AF0649F5000}"/>
              </a:ext>
            </a:extLst>
          </p:cNvPr>
          <p:cNvCxnSpPr>
            <a:cxnSpLocks/>
          </p:cNvCxnSpPr>
          <p:nvPr/>
        </p:nvCxnSpPr>
        <p:spPr>
          <a:xfrm>
            <a:off x="7483564" y="4765970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D6FE0260-0751-2A75-2C58-5E3FEA0B29BE}"/>
              </a:ext>
            </a:extLst>
          </p:cNvPr>
          <p:cNvSpPr txBox="1"/>
          <p:nvPr/>
        </p:nvSpPr>
        <p:spPr>
          <a:xfrm>
            <a:off x="7127996" y="4836621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forward_stack</a:t>
            </a:r>
            <a:endParaRPr lang="zh-CN" altLang="en-US" sz="140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43D1CC6F-C7D4-8D20-EB14-F5F5AC402201}"/>
              </a:ext>
            </a:extLst>
          </p:cNvPr>
          <p:cNvSpPr txBox="1"/>
          <p:nvPr/>
        </p:nvSpPr>
        <p:spPr>
          <a:xfrm>
            <a:off x="6437508" y="5261491"/>
            <a:ext cx="1700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g</a:t>
            </a:r>
            <a:r>
              <a:rPr lang="zh-CN" altLang="en-US" sz="1400"/>
              <a:t>）用户连续回退两次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3CD05DF9-394F-291D-E243-B0822437D3A8}"/>
              </a:ext>
            </a:extLst>
          </p:cNvPr>
          <p:cNvSpPr txBox="1"/>
          <p:nvPr/>
        </p:nvSpPr>
        <p:spPr>
          <a:xfrm>
            <a:off x="6974749" y="39243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39894AD0-14BD-C5A0-6D68-EAD5F959FD75}"/>
              </a:ext>
            </a:extLst>
          </p:cNvPr>
          <p:cNvSpPr/>
          <p:nvPr/>
        </p:nvSpPr>
        <p:spPr>
          <a:xfrm>
            <a:off x="6308871" y="4411731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D4BB3809-1CC3-BA4E-7D2E-96A5E381EE17}"/>
              </a:ext>
            </a:extLst>
          </p:cNvPr>
          <p:cNvSpPr/>
          <p:nvPr/>
        </p:nvSpPr>
        <p:spPr>
          <a:xfrm>
            <a:off x="7483563" y="4052368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2D88ED9A-7BD6-4E8A-DB59-81597F57AEA3}"/>
              </a:ext>
            </a:extLst>
          </p:cNvPr>
          <p:cNvSpPr/>
          <p:nvPr/>
        </p:nvSpPr>
        <p:spPr>
          <a:xfrm>
            <a:off x="7483563" y="4411731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7D9E0BF0-F732-41FF-C5B3-412E605A71F3}"/>
              </a:ext>
            </a:extLst>
          </p:cNvPr>
          <p:cNvCxnSpPr>
            <a:cxnSpLocks/>
          </p:cNvCxnSpPr>
          <p:nvPr/>
        </p:nvCxnSpPr>
        <p:spPr>
          <a:xfrm>
            <a:off x="9141345" y="3254090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E7FB45FC-29A6-D649-961C-D5110642008B}"/>
              </a:ext>
            </a:extLst>
          </p:cNvPr>
          <p:cNvCxnSpPr>
            <a:cxnSpLocks/>
          </p:cNvCxnSpPr>
          <p:nvPr/>
        </p:nvCxnSpPr>
        <p:spPr>
          <a:xfrm>
            <a:off x="9577810" y="3254090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39FF69C7-2041-4F18-ED54-AB8A3EAF1D61}"/>
              </a:ext>
            </a:extLst>
          </p:cNvPr>
          <p:cNvCxnSpPr>
            <a:cxnSpLocks/>
          </p:cNvCxnSpPr>
          <p:nvPr/>
        </p:nvCxnSpPr>
        <p:spPr>
          <a:xfrm>
            <a:off x="9141347" y="4765970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FFC617F4-2555-B7A3-3300-B0576690F37E}"/>
              </a:ext>
            </a:extLst>
          </p:cNvPr>
          <p:cNvSpPr txBox="1"/>
          <p:nvPr/>
        </p:nvSpPr>
        <p:spPr>
          <a:xfrm>
            <a:off x="8862355" y="4839650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445C6FDF-AED8-AE68-0C93-3629F649C953}"/>
              </a:ext>
            </a:extLst>
          </p:cNvPr>
          <p:cNvCxnSpPr>
            <a:cxnSpLocks/>
          </p:cNvCxnSpPr>
          <p:nvPr/>
        </p:nvCxnSpPr>
        <p:spPr>
          <a:xfrm>
            <a:off x="10316037" y="3254090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5460FCF3-CB2E-CE94-05D5-DA264CF0F051}"/>
              </a:ext>
            </a:extLst>
          </p:cNvPr>
          <p:cNvCxnSpPr>
            <a:cxnSpLocks/>
          </p:cNvCxnSpPr>
          <p:nvPr/>
        </p:nvCxnSpPr>
        <p:spPr>
          <a:xfrm>
            <a:off x="10752502" y="3254090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3DC1FC58-E60C-987F-7CB5-FDF6DFD4CC4E}"/>
              </a:ext>
            </a:extLst>
          </p:cNvPr>
          <p:cNvCxnSpPr>
            <a:cxnSpLocks/>
          </p:cNvCxnSpPr>
          <p:nvPr/>
        </p:nvCxnSpPr>
        <p:spPr>
          <a:xfrm>
            <a:off x="10316039" y="4765970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66032662-FED2-0AAC-D8D9-8F072902BA59}"/>
              </a:ext>
            </a:extLst>
          </p:cNvPr>
          <p:cNvSpPr txBox="1"/>
          <p:nvPr/>
        </p:nvSpPr>
        <p:spPr>
          <a:xfrm>
            <a:off x="9960471" y="4836621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forward_stack</a:t>
            </a:r>
            <a:endParaRPr lang="zh-CN" altLang="en-US" sz="140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AC5836C2-4DF0-E201-0E53-B2834D8B92FD}"/>
              </a:ext>
            </a:extLst>
          </p:cNvPr>
          <p:cNvSpPr txBox="1"/>
          <p:nvPr/>
        </p:nvSpPr>
        <p:spPr>
          <a:xfrm>
            <a:off x="9269983" y="5261491"/>
            <a:ext cx="17989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h</a:t>
            </a:r>
            <a:r>
              <a:rPr lang="zh-CN" altLang="en-US" sz="1400"/>
              <a:t>）用户</a:t>
            </a:r>
            <a:r>
              <a:rPr lang="zh-CN" altLang="en-US" sz="1400" b="1"/>
              <a:t>访问新的页面</a:t>
            </a:r>
            <a:r>
              <a:rPr lang="en-US" altLang="zh-CN" sz="1400"/>
              <a:t>4</a:t>
            </a:r>
            <a:r>
              <a:rPr lang="zh-CN" altLang="en-US" sz="1400"/>
              <a:t>，此时无法前进，</a:t>
            </a:r>
            <a:r>
              <a:rPr lang="zh-CN" altLang="en-US" sz="1400" b="1"/>
              <a:t>清空</a:t>
            </a:r>
            <a:r>
              <a:rPr lang="en-US" altLang="zh-CN" sz="1400" b="1"/>
              <a:t>forward_stack</a:t>
            </a:r>
            <a:r>
              <a:rPr lang="en-US" altLang="zh-CN" sz="1400"/>
              <a:t>.</a:t>
            </a:r>
            <a:endParaRPr lang="zh-CN" altLang="en-US" sz="140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E43C2E56-A362-28B8-8F3F-9EFB8BE859EC}"/>
              </a:ext>
            </a:extLst>
          </p:cNvPr>
          <p:cNvSpPr txBox="1"/>
          <p:nvPr/>
        </p:nvSpPr>
        <p:spPr>
          <a:xfrm>
            <a:off x="9807224" y="39243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1DCF530A-1A3A-E2CC-D464-D107E1333268}"/>
              </a:ext>
            </a:extLst>
          </p:cNvPr>
          <p:cNvSpPr/>
          <p:nvPr/>
        </p:nvSpPr>
        <p:spPr>
          <a:xfrm>
            <a:off x="9141346" y="4411731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96BAC91D-9147-FFDD-B5D9-1DE020C33F43}"/>
              </a:ext>
            </a:extLst>
          </p:cNvPr>
          <p:cNvSpPr/>
          <p:nvPr/>
        </p:nvSpPr>
        <p:spPr>
          <a:xfrm>
            <a:off x="9137498" y="4052368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941CF3A3-F8F3-0C04-2D13-7AABB097EEAB}"/>
              </a:ext>
            </a:extLst>
          </p:cNvPr>
          <p:cNvSpPr/>
          <p:nvPr/>
        </p:nvSpPr>
        <p:spPr>
          <a:xfrm>
            <a:off x="1961136" y="4406607"/>
            <a:ext cx="436463" cy="354239"/>
          </a:xfrm>
          <a:prstGeom prst="round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2F11D2BC-EF6B-68FC-9EE1-5459DA3B6AE4}"/>
              </a:ext>
            </a:extLst>
          </p:cNvPr>
          <p:cNvCxnSpPr>
            <a:cxnSpLocks/>
          </p:cNvCxnSpPr>
          <p:nvPr/>
        </p:nvCxnSpPr>
        <p:spPr>
          <a:xfrm flipV="1">
            <a:off x="2179374" y="3088413"/>
            <a:ext cx="11182" cy="1141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D9FAEB28-817E-DF4B-EF8D-3520C510D6D6}"/>
              </a:ext>
            </a:extLst>
          </p:cNvPr>
          <p:cNvCxnSpPr>
            <a:cxnSpLocks/>
          </p:cNvCxnSpPr>
          <p:nvPr/>
        </p:nvCxnSpPr>
        <p:spPr>
          <a:xfrm>
            <a:off x="1605574" y="3083536"/>
            <a:ext cx="58486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E2FEBF3C-8B63-C213-A3E1-538B7401E949}"/>
              </a:ext>
            </a:extLst>
          </p:cNvPr>
          <p:cNvCxnSpPr/>
          <p:nvPr/>
        </p:nvCxnSpPr>
        <p:spPr>
          <a:xfrm flipH="1">
            <a:off x="1590623" y="3085174"/>
            <a:ext cx="14951" cy="839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FA017E2C-BAFA-5930-BF6F-0BC817A1AF67}"/>
              </a:ext>
            </a:extLst>
          </p:cNvPr>
          <p:cNvCxnSpPr>
            <a:cxnSpLocks/>
          </p:cNvCxnSpPr>
          <p:nvPr/>
        </p:nvCxnSpPr>
        <p:spPr>
          <a:xfrm>
            <a:off x="3355021" y="3262404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29ECB767-AC2F-C622-EEC4-2759AC287A68}"/>
              </a:ext>
            </a:extLst>
          </p:cNvPr>
          <p:cNvCxnSpPr>
            <a:cxnSpLocks/>
          </p:cNvCxnSpPr>
          <p:nvPr/>
        </p:nvCxnSpPr>
        <p:spPr>
          <a:xfrm>
            <a:off x="3791486" y="3262404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2673AB48-4F01-F0F1-DCCF-FAAD105F84FD}"/>
              </a:ext>
            </a:extLst>
          </p:cNvPr>
          <p:cNvCxnSpPr>
            <a:cxnSpLocks/>
          </p:cNvCxnSpPr>
          <p:nvPr/>
        </p:nvCxnSpPr>
        <p:spPr>
          <a:xfrm>
            <a:off x="3355023" y="4774284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6E060DB6-2F79-97CE-C859-20100D9153AD}"/>
              </a:ext>
            </a:extLst>
          </p:cNvPr>
          <p:cNvSpPr txBox="1"/>
          <p:nvPr/>
        </p:nvSpPr>
        <p:spPr>
          <a:xfrm>
            <a:off x="3076031" y="4847964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back_stack</a:t>
            </a:r>
            <a:endParaRPr lang="zh-CN" altLang="en-US" sz="1400"/>
          </a:p>
        </p:txBody>
      </p: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F6835F1E-BC5F-23A8-33B3-7392A4EE328B}"/>
              </a:ext>
            </a:extLst>
          </p:cNvPr>
          <p:cNvCxnSpPr>
            <a:cxnSpLocks/>
          </p:cNvCxnSpPr>
          <p:nvPr/>
        </p:nvCxnSpPr>
        <p:spPr>
          <a:xfrm>
            <a:off x="4529713" y="3262404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85CB8D4F-59CB-1B5D-F78A-4BDB7013A179}"/>
              </a:ext>
            </a:extLst>
          </p:cNvPr>
          <p:cNvCxnSpPr>
            <a:cxnSpLocks/>
          </p:cNvCxnSpPr>
          <p:nvPr/>
        </p:nvCxnSpPr>
        <p:spPr>
          <a:xfrm>
            <a:off x="4966178" y="3262404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BBD83CF5-16BF-2B7C-A78C-2FB585138A7C}"/>
              </a:ext>
            </a:extLst>
          </p:cNvPr>
          <p:cNvCxnSpPr>
            <a:cxnSpLocks/>
          </p:cNvCxnSpPr>
          <p:nvPr/>
        </p:nvCxnSpPr>
        <p:spPr>
          <a:xfrm>
            <a:off x="4529715" y="4774284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BE763EE6-1B62-AF45-0121-1196990D6875}"/>
              </a:ext>
            </a:extLst>
          </p:cNvPr>
          <p:cNvSpPr txBox="1"/>
          <p:nvPr/>
        </p:nvSpPr>
        <p:spPr>
          <a:xfrm>
            <a:off x="4174147" y="4844935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forward_stack</a:t>
            </a:r>
            <a:endParaRPr lang="zh-CN" altLang="en-US" sz="140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2F71B8D-D814-E147-93EB-EB5B331BD944}"/>
              </a:ext>
            </a:extLst>
          </p:cNvPr>
          <p:cNvSpPr txBox="1"/>
          <p:nvPr/>
        </p:nvSpPr>
        <p:spPr>
          <a:xfrm>
            <a:off x="3483659" y="5269805"/>
            <a:ext cx="1700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f) </a:t>
            </a:r>
            <a:r>
              <a:rPr lang="zh-CN" altLang="en-US" sz="1400"/>
              <a:t>此时状态</a:t>
            </a:r>
            <a:endParaRPr lang="zh-CN" altLang="en-US" sz="1400" b="1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35EF1EC7-6EE9-BFB0-F21D-BEDD243A03A5}"/>
              </a:ext>
            </a:extLst>
          </p:cNvPr>
          <p:cNvSpPr txBox="1"/>
          <p:nvPr/>
        </p:nvSpPr>
        <p:spPr>
          <a:xfrm>
            <a:off x="4007347" y="389473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5C930BCF-43C9-2AD9-EC7B-B43D789AE0FA}"/>
              </a:ext>
            </a:extLst>
          </p:cNvPr>
          <p:cNvSpPr/>
          <p:nvPr/>
        </p:nvSpPr>
        <p:spPr>
          <a:xfrm>
            <a:off x="3355022" y="4420045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24" name="矩形: 圆角 123">
            <a:extLst>
              <a:ext uri="{FF2B5EF4-FFF2-40B4-BE49-F238E27FC236}">
                <a16:creationId xmlns:a16="http://schemas.microsoft.com/office/drawing/2014/main" id="{0A5BABF3-329A-F661-7DB9-C646AF0489DD}"/>
              </a:ext>
            </a:extLst>
          </p:cNvPr>
          <p:cNvSpPr/>
          <p:nvPr/>
        </p:nvSpPr>
        <p:spPr>
          <a:xfrm>
            <a:off x="3355021" y="4060682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C3BB325C-01DE-327A-E83A-6F8D3D1A586C}"/>
              </a:ext>
            </a:extLst>
          </p:cNvPr>
          <p:cNvSpPr/>
          <p:nvPr/>
        </p:nvSpPr>
        <p:spPr>
          <a:xfrm>
            <a:off x="3355019" y="3701319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047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36E3E-7178-20FB-1D6C-A2C908BAE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CE003D0-C597-BE06-CC47-7C071EE49B29}"/>
              </a:ext>
            </a:extLst>
          </p:cNvPr>
          <p:cNvSpPr/>
          <p:nvPr/>
        </p:nvSpPr>
        <p:spPr>
          <a:xfrm>
            <a:off x="1607553" y="1894163"/>
            <a:ext cx="878366" cy="324318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01F7AA-B987-1700-3B35-0CF28987AE93}"/>
              </a:ext>
            </a:extLst>
          </p:cNvPr>
          <p:cNvSpPr/>
          <p:nvPr/>
        </p:nvSpPr>
        <p:spPr>
          <a:xfrm>
            <a:off x="2454387" y="1894163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next_node</a:t>
            </a:r>
            <a:endParaRPr lang="zh-CN" altLang="en-US" sz="12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78351B-6030-883A-7003-EDF429A32BC8}"/>
              </a:ext>
            </a:extLst>
          </p:cNvPr>
          <p:cNvSpPr/>
          <p:nvPr/>
        </p:nvSpPr>
        <p:spPr>
          <a:xfrm>
            <a:off x="3891302" y="1894163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a</a:t>
            </a:r>
            <a:r>
              <a:rPr lang="en-US" altLang="zh-CN" sz="1200" baseline="-25000"/>
              <a:t>1</a:t>
            </a:r>
            <a:endParaRPr lang="zh-CN" altLang="en-US" sz="1200" baseline="-250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4874CA-27D6-17E1-E11A-3B6145468AE9}"/>
              </a:ext>
            </a:extLst>
          </p:cNvPr>
          <p:cNvSpPr/>
          <p:nvPr/>
        </p:nvSpPr>
        <p:spPr>
          <a:xfrm>
            <a:off x="4769668" y="1894163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next_node</a:t>
            </a:r>
            <a:endParaRPr lang="zh-CN" altLang="en-US" sz="12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27D9E1-B08B-BEFF-EB39-33A947E2FE90}"/>
              </a:ext>
            </a:extLst>
          </p:cNvPr>
          <p:cNvSpPr/>
          <p:nvPr/>
        </p:nvSpPr>
        <p:spPr>
          <a:xfrm>
            <a:off x="7235093" y="1939177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a</a:t>
            </a:r>
            <a:r>
              <a:rPr lang="en-US" altLang="zh-CN" sz="1200" baseline="-25000"/>
              <a:t>n</a:t>
            </a:r>
            <a:endParaRPr lang="zh-CN" altLang="en-US" sz="1200" baseline="-25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907BAF-7556-5A8F-53B2-E0DD5DAE8F09}"/>
              </a:ext>
            </a:extLst>
          </p:cNvPr>
          <p:cNvSpPr/>
          <p:nvPr/>
        </p:nvSpPr>
        <p:spPr>
          <a:xfrm>
            <a:off x="8113459" y="1939177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next_node</a:t>
            </a:r>
            <a:endParaRPr lang="zh-CN" altLang="en-US" sz="120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A1D12FB-4769-30D3-D7E1-069D46A0414E}"/>
              </a:ext>
            </a:extLst>
          </p:cNvPr>
          <p:cNvCxnSpPr>
            <a:cxnSpLocks/>
          </p:cNvCxnSpPr>
          <p:nvPr/>
        </p:nvCxnSpPr>
        <p:spPr>
          <a:xfrm>
            <a:off x="3247168" y="2065330"/>
            <a:ext cx="6441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961E1B0-4808-5A7D-B344-DDA7D730EFFE}"/>
              </a:ext>
            </a:extLst>
          </p:cNvPr>
          <p:cNvCxnSpPr>
            <a:cxnSpLocks/>
          </p:cNvCxnSpPr>
          <p:nvPr/>
        </p:nvCxnSpPr>
        <p:spPr>
          <a:xfrm>
            <a:off x="5593227" y="2069085"/>
            <a:ext cx="6441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6A287C5-FCAB-68EB-73A1-A77DFDA85E39}"/>
              </a:ext>
            </a:extLst>
          </p:cNvPr>
          <p:cNvCxnSpPr>
            <a:cxnSpLocks/>
          </p:cNvCxnSpPr>
          <p:nvPr/>
        </p:nvCxnSpPr>
        <p:spPr>
          <a:xfrm>
            <a:off x="6583931" y="2079629"/>
            <a:ext cx="5735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1CC1F93-551E-4D46-C564-4F71EB96ACA9}"/>
              </a:ext>
            </a:extLst>
          </p:cNvPr>
          <p:cNvSpPr txBox="1"/>
          <p:nvPr/>
        </p:nvSpPr>
        <p:spPr>
          <a:xfrm>
            <a:off x="1302822" y="1272581"/>
            <a:ext cx="609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front</a:t>
            </a:r>
            <a:endParaRPr lang="zh-CN" altLang="en-US" sz="160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B741965-6CE1-7D6C-25A3-9EFF1823E4A6}"/>
              </a:ext>
            </a:extLst>
          </p:cNvPr>
          <p:cNvCxnSpPr>
            <a:cxnSpLocks/>
          </p:cNvCxnSpPr>
          <p:nvPr/>
        </p:nvCxnSpPr>
        <p:spPr>
          <a:xfrm>
            <a:off x="1607553" y="1619390"/>
            <a:ext cx="0" cy="274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0EFB249-1C4B-00F3-8FCB-745FD1B6D2C5}"/>
              </a:ext>
            </a:extLst>
          </p:cNvPr>
          <p:cNvSpPr txBox="1"/>
          <p:nvPr/>
        </p:nvSpPr>
        <p:spPr>
          <a:xfrm>
            <a:off x="6237361" y="1894163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E65A62-1DFE-6095-8907-6FD347E8B753}"/>
              </a:ext>
            </a:extLst>
          </p:cNvPr>
          <p:cNvSpPr txBox="1"/>
          <p:nvPr/>
        </p:nvSpPr>
        <p:spPr>
          <a:xfrm>
            <a:off x="1607553" y="2263495"/>
            <a:ext cx="1455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front</a:t>
            </a:r>
            <a:r>
              <a:rPr lang="zh-CN" altLang="en-US" sz="1400"/>
              <a:t>指向头结点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DF0CAA6-41E8-525F-EB36-CF19610E2680}"/>
              </a:ext>
            </a:extLst>
          </p:cNvPr>
          <p:cNvCxnSpPr>
            <a:cxnSpLocks/>
          </p:cNvCxnSpPr>
          <p:nvPr/>
        </p:nvCxnSpPr>
        <p:spPr>
          <a:xfrm>
            <a:off x="8917500" y="2116427"/>
            <a:ext cx="388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27DABFF-5CBF-21C6-4AE3-8E39E6048630}"/>
              </a:ext>
            </a:extLst>
          </p:cNvPr>
          <p:cNvSpPr txBox="1"/>
          <p:nvPr/>
        </p:nvSpPr>
        <p:spPr>
          <a:xfrm>
            <a:off x="9326452" y="1962836"/>
            <a:ext cx="543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/>
              <a:t>NULL</a:t>
            </a:r>
            <a:endParaRPr lang="zh-CN" altLang="en-US" sz="12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6136802-29C6-CB76-CEFB-8BEEE2D10CDB}"/>
              </a:ext>
            </a:extLst>
          </p:cNvPr>
          <p:cNvSpPr txBox="1"/>
          <p:nvPr/>
        </p:nvSpPr>
        <p:spPr>
          <a:xfrm>
            <a:off x="6930362" y="1338613"/>
            <a:ext cx="530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rear</a:t>
            </a:r>
            <a:endParaRPr lang="zh-CN" altLang="en-US" sz="160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DDF6C88-D8B6-6E25-5237-C2ABDACA4187}"/>
              </a:ext>
            </a:extLst>
          </p:cNvPr>
          <p:cNvCxnSpPr>
            <a:cxnSpLocks/>
          </p:cNvCxnSpPr>
          <p:nvPr/>
        </p:nvCxnSpPr>
        <p:spPr>
          <a:xfrm>
            <a:off x="7235093" y="1685422"/>
            <a:ext cx="0" cy="274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E6C0EE2-7A80-13C9-EA3B-7F600A45E778}"/>
              </a:ext>
            </a:extLst>
          </p:cNvPr>
          <p:cNvSpPr/>
          <p:nvPr/>
        </p:nvSpPr>
        <p:spPr>
          <a:xfrm>
            <a:off x="4444434" y="3632124"/>
            <a:ext cx="878366" cy="324318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BA7101-A3CC-9384-2172-F459628FE001}"/>
              </a:ext>
            </a:extLst>
          </p:cNvPr>
          <p:cNvSpPr/>
          <p:nvPr/>
        </p:nvSpPr>
        <p:spPr>
          <a:xfrm>
            <a:off x="5291268" y="3632124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next_node</a:t>
            </a:r>
            <a:endParaRPr lang="zh-CN" altLang="en-US" sz="12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B86770-5A83-A01A-2FA9-42D440D84F7F}"/>
              </a:ext>
            </a:extLst>
          </p:cNvPr>
          <p:cNvSpPr txBox="1"/>
          <p:nvPr/>
        </p:nvSpPr>
        <p:spPr>
          <a:xfrm>
            <a:off x="3821483" y="3036393"/>
            <a:ext cx="11608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front</a:t>
            </a:r>
            <a:r>
              <a:rPr lang="zh-CN" altLang="en-US" sz="1600"/>
              <a:t>、</a:t>
            </a:r>
            <a:r>
              <a:rPr lang="en-US" altLang="zh-CN" sz="1600"/>
              <a:t>rear</a:t>
            </a:r>
            <a:endParaRPr lang="zh-CN" altLang="en-US" sz="160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E6957E7-756E-72C5-62F1-7A812F5AF8E6}"/>
              </a:ext>
            </a:extLst>
          </p:cNvPr>
          <p:cNvCxnSpPr>
            <a:cxnSpLocks/>
          </p:cNvCxnSpPr>
          <p:nvPr/>
        </p:nvCxnSpPr>
        <p:spPr>
          <a:xfrm>
            <a:off x="4444434" y="3357351"/>
            <a:ext cx="0" cy="274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53C2EEC8-1E13-BF2D-0E44-33AF6FD8A5B0}"/>
              </a:ext>
            </a:extLst>
          </p:cNvPr>
          <p:cNvSpPr txBox="1"/>
          <p:nvPr/>
        </p:nvSpPr>
        <p:spPr>
          <a:xfrm>
            <a:off x="4048044" y="4059730"/>
            <a:ext cx="2658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空队，</a:t>
            </a:r>
            <a:r>
              <a:rPr lang="en-US" altLang="zh-CN" sz="1400"/>
              <a:t>front</a:t>
            </a:r>
            <a:r>
              <a:rPr lang="zh-CN" altLang="en-US" sz="1400"/>
              <a:t>、</a:t>
            </a:r>
            <a:r>
              <a:rPr lang="en-US" altLang="zh-CN" sz="1400"/>
              <a:t>rear</a:t>
            </a:r>
            <a:r>
              <a:rPr lang="zh-CN" altLang="en-US" sz="1400"/>
              <a:t>均指向头结点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4BDC34E-9933-794D-C1D6-26F3D17BDEAE}"/>
              </a:ext>
            </a:extLst>
          </p:cNvPr>
          <p:cNvCxnSpPr>
            <a:cxnSpLocks/>
          </p:cNvCxnSpPr>
          <p:nvPr/>
        </p:nvCxnSpPr>
        <p:spPr>
          <a:xfrm>
            <a:off x="6100949" y="3812781"/>
            <a:ext cx="388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7219D57C-6BA8-0806-8675-05975492E8DD}"/>
              </a:ext>
            </a:extLst>
          </p:cNvPr>
          <p:cNvSpPr txBox="1"/>
          <p:nvPr/>
        </p:nvSpPr>
        <p:spPr>
          <a:xfrm>
            <a:off x="6509901" y="3659190"/>
            <a:ext cx="543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/>
              <a:t>NULL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094140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760C7-5E3C-A3D7-56AD-A07082AD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40CA088-213D-B9A4-C370-22322139DD7E}"/>
              </a:ext>
            </a:extLst>
          </p:cNvPr>
          <p:cNvSpPr/>
          <p:nvPr/>
        </p:nvSpPr>
        <p:spPr>
          <a:xfrm>
            <a:off x="2305742" y="1539027"/>
            <a:ext cx="878366" cy="324318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1DC299-5DFD-3859-FA84-D8FE2A82C5BC}"/>
              </a:ext>
            </a:extLst>
          </p:cNvPr>
          <p:cNvSpPr/>
          <p:nvPr/>
        </p:nvSpPr>
        <p:spPr>
          <a:xfrm>
            <a:off x="3152576" y="1539027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next_node</a:t>
            </a:r>
            <a:endParaRPr lang="zh-CN" altLang="en-US" sz="12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2C8B0E4-A344-9D78-FF47-49E0C47999E7}"/>
              </a:ext>
            </a:extLst>
          </p:cNvPr>
          <p:cNvSpPr txBox="1"/>
          <p:nvPr/>
        </p:nvSpPr>
        <p:spPr>
          <a:xfrm>
            <a:off x="1998992" y="945989"/>
            <a:ext cx="609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front</a:t>
            </a:r>
            <a:endParaRPr lang="zh-CN" altLang="en-US" sz="160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0D5AE6E-4CD9-DE24-9673-EDEF0A1756B3}"/>
              </a:ext>
            </a:extLst>
          </p:cNvPr>
          <p:cNvCxnSpPr>
            <a:cxnSpLocks/>
          </p:cNvCxnSpPr>
          <p:nvPr/>
        </p:nvCxnSpPr>
        <p:spPr>
          <a:xfrm>
            <a:off x="2305742" y="1264254"/>
            <a:ext cx="0" cy="274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86C13208-1609-336C-0EE0-5D2F945D383E}"/>
              </a:ext>
            </a:extLst>
          </p:cNvPr>
          <p:cNvSpPr/>
          <p:nvPr/>
        </p:nvSpPr>
        <p:spPr>
          <a:xfrm>
            <a:off x="4670570" y="1539027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a</a:t>
            </a:r>
            <a:r>
              <a:rPr lang="en-US" altLang="zh-CN" sz="1200" baseline="-25000"/>
              <a:t>1</a:t>
            </a:r>
            <a:endParaRPr lang="zh-CN" altLang="en-US" sz="1200" baseline="-2500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E803BF6-F6E3-3D48-F06C-DAED748DC64A}"/>
              </a:ext>
            </a:extLst>
          </p:cNvPr>
          <p:cNvSpPr/>
          <p:nvPr/>
        </p:nvSpPr>
        <p:spPr>
          <a:xfrm>
            <a:off x="5548936" y="1539027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next_node</a:t>
            </a:r>
            <a:endParaRPr lang="zh-CN" altLang="en-US" sz="120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20D953A-66EF-F150-E3DA-E19BAAA616A7}"/>
              </a:ext>
            </a:extLst>
          </p:cNvPr>
          <p:cNvCxnSpPr>
            <a:cxnSpLocks/>
          </p:cNvCxnSpPr>
          <p:nvPr/>
        </p:nvCxnSpPr>
        <p:spPr>
          <a:xfrm>
            <a:off x="4026436" y="1710194"/>
            <a:ext cx="6441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35E8317-0173-2AD4-22A3-88504BB30BBE}"/>
              </a:ext>
            </a:extLst>
          </p:cNvPr>
          <p:cNvCxnSpPr>
            <a:cxnSpLocks/>
          </p:cNvCxnSpPr>
          <p:nvPr/>
        </p:nvCxnSpPr>
        <p:spPr>
          <a:xfrm>
            <a:off x="6427302" y="1710194"/>
            <a:ext cx="388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D85D565C-1470-A16B-1B8C-C39E9EE0C341}"/>
              </a:ext>
            </a:extLst>
          </p:cNvPr>
          <p:cNvSpPr txBox="1"/>
          <p:nvPr/>
        </p:nvSpPr>
        <p:spPr>
          <a:xfrm>
            <a:off x="6836254" y="1556603"/>
            <a:ext cx="543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/>
              <a:t>NULL</a:t>
            </a:r>
            <a:endParaRPr lang="zh-CN" altLang="en-US" sz="120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736A5B3-2B45-6E4E-1BF7-8168DD9ACBBA}"/>
              </a:ext>
            </a:extLst>
          </p:cNvPr>
          <p:cNvSpPr txBox="1"/>
          <p:nvPr/>
        </p:nvSpPr>
        <p:spPr>
          <a:xfrm>
            <a:off x="4365839" y="945989"/>
            <a:ext cx="530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rear</a:t>
            </a:r>
            <a:endParaRPr lang="zh-CN" altLang="en-US" sz="1600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361F0D4-B167-7864-E9C1-EE15649FB5ED}"/>
              </a:ext>
            </a:extLst>
          </p:cNvPr>
          <p:cNvCxnSpPr>
            <a:cxnSpLocks/>
          </p:cNvCxnSpPr>
          <p:nvPr/>
        </p:nvCxnSpPr>
        <p:spPr>
          <a:xfrm>
            <a:off x="4672589" y="1264254"/>
            <a:ext cx="0" cy="274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114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06CBF-95C4-5B08-9CFB-AD0EF12B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E3521E43-1CEF-651F-E533-EEA2EF976B94}"/>
              </a:ext>
            </a:extLst>
          </p:cNvPr>
          <p:cNvSpPr/>
          <p:nvPr/>
        </p:nvSpPr>
        <p:spPr>
          <a:xfrm>
            <a:off x="1365587" y="821637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139D0CC-1C00-5EEF-1BEE-D40E4A983A40}"/>
              </a:ext>
            </a:extLst>
          </p:cNvPr>
          <p:cNvSpPr txBox="1"/>
          <p:nvPr/>
        </p:nvSpPr>
        <p:spPr>
          <a:xfrm>
            <a:off x="1729467" y="1032352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EE91B23-8952-40A1-3788-E2686DCEDFD8}"/>
              </a:ext>
            </a:extLst>
          </p:cNvPr>
          <p:cNvSpPr txBox="1"/>
          <p:nvPr/>
        </p:nvSpPr>
        <p:spPr>
          <a:xfrm>
            <a:off x="2119609" y="1032351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9FF08BF-03EA-45C2-F177-9BB3DA955847}"/>
              </a:ext>
            </a:extLst>
          </p:cNvPr>
          <p:cNvSpPr txBox="1"/>
          <p:nvPr/>
        </p:nvSpPr>
        <p:spPr>
          <a:xfrm>
            <a:off x="2463689" y="1035766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CC60300-0B7C-CCCF-F33C-82D077B94DDF}"/>
              </a:ext>
            </a:extLst>
          </p:cNvPr>
          <p:cNvSpPr txBox="1"/>
          <p:nvPr/>
        </p:nvSpPr>
        <p:spPr>
          <a:xfrm>
            <a:off x="2880535" y="1032351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4</a:t>
            </a:r>
            <a:endParaRPr lang="zh-CN" altLang="en-US" sz="14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C64181C-CE04-3F2C-CF41-23BF752662B3}"/>
              </a:ext>
            </a:extLst>
          </p:cNvPr>
          <p:cNvSpPr txBox="1"/>
          <p:nvPr/>
        </p:nvSpPr>
        <p:spPr>
          <a:xfrm>
            <a:off x="3245837" y="1062711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5</a:t>
            </a:r>
            <a:endParaRPr lang="zh-CN" altLang="en-US" sz="140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4390C68-BC25-A617-F1D0-7D38952F8880}"/>
              </a:ext>
            </a:extLst>
          </p:cNvPr>
          <p:cNvSpPr txBox="1"/>
          <p:nvPr/>
        </p:nvSpPr>
        <p:spPr>
          <a:xfrm>
            <a:off x="1345610" y="1034507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</a:t>
            </a:r>
            <a:endParaRPr lang="zh-CN" altLang="en-US" sz="140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9FD7F34-BB93-6A3A-D11D-5718DDD6E805}"/>
              </a:ext>
            </a:extLst>
          </p:cNvPr>
          <p:cNvSpPr txBox="1"/>
          <p:nvPr/>
        </p:nvSpPr>
        <p:spPr>
          <a:xfrm>
            <a:off x="343434" y="1039351"/>
            <a:ext cx="1005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数组下标</a:t>
            </a: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82351482-59BF-1B6B-ECA7-A9997327A498}"/>
              </a:ext>
            </a:extLst>
          </p:cNvPr>
          <p:cNvCxnSpPr/>
          <p:nvPr/>
        </p:nvCxnSpPr>
        <p:spPr>
          <a:xfrm>
            <a:off x="1365586" y="512333"/>
            <a:ext cx="0" cy="309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77BC246D-FC68-9764-DC2A-5D8BCFAAC260}"/>
              </a:ext>
            </a:extLst>
          </p:cNvPr>
          <p:cNvSpPr txBox="1"/>
          <p:nvPr/>
        </p:nvSpPr>
        <p:spPr>
          <a:xfrm>
            <a:off x="602157" y="168525"/>
            <a:ext cx="1257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front</a:t>
            </a:r>
            <a:r>
              <a:rPr lang="zh-CN" altLang="en-US" sz="1400"/>
              <a:t>、</a:t>
            </a:r>
            <a:r>
              <a:rPr lang="en-US" altLang="zh-CN" sz="1400"/>
              <a:t>rear=0</a:t>
            </a:r>
            <a:endParaRPr lang="zh-CN" altLang="en-US" sz="140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A3AE175-5611-3161-D2C5-11A792C381C5}"/>
              </a:ext>
            </a:extLst>
          </p:cNvPr>
          <p:cNvSpPr txBox="1"/>
          <p:nvPr/>
        </p:nvSpPr>
        <p:spPr>
          <a:xfrm>
            <a:off x="1140364" y="1472597"/>
            <a:ext cx="2467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a) </a:t>
            </a:r>
            <a:r>
              <a:rPr lang="zh-CN" altLang="en-US" sz="1400"/>
              <a:t>初始为空队，</a:t>
            </a:r>
            <a:r>
              <a:rPr lang="en-US" altLang="zh-CN" sz="1400"/>
              <a:t>front=rear=0</a:t>
            </a:r>
            <a:endParaRPr lang="zh-CN" altLang="en-US" sz="140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39B4990-EA2B-A5D6-7A99-97D061A75119}"/>
              </a:ext>
            </a:extLst>
          </p:cNvPr>
          <p:cNvSpPr/>
          <p:nvPr/>
        </p:nvSpPr>
        <p:spPr>
          <a:xfrm>
            <a:off x="1731920" y="821636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ED99E067-309C-09FE-34C6-70454D0B80BE}"/>
              </a:ext>
            </a:extLst>
          </p:cNvPr>
          <p:cNvSpPr/>
          <p:nvPr/>
        </p:nvSpPr>
        <p:spPr>
          <a:xfrm>
            <a:off x="2107890" y="821637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4CC1E93-DCFA-C222-DCF9-51F06B1946DF}"/>
              </a:ext>
            </a:extLst>
          </p:cNvPr>
          <p:cNvSpPr/>
          <p:nvPr/>
        </p:nvSpPr>
        <p:spPr>
          <a:xfrm>
            <a:off x="2479317" y="821637"/>
            <a:ext cx="364531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C9C2B5FC-D721-218F-538E-D11B7358B67E}"/>
              </a:ext>
            </a:extLst>
          </p:cNvPr>
          <p:cNvSpPr/>
          <p:nvPr/>
        </p:nvSpPr>
        <p:spPr>
          <a:xfrm>
            <a:off x="2843848" y="821636"/>
            <a:ext cx="364531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12524E46-07E2-ED48-2FAB-839FDCDE4381}"/>
              </a:ext>
            </a:extLst>
          </p:cNvPr>
          <p:cNvSpPr/>
          <p:nvPr/>
        </p:nvSpPr>
        <p:spPr>
          <a:xfrm>
            <a:off x="3210832" y="821636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0B71E04-DE56-617D-6890-3A92F6E894A3}"/>
              </a:ext>
            </a:extLst>
          </p:cNvPr>
          <p:cNvSpPr/>
          <p:nvPr/>
        </p:nvSpPr>
        <p:spPr>
          <a:xfrm>
            <a:off x="4828301" y="821637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A</a:t>
            </a:r>
            <a:endParaRPr lang="zh-CN" altLang="en-US" sz="140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1D4147B0-886F-F1CE-9597-DE31ED9317B2}"/>
              </a:ext>
            </a:extLst>
          </p:cNvPr>
          <p:cNvSpPr txBox="1"/>
          <p:nvPr/>
        </p:nvSpPr>
        <p:spPr>
          <a:xfrm>
            <a:off x="5192181" y="1032352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2CC6A649-9345-44A9-A500-70EFFD9D578D}"/>
              </a:ext>
            </a:extLst>
          </p:cNvPr>
          <p:cNvSpPr txBox="1"/>
          <p:nvPr/>
        </p:nvSpPr>
        <p:spPr>
          <a:xfrm>
            <a:off x="5582323" y="1032351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39DEA52C-8004-A739-A7BD-95A035C47CA7}"/>
              </a:ext>
            </a:extLst>
          </p:cNvPr>
          <p:cNvSpPr txBox="1"/>
          <p:nvPr/>
        </p:nvSpPr>
        <p:spPr>
          <a:xfrm>
            <a:off x="5926403" y="1035766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C4C3314C-0115-E04D-19A7-7697C0B865B8}"/>
              </a:ext>
            </a:extLst>
          </p:cNvPr>
          <p:cNvSpPr txBox="1"/>
          <p:nvPr/>
        </p:nvSpPr>
        <p:spPr>
          <a:xfrm>
            <a:off x="6343249" y="1032351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4</a:t>
            </a:r>
            <a:endParaRPr lang="zh-CN" altLang="en-US" sz="1400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77DE9F5A-882E-1AA4-1DE5-F1CB6BA889A2}"/>
              </a:ext>
            </a:extLst>
          </p:cNvPr>
          <p:cNvSpPr txBox="1"/>
          <p:nvPr/>
        </p:nvSpPr>
        <p:spPr>
          <a:xfrm>
            <a:off x="6708551" y="1062711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5</a:t>
            </a:r>
            <a:endParaRPr lang="zh-CN" altLang="en-US" sz="140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210FB11-D40F-73D2-A0E3-E9D2DEFC86DA}"/>
              </a:ext>
            </a:extLst>
          </p:cNvPr>
          <p:cNvSpPr txBox="1"/>
          <p:nvPr/>
        </p:nvSpPr>
        <p:spPr>
          <a:xfrm>
            <a:off x="4808324" y="1034507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</a:t>
            </a:r>
            <a:endParaRPr lang="zh-CN" altLang="en-US" sz="1400"/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7A3BFFA8-30C6-8A51-EC47-FDB361B41EFE}"/>
              </a:ext>
            </a:extLst>
          </p:cNvPr>
          <p:cNvCxnSpPr>
            <a:cxnSpLocks/>
          </p:cNvCxnSpPr>
          <p:nvPr/>
        </p:nvCxnSpPr>
        <p:spPr>
          <a:xfrm>
            <a:off x="4825848" y="384771"/>
            <a:ext cx="13770" cy="445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D16D9830-A3AE-C3FE-41FA-8A676984C6D9}"/>
              </a:ext>
            </a:extLst>
          </p:cNvPr>
          <p:cNvSpPr txBox="1"/>
          <p:nvPr/>
        </p:nvSpPr>
        <p:spPr>
          <a:xfrm>
            <a:off x="4542226" y="72150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front=0</a:t>
            </a:r>
            <a:endParaRPr lang="zh-CN" altLang="en-US" sz="140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EA524EA-4444-8E71-D1C7-C81A926A2D30}"/>
              </a:ext>
            </a:extLst>
          </p:cNvPr>
          <p:cNvSpPr txBox="1"/>
          <p:nvPr/>
        </p:nvSpPr>
        <p:spPr>
          <a:xfrm>
            <a:off x="4603078" y="1472597"/>
            <a:ext cx="2518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b) A</a:t>
            </a:r>
            <a:r>
              <a:rPr lang="zh-CN" altLang="en-US" sz="1400"/>
              <a:t>入队，插入</a:t>
            </a:r>
            <a:r>
              <a:rPr lang="en-US" altLang="zh-CN" sz="1400"/>
              <a:t>A</a:t>
            </a:r>
            <a:r>
              <a:rPr lang="zh-CN" altLang="en-US" sz="1400"/>
              <a:t>到队尾并推移队尾指针</a:t>
            </a:r>
            <a:r>
              <a:rPr lang="en-US" altLang="zh-CN" sz="1400"/>
              <a:t>rear</a:t>
            </a:r>
            <a:endParaRPr lang="zh-CN" altLang="en-US" sz="140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EB28DE75-EFE7-F31E-58BF-27C27746A428}"/>
              </a:ext>
            </a:extLst>
          </p:cNvPr>
          <p:cNvSpPr/>
          <p:nvPr/>
        </p:nvSpPr>
        <p:spPr>
          <a:xfrm>
            <a:off x="5194634" y="821636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BF477112-9DC8-32E9-208D-548D50B10603}"/>
              </a:ext>
            </a:extLst>
          </p:cNvPr>
          <p:cNvSpPr/>
          <p:nvPr/>
        </p:nvSpPr>
        <p:spPr>
          <a:xfrm>
            <a:off x="5570604" y="821637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348FC6B-D1DA-C6E7-3437-54587E514F68}"/>
              </a:ext>
            </a:extLst>
          </p:cNvPr>
          <p:cNvSpPr/>
          <p:nvPr/>
        </p:nvSpPr>
        <p:spPr>
          <a:xfrm>
            <a:off x="5942031" y="821637"/>
            <a:ext cx="364531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9D7F8A0A-F8A7-C0CA-02BD-933CA06D6C0D}"/>
              </a:ext>
            </a:extLst>
          </p:cNvPr>
          <p:cNvSpPr/>
          <p:nvPr/>
        </p:nvSpPr>
        <p:spPr>
          <a:xfrm>
            <a:off x="6306562" y="821636"/>
            <a:ext cx="364531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8FA08EF6-316A-D966-54C3-ACE09051CF1F}"/>
              </a:ext>
            </a:extLst>
          </p:cNvPr>
          <p:cNvSpPr/>
          <p:nvPr/>
        </p:nvSpPr>
        <p:spPr>
          <a:xfrm>
            <a:off x="6673546" y="821636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951F8E9F-03FA-01DD-1102-CACFB87DDC97}"/>
              </a:ext>
            </a:extLst>
          </p:cNvPr>
          <p:cNvSpPr txBox="1"/>
          <p:nvPr/>
        </p:nvSpPr>
        <p:spPr>
          <a:xfrm>
            <a:off x="4949400" y="276597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rear=1</a:t>
            </a:r>
            <a:endParaRPr lang="zh-CN" altLang="en-US" sz="1400"/>
          </a:p>
        </p:txBody>
      </p: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B08E0F1E-ABFD-4B25-AE90-5E40391C3BC3}"/>
              </a:ext>
            </a:extLst>
          </p:cNvPr>
          <p:cNvCxnSpPr>
            <a:cxnSpLocks/>
          </p:cNvCxnSpPr>
          <p:nvPr/>
        </p:nvCxnSpPr>
        <p:spPr>
          <a:xfrm>
            <a:off x="5188756" y="527765"/>
            <a:ext cx="3425" cy="302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6C6050AD-E5D7-83C0-22E1-90FD6082F6F8}"/>
              </a:ext>
            </a:extLst>
          </p:cNvPr>
          <p:cNvSpPr/>
          <p:nvPr/>
        </p:nvSpPr>
        <p:spPr>
          <a:xfrm>
            <a:off x="8557540" y="821637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A</a:t>
            </a:r>
            <a:endParaRPr lang="zh-CN" altLang="en-US" sz="140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70EB6E3-1F65-2B03-4321-4DFA4AF48756}"/>
              </a:ext>
            </a:extLst>
          </p:cNvPr>
          <p:cNvSpPr txBox="1"/>
          <p:nvPr/>
        </p:nvSpPr>
        <p:spPr>
          <a:xfrm>
            <a:off x="8921420" y="1032352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BE51FE7E-F0AF-53AB-CCC7-75F8F5C40B44}"/>
              </a:ext>
            </a:extLst>
          </p:cNvPr>
          <p:cNvSpPr txBox="1"/>
          <p:nvPr/>
        </p:nvSpPr>
        <p:spPr>
          <a:xfrm>
            <a:off x="9311562" y="1032351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881D7505-7184-43E6-AC3D-C8535C933A09}"/>
              </a:ext>
            </a:extLst>
          </p:cNvPr>
          <p:cNvSpPr txBox="1"/>
          <p:nvPr/>
        </p:nvSpPr>
        <p:spPr>
          <a:xfrm>
            <a:off x="9655642" y="1035766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C98EA114-ABDC-0C2F-59DD-B33324E90653}"/>
              </a:ext>
            </a:extLst>
          </p:cNvPr>
          <p:cNvSpPr txBox="1"/>
          <p:nvPr/>
        </p:nvSpPr>
        <p:spPr>
          <a:xfrm>
            <a:off x="10072488" y="1032351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4</a:t>
            </a:r>
            <a:endParaRPr lang="zh-CN" altLang="en-US" sz="140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15CDB1B0-E4E1-891A-8176-6026B1B2B6E7}"/>
              </a:ext>
            </a:extLst>
          </p:cNvPr>
          <p:cNvSpPr txBox="1"/>
          <p:nvPr/>
        </p:nvSpPr>
        <p:spPr>
          <a:xfrm>
            <a:off x="10437790" y="1062711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5</a:t>
            </a:r>
            <a:endParaRPr lang="zh-CN" altLang="en-US" sz="140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96883AC8-478D-7E16-B192-2B428741C1BC}"/>
              </a:ext>
            </a:extLst>
          </p:cNvPr>
          <p:cNvSpPr txBox="1"/>
          <p:nvPr/>
        </p:nvSpPr>
        <p:spPr>
          <a:xfrm>
            <a:off x="8537563" y="1034507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</a:t>
            </a:r>
            <a:endParaRPr lang="zh-CN" altLang="en-US" sz="1400"/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D5A8BC29-05A6-D041-E1F3-DAC3D824F5C9}"/>
              </a:ext>
            </a:extLst>
          </p:cNvPr>
          <p:cNvCxnSpPr>
            <a:cxnSpLocks/>
          </p:cNvCxnSpPr>
          <p:nvPr/>
        </p:nvCxnSpPr>
        <p:spPr>
          <a:xfrm>
            <a:off x="8555087" y="384771"/>
            <a:ext cx="13770" cy="445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1" name="文本框 120">
            <a:extLst>
              <a:ext uri="{FF2B5EF4-FFF2-40B4-BE49-F238E27FC236}">
                <a16:creationId xmlns:a16="http://schemas.microsoft.com/office/drawing/2014/main" id="{4FC99C39-FE1D-8EB6-AF9B-6994A4F9B04A}"/>
              </a:ext>
            </a:extLst>
          </p:cNvPr>
          <p:cNvSpPr txBox="1"/>
          <p:nvPr/>
        </p:nvSpPr>
        <p:spPr>
          <a:xfrm>
            <a:off x="8271465" y="72150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front=0</a:t>
            </a:r>
            <a:endParaRPr lang="zh-CN" altLang="en-US" sz="140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D95CD8A6-680D-E8AD-2D09-712D9AEFEC4A}"/>
              </a:ext>
            </a:extLst>
          </p:cNvPr>
          <p:cNvSpPr txBox="1"/>
          <p:nvPr/>
        </p:nvSpPr>
        <p:spPr>
          <a:xfrm>
            <a:off x="8332317" y="1472597"/>
            <a:ext cx="2518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c) B, C</a:t>
            </a:r>
            <a:r>
              <a:rPr lang="zh-CN" altLang="en-US" sz="1400"/>
              <a:t>依次入队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49C59DCB-AA4E-C8B8-F1CC-828F79CDFAF9}"/>
              </a:ext>
            </a:extLst>
          </p:cNvPr>
          <p:cNvSpPr/>
          <p:nvPr/>
        </p:nvSpPr>
        <p:spPr>
          <a:xfrm>
            <a:off x="8923873" y="821636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B</a:t>
            </a:r>
            <a:endParaRPr lang="zh-CN" altLang="en-US" sz="1400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1452950C-F505-AA43-1055-2A1FEC76D46E}"/>
              </a:ext>
            </a:extLst>
          </p:cNvPr>
          <p:cNvSpPr/>
          <p:nvPr/>
        </p:nvSpPr>
        <p:spPr>
          <a:xfrm>
            <a:off x="9299843" y="821637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C</a:t>
            </a:r>
            <a:endParaRPr lang="zh-CN" altLang="en-US" sz="1400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4A5CD37E-0532-074D-3E18-94ED17C92878}"/>
              </a:ext>
            </a:extLst>
          </p:cNvPr>
          <p:cNvSpPr/>
          <p:nvPr/>
        </p:nvSpPr>
        <p:spPr>
          <a:xfrm>
            <a:off x="9671270" y="821637"/>
            <a:ext cx="364531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155DEF99-CB38-7F4A-80F4-257BB3E48C63}"/>
              </a:ext>
            </a:extLst>
          </p:cNvPr>
          <p:cNvSpPr/>
          <p:nvPr/>
        </p:nvSpPr>
        <p:spPr>
          <a:xfrm>
            <a:off x="10035801" y="821636"/>
            <a:ext cx="364531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27A4D9A4-5AC0-1EE5-17D7-669958A97E35}"/>
              </a:ext>
            </a:extLst>
          </p:cNvPr>
          <p:cNvSpPr/>
          <p:nvPr/>
        </p:nvSpPr>
        <p:spPr>
          <a:xfrm>
            <a:off x="10402785" y="821636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1A3EA22-53E8-BB40-AE05-AD62B016B73C}"/>
              </a:ext>
            </a:extLst>
          </p:cNvPr>
          <p:cNvSpPr txBox="1"/>
          <p:nvPr/>
        </p:nvSpPr>
        <p:spPr>
          <a:xfrm>
            <a:off x="9311562" y="252906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rear=3</a:t>
            </a:r>
            <a:endParaRPr lang="zh-CN" altLang="en-US" sz="1400"/>
          </a:p>
        </p:txBody>
      </p: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A92B3239-168D-97FE-CDAD-CDA0B8DC1205}"/>
              </a:ext>
            </a:extLst>
          </p:cNvPr>
          <p:cNvCxnSpPr>
            <a:cxnSpLocks/>
          </p:cNvCxnSpPr>
          <p:nvPr/>
        </p:nvCxnSpPr>
        <p:spPr>
          <a:xfrm>
            <a:off x="9674285" y="527765"/>
            <a:ext cx="3425" cy="302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矩形 129">
            <a:extLst>
              <a:ext uri="{FF2B5EF4-FFF2-40B4-BE49-F238E27FC236}">
                <a16:creationId xmlns:a16="http://schemas.microsoft.com/office/drawing/2014/main" id="{0E1BD3B2-FD85-1ACF-A182-DB4F8542D9BF}"/>
              </a:ext>
            </a:extLst>
          </p:cNvPr>
          <p:cNvSpPr/>
          <p:nvPr/>
        </p:nvSpPr>
        <p:spPr>
          <a:xfrm>
            <a:off x="1316832" y="2871638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F4D17B2A-A142-207A-9A39-E1011A7525D8}"/>
              </a:ext>
            </a:extLst>
          </p:cNvPr>
          <p:cNvSpPr txBox="1"/>
          <p:nvPr/>
        </p:nvSpPr>
        <p:spPr>
          <a:xfrm>
            <a:off x="1680712" y="3082353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F85150AC-B8E5-2F2A-1673-B5457AC1DCE5}"/>
              </a:ext>
            </a:extLst>
          </p:cNvPr>
          <p:cNvSpPr txBox="1"/>
          <p:nvPr/>
        </p:nvSpPr>
        <p:spPr>
          <a:xfrm>
            <a:off x="2070854" y="3082352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6AB015B4-4636-8C9D-42D4-2F793628DE0B}"/>
              </a:ext>
            </a:extLst>
          </p:cNvPr>
          <p:cNvSpPr txBox="1"/>
          <p:nvPr/>
        </p:nvSpPr>
        <p:spPr>
          <a:xfrm>
            <a:off x="2414934" y="3085767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73BD612A-803E-D12B-9221-F747675680A6}"/>
              </a:ext>
            </a:extLst>
          </p:cNvPr>
          <p:cNvSpPr txBox="1"/>
          <p:nvPr/>
        </p:nvSpPr>
        <p:spPr>
          <a:xfrm>
            <a:off x="2831780" y="3082352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4</a:t>
            </a:r>
            <a:endParaRPr lang="zh-CN" altLang="en-US" sz="1400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7D53A48E-BD4D-94CE-DA31-B79FAA2EE87F}"/>
              </a:ext>
            </a:extLst>
          </p:cNvPr>
          <p:cNvSpPr txBox="1"/>
          <p:nvPr/>
        </p:nvSpPr>
        <p:spPr>
          <a:xfrm>
            <a:off x="3197082" y="3112712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5</a:t>
            </a:r>
            <a:endParaRPr lang="zh-CN" altLang="en-US" sz="1400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E6D5190A-0A8F-E36F-8F0E-AD438FB424CE}"/>
              </a:ext>
            </a:extLst>
          </p:cNvPr>
          <p:cNvSpPr txBox="1"/>
          <p:nvPr/>
        </p:nvSpPr>
        <p:spPr>
          <a:xfrm>
            <a:off x="1296855" y="3084508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</a:t>
            </a:r>
            <a:endParaRPr lang="zh-CN" altLang="en-US" sz="1400"/>
          </a:p>
        </p:txBody>
      </p: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E2CBBB15-754E-F68D-EF0E-774CB7EEE8B9}"/>
              </a:ext>
            </a:extLst>
          </p:cNvPr>
          <p:cNvCxnSpPr>
            <a:cxnSpLocks/>
          </p:cNvCxnSpPr>
          <p:nvPr/>
        </p:nvCxnSpPr>
        <p:spPr>
          <a:xfrm flipH="1">
            <a:off x="1680712" y="2514709"/>
            <a:ext cx="7548" cy="365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7D42EB7F-0BE8-44D0-AD27-3B703619D843}"/>
              </a:ext>
            </a:extLst>
          </p:cNvPr>
          <p:cNvSpPr txBox="1"/>
          <p:nvPr/>
        </p:nvSpPr>
        <p:spPr>
          <a:xfrm>
            <a:off x="1295962" y="2228351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front=1</a:t>
            </a:r>
            <a:endParaRPr lang="zh-CN" altLang="en-US" sz="1400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F8CEB67A-5157-709A-7A4A-75B1172D4172}"/>
              </a:ext>
            </a:extLst>
          </p:cNvPr>
          <p:cNvSpPr txBox="1"/>
          <p:nvPr/>
        </p:nvSpPr>
        <p:spPr>
          <a:xfrm>
            <a:off x="1091609" y="3522598"/>
            <a:ext cx="2518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d) </a:t>
            </a:r>
            <a:r>
              <a:rPr lang="zh-CN" altLang="en-US" sz="1400"/>
              <a:t>队首元素</a:t>
            </a:r>
            <a:r>
              <a:rPr lang="en-US" altLang="zh-CN" sz="1400"/>
              <a:t>A</a:t>
            </a:r>
            <a:r>
              <a:rPr lang="zh-CN" altLang="en-US" sz="1400"/>
              <a:t>出队，推移</a:t>
            </a:r>
            <a:r>
              <a:rPr lang="en-US" altLang="zh-CN" sz="1400"/>
              <a:t>front</a:t>
            </a:r>
            <a:r>
              <a:rPr lang="zh-CN" altLang="en-US" sz="1400"/>
              <a:t>指针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CD2CB69A-92C5-A9F9-57E8-613FA1708CE6}"/>
              </a:ext>
            </a:extLst>
          </p:cNvPr>
          <p:cNvSpPr/>
          <p:nvPr/>
        </p:nvSpPr>
        <p:spPr>
          <a:xfrm>
            <a:off x="1683165" y="2871637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B</a:t>
            </a:r>
            <a:endParaRPr lang="zh-CN" altLang="en-US" sz="1400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0FFCC0F5-61EB-F1BD-0FA5-8C9FC4B52B74}"/>
              </a:ext>
            </a:extLst>
          </p:cNvPr>
          <p:cNvSpPr/>
          <p:nvPr/>
        </p:nvSpPr>
        <p:spPr>
          <a:xfrm>
            <a:off x="2059135" y="2871638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C</a:t>
            </a:r>
            <a:endParaRPr lang="zh-CN" altLang="en-US" sz="1400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0EBB0D00-DF40-4BC3-6711-D9730E0D9845}"/>
              </a:ext>
            </a:extLst>
          </p:cNvPr>
          <p:cNvSpPr/>
          <p:nvPr/>
        </p:nvSpPr>
        <p:spPr>
          <a:xfrm>
            <a:off x="2430562" y="2871638"/>
            <a:ext cx="364531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21217BBB-2578-C622-50CE-D0589040EED7}"/>
              </a:ext>
            </a:extLst>
          </p:cNvPr>
          <p:cNvSpPr/>
          <p:nvPr/>
        </p:nvSpPr>
        <p:spPr>
          <a:xfrm>
            <a:off x="2795093" y="2871637"/>
            <a:ext cx="364531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1BFFE7F7-12C6-F929-A9C3-CEF0573E30A7}"/>
              </a:ext>
            </a:extLst>
          </p:cNvPr>
          <p:cNvSpPr/>
          <p:nvPr/>
        </p:nvSpPr>
        <p:spPr>
          <a:xfrm>
            <a:off x="3162077" y="2871637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E299987F-84C9-CA67-9C33-D696754AB936}"/>
              </a:ext>
            </a:extLst>
          </p:cNvPr>
          <p:cNvSpPr txBox="1"/>
          <p:nvPr/>
        </p:nvSpPr>
        <p:spPr>
          <a:xfrm>
            <a:off x="2070854" y="2302907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rear=3</a:t>
            </a:r>
            <a:endParaRPr lang="zh-CN" altLang="en-US" sz="1400"/>
          </a:p>
        </p:txBody>
      </p: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37C11323-8B21-DC82-A836-AFF5F7D08A57}"/>
              </a:ext>
            </a:extLst>
          </p:cNvPr>
          <p:cNvCxnSpPr>
            <a:cxnSpLocks/>
          </p:cNvCxnSpPr>
          <p:nvPr/>
        </p:nvCxnSpPr>
        <p:spPr>
          <a:xfrm>
            <a:off x="2433577" y="2577766"/>
            <a:ext cx="3425" cy="302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58520AEB-B504-3AFA-658C-1413544D053B}"/>
              </a:ext>
            </a:extLst>
          </p:cNvPr>
          <p:cNvSpPr/>
          <p:nvPr/>
        </p:nvSpPr>
        <p:spPr>
          <a:xfrm>
            <a:off x="4767449" y="2874350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DBF88BA2-E3F5-B083-B7FE-326B786F57CB}"/>
              </a:ext>
            </a:extLst>
          </p:cNvPr>
          <p:cNvSpPr txBox="1"/>
          <p:nvPr/>
        </p:nvSpPr>
        <p:spPr>
          <a:xfrm>
            <a:off x="5131329" y="3085065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38B5EBF6-3A73-AE4A-18B0-F089D681FC80}"/>
              </a:ext>
            </a:extLst>
          </p:cNvPr>
          <p:cNvSpPr txBox="1"/>
          <p:nvPr/>
        </p:nvSpPr>
        <p:spPr>
          <a:xfrm>
            <a:off x="5521471" y="3085064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FC8B5B35-EC54-7E47-C3FB-B59A98A86359}"/>
              </a:ext>
            </a:extLst>
          </p:cNvPr>
          <p:cNvSpPr txBox="1"/>
          <p:nvPr/>
        </p:nvSpPr>
        <p:spPr>
          <a:xfrm>
            <a:off x="5865551" y="3088479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3D4FEE52-384D-D2B2-B394-98840F3D50EB}"/>
              </a:ext>
            </a:extLst>
          </p:cNvPr>
          <p:cNvSpPr txBox="1"/>
          <p:nvPr/>
        </p:nvSpPr>
        <p:spPr>
          <a:xfrm>
            <a:off x="6282397" y="3085064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4</a:t>
            </a:r>
            <a:endParaRPr lang="zh-CN" altLang="en-US" sz="1400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EEAA6975-0946-532F-AF22-3618B58369D3}"/>
              </a:ext>
            </a:extLst>
          </p:cNvPr>
          <p:cNvSpPr txBox="1"/>
          <p:nvPr/>
        </p:nvSpPr>
        <p:spPr>
          <a:xfrm>
            <a:off x="6647699" y="3115424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5</a:t>
            </a:r>
            <a:endParaRPr lang="zh-CN" altLang="en-US" sz="1400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DAC2BF52-2CF2-7230-5255-67FF6827682B}"/>
              </a:ext>
            </a:extLst>
          </p:cNvPr>
          <p:cNvSpPr txBox="1"/>
          <p:nvPr/>
        </p:nvSpPr>
        <p:spPr>
          <a:xfrm>
            <a:off x="4747472" y="3087220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</a:t>
            </a:r>
            <a:endParaRPr lang="zh-CN" altLang="en-US" sz="1400"/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4987C038-27A7-EB79-B5C6-AC4FE5FAA045}"/>
              </a:ext>
            </a:extLst>
          </p:cNvPr>
          <p:cNvCxnSpPr>
            <a:cxnSpLocks/>
            <a:stCxn id="161" idx="2"/>
          </p:cNvCxnSpPr>
          <p:nvPr/>
        </p:nvCxnSpPr>
        <p:spPr>
          <a:xfrm flipH="1">
            <a:off x="5131329" y="2538840"/>
            <a:ext cx="1735" cy="343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9E177BD7-6DC4-A748-EDC7-86FA67D0A285}"/>
              </a:ext>
            </a:extLst>
          </p:cNvPr>
          <p:cNvSpPr txBox="1"/>
          <p:nvPr/>
        </p:nvSpPr>
        <p:spPr>
          <a:xfrm>
            <a:off x="4746579" y="2231063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front=1</a:t>
            </a:r>
            <a:endParaRPr lang="zh-CN" altLang="en-US" sz="1400"/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D40CCCD4-2171-A2CA-E63B-AFAE1DFB0497}"/>
              </a:ext>
            </a:extLst>
          </p:cNvPr>
          <p:cNvSpPr txBox="1"/>
          <p:nvPr/>
        </p:nvSpPr>
        <p:spPr>
          <a:xfrm>
            <a:off x="4542226" y="3525310"/>
            <a:ext cx="2518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e) D</a:t>
            </a:r>
            <a:r>
              <a:rPr lang="zh-CN" altLang="en-US" sz="1400"/>
              <a:t>、</a:t>
            </a:r>
            <a:r>
              <a:rPr lang="en-US" altLang="zh-CN" sz="1400"/>
              <a:t>E</a:t>
            </a:r>
            <a:r>
              <a:rPr lang="zh-CN" altLang="en-US" sz="1400"/>
              <a:t>依次入队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51586332-BA6E-C680-ECC5-FAC5610B35E8}"/>
              </a:ext>
            </a:extLst>
          </p:cNvPr>
          <p:cNvSpPr/>
          <p:nvPr/>
        </p:nvSpPr>
        <p:spPr>
          <a:xfrm>
            <a:off x="5133782" y="2874349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B</a:t>
            </a:r>
            <a:endParaRPr lang="zh-CN" altLang="en-US" sz="1400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118FD91D-D679-7304-B9B5-4A9979311E91}"/>
              </a:ext>
            </a:extLst>
          </p:cNvPr>
          <p:cNvSpPr/>
          <p:nvPr/>
        </p:nvSpPr>
        <p:spPr>
          <a:xfrm>
            <a:off x="5509752" y="2874350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C</a:t>
            </a:r>
            <a:endParaRPr lang="zh-CN" altLang="en-US" sz="1400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AEE43E98-7F0D-C6E8-D4D9-C3FA0EB1C049}"/>
              </a:ext>
            </a:extLst>
          </p:cNvPr>
          <p:cNvSpPr/>
          <p:nvPr/>
        </p:nvSpPr>
        <p:spPr>
          <a:xfrm>
            <a:off x="5881179" y="2874350"/>
            <a:ext cx="364531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</a:t>
            </a:r>
            <a:endParaRPr lang="zh-CN" altLang="en-US" sz="1400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095260D1-18FD-CB9F-D126-E2C61BF3B1D3}"/>
              </a:ext>
            </a:extLst>
          </p:cNvPr>
          <p:cNvSpPr/>
          <p:nvPr/>
        </p:nvSpPr>
        <p:spPr>
          <a:xfrm>
            <a:off x="6245710" y="2874349"/>
            <a:ext cx="364531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E</a:t>
            </a:r>
            <a:endParaRPr lang="zh-CN" altLang="en-US" sz="1400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848FD2BA-2208-D4A2-FA8D-4E6970D40CD6}"/>
              </a:ext>
            </a:extLst>
          </p:cNvPr>
          <p:cNvSpPr/>
          <p:nvPr/>
        </p:nvSpPr>
        <p:spPr>
          <a:xfrm>
            <a:off x="6612694" y="2874349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6492C244-5034-35D0-BE6C-91C66AD6FB25}"/>
              </a:ext>
            </a:extLst>
          </p:cNvPr>
          <p:cNvSpPr txBox="1"/>
          <p:nvPr/>
        </p:nvSpPr>
        <p:spPr>
          <a:xfrm>
            <a:off x="6258221" y="2279355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rear=5</a:t>
            </a:r>
            <a:endParaRPr lang="zh-CN" altLang="en-US" sz="1400"/>
          </a:p>
        </p:txBody>
      </p: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3345A4AC-AB20-C7F7-2D67-9D31A82CF542}"/>
              </a:ext>
            </a:extLst>
          </p:cNvPr>
          <p:cNvCxnSpPr>
            <a:cxnSpLocks/>
          </p:cNvCxnSpPr>
          <p:nvPr/>
        </p:nvCxnSpPr>
        <p:spPr>
          <a:xfrm>
            <a:off x="6606816" y="2572055"/>
            <a:ext cx="3425" cy="302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1" name="矩形 170">
            <a:extLst>
              <a:ext uri="{FF2B5EF4-FFF2-40B4-BE49-F238E27FC236}">
                <a16:creationId xmlns:a16="http://schemas.microsoft.com/office/drawing/2014/main" id="{1D3FBBED-98DF-2894-3F0A-2EF81A6BB8FF}"/>
              </a:ext>
            </a:extLst>
          </p:cNvPr>
          <p:cNvSpPr/>
          <p:nvPr/>
        </p:nvSpPr>
        <p:spPr>
          <a:xfrm>
            <a:off x="8575090" y="2874350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33B8E27-5A20-5B04-18B2-ADE640F15445}"/>
              </a:ext>
            </a:extLst>
          </p:cNvPr>
          <p:cNvSpPr txBox="1"/>
          <p:nvPr/>
        </p:nvSpPr>
        <p:spPr>
          <a:xfrm>
            <a:off x="8938970" y="3085065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62A677B7-6A11-5DB7-9DAA-764F7AF94743}"/>
              </a:ext>
            </a:extLst>
          </p:cNvPr>
          <p:cNvSpPr txBox="1"/>
          <p:nvPr/>
        </p:nvSpPr>
        <p:spPr>
          <a:xfrm>
            <a:off x="9329112" y="3085064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8A07E66E-8767-FBF0-D212-4975820BF5BE}"/>
              </a:ext>
            </a:extLst>
          </p:cNvPr>
          <p:cNvSpPr txBox="1"/>
          <p:nvPr/>
        </p:nvSpPr>
        <p:spPr>
          <a:xfrm>
            <a:off x="9673192" y="3088479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930E219E-F6B9-2C86-D693-88149D0AF73D}"/>
              </a:ext>
            </a:extLst>
          </p:cNvPr>
          <p:cNvSpPr txBox="1"/>
          <p:nvPr/>
        </p:nvSpPr>
        <p:spPr>
          <a:xfrm>
            <a:off x="10090038" y="3085064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4</a:t>
            </a:r>
            <a:endParaRPr lang="zh-CN" altLang="en-US" sz="1400"/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177102C8-255C-5704-122D-F885D629E3D3}"/>
              </a:ext>
            </a:extLst>
          </p:cNvPr>
          <p:cNvSpPr txBox="1"/>
          <p:nvPr/>
        </p:nvSpPr>
        <p:spPr>
          <a:xfrm>
            <a:off x="10455340" y="3115424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5</a:t>
            </a:r>
            <a:endParaRPr lang="zh-CN" altLang="en-US" sz="1400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4D670408-5533-8A13-6CB4-B88158C39792}"/>
              </a:ext>
            </a:extLst>
          </p:cNvPr>
          <p:cNvSpPr txBox="1"/>
          <p:nvPr/>
        </p:nvSpPr>
        <p:spPr>
          <a:xfrm>
            <a:off x="8555113" y="3087220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</a:t>
            </a:r>
            <a:endParaRPr lang="zh-CN" altLang="en-US" sz="1400"/>
          </a:p>
        </p:txBody>
      </p: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83113771-5978-9193-8920-EF0A4E055005}"/>
              </a:ext>
            </a:extLst>
          </p:cNvPr>
          <p:cNvCxnSpPr>
            <a:cxnSpLocks/>
          </p:cNvCxnSpPr>
          <p:nvPr/>
        </p:nvCxnSpPr>
        <p:spPr>
          <a:xfrm flipH="1">
            <a:off x="9689125" y="2527704"/>
            <a:ext cx="1735" cy="343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9" name="文本框 178">
            <a:extLst>
              <a:ext uri="{FF2B5EF4-FFF2-40B4-BE49-F238E27FC236}">
                <a16:creationId xmlns:a16="http://schemas.microsoft.com/office/drawing/2014/main" id="{76295BB4-6871-66A1-B509-DA23CF19F543}"/>
              </a:ext>
            </a:extLst>
          </p:cNvPr>
          <p:cNvSpPr txBox="1"/>
          <p:nvPr/>
        </p:nvSpPr>
        <p:spPr>
          <a:xfrm>
            <a:off x="9314665" y="2250391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front=3</a:t>
            </a:r>
            <a:endParaRPr lang="zh-CN" altLang="en-US" sz="140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BD68CEDA-9063-C8A7-DDE1-25557BD0CD4F}"/>
              </a:ext>
            </a:extLst>
          </p:cNvPr>
          <p:cNvSpPr txBox="1"/>
          <p:nvPr/>
        </p:nvSpPr>
        <p:spPr>
          <a:xfrm>
            <a:off x="8349867" y="3525310"/>
            <a:ext cx="2518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f) B</a:t>
            </a:r>
            <a:r>
              <a:rPr lang="zh-CN" altLang="en-US" sz="1400"/>
              <a:t>、</a:t>
            </a:r>
            <a:r>
              <a:rPr lang="en-US" altLang="zh-CN" sz="1400"/>
              <a:t>C</a:t>
            </a:r>
            <a:r>
              <a:rPr lang="zh-CN" altLang="en-US" sz="1400"/>
              <a:t>依次出队</a:t>
            </a: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F0363EB9-A929-5B09-1F02-73F63CFF97A7}"/>
              </a:ext>
            </a:extLst>
          </p:cNvPr>
          <p:cNvSpPr/>
          <p:nvPr/>
        </p:nvSpPr>
        <p:spPr>
          <a:xfrm>
            <a:off x="8941423" y="2874349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CCD9E5CA-D29F-FB20-0CD0-67131FF88A4F}"/>
              </a:ext>
            </a:extLst>
          </p:cNvPr>
          <p:cNvSpPr/>
          <p:nvPr/>
        </p:nvSpPr>
        <p:spPr>
          <a:xfrm>
            <a:off x="9317393" y="2874350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0D2908BB-F3FF-469B-A89C-F52D22597D3C}"/>
              </a:ext>
            </a:extLst>
          </p:cNvPr>
          <p:cNvSpPr/>
          <p:nvPr/>
        </p:nvSpPr>
        <p:spPr>
          <a:xfrm>
            <a:off x="9688820" y="2874350"/>
            <a:ext cx="364531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</a:t>
            </a:r>
            <a:endParaRPr lang="zh-CN" altLang="en-US" sz="1400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76DD4C88-E432-C08B-3178-2BACF12E4D2F}"/>
              </a:ext>
            </a:extLst>
          </p:cNvPr>
          <p:cNvSpPr/>
          <p:nvPr/>
        </p:nvSpPr>
        <p:spPr>
          <a:xfrm>
            <a:off x="10053351" y="2874349"/>
            <a:ext cx="364531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E</a:t>
            </a:r>
            <a:endParaRPr lang="zh-CN" altLang="en-US" sz="1400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597EF30B-EA15-FF9C-850F-8BEBA9BEF3CB}"/>
              </a:ext>
            </a:extLst>
          </p:cNvPr>
          <p:cNvSpPr/>
          <p:nvPr/>
        </p:nvSpPr>
        <p:spPr>
          <a:xfrm>
            <a:off x="10420335" y="2874349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282F404F-F894-BF10-9A67-B4C98FB104A0}"/>
              </a:ext>
            </a:extLst>
          </p:cNvPr>
          <p:cNvSpPr txBox="1"/>
          <p:nvPr/>
        </p:nvSpPr>
        <p:spPr>
          <a:xfrm>
            <a:off x="10065862" y="2279355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rear=5</a:t>
            </a:r>
            <a:endParaRPr lang="zh-CN" altLang="en-US" sz="1400"/>
          </a:p>
        </p:txBody>
      </p: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B09890D7-D6F5-C5D5-FFF7-A3B9DF11614D}"/>
              </a:ext>
            </a:extLst>
          </p:cNvPr>
          <p:cNvCxnSpPr>
            <a:cxnSpLocks/>
          </p:cNvCxnSpPr>
          <p:nvPr/>
        </p:nvCxnSpPr>
        <p:spPr>
          <a:xfrm>
            <a:off x="10414457" y="2572055"/>
            <a:ext cx="3425" cy="302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568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B8AF8-233A-8797-A6B9-57B8D0DE7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BA27890-4673-99EC-EF7C-EC57006FF5EF}"/>
              </a:ext>
            </a:extLst>
          </p:cNvPr>
          <p:cNvSpPr/>
          <p:nvPr/>
        </p:nvSpPr>
        <p:spPr>
          <a:xfrm>
            <a:off x="1141105" y="700465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95648-1D78-6643-7ED3-DBA8957E565E}"/>
              </a:ext>
            </a:extLst>
          </p:cNvPr>
          <p:cNvSpPr txBox="1"/>
          <p:nvPr/>
        </p:nvSpPr>
        <p:spPr>
          <a:xfrm>
            <a:off x="1504985" y="911180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E69E4C8-E32E-9E53-9313-EA0AF8A1D162}"/>
              </a:ext>
            </a:extLst>
          </p:cNvPr>
          <p:cNvSpPr txBox="1"/>
          <p:nvPr/>
        </p:nvSpPr>
        <p:spPr>
          <a:xfrm>
            <a:off x="1895127" y="911179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4E5401-6DFC-ECF2-338C-8FED0011EAFC}"/>
              </a:ext>
            </a:extLst>
          </p:cNvPr>
          <p:cNvSpPr txBox="1"/>
          <p:nvPr/>
        </p:nvSpPr>
        <p:spPr>
          <a:xfrm>
            <a:off x="2239207" y="914594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7264875-72FB-3FA4-BA74-97456FF17D0D}"/>
              </a:ext>
            </a:extLst>
          </p:cNvPr>
          <p:cNvSpPr txBox="1"/>
          <p:nvPr/>
        </p:nvSpPr>
        <p:spPr>
          <a:xfrm>
            <a:off x="2656053" y="911179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4</a:t>
            </a:r>
            <a:endParaRPr lang="zh-CN" altLang="en-US" sz="14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F149F1-686D-EECB-A0A8-96EEB379731B}"/>
              </a:ext>
            </a:extLst>
          </p:cNvPr>
          <p:cNvSpPr txBox="1"/>
          <p:nvPr/>
        </p:nvSpPr>
        <p:spPr>
          <a:xfrm>
            <a:off x="3021355" y="941539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5</a:t>
            </a:r>
            <a:endParaRPr lang="zh-CN" altLang="en-US" sz="14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496C45-9FF4-4445-27F9-B4ED06A85E33}"/>
              </a:ext>
            </a:extLst>
          </p:cNvPr>
          <p:cNvSpPr txBox="1"/>
          <p:nvPr/>
        </p:nvSpPr>
        <p:spPr>
          <a:xfrm>
            <a:off x="1121128" y="913335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</a:t>
            </a:r>
            <a:endParaRPr lang="zh-CN" altLang="en-US" sz="14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93709B-8C5B-8814-3C72-99BFDF052C53}"/>
              </a:ext>
            </a:extLst>
          </p:cNvPr>
          <p:cNvSpPr/>
          <p:nvPr/>
        </p:nvSpPr>
        <p:spPr>
          <a:xfrm>
            <a:off x="1507438" y="700464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0E8EB9-FEA7-EA0E-BD89-37B9B99C3CAB}"/>
              </a:ext>
            </a:extLst>
          </p:cNvPr>
          <p:cNvSpPr/>
          <p:nvPr/>
        </p:nvSpPr>
        <p:spPr>
          <a:xfrm>
            <a:off x="1883408" y="700465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2AF74EA-4B10-8E35-B0A6-02DDBB43BAA5}"/>
              </a:ext>
            </a:extLst>
          </p:cNvPr>
          <p:cNvSpPr/>
          <p:nvPr/>
        </p:nvSpPr>
        <p:spPr>
          <a:xfrm>
            <a:off x="2254835" y="700465"/>
            <a:ext cx="364531" cy="217714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5210A5C-149E-125F-6ED6-671DDD0CB7FE}"/>
              </a:ext>
            </a:extLst>
          </p:cNvPr>
          <p:cNvSpPr/>
          <p:nvPr/>
        </p:nvSpPr>
        <p:spPr>
          <a:xfrm>
            <a:off x="2619366" y="700464"/>
            <a:ext cx="364531" cy="21771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0E779FA-A039-2EF1-AC70-E4A158C76446}"/>
              </a:ext>
            </a:extLst>
          </p:cNvPr>
          <p:cNvSpPr/>
          <p:nvPr/>
        </p:nvSpPr>
        <p:spPr>
          <a:xfrm>
            <a:off x="2986350" y="700464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74C1136-4F20-BB93-E242-5FED310E6E69}"/>
              </a:ext>
            </a:extLst>
          </p:cNvPr>
          <p:cNvCxnSpPr>
            <a:cxnSpLocks/>
          </p:cNvCxnSpPr>
          <p:nvPr/>
        </p:nvCxnSpPr>
        <p:spPr>
          <a:xfrm>
            <a:off x="2983897" y="447996"/>
            <a:ext cx="0" cy="252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74AB2F0B-C40C-4526-2A02-107D6504EA9A}"/>
              </a:ext>
            </a:extLst>
          </p:cNvPr>
          <p:cNvCxnSpPr>
            <a:cxnSpLocks/>
          </p:cNvCxnSpPr>
          <p:nvPr/>
        </p:nvCxnSpPr>
        <p:spPr>
          <a:xfrm>
            <a:off x="2253500" y="447996"/>
            <a:ext cx="0" cy="252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A2D5969F-7553-CFEC-250C-856EB4A7CE08}"/>
              </a:ext>
            </a:extLst>
          </p:cNvPr>
          <p:cNvSpPr txBox="1"/>
          <p:nvPr/>
        </p:nvSpPr>
        <p:spPr>
          <a:xfrm>
            <a:off x="2019530" y="205400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front</a:t>
            </a:r>
            <a:endParaRPr lang="zh-CN" altLang="en-US" sz="14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2019F7B-F2F1-0919-F8CC-218EEB34ABE3}"/>
              </a:ext>
            </a:extLst>
          </p:cNvPr>
          <p:cNvSpPr txBox="1"/>
          <p:nvPr/>
        </p:nvSpPr>
        <p:spPr>
          <a:xfrm>
            <a:off x="2716720" y="205399"/>
            <a:ext cx="489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rear</a:t>
            </a:r>
            <a:endParaRPr lang="zh-CN" altLang="en-US" sz="14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3131385-340D-879A-5E54-43D88CE1DDB5}"/>
              </a:ext>
            </a:extLst>
          </p:cNvPr>
          <p:cNvSpPr/>
          <p:nvPr/>
        </p:nvSpPr>
        <p:spPr>
          <a:xfrm>
            <a:off x="3956329" y="700465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4FAE1F3-A35B-A6AD-1C21-25AE69B9906B}"/>
              </a:ext>
            </a:extLst>
          </p:cNvPr>
          <p:cNvSpPr txBox="1"/>
          <p:nvPr/>
        </p:nvSpPr>
        <p:spPr>
          <a:xfrm>
            <a:off x="4320209" y="911180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ACE2DAF-928D-B990-3CDD-947AFFCB37AB}"/>
              </a:ext>
            </a:extLst>
          </p:cNvPr>
          <p:cNvSpPr txBox="1"/>
          <p:nvPr/>
        </p:nvSpPr>
        <p:spPr>
          <a:xfrm>
            <a:off x="4710351" y="911179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FBF489A-1827-A480-EC91-89BE98A2B5EE}"/>
              </a:ext>
            </a:extLst>
          </p:cNvPr>
          <p:cNvSpPr txBox="1"/>
          <p:nvPr/>
        </p:nvSpPr>
        <p:spPr>
          <a:xfrm>
            <a:off x="5054431" y="914594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9B366BB-AA0B-46EE-BC7F-994FDF887BAE}"/>
              </a:ext>
            </a:extLst>
          </p:cNvPr>
          <p:cNvSpPr txBox="1"/>
          <p:nvPr/>
        </p:nvSpPr>
        <p:spPr>
          <a:xfrm>
            <a:off x="5471277" y="911179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4</a:t>
            </a:r>
            <a:endParaRPr lang="zh-CN" altLang="en-US" sz="14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026A707-F63A-3A48-C57E-D67C591DB293}"/>
              </a:ext>
            </a:extLst>
          </p:cNvPr>
          <p:cNvSpPr txBox="1"/>
          <p:nvPr/>
        </p:nvSpPr>
        <p:spPr>
          <a:xfrm>
            <a:off x="5836579" y="941539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5</a:t>
            </a:r>
            <a:endParaRPr lang="zh-CN" altLang="en-US" sz="14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07E23C6-9D04-A3CA-8858-57AAC83E909F}"/>
              </a:ext>
            </a:extLst>
          </p:cNvPr>
          <p:cNvSpPr txBox="1"/>
          <p:nvPr/>
        </p:nvSpPr>
        <p:spPr>
          <a:xfrm>
            <a:off x="3936352" y="913335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</a:t>
            </a:r>
            <a:endParaRPr lang="zh-CN" altLang="en-US" sz="14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B1D9B41-FC1E-A5FB-2716-89316672AB2A}"/>
              </a:ext>
            </a:extLst>
          </p:cNvPr>
          <p:cNvSpPr/>
          <p:nvPr/>
        </p:nvSpPr>
        <p:spPr>
          <a:xfrm>
            <a:off x="4322662" y="700464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B2A1736-F72A-FE55-722E-A993FD2EF880}"/>
              </a:ext>
            </a:extLst>
          </p:cNvPr>
          <p:cNvSpPr/>
          <p:nvPr/>
        </p:nvSpPr>
        <p:spPr>
          <a:xfrm>
            <a:off x="4698632" y="700465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D7110D2-8F3F-5BC5-8153-AEBA895DF26D}"/>
              </a:ext>
            </a:extLst>
          </p:cNvPr>
          <p:cNvSpPr/>
          <p:nvPr/>
        </p:nvSpPr>
        <p:spPr>
          <a:xfrm>
            <a:off x="5070059" y="700465"/>
            <a:ext cx="364531" cy="217714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3292290-72C5-3302-BC37-9947FFB78475}"/>
              </a:ext>
            </a:extLst>
          </p:cNvPr>
          <p:cNvSpPr/>
          <p:nvPr/>
        </p:nvSpPr>
        <p:spPr>
          <a:xfrm>
            <a:off x="5434590" y="700464"/>
            <a:ext cx="364531" cy="21771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949E35F-F028-2351-A3AA-0F2B05EF6B21}"/>
              </a:ext>
            </a:extLst>
          </p:cNvPr>
          <p:cNvSpPr/>
          <p:nvPr/>
        </p:nvSpPr>
        <p:spPr>
          <a:xfrm>
            <a:off x="5801574" y="700464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CF6B2793-ADAD-4134-33FD-496B1B0D82A3}"/>
              </a:ext>
            </a:extLst>
          </p:cNvPr>
          <p:cNvCxnSpPr>
            <a:cxnSpLocks/>
          </p:cNvCxnSpPr>
          <p:nvPr/>
        </p:nvCxnSpPr>
        <p:spPr>
          <a:xfrm>
            <a:off x="4334882" y="462600"/>
            <a:ext cx="0" cy="252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646ABF3-514D-EEAB-26C2-8F4D199D9E2A}"/>
              </a:ext>
            </a:extLst>
          </p:cNvPr>
          <p:cNvCxnSpPr>
            <a:cxnSpLocks/>
          </p:cNvCxnSpPr>
          <p:nvPr/>
        </p:nvCxnSpPr>
        <p:spPr>
          <a:xfrm>
            <a:off x="5068724" y="447996"/>
            <a:ext cx="0" cy="252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302A4461-E04E-DD5A-46BF-8EC71EFDDAB5}"/>
              </a:ext>
            </a:extLst>
          </p:cNvPr>
          <p:cNvSpPr txBox="1"/>
          <p:nvPr/>
        </p:nvSpPr>
        <p:spPr>
          <a:xfrm>
            <a:off x="4834754" y="205400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front</a:t>
            </a:r>
            <a:endParaRPr lang="zh-CN" altLang="en-US" sz="140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37B79F2-CF66-82A5-1753-E06840916FA9}"/>
              </a:ext>
            </a:extLst>
          </p:cNvPr>
          <p:cNvSpPr txBox="1"/>
          <p:nvPr/>
        </p:nvSpPr>
        <p:spPr>
          <a:xfrm>
            <a:off x="4067705" y="220003"/>
            <a:ext cx="489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rear</a:t>
            </a:r>
            <a:endParaRPr lang="zh-CN" altLang="en-US" sz="140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31ACBCE-E33E-7CC6-F6DE-68B2B2E877B4}"/>
              </a:ext>
            </a:extLst>
          </p:cNvPr>
          <p:cNvSpPr/>
          <p:nvPr/>
        </p:nvSpPr>
        <p:spPr>
          <a:xfrm>
            <a:off x="5800347" y="700463"/>
            <a:ext cx="364531" cy="21771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32E02A4-3C01-3099-DEAC-521A56F7BB3C}"/>
              </a:ext>
            </a:extLst>
          </p:cNvPr>
          <p:cNvSpPr/>
          <p:nvPr/>
        </p:nvSpPr>
        <p:spPr>
          <a:xfrm>
            <a:off x="3953901" y="700463"/>
            <a:ext cx="364531" cy="21771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F6CE8DB-9EC8-C436-1B21-B227DB2DF38D}"/>
              </a:ext>
            </a:extLst>
          </p:cNvPr>
          <p:cNvSpPr txBox="1"/>
          <p:nvPr/>
        </p:nvSpPr>
        <p:spPr>
          <a:xfrm>
            <a:off x="4230413" y="1282611"/>
            <a:ext cx="15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b</a:t>
            </a:r>
            <a:r>
              <a:rPr lang="zh-CN" altLang="en-US" sz="1400"/>
              <a:t>）两个元素入队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233BB09-E181-FE15-44A3-DE419F9C1A3A}"/>
              </a:ext>
            </a:extLst>
          </p:cNvPr>
          <p:cNvSpPr txBox="1"/>
          <p:nvPr/>
        </p:nvSpPr>
        <p:spPr>
          <a:xfrm>
            <a:off x="1724141" y="1282611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a</a:t>
            </a:r>
            <a:r>
              <a:rPr lang="zh-CN" altLang="en-US" sz="1400"/>
              <a:t>）某时刻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FFC0195-2147-2109-573F-77AD0AAB0F10}"/>
              </a:ext>
            </a:extLst>
          </p:cNvPr>
          <p:cNvSpPr/>
          <p:nvPr/>
        </p:nvSpPr>
        <p:spPr>
          <a:xfrm>
            <a:off x="6824556" y="700465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457FE0D-8070-6B51-D9DC-967F063EF1BD}"/>
              </a:ext>
            </a:extLst>
          </p:cNvPr>
          <p:cNvSpPr txBox="1"/>
          <p:nvPr/>
        </p:nvSpPr>
        <p:spPr>
          <a:xfrm>
            <a:off x="7188436" y="911180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DFAEA95-02CB-4599-EE40-EDFF2669109B}"/>
              </a:ext>
            </a:extLst>
          </p:cNvPr>
          <p:cNvSpPr txBox="1"/>
          <p:nvPr/>
        </p:nvSpPr>
        <p:spPr>
          <a:xfrm>
            <a:off x="7578578" y="911179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BE9C3C-3E2E-A35C-F6A0-61C95776C2E7}"/>
              </a:ext>
            </a:extLst>
          </p:cNvPr>
          <p:cNvSpPr txBox="1"/>
          <p:nvPr/>
        </p:nvSpPr>
        <p:spPr>
          <a:xfrm>
            <a:off x="7922658" y="914594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1F2C218-99AD-0EE9-8CBF-20491CFB9C7A}"/>
              </a:ext>
            </a:extLst>
          </p:cNvPr>
          <p:cNvSpPr txBox="1"/>
          <p:nvPr/>
        </p:nvSpPr>
        <p:spPr>
          <a:xfrm>
            <a:off x="8339504" y="911179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4</a:t>
            </a:r>
            <a:endParaRPr lang="zh-CN" altLang="en-US" sz="140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A69D9C7-1AB0-87D5-5475-0095928712BA}"/>
              </a:ext>
            </a:extLst>
          </p:cNvPr>
          <p:cNvSpPr txBox="1"/>
          <p:nvPr/>
        </p:nvSpPr>
        <p:spPr>
          <a:xfrm>
            <a:off x="8704806" y="941539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5</a:t>
            </a:r>
            <a:endParaRPr lang="zh-CN" altLang="en-US" sz="140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54F7F44-B9D1-B096-D2FA-FD699D1289A8}"/>
              </a:ext>
            </a:extLst>
          </p:cNvPr>
          <p:cNvSpPr txBox="1"/>
          <p:nvPr/>
        </p:nvSpPr>
        <p:spPr>
          <a:xfrm>
            <a:off x="6804579" y="913335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</a:t>
            </a:r>
            <a:endParaRPr lang="zh-CN" altLang="en-US" sz="140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7493723-447E-BA32-AA49-CAD8D03B1B69}"/>
              </a:ext>
            </a:extLst>
          </p:cNvPr>
          <p:cNvSpPr/>
          <p:nvPr/>
        </p:nvSpPr>
        <p:spPr>
          <a:xfrm>
            <a:off x="7190889" y="700464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5AD78F4-7F4F-2BA9-DB7B-83DDF0DE1ACC}"/>
              </a:ext>
            </a:extLst>
          </p:cNvPr>
          <p:cNvSpPr/>
          <p:nvPr/>
        </p:nvSpPr>
        <p:spPr>
          <a:xfrm>
            <a:off x="7566859" y="700465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A5893BF-13CC-2C4F-FD4E-024CBDF695E2}"/>
              </a:ext>
            </a:extLst>
          </p:cNvPr>
          <p:cNvSpPr/>
          <p:nvPr/>
        </p:nvSpPr>
        <p:spPr>
          <a:xfrm>
            <a:off x="8302817" y="700464"/>
            <a:ext cx="364531" cy="21771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3F2EAEA-3273-6E16-8223-AAEE14D93B7E}"/>
              </a:ext>
            </a:extLst>
          </p:cNvPr>
          <p:cNvSpPr/>
          <p:nvPr/>
        </p:nvSpPr>
        <p:spPr>
          <a:xfrm>
            <a:off x="8669801" y="700464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AD798EBC-44FB-DEC8-CDBA-9486ED11A8FE}"/>
              </a:ext>
            </a:extLst>
          </p:cNvPr>
          <p:cNvCxnSpPr>
            <a:cxnSpLocks/>
          </p:cNvCxnSpPr>
          <p:nvPr/>
        </p:nvCxnSpPr>
        <p:spPr>
          <a:xfrm>
            <a:off x="7578578" y="447996"/>
            <a:ext cx="0" cy="252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B48FFF4B-81D9-1FE4-54F6-BDE5A61BC649}"/>
              </a:ext>
            </a:extLst>
          </p:cNvPr>
          <p:cNvCxnSpPr>
            <a:cxnSpLocks/>
          </p:cNvCxnSpPr>
          <p:nvPr/>
        </p:nvCxnSpPr>
        <p:spPr>
          <a:xfrm>
            <a:off x="8302817" y="438502"/>
            <a:ext cx="0" cy="252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BF9115C0-873B-2402-8290-59E75C43D278}"/>
              </a:ext>
            </a:extLst>
          </p:cNvPr>
          <p:cNvSpPr txBox="1"/>
          <p:nvPr/>
        </p:nvSpPr>
        <p:spPr>
          <a:xfrm>
            <a:off x="7999661" y="186746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front</a:t>
            </a:r>
            <a:endParaRPr lang="zh-CN" altLang="en-US" sz="140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51BAFDF4-9F59-C90C-2B27-081DC66D1D64}"/>
              </a:ext>
            </a:extLst>
          </p:cNvPr>
          <p:cNvSpPr txBox="1"/>
          <p:nvPr/>
        </p:nvSpPr>
        <p:spPr>
          <a:xfrm>
            <a:off x="7342268" y="186745"/>
            <a:ext cx="489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rear</a:t>
            </a:r>
            <a:endParaRPr lang="zh-CN" altLang="en-US" sz="140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52A2591-A14B-B228-7A59-446D4F21CF1A}"/>
              </a:ext>
            </a:extLst>
          </p:cNvPr>
          <p:cNvSpPr/>
          <p:nvPr/>
        </p:nvSpPr>
        <p:spPr>
          <a:xfrm>
            <a:off x="8668574" y="700463"/>
            <a:ext cx="364531" cy="21771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4FFD451-33CF-AA0D-549C-E654E8350B26}"/>
              </a:ext>
            </a:extLst>
          </p:cNvPr>
          <p:cNvSpPr/>
          <p:nvPr/>
        </p:nvSpPr>
        <p:spPr>
          <a:xfrm>
            <a:off x="6826693" y="705574"/>
            <a:ext cx="364531" cy="21771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F7E10D8-587D-7E46-7A58-EF671D20DD0B}"/>
              </a:ext>
            </a:extLst>
          </p:cNvPr>
          <p:cNvSpPr/>
          <p:nvPr/>
        </p:nvSpPr>
        <p:spPr>
          <a:xfrm>
            <a:off x="7937548" y="700464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8F33376-54E6-E873-6EBD-2CE1FC1901A9}"/>
              </a:ext>
            </a:extLst>
          </p:cNvPr>
          <p:cNvSpPr/>
          <p:nvPr/>
        </p:nvSpPr>
        <p:spPr>
          <a:xfrm>
            <a:off x="7199875" y="700463"/>
            <a:ext cx="364531" cy="21771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E6698FC-71B4-3B98-7094-D151DFC9E50A}"/>
              </a:ext>
            </a:extLst>
          </p:cNvPr>
          <p:cNvSpPr txBox="1"/>
          <p:nvPr/>
        </p:nvSpPr>
        <p:spPr>
          <a:xfrm>
            <a:off x="7008958" y="1249316"/>
            <a:ext cx="1891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c</a:t>
            </a:r>
            <a:r>
              <a:rPr lang="zh-CN" altLang="en-US" sz="1400"/>
              <a:t>）入队</a:t>
            </a:r>
            <a:r>
              <a:rPr lang="en-US" altLang="zh-CN" sz="1400"/>
              <a:t>1</a:t>
            </a:r>
            <a:r>
              <a:rPr lang="zh-CN" altLang="en-US" sz="1400"/>
              <a:t>个、出队</a:t>
            </a:r>
            <a:r>
              <a:rPr lang="en-US" altLang="zh-CN" sz="1400"/>
              <a:t>1</a:t>
            </a:r>
            <a:r>
              <a:rPr lang="zh-CN" altLang="en-US" sz="1400"/>
              <a:t>个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55DAD377-ED61-E3BB-4EE7-118D57B4C4D3}"/>
              </a:ext>
            </a:extLst>
          </p:cNvPr>
          <p:cNvSpPr/>
          <p:nvPr/>
        </p:nvSpPr>
        <p:spPr>
          <a:xfrm>
            <a:off x="9597727" y="700465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2279CF0C-3544-82CD-3766-0E7EF08E7CD8}"/>
              </a:ext>
            </a:extLst>
          </p:cNvPr>
          <p:cNvSpPr txBox="1"/>
          <p:nvPr/>
        </p:nvSpPr>
        <p:spPr>
          <a:xfrm>
            <a:off x="9961607" y="911180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8066F84-C7CC-ABF4-D56B-1D0BCE10E8DA}"/>
              </a:ext>
            </a:extLst>
          </p:cNvPr>
          <p:cNvSpPr txBox="1"/>
          <p:nvPr/>
        </p:nvSpPr>
        <p:spPr>
          <a:xfrm>
            <a:off x="10351749" y="911179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DB1E2534-9E8F-E9E0-9548-A0F2EF1F2C8A}"/>
              </a:ext>
            </a:extLst>
          </p:cNvPr>
          <p:cNvSpPr txBox="1"/>
          <p:nvPr/>
        </p:nvSpPr>
        <p:spPr>
          <a:xfrm>
            <a:off x="10695829" y="914594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C97C060-B9B5-7360-3090-3AA7D0B842F3}"/>
              </a:ext>
            </a:extLst>
          </p:cNvPr>
          <p:cNvSpPr txBox="1"/>
          <p:nvPr/>
        </p:nvSpPr>
        <p:spPr>
          <a:xfrm>
            <a:off x="11112675" y="911179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4</a:t>
            </a:r>
            <a:endParaRPr lang="zh-CN" altLang="en-US" sz="140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2F2FF4D2-B6E8-B055-28F1-F1E1D45FFBC9}"/>
              </a:ext>
            </a:extLst>
          </p:cNvPr>
          <p:cNvSpPr txBox="1"/>
          <p:nvPr/>
        </p:nvSpPr>
        <p:spPr>
          <a:xfrm>
            <a:off x="11477977" y="941539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5</a:t>
            </a:r>
            <a:endParaRPr lang="zh-CN" altLang="en-US" sz="140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FD56901-7AEC-98DA-FCEE-0547A3ED5136}"/>
              </a:ext>
            </a:extLst>
          </p:cNvPr>
          <p:cNvSpPr txBox="1"/>
          <p:nvPr/>
        </p:nvSpPr>
        <p:spPr>
          <a:xfrm>
            <a:off x="9577750" y="913335"/>
            <a:ext cx="29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</a:t>
            </a:r>
            <a:endParaRPr lang="zh-CN" altLang="en-US" sz="1400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BE2F837-BD9C-C8EF-D8AB-C7EC1C3E10CB}"/>
              </a:ext>
            </a:extLst>
          </p:cNvPr>
          <p:cNvSpPr/>
          <p:nvPr/>
        </p:nvSpPr>
        <p:spPr>
          <a:xfrm>
            <a:off x="9964060" y="700464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FFE06AC-9BCB-C0EF-362A-38A78F040934}"/>
              </a:ext>
            </a:extLst>
          </p:cNvPr>
          <p:cNvSpPr/>
          <p:nvPr/>
        </p:nvSpPr>
        <p:spPr>
          <a:xfrm>
            <a:off x="10340030" y="700465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0E8BC20-81AA-0E4C-C8FB-F4A42F0E2DB2}"/>
              </a:ext>
            </a:extLst>
          </p:cNvPr>
          <p:cNvSpPr/>
          <p:nvPr/>
        </p:nvSpPr>
        <p:spPr>
          <a:xfrm>
            <a:off x="11075988" y="700464"/>
            <a:ext cx="364531" cy="21771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309E7A78-0CFD-CF76-E997-8160B07BE56C}"/>
              </a:ext>
            </a:extLst>
          </p:cNvPr>
          <p:cNvSpPr/>
          <p:nvPr/>
        </p:nvSpPr>
        <p:spPr>
          <a:xfrm>
            <a:off x="11442972" y="700464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97BC87C3-1B79-40ED-4B97-7F6F33EE508A}"/>
              </a:ext>
            </a:extLst>
          </p:cNvPr>
          <p:cNvCxnSpPr>
            <a:cxnSpLocks/>
          </p:cNvCxnSpPr>
          <p:nvPr/>
        </p:nvCxnSpPr>
        <p:spPr>
          <a:xfrm>
            <a:off x="11075988" y="447996"/>
            <a:ext cx="0" cy="252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EE0E4AB8-AE89-DB25-35E3-4E21338EBCFA}"/>
              </a:ext>
            </a:extLst>
          </p:cNvPr>
          <p:cNvCxnSpPr>
            <a:cxnSpLocks/>
          </p:cNvCxnSpPr>
          <p:nvPr/>
        </p:nvCxnSpPr>
        <p:spPr>
          <a:xfrm>
            <a:off x="11075988" y="438502"/>
            <a:ext cx="0" cy="252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12ADD8C5-7695-69D3-E4CD-FD465EDA14E8}"/>
              </a:ext>
            </a:extLst>
          </p:cNvPr>
          <p:cNvSpPr txBox="1"/>
          <p:nvPr/>
        </p:nvSpPr>
        <p:spPr>
          <a:xfrm>
            <a:off x="10772832" y="186746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front,</a:t>
            </a:r>
            <a:r>
              <a:rPr lang="zh-CN" altLang="en-US" sz="1400"/>
              <a:t> </a:t>
            </a:r>
            <a:r>
              <a:rPr lang="en-US" altLang="zh-CN" sz="1400"/>
              <a:t>rear</a:t>
            </a:r>
            <a:endParaRPr lang="zh-CN" altLang="en-US" sz="1400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4F1A731-3190-5D73-3FB4-21A4D050F938}"/>
              </a:ext>
            </a:extLst>
          </p:cNvPr>
          <p:cNvSpPr/>
          <p:nvPr/>
        </p:nvSpPr>
        <p:spPr>
          <a:xfrm>
            <a:off x="11441745" y="700463"/>
            <a:ext cx="364531" cy="21771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4DB000D-2712-A822-85BD-ED1D96ED8D0C}"/>
              </a:ext>
            </a:extLst>
          </p:cNvPr>
          <p:cNvSpPr/>
          <p:nvPr/>
        </p:nvSpPr>
        <p:spPr>
          <a:xfrm>
            <a:off x="9599864" y="705574"/>
            <a:ext cx="364531" cy="21771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9BFE53FD-113B-AA4A-1269-A96EC08EC15A}"/>
              </a:ext>
            </a:extLst>
          </p:cNvPr>
          <p:cNvSpPr/>
          <p:nvPr/>
        </p:nvSpPr>
        <p:spPr>
          <a:xfrm>
            <a:off x="10710719" y="700464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777266EE-A33C-8498-319A-6576C916411B}"/>
              </a:ext>
            </a:extLst>
          </p:cNvPr>
          <p:cNvSpPr/>
          <p:nvPr/>
        </p:nvSpPr>
        <p:spPr>
          <a:xfrm>
            <a:off x="9973046" y="700463"/>
            <a:ext cx="364531" cy="21771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F682D2AD-39AD-803C-4A90-9AFD4914D35F}"/>
              </a:ext>
            </a:extLst>
          </p:cNvPr>
          <p:cNvSpPr txBox="1"/>
          <p:nvPr/>
        </p:nvSpPr>
        <p:spPr>
          <a:xfrm>
            <a:off x="9355617" y="1284404"/>
            <a:ext cx="2834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d</a:t>
            </a:r>
            <a:r>
              <a:rPr lang="zh-CN" altLang="en-US" sz="1400"/>
              <a:t>）入队</a:t>
            </a:r>
            <a:r>
              <a:rPr lang="en-US" altLang="zh-CN" sz="1400"/>
              <a:t>2</a:t>
            </a:r>
            <a:r>
              <a:rPr lang="zh-CN" altLang="en-US" sz="1400"/>
              <a:t>个，</a:t>
            </a:r>
            <a:r>
              <a:rPr lang="en-US" altLang="zh-CN" sz="1400"/>
              <a:t>rear</a:t>
            </a:r>
            <a:r>
              <a:rPr lang="zh-CN" altLang="en-US" sz="1400"/>
              <a:t>追上</a:t>
            </a:r>
            <a:r>
              <a:rPr lang="en-US" altLang="zh-CN" sz="1400"/>
              <a:t>front</a:t>
            </a:r>
            <a:r>
              <a:rPr lang="zh-CN" altLang="en-US" sz="1400"/>
              <a:t>，队满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6E22038-FE24-7DA5-8C4A-28BFC2A1F4CC}"/>
              </a:ext>
            </a:extLst>
          </p:cNvPr>
          <p:cNvSpPr/>
          <p:nvPr/>
        </p:nvSpPr>
        <p:spPr>
          <a:xfrm>
            <a:off x="10344962" y="698672"/>
            <a:ext cx="364531" cy="21771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2423F808-7178-DD5B-6133-D128DEA2FDD0}"/>
              </a:ext>
            </a:extLst>
          </p:cNvPr>
          <p:cNvSpPr/>
          <p:nvPr/>
        </p:nvSpPr>
        <p:spPr>
          <a:xfrm>
            <a:off x="10717506" y="695620"/>
            <a:ext cx="364531" cy="21771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737933C-A621-3C7F-10AE-FCDF795D8D40}"/>
              </a:ext>
            </a:extLst>
          </p:cNvPr>
          <p:cNvSpPr txBox="1"/>
          <p:nvPr/>
        </p:nvSpPr>
        <p:spPr>
          <a:xfrm>
            <a:off x="70281" y="72609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物理上：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68BBB733-6947-B862-EF19-B85CA1D1CA23}"/>
              </a:ext>
            </a:extLst>
          </p:cNvPr>
          <p:cNvSpPr txBox="1"/>
          <p:nvPr/>
        </p:nvSpPr>
        <p:spPr>
          <a:xfrm>
            <a:off x="79310" y="21133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逻辑上：</a:t>
            </a:r>
          </a:p>
        </p:txBody>
      </p:sp>
    </p:spTree>
    <p:extLst>
      <p:ext uri="{BB962C8B-B14F-4D97-AF65-F5344CB8AC3E}">
        <p14:creationId xmlns:p14="http://schemas.microsoft.com/office/powerpoint/2010/main" val="2182950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ED93E-1850-DB2E-D1E4-6AA902501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AE5AD79D-A888-78A7-9860-CCCACBA1F1A9}"/>
              </a:ext>
            </a:extLst>
          </p:cNvPr>
          <p:cNvSpPr/>
          <p:nvPr/>
        </p:nvSpPr>
        <p:spPr>
          <a:xfrm>
            <a:off x="4324453" y="757084"/>
            <a:ext cx="2150899" cy="2215154"/>
          </a:xfrm>
          <a:prstGeom prst="ellipse">
            <a:avLst/>
          </a:prstGeom>
          <a:ln>
            <a:solidFill>
              <a:schemeClr val="dk1">
                <a:alpha val="91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D87D8BC-97E3-E475-FE66-E19D427A01D8}"/>
              </a:ext>
            </a:extLst>
          </p:cNvPr>
          <p:cNvSpPr/>
          <p:nvPr/>
        </p:nvSpPr>
        <p:spPr>
          <a:xfrm>
            <a:off x="4859902" y="1324661"/>
            <a:ext cx="1080000" cy="1080000"/>
          </a:xfrm>
          <a:prstGeom prst="ellipse">
            <a:avLst/>
          </a:prstGeom>
          <a:ln>
            <a:solidFill>
              <a:schemeClr val="dk1">
                <a:alpha val="94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72B9381-B48C-517F-1207-F6F9E93D5FF0}"/>
              </a:ext>
            </a:extLst>
          </p:cNvPr>
          <p:cNvCxnSpPr>
            <a:stCxn id="12" idx="2"/>
            <a:endCxn id="11" idx="2"/>
          </p:cNvCxnSpPr>
          <p:nvPr/>
        </p:nvCxnSpPr>
        <p:spPr>
          <a:xfrm>
            <a:off x="4324453" y="1864661"/>
            <a:ext cx="5354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25C7ACD-7E88-9F40-30B3-BCA048CE79B7}"/>
              </a:ext>
            </a:extLst>
          </p:cNvPr>
          <p:cNvCxnSpPr>
            <a:stCxn id="11" idx="6"/>
            <a:endCxn id="12" idx="6"/>
          </p:cNvCxnSpPr>
          <p:nvPr/>
        </p:nvCxnSpPr>
        <p:spPr>
          <a:xfrm>
            <a:off x="5939902" y="1864661"/>
            <a:ext cx="5354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5925818-C72F-D00B-F6C4-56D0FF1983E5}"/>
              </a:ext>
            </a:extLst>
          </p:cNvPr>
          <p:cNvCxnSpPr>
            <a:cxnSpLocks/>
          </p:cNvCxnSpPr>
          <p:nvPr/>
        </p:nvCxnSpPr>
        <p:spPr>
          <a:xfrm>
            <a:off x="4859902" y="919801"/>
            <a:ext cx="281120" cy="4679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1758DBC-6776-FD6C-3746-172F7CC7CA6D}"/>
              </a:ext>
            </a:extLst>
          </p:cNvPr>
          <p:cNvCxnSpPr>
            <a:cxnSpLocks/>
          </p:cNvCxnSpPr>
          <p:nvPr/>
        </p:nvCxnSpPr>
        <p:spPr>
          <a:xfrm flipH="1">
            <a:off x="5681185" y="927022"/>
            <a:ext cx="278427" cy="4767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90090C9-F846-BE4A-D17D-E73ABC5F7504}"/>
              </a:ext>
            </a:extLst>
          </p:cNvPr>
          <p:cNvCxnSpPr>
            <a:cxnSpLocks/>
          </p:cNvCxnSpPr>
          <p:nvPr/>
        </p:nvCxnSpPr>
        <p:spPr>
          <a:xfrm>
            <a:off x="5739092" y="2309663"/>
            <a:ext cx="281120" cy="4679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624DF93-F1DF-DB88-E52F-1DABA0A646DE}"/>
              </a:ext>
            </a:extLst>
          </p:cNvPr>
          <p:cNvCxnSpPr>
            <a:cxnSpLocks/>
          </p:cNvCxnSpPr>
          <p:nvPr/>
        </p:nvCxnSpPr>
        <p:spPr>
          <a:xfrm flipH="1">
            <a:off x="4859902" y="2352771"/>
            <a:ext cx="278427" cy="4767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B631EF23-D6ED-4790-8793-912CD981B164}"/>
              </a:ext>
            </a:extLst>
          </p:cNvPr>
          <p:cNvSpPr txBox="1"/>
          <p:nvPr/>
        </p:nvSpPr>
        <p:spPr>
          <a:xfrm>
            <a:off x="5300353" y="2456759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D17058A-47FC-C4C4-A82C-F174126E21AC}"/>
              </a:ext>
            </a:extLst>
          </p:cNvPr>
          <p:cNvSpPr txBox="1"/>
          <p:nvPr/>
        </p:nvSpPr>
        <p:spPr>
          <a:xfrm>
            <a:off x="4592177" y="209471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2E7B40D-C190-E31C-14E1-8709D4DD48AE}"/>
              </a:ext>
            </a:extLst>
          </p:cNvPr>
          <p:cNvSpPr txBox="1"/>
          <p:nvPr/>
        </p:nvSpPr>
        <p:spPr>
          <a:xfrm>
            <a:off x="4532568" y="1272563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08C4F65-2711-50FF-3B4F-F814603EFE7D}"/>
              </a:ext>
            </a:extLst>
          </p:cNvPr>
          <p:cNvSpPr txBox="1"/>
          <p:nvPr/>
        </p:nvSpPr>
        <p:spPr>
          <a:xfrm>
            <a:off x="5239421" y="90323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581C22D-5D50-ACC8-9DFD-461D541F808F}"/>
              </a:ext>
            </a:extLst>
          </p:cNvPr>
          <p:cNvSpPr txBox="1"/>
          <p:nvPr/>
        </p:nvSpPr>
        <p:spPr>
          <a:xfrm>
            <a:off x="5961260" y="133211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A8B01C4F-B6C3-4C4B-75F3-471528365CA5}"/>
              </a:ext>
            </a:extLst>
          </p:cNvPr>
          <p:cNvCxnSpPr>
            <a:cxnSpLocks/>
          </p:cNvCxnSpPr>
          <p:nvPr/>
        </p:nvCxnSpPr>
        <p:spPr>
          <a:xfrm flipV="1">
            <a:off x="5471162" y="2972238"/>
            <a:ext cx="0" cy="261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6B11628C-D390-87B7-F975-3A6557D40D29}"/>
              </a:ext>
            </a:extLst>
          </p:cNvPr>
          <p:cNvSpPr txBox="1"/>
          <p:nvPr/>
        </p:nvSpPr>
        <p:spPr>
          <a:xfrm>
            <a:off x="5134442" y="3231156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front</a:t>
            </a:r>
            <a:endParaRPr lang="zh-CN" altLang="en-US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1647615-86D4-A910-37A1-811D6CE9A182}"/>
              </a:ext>
            </a:extLst>
          </p:cNvPr>
          <p:cNvCxnSpPr>
            <a:cxnSpLocks/>
          </p:cNvCxnSpPr>
          <p:nvPr/>
        </p:nvCxnSpPr>
        <p:spPr>
          <a:xfrm flipH="1" flipV="1">
            <a:off x="6385972" y="2352771"/>
            <a:ext cx="276549" cy="148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E1F319CD-02ED-9690-2C3A-244C6EABBE28}"/>
              </a:ext>
            </a:extLst>
          </p:cNvPr>
          <p:cNvSpPr txBox="1"/>
          <p:nvPr/>
        </p:nvSpPr>
        <p:spPr>
          <a:xfrm>
            <a:off x="6604457" y="2464049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rear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771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D58E4-70EF-722A-EEC4-4C4088A5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8796245-B551-3490-F644-134A4F82EA09}"/>
              </a:ext>
            </a:extLst>
          </p:cNvPr>
          <p:cNvCxnSpPr>
            <a:cxnSpLocks/>
          </p:cNvCxnSpPr>
          <p:nvPr/>
        </p:nvCxnSpPr>
        <p:spPr>
          <a:xfrm>
            <a:off x="2448277" y="21231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A62C777-4D45-96D6-BE63-37E155E47242}"/>
              </a:ext>
            </a:extLst>
          </p:cNvPr>
          <p:cNvCxnSpPr>
            <a:cxnSpLocks/>
          </p:cNvCxnSpPr>
          <p:nvPr/>
        </p:nvCxnSpPr>
        <p:spPr>
          <a:xfrm>
            <a:off x="2884742" y="21231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8BCEC53-9E5D-ACC4-76F8-1C267651FF39}"/>
              </a:ext>
            </a:extLst>
          </p:cNvPr>
          <p:cNvCxnSpPr>
            <a:cxnSpLocks/>
          </p:cNvCxnSpPr>
          <p:nvPr/>
        </p:nvCxnSpPr>
        <p:spPr>
          <a:xfrm>
            <a:off x="2448279" y="172419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C1FA4A0-E340-57EF-156A-7D91E7DE51E3}"/>
              </a:ext>
            </a:extLst>
          </p:cNvPr>
          <p:cNvSpPr/>
          <p:nvPr/>
        </p:nvSpPr>
        <p:spPr>
          <a:xfrm>
            <a:off x="2448278" y="1369954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25</a:t>
            </a:r>
            <a:endParaRPr lang="zh-CN" altLang="en-US" sz="16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ED2635-9A07-044F-A323-C2F8B2D8EAB0}"/>
              </a:ext>
            </a:extLst>
          </p:cNvPr>
          <p:cNvSpPr txBox="1"/>
          <p:nvPr/>
        </p:nvSpPr>
        <p:spPr>
          <a:xfrm>
            <a:off x="2210021" y="2480811"/>
            <a:ext cx="8098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检查</a:t>
            </a:r>
            <a:r>
              <a:rPr lang="en-US" altLang="zh-CN" sz="1600"/>
              <a:t>25</a:t>
            </a:r>
            <a:endParaRPr lang="zh-CN" altLang="en-US" sz="160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99C205D-7DA5-ED1B-3B4C-D64DAC04A5BF}"/>
              </a:ext>
            </a:extLst>
          </p:cNvPr>
          <p:cNvCxnSpPr>
            <a:cxnSpLocks/>
          </p:cNvCxnSpPr>
          <p:nvPr/>
        </p:nvCxnSpPr>
        <p:spPr>
          <a:xfrm>
            <a:off x="5519549" y="21231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8BEFCBF-5566-1D54-65DA-DCFD77B2B79B}"/>
              </a:ext>
            </a:extLst>
          </p:cNvPr>
          <p:cNvCxnSpPr>
            <a:cxnSpLocks/>
          </p:cNvCxnSpPr>
          <p:nvPr/>
        </p:nvCxnSpPr>
        <p:spPr>
          <a:xfrm>
            <a:off x="5956014" y="21231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800AC0C-495B-F2D6-545A-D9DAF501073A}"/>
              </a:ext>
            </a:extLst>
          </p:cNvPr>
          <p:cNvCxnSpPr>
            <a:cxnSpLocks/>
          </p:cNvCxnSpPr>
          <p:nvPr/>
        </p:nvCxnSpPr>
        <p:spPr>
          <a:xfrm>
            <a:off x="5519551" y="172419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F16B063-FE41-CF01-24EE-905C16F11312}"/>
              </a:ext>
            </a:extLst>
          </p:cNvPr>
          <p:cNvSpPr/>
          <p:nvPr/>
        </p:nvSpPr>
        <p:spPr>
          <a:xfrm>
            <a:off x="5519550" y="1369954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25</a:t>
            </a:r>
            <a:endParaRPr lang="zh-CN" altLang="en-US" sz="16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EA2E0E-5F67-2164-A9A3-618390DB2047}"/>
              </a:ext>
            </a:extLst>
          </p:cNvPr>
          <p:cNvSpPr txBox="1"/>
          <p:nvPr/>
        </p:nvSpPr>
        <p:spPr>
          <a:xfrm>
            <a:off x="2502296" y="1659299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s</a:t>
            </a:r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8A4D7CF-0A1F-1C07-E2CA-7380F751BECF}"/>
              </a:ext>
            </a:extLst>
          </p:cNvPr>
          <p:cNvSpPr/>
          <p:nvPr/>
        </p:nvSpPr>
        <p:spPr>
          <a:xfrm>
            <a:off x="5519547" y="307235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18</a:t>
            </a:r>
            <a:endParaRPr lang="zh-CN" altLang="en-US" sz="160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62B2ACE-BD21-5495-6E7A-A2E43978470A}"/>
              </a:ext>
            </a:extLst>
          </p:cNvPr>
          <p:cNvSpPr/>
          <p:nvPr/>
        </p:nvSpPr>
        <p:spPr>
          <a:xfrm>
            <a:off x="5519548" y="661475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19</a:t>
            </a:r>
            <a:endParaRPr lang="zh-CN" altLang="en-US" sz="160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6E0116C-DA2C-18C9-CCE7-70C741A4AD2C}"/>
              </a:ext>
            </a:extLst>
          </p:cNvPr>
          <p:cNvSpPr/>
          <p:nvPr/>
        </p:nvSpPr>
        <p:spPr>
          <a:xfrm>
            <a:off x="5519550" y="1015715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23</a:t>
            </a:r>
            <a:endParaRPr lang="zh-CN" altLang="en-US" sz="16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DCB1BC1-62DC-45AD-7AD2-18CF3D72C5F9}"/>
              </a:ext>
            </a:extLst>
          </p:cNvPr>
          <p:cNvSpPr txBox="1"/>
          <p:nvPr/>
        </p:nvSpPr>
        <p:spPr>
          <a:xfrm>
            <a:off x="1049703" y="2010166"/>
            <a:ext cx="482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ans</a:t>
            </a:r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17996CC-FC0F-B55C-C21D-69680D30C8E6}"/>
              </a:ext>
            </a:extLst>
          </p:cNvPr>
          <p:cNvSpPr/>
          <p:nvPr/>
        </p:nvSpPr>
        <p:spPr>
          <a:xfrm>
            <a:off x="1542620" y="2093525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32611E7-72EB-A5AD-E1AE-27B55CA23C99}"/>
              </a:ext>
            </a:extLst>
          </p:cNvPr>
          <p:cNvSpPr/>
          <p:nvPr/>
        </p:nvSpPr>
        <p:spPr>
          <a:xfrm>
            <a:off x="1908953" y="2093524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CFBB630-D8D9-AB9B-A9B2-7B60B73628DE}"/>
              </a:ext>
            </a:extLst>
          </p:cNvPr>
          <p:cNvSpPr/>
          <p:nvPr/>
        </p:nvSpPr>
        <p:spPr>
          <a:xfrm>
            <a:off x="2284923" y="2093525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0973511-5F71-AF63-218F-D3B8A905D4E9}"/>
              </a:ext>
            </a:extLst>
          </p:cNvPr>
          <p:cNvSpPr/>
          <p:nvPr/>
        </p:nvSpPr>
        <p:spPr>
          <a:xfrm>
            <a:off x="2656350" y="2093525"/>
            <a:ext cx="364531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770C98A-6097-83C5-4ED1-BBA432609B5A}"/>
              </a:ext>
            </a:extLst>
          </p:cNvPr>
          <p:cNvSpPr/>
          <p:nvPr/>
        </p:nvSpPr>
        <p:spPr>
          <a:xfrm>
            <a:off x="3020881" y="2093524"/>
            <a:ext cx="364531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31881ED-C8C7-DA46-59F2-F5347AEF1453}"/>
              </a:ext>
            </a:extLst>
          </p:cNvPr>
          <p:cNvSpPr/>
          <p:nvPr/>
        </p:nvSpPr>
        <p:spPr>
          <a:xfrm>
            <a:off x="3387865" y="2093524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550EF9F-A4F2-A752-F920-575B8F1132B9}"/>
              </a:ext>
            </a:extLst>
          </p:cNvPr>
          <p:cNvSpPr txBox="1"/>
          <p:nvPr/>
        </p:nvSpPr>
        <p:spPr>
          <a:xfrm>
            <a:off x="1088947" y="6179810"/>
            <a:ext cx="6096750" cy="26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zh-CN" sz="1800" b="0">
                <a:solidFill>
                  <a:schemeClr val="tx1"/>
                </a:solidFill>
                <a:effectLst/>
                <a:latin typeface="+mn-lt"/>
              </a:rPr>
              <a:t>25, 23, 19, 18, 20, 27, 26, 27</a:t>
            </a:r>
            <a:endParaRPr lang="zh-CN" altLang="zh-CN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0B8FAA8-8819-B31F-E9EE-C54A782E1301}"/>
              </a:ext>
            </a:extLst>
          </p:cNvPr>
          <p:cNvSpPr txBox="1"/>
          <p:nvPr/>
        </p:nvSpPr>
        <p:spPr>
          <a:xfrm>
            <a:off x="4070342" y="2010166"/>
            <a:ext cx="482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ans</a:t>
            </a:r>
            <a:endParaRPr lang="zh-CN" altLang="en-US" sz="16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08E62BE-F253-6692-FB94-FA6FF5EAAB9E}"/>
              </a:ext>
            </a:extLst>
          </p:cNvPr>
          <p:cNvSpPr/>
          <p:nvPr/>
        </p:nvSpPr>
        <p:spPr>
          <a:xfrm>
            <a:off x="4573353" y="2093524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EECD626-9330-B54F-D648-D818E6AF81E5}"/>
              </a:ext>
            </a:extLst>
          </p:cNvPr>
          <p:cNvSpPr/>
          <p:nvPr/>
        </p:nvSpPr>
        <p:spPr>
          <a:xfrm>
            <a:off x="4939686" y="2093523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E43210E-3D85-2C1A-74BC-5EF47ABD84A8}"/>
              </a:ext>
            </a:extLst>
          </p:cNvPr>
          <p:cNvSpPr/>
          <p:nvPr/>
        </p:nvSpPr>
        <p:spPr>
          <a:xfrm>
            <a:off x="5315656" y="2093524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B304A11-ACBC-55DA-E9F6-8DCA8AC385EB}"/>
              </a:ext>
            </a:extLst>
          </p:cNvPr>
          <p:cNvSpPr/>
          <p:nvPr/>
        </p:nvSpPr>
        <p:spPr>
          <a:xfrm>
            <a:off x="5687083" y="2093524"/>
            <a:ext cx="364531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E79F2D0-20D0-1C6B-5AA0-5C269C561675}"/>
              </a:ext>
            </a:extLst>
          </p:cNvPr>
          <p:cNvSpPr/>
          <p:nvPr/>
        </p:nvSpPr>
        <p:spPr>
          <a:xfrm>
            <a:off x="6051614" y="2093523"/>
            <a:ext cx="364531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B78CF5A-CC50-B7EE-FA9E-01CA287231F2}"/>
              </a:ext>
            </a:extLst>
          </p:cNvPr>
          <p:cNvSpPr/>
          <p:nvPr/>
        </p:nvSpPr>
        <p:spPr>
          <a:xfrm>
            <a:off x="6418598" y="2093523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7A37842-0F55-154B-4D06-1496972EAD13}"/>
              </a:ext>
            </a:extLst>
          </p:cNvPr>
          <p:cNvSpPr txBox="1"/>
          <p:nvPr/>
        </p:nvSpPr>
        <p:spPr>
          <a:xfrm>
            <a:off x="4811883" y="2480811"/>
            <a:ext cx="18517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依次检查</a:t>
            </a:r>
            <a:r>
              <a:rPr lang="en-US" altLang="zh-CN" sz="1600"/>
              <a:t>23, 19, 18</a:t>
            </a:r>
            <a:endParaRPr lang="zh-CN" altLang="en-US" sz="16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F0E344B-3DBC-E53C-D79E-B739B4C63E08}"/>
              </a:ext>
            </a:extLst>
          </p:cNvPr>
          <p:cNvSpPr txBox="1"/>
          <p:nvPr/>
        </p:nvSpPr>
        <p:spPr>
          <a:xfrm>
            <a:off x="1775543" y="1385639"/>
            <a:ext cx="683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idx=0</a:t>
            </a:r>
            <a:endParaRPr lang="zh-CN" altLang="en-US" sz="160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4220686-19DF-3972-ED9B-0E9BAA0878EA}"/>
              </a:ext>
            </a:extLst>
          </p:cNvPr>
          <p:cNvSpPr txBox="1"/>
          <p:nvPr/>
        </p:nvSpPr>
        <p:spPr>
          <a:xfrm>
            <a:off x="4835078" y="1365683"/>
            <a:ext cx="683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idx=0</a:t>
            </a:r>
            <a:endParaRPr lang="zh-CN" altLang="en-US" sz="160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9663E3E-7F9D-DE6B-CD68-1D4D736B373E}"/>
              </a:ext>
            </a:extLst>
          </p:cNvPr>
          <p:cNvSpPr txBox="1"/>
          <p:nvPr/>
        </p:nvSpPr>
        <p:spPr>
          <a:xfrm>
            <a:off x="4835078" y="1011442"/>
            <a:ext cx="683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idx=1</a:t>
            </a:r>
            <a:endParaRPr lang="zh-CN" altLang="en-US" sz="160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FA78F7F-E3B2-20D9-1629-332C15B8A2CD}"/>
              </a:ext>
            </a:extLst>
          </p:cNvPr>
          <p:cNvSpPr txBox="1"/>
          <p:nvPr/>
        </p:nvSpPr>
        <p:spPr>
          <a:xfrm>
            <a:off x="4826924" y="637842"/>
            <a:ext cx="683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idx=2</a:t>
            </a:r>
            <a:endParaRPr lang="zh-CN" altLang="en-US" sz="160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CB96C6C-AA61-3AF9-0E39-54A1338768DB}"/>
              </a:ext>
            </a:extLst>
          </p:cNvPr>
          <p:cNvSpPr txBox="1"/>
          <p:nvPr/>
        </p:nvSpPr>
        <p:spPr>
          <a:xfrm>
            <a:off x="4817502" y="293075"/>
            <a:ext cx="683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idx=3</a:t>
            </a:r>
            <a:endParaRPr lang="zh-CN" altLang="en-US" sz="160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334A7C9-F6CF-1A21-05C7-CD879AAD5D68}"/>
              </a:ext>
            </a:extLst>
          </p:cNvPr>
          <p:cNvSpPr txBox="1"/>
          <p:nvPr/>
        </p:nvSpPr>
        <p:spPr>
          <a:xfrm>
            <a:off x="7471760" y="2502923"/>
            <a:ext cx="30027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检查</a:t>
            </a:r>
            <a:r>
              <a:rPr lang="en-US" altLang="zh-CN" sz="1600"/>
              <a:t>20,</a:t>
            </a:r>
            <a:r>
              <a:rPr lang="zh-CN" altLang="en-US" sz="1600"/>
              <a:t> 得到</a:t>
            </a:r>
            <a:r>
              <a:rPr lang="en-US" altLang="zh-CN" sz="1600"/>
              <a:t>ans[2]=4, ans[3]=4.</a:t>
            </a:r>
            <a:endParaRPr lang="zh-CN" altLang="en-US" sz="1600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6851B864-FD47-D04D-8792-8E2E24F5353F}"/>
              </a:ext>
            </a:extLst>
          </p:cNvPr>
          <p:cNvCxnSpPr>
            <a:cxnSpLocks/>
          </p:cNvCxnSpPr>
          <p:nvPr/>
        </p:nvCxnSpPr>
        <p:spPr>
          <a:xfrm>
            <a:off x="8938216" y="221651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2E2E664B-5674-4F38-5445-CB2E91AD1AAB}"/>
              </a:ext>
            </a:extLst>
          </p:cNvPr>
          <p:cNvCxnSpPr>
            <a:cxnSpLocks/>
          </p:cNvCxnSpPr>
          <p:nvPr/>
        </p:nvCxnSpPr>
        <p:spPr>
          <a:xfrm>
            <a:off x="9374681" y="221651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8ED0193F-B006-CD32-516E-D1511705E256}"/>
              </a:ext>
            </a:extLst>
          </p:cNvPr>
          <p:cNvCxnSpPr>
            <a:cxnSpLocks/>
          </p:cNvCxnSpPr>
          <p:nvPr/>
        </p:nvCxnSpPr>
        <p:spPr>
          <a:xfrm>
            <a:off x="8938218" y="1733531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5A769779-45B5-C2B5-1E39-57543ED0E1B4}"/>
              </a:ext>
            </a:extLst>
          </p:cNvPr>
          <p:cNvSpPr/>
          <p:nvPr/>
        </p:nvSpPr>
        <p:spPr>
          <a:xfrm>
            <a:off x="8938217" y="1379292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25</a:t>
            </a:r>
            <a:endParaRPr lang="zh-CN" altLang="en-US" sz="160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D5DEA898-21E0-F1FE-510F-177AAE5F63DD}"/>
              </a:ext>
            </a:extLst>
          </p:cNvPr>
          <p:cNvSpPr/>
          <p:nvPr/>
        </p:nvSpPr>
        <p:spPr>
          <a:xfrm>
            <a:off x="8938217" y="1025053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23</a:t>
            </a:r>
            <a:endParaRPr lang="zh-CN" altLang="en-US" sz="160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BCDC92B-6CD8-5E33-398D-D151D86251D4}"/>
              </a:ext>
            </a:extLst>
          </p:cNvPr>
          <p:cNvSpPr txBox="1"/>
          <p:nvPr/>
        </p:nvSpPr>
        <p:spPr>
          <a:xfrm>
            <a:off x="7430398" y="2027052"/>
            <a:ext cx="482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ans</a:t>
            </a:r>
            <a:endParaRPr lang="zh-CN" altLang="en-US" sz="1600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9224202-16AD-E8F5-A06A-5418B45658DD}"/>
              </a:ext>
            </a:extLst>
          </p:cNvPr>
          <p:cNvSpPr/>
          <p:nvPr/>
        </p:nvSpPr>
        <p:spPr>
          <a:xfrm>
            <a:off x="7992020" y="2102862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5B2ADF8-B2D2-CCC4-78AF-C49EBBDDF358}"/>
              </a:ext>
            </a:extLst>
          </p:cNvPr>
          <p:cNvSpPr/>
          <p:nvPr/>
        </p:nvSpPr>
        <p:spPr>
          <a:xfrm>
            <a:off x="8358353" y="2102861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CCAD1DC-0A04-8F58-DD2E-C8232B50D32A}"/>
              </a:ext>
            </a:extLst>
          </p:cNvPr>
          <p:cNvSpPr/>
          <p:nvPr/>
        </p:nvSpPr>
        <p:spPr>
          <a:xfrm>
            <a:off x="8734323" y="2102862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highlight>
                  <a:srgbClr val="FFFF00"/>
                </a:highlight>
              </a:rPr>
              <a:t>4</a:t>
            </a:r>
            <a:endParaRPr lang="zh-CN" altLang="en-US" sz="1600">
              <a:highlight>
                <a:srgbClr val="FFFF00"/>
              </a:highlight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2F7534E-D205-5DB8-5D2E-998C0B029EF3}"/>
              </a:ext>
            </a:extLst>
          </p:cNvPr>
          <p:cNvSpPr/>
          <p:nvPr/>
        </p:nvSpPr>
        <p:spPr>
          <a:xfrm>
            <a:off x="9105750" y="2102862"/>
            <a:ext cx="364531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highlight>
                  <a:srgbClr val="FFFF00"/>
                </a:highlight>
              </a:rPr>
              <a:t>4</a:t>
            </a:r>
            <a:endParaRPr lang="zh-CN" altLang="en-US" sz="1600">
              <a:highlight>
                <a:srgbClr val="FFFF00"/>
              </a:highlight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ED2E290-1D8E-F294-2F21-68E55FF98933}"/>
              </a:ext>
            </a:extLst>
          </p:cNvPr>
          <p:cNvSpPr/>
          <p:nvPr/>
        </p:nvSpPr>
        <p:spPr>
          <a:xfrm>
            <a:off x="9470281" y="2102861"/>
            <a:ext cx="364531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E109CA0-76DD-0CFF-B206-99334492C700}"/>
              </a:ext>
            </a:extLst>
          </p:cNvPr>
          <p:cNvSpPr/>
          <p:nvPr/>
        </p:nvSpPr>
        <p:spPr>
          <a:xfrm>
            <a:off x="9837265" y="2102861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67AFAA7-B6F2-CEAA-3B94-AFDFDF24E401}"/>
              </a:ext>
            </a:extLst>
          </p:cNvPr>
          <p:cNvSpPr txBox="1"/>
          <p:nvPr/>
        </p:nvSpPr>
        <p:spPr>
          <a:xfrm>
            <a:off x="8612875" y="137174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529DB23C-CEB7-9510-5CC9-99198214A9D8}"/>
              </a:ext>
            </a:extLst>
          </p:cNvPr>
          <p:cNvSpPr txBox="1"/>
          <p:nvPr/>
        </p:nvSpPr>
        <p:spPr>
          <a:xfrm>
            <a:off x="8612872" y="104014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DA1C67E8-5648-5D1F-A4E3-C05476A2C86E}"/>
              </a:ext>
            </a:extLst>
          </p:cNvPr>
          <p:cNvSpPr/>
          <p:nvPr/>
        </p:nvSpPr>
        <p:spPr>
          <a:xfrm>
            <a:off x="8938216" y="670813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CD76F79-CEC6-C048-456F-1E3000B5584D}"/>
              </a:ext>
            </a:extLst>
          </p:cNvPr>
          <p:cNvSpPr txBox="1"/>
          <p:nvPr/>
        </p:nvSpPr>
        <p:spPr>
          <a:xfrm>
            <a:off x="8605659" y="64757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31E17C17-6BF1-DC2C-0B4C-0E9F681016DB}"/>
              </a:ext>
            </a:extLst>
          </p:cNvPr>
          <p:cNvCxnSpPr>
            <a:cxnSpLocks/>
          </p:cNvCxnSpPr>
          <p:nvPr/>
        </p:nvCxnSpPr>
        <p:spPr>
          <a:xfrm>
            <a:off x="2448274" y="3034881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3582ABF2-52C9-DB9C-F0B1-EBB55D171EA0}"/>
              </a:ext>
            </a:extLst>
          </p:cNvPr>
          <p:cNvCxnSpPr>
            <a:cxnSpLocks/>
          </p:cNvCxnSpPr>
          <p:nvPr/>
        </p:nvCxnSpPr>
        <p:spPr>
          <a:xfrm>
            <a:off x="2884739" y="3034881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17868850-631B-43C1-CD0C-AF21002ADCF7}"/>
              </a:ext>
            </a:extLst>
          </p:cNvPr>
          <p:cNvCxnSpPr>
            <a:cxnSpLocks/>
          </p:cNvCxnSpPr>
          <p:nvPr/>
        </p:nvCxnSpPr>
        <p:spPr>
          <a:xfrm>
            <a:off x="2448276" y="4546761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8A779B55-469A-9BB4-FABB-9EC1AA41D93D}"/>
              </a:ext>
            </a:extLst>
          </p:cNvPr>
          <p:cNvSpPr/>
          <p:nvPr/>
        </p:nvSpPr>
        <p:spPr>
          <a:xfrm>
            <a:off x="2448275" y="4192522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27</a:t>
            </a:r>
            <a:endParaRPr lang="zh-CN" altLang="en-US" sz="160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CA22F6E-FFF3-3AD2-0318-A308965EB4FB}"/>
              </a:ext>
            </a:extLst>
          </p:cNvPr>
          <p:cNvSpPr txBox="1"/>
          <p:nvPr/>
        </p:nvSpPr>
        <p:spPr>
          <a:xfrm>
            <a:off x="987029" y="5226469"/>
            <a:ext cx="2976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/>
              <a:t>检查</a:t>
            </a:r>
            <a:r>
              <a:rPr lang="en-US" altLang="zh-CN" sz="1600"/>
              <a:t>27, </a:t>
            </a:r>
            <a:r>
              <a:rPr lang="zh-CN" altLang="en-US" sz="1600"/>
              <a:t>得到</a:t>
            </a:r>
            <a:r>
              <a:rPr lang="en-US" altLang="zh-CN" sz="1600"/>
              <a:t>ans[0]=5, ans[1]=5, ans[4]=5</a:t>
            </a:r>
            <a:endParaRPr lang="zh-CN" altLang="en-US" sz="160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EFC355B-A09E-82F8-027E-5FC50841B5EF}"/>
              </a:ext>
            </a:extLst>
          </p:cNvPr>
          <p:cNvSpPr txBox="1"/>
          <p:nvPr/>
        </p:nvSpPr>
        <p:spPr>
          <a:xfrm>
            <a:off x="2502293" y="4481867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s</a:t>
            </a:r>
            <a:endParaRPr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36B49506-311C-6E00-B862-4FA9FCEAADAC}"/>
              </a:ext>
            </a:extLst>
          </p:cNvPr>
          <p:cNvSpPr txBox="1"/>
          <p:nvPr/>
        </p:nvSpPr>
        <p:spPr>
          <a:xfrm>
            <a:off x="1049700" y="4832734"/>
            <a:ext cx="482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ans</a:t>
            </a:r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371FE46-1616-35F6-AB18-88931BFA9ADE}"/>
              </a:ext>
            </a:extLst>
          </p:cNvPr>
          <p:cNvSpPr/>
          <p:nvPr/>
        </p:nvSpPr>
        <p:spPr>
          <a:xfrm>
            <a:off x="1542617" y="4916093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highlight>
                  <a:srgbClr val="FFFF00"/>
                </a:highlight>
              </a:rPr>
              <a:t>5</a:t>
            </a:r>
            <a:endParaRPr lang="zh-CN" altLang="en-US" sz="1600">
              <a:highlight>
                <a:srgbClr val="FFFF00"/>
              </a:highlight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B6C7F074-4658-61A6-DE0A-6848DC967350}"/>
              </a:ext>
            </a:extLst>
          </p:cNvPr>
          <p:cNvSpPr/>
          <p:nvPr/>
        </p:nvSpPr>
        <p:spPr>
          <a:xfrm>
            <a:off x="1908950" y="4916092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highlight>
                  <a:srgbClr val="FFFF00"/>
                </a:highlight>
              </a:rPr>
              <a:t>5</a:t>
            </a:r>
            <a:endParaRPr lang="zh-CN" altLang="en-US" sz="1600">
              <a:highlight>
                <a:srgbClr val="FFFF00"/>
              </a:highlight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F7D553A-B477-27B9-99DE-616821CCC230}"/>
              </a:ext>
            </a:extLst>
          </p:cNvPr>
          <p:cNvSpPr/>
          <p:nvPr/>
        </p:nvSpPr>
        <p:spPr>
          <a:xfrm>
            <a:off x="2284920" y="4916093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6ABC1788-A91A-6E0D-2AD4-9E0661DAA760}"/>
              </a:ext>
            </a:extLst>
          </p:cNvPr>
          <p:cNvSpPr/>
          <p:nvPr/>
        </p:nvSpPr>
        <p:spPr>
          <a:xfrm>
            <a:off x="2656347" y="4916093"/>
            <a:ext cx="364531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AC53F95-644F-8B9E-7B64-7E9E1A7A1C4C}"/>
              </a:ext>
            </a:extLst>
          </p:cNvPr>
          <p:cNvSpPr/>
          <p:nvPr/>
        </p:nvSpPr>
        <p:spPr>
          <a:xfrm>
            <a:off x="3020878" y="4916092"/>
            <a:ext cx="364531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highlight>
                  <a:srgbClr val="FFFF00"/>
                </a:highlight>
              </a:rPr>
              <a:t>5</a:t>
            </a:r>
            <a:endParaRPr lang="zh-CN" altLang="en-US" sz="1600">
              <a:highlight>
                <a:srgbClr val="FFFF00"/>
              </a:highlight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53C82794-B41A-F17C-3472-249F82C66FF9}"/>
              </a:ext>
            </a:extLst>
          </p:cNvPr>
          <p:cNvSpPr/>
          <p:nvPr/>
        </p:nvSpPr>
        <p:spPr>
          <a:xfrm>
            <a:off x="3387862" y="4916092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9BD9D23F-053F-3FF4-B2F6-6C3BA0685003}"/>
              </a:ext>
            </a:extLst>
          </p:cNvPr>
          <p:cNvSpPr txBox="1"/>
          <p:nvPr/>
        </p:nvSpPr>
        <p:spPr>
          <a:xfrm>
            <a:off x="2183216" y="420820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1AB8EC3E-A4B3-42C1-B4EE-F73AF5227840}"/>
              </a:ext>
            </a:extLst>
          </p:cNvPr>
          <p:cNvCxnSpPr>
            <a:cxnSpLocks/>
          </p:cNvCxnSpPr>
          <p:nvPr/>
        </p:nvCxnSpPr>
        <p:spPr>
          <a:xfrm>
            <a:off x="5525819" y="3034881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E4608361-7814-526D-6B17-46B2ECDB98E7}"/>
              </a:ext>
            </a:extLst>
          </p:cNvPr>
          <p:cNvCxnSpPr>
            <a:cxnSpLocks/>
          </p:cNvCxnSpPr>
          <p:nvPr/>
        </p:nvCxnSpPr>
        <p:spPr>
          <a:xfrm>
            <a:off x="5962284" y="3034881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AC44F152-F433-5A8E-0B3E-D9F1E7140F2D}"/>
              </a:ext>
            </a:extLst>
          </p:cNvPr>
          <p:cNvCxnSpPr>
            <a:cxnSpLocks/>
          </p:cNvCxnSpPr>
          <p:nvPr/>
        </p:nvCxnSpPr>
        <p:spPr>
          <a:xfrm>
            <a:off x="5525821" y="4546761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83529768-D825-EE25-6C4D-98FFCA6A6827}"/>
              </a:ext>
            </a:extLst>
          </p:cNvPr>
          <p:cNvSpPr/>
          <p:nvPr/>
        </p:nvSpPr>
        <p:spPr>
          <a:xfrm>
            <a:off x="5525820" y="4192522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27</a:t>
            </a:r>
            <a:endParaRPr lang="zh-CN" altLang="en-US" sz="160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81EFCFE-3380-F5E3-930B-AC65105ECC0C}"/>
              </a:ext>
            </a:extLst>
          </p:cNvPr>
          <p:cNvSpPr txBox="1"/>
          <p:nvPr/>
        </p:nvSpPr>
        <p:spPr>
          <a:xfrm>
            <a:off x="5579838" y="4481867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s</a:t>
            </a:r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B6E1F613-7CD3-3287-D7FD-5AD1DC1CF765}"/>
              </a:ext>
            </a:extLst>
          </p:cNvPr>
          <p:cNvSpPr txBox="1"/>
          <p:nvPr/>
        </p:nvSpPr>
        <p:spPr>
          <a:xfrm>
            <a:off x="4127245" y="4832734"/>
            <a:ext cx="482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ans</a:t>
            </a:r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713D4F56-9131-4F84-C602-C249360998C8}"/>
              </a:ext>
            </a:extLst>
          </p:cNvPr>
          <p:cNvSpPr/>
          <p:nvPr/>
        </p:nvSpPr>
        <p:spPr>
          <a:xfrm>
            <a:off x="4620162" y="4916093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526AC40-76CD-501B-3DA4-BFCC49BC33BD}"/>
              </a:ext>
            </a:extLst>
          </p:cNvPr>
          <p:cNvSpPr/>
          <p:nvPr/>
        </p:nvSpPr>
        <p:spPr>
          <a:xfrm>
            <a:off x="4986495" y="4916092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490D272D-947D-D120-A2FB-98594AD3756B}"/>
              </a:ext>
            </a:extLst>
          </p:cNvPr>
          <p:cNvSpPr/>
          <p:nvPr/>
        </p:nvSpPr>
        <p:spPr>
          <a:xfrm>
            <a:off x="5362465" y="4916093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308EF25F-6F69-9A8D-0EE5-1E0E071D9BA2}"/>
              </a:ext>
            </a:extLst>
          </p:cNvPr>
          <p:cNvSpPr/>
          <p:nvPr/>
        </p:nvSpPr>
        <p:spPr>
          <a:xfrm>
            <a:off x="5733892" y="4916093"/>
            <a:ext cx="364531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52EA73D-A0BF-3AF6-3EEB-D0F7660BAEA3}"/>
              </a:ext>
            </a:extLst>
          </p:cNvPr>
          <p:cNvSpPr/>
          <p:nvPr/>
        </p:nvSpPr>
        <p:spPr>
          <a:xfrm>
            <a:off x="6098423" y="4916092"/>
            <a:ext cx="364531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E402E2B-A3E8-9CF7-1BBA-9D7DE5774AC6}"/>
              </a:ext>
            </a:extLst>
          </p:cNvPr>
          <p:cNvSpPr/>
          <p:nvPr/>
        </p:nvSpPr>
        <p:spPr>
          <a:xfrm>
            <a:off x="6465407" y="4916092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61F18518-8B38-1B17-4D23-B4541DDC6209}"/>
              </a:ext>
            </a:extLst>
          </p:cNvPr>
          <p:cNvSpPr txBox="1"/>
          <p:nvPr/>
        </p:nvSpPr>
        <p:spPr>
          <a:xfrm>
            <a:off x="5143375" y="41785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7CEB056A-3B64-0CE3-0A34-4DC0AC46FC67}"/>
              </a:ext>
            </a:extLst>
          </p:cNvPr>
          <p:cNvSpPr/>
          <p:nvPr/>
        </p:nvSpPr>
        <p:spPr>
          <a:xfrm>
            <a:off x="5525819" y="3847631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26</a:t>
            </a:r>
            <a:endParaRPr lang="zh-CN" altLang="en-US" sz="160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F0CE162D-5E6E-9563-43FA-15C4B8887216}"/>
              </a:ext>
            </a:extLst>
          </p:cNvPr>
          <p:cNvSpPr txBox="1"/>
          <p:nvPr/>
        </p:nvSpPr>
        <p:spPr>
          <a:xfrm>
            <a:off x="5327638" y="5346227"/>
            <a:ext cx="8098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检查</a:t>
            </a:r>
            <a:r>
              <a:rPr lang="en-US" altLang="zh-CN" sz="1600"/>
              <a:t>26</a:t>
            </a:r>
            <a:endParaRPr lang="zh-CN" altLang="en-US" sz="1600"/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A57830F4-A824-F737-100D-7633D45ADE55}"/>
              </a:ext>
            </a:extLst>
          </p:cNvPr>
          <p:cNvCxnSpPr>
            <a:cxnSpLocks/>
          </p:cNvCxnSpPr>
          <p:nvPr/>
        </p:nvCxnSpPr>
        <p:spPr>
          <a:xfrm>
            <a:off x="8870796" y="3023823"/>
            <a:ext cx="4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E3E8EFE3-AC7B-AAB2-4AC8-80ECF13FC671}"/>
              </a:ext>
            </a:extLst>
          </p:cNvPr>
          <p:cNvCxnSpPr>
            <a:cxnSpLocks/>
          </p:cNvCxnSpPr>
          <p:nvPr/>
        </p:nvCxnSpPr>
        <p:spPr>
          <a:xfrm>
            <a:off x="9307261" y="3023823"/>
            <a:ext cx="2" cy="151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2CF2147E-3EDE-9140-02F1-8B207EFBA205}"/>
              </a:ext>
            </a:extLst>
          </p:cNvPr>
          <p:cNvCxnSpPr>
            <a:cxnSpLocks/>
          </p:cNvCxnSpPr>
          <p:nvPr/>
        </p:nvCxnSpPr>
        <p:spPr>
          <a:xfrm>
            <a:off x="8870798" y="4535703"/>
            <a:ext cx="436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CE02E91F-37CB-A85F-6971-33A590FC13B8}"/>
              </a:ext>
            </a:extLst>
          </p:cNvPr>
          <p:cNvSpPr/>
          <p:nvPr/>
        </p:nvSpPr>
        <p:spPr>
          <a:xfrm>
            <a:off x="8870797" y="4181464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27</a:t>
            </a:r>
            <a:endParaRPr lang="zh-CN" altLang="en-US" sz="160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2D4C1D82-549C-EA0B-23B6-68A18A4FD728}"/>
              </a:ext>
            </a:extLst>
          </p:cNvPr>
          <p:cNvSpPr txBox="1"/>
          <p:nvPr/>
        </p:nvSpPr>
        <p:spPr>
          <a:xfrm>
            <a:off x="8924815" y="4470809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s</a:t>
            </a:r>
            <a:endParaRPr lang="zh-CN" altLang="en-US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04961490-AF68-FDF1-2B2F-020E05EE429E}"/>
              </a:ext>
            </a:extLst>
          </p:cNvPr>
          <p:cNvSpPr txBox="1"/>
          <p:nvPr/>
        </p:nvSpPr>
        <p:spPr>
          <a:xfrm>
            <a:off x="7472222" y="4821676"/>
            <a:ext cx="482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ans</a:t>
            </a:r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DE3E471-DFA3-144B-F397-0E86BDCE60C3}"/>
              </a:ext>
            </a:extLst>
          </p:cNvPr>
          <p:cNvSpPr/>
          <p:nvPr/>
        </p:nvSpPr>
        <p:spPr>
          <a:xfrm>
            <a:off x="7965139" y="4905035"/>
            <a:ext cx="370093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11E65789-936D-CE38-3C8C-206F48914203}"/>
              </a:ext>
            </a:extLst>
          </p:cNvPr>
          <p:cNvSpPr/>
          <p:nvPr/>
        </p:nvSpPr>
        <p:spPr>
          <a:xfrm>
            <a:off x="8331472" y="4905034"/>
            <a:ext cx="370092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76E58842-B68D-70AD-702C-A46AA7991368}"/>
              </a:ext>
            </a:extLst>
          </p:cNvPr>
          <p:cNvSpPr/>
          <p:nvPr/>
        </p:nvSpPr>
        <p:spPr>
          <a:xfrm>
            <a:off x="8707442" y="4905035"/>
            <a:ext cx="370092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EE8FA8EB-1A2D-4EE6-0A3A-6AE410F377C0}"/>
              </a:ext>
            </a:extLst>
          </p:cNvPr>
          <p:cNvSpPr/>
          <p:nvPr/>
        </p:nvSpPr>
        <p:spPr>
          <a:xfrm>
            <a:off x="9078869" y="4905035"/>
            <a:ext cx="364531" cy="217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21ABA761-24D9-9C05-F55C-C839E1AFE9AC}"/>
              </a:ext>
            </a:extLst>
          </p:cNvPr>
          <p:cNvSpPr/>
          <p:nvPr/>
        </p:nvSpPr>
        <p:spPr>
          <a:xfrm>
            <a:off x="9443400" y="4905034"/>
            <a:ext cx="364531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9E219D1-F29E-A32A-9018-C0F91851A0CD}"/>
              </a:ext>
            </a:extLst>
          </p:cNvPr>
          <p:cNvSpPr/>
          <p:nvPr/>
        </p:nvSpPr>
        <p:spPr>
          <a:xfrm>
            <a:off x="9810384" y="4905034"/>
            <a:ext cx="362078" cy="2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?</a:t>
            </a:r>
            <a:endParaRPr lang="zh-CN" altLang="en-US" sz="160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57A93FC3-C1C6-C437-FF45-FA306B0B778F}"/>
              </a:ext>
            </a:extLst>
          </p:cNvPr>
          <p:cNvSpPr txBox="1"/>
          <p:nvPr/>
        </p:nvSpPr>
        <p:spPr>
          <a:xfrm>
            <a:off x="8488352" y="416750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FD916C75-FEBC-1086-C2E5-34853E9CCD55}"/>
              </a:ext>
            </a:extLst>
          </p:cNvPr>
          <p:cNvSpPr/>
          <p:nvPr/>
        </p:nvSpPr>
        <p:spPr>
          <a:xfrm>
            <a:off x="8870796" y="3836573"/>
            <a:ext cx="436463" cy="354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27</a:t>
            </a:r>
            <a:endParaRPr lang="zh-CN" altLang="en-US" sz="160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C16CE8EE-18DB-CCA8-BEC7-F42212EC69C6}"/>
              </a:ext>
            </a:extLst>
          </p:cNvPr>
          <p:cNvSpPr txBox="1"/>
          <p:nvPr/>
        </p:nvSpPr>
        <p:spPr>
          <a:xfrm>
            <a:off x="7992020" y="5316979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检查</a:t>
            </a:r>
            <a:r>
              <a:rPr lang="en-US" altLang="zh-CN" sz="1600"/>
              <a:t>27</a:t>
            </a:r>
            <a:r>
              <a:rPr lang="zh-CN" altLang="en-US" sz="1600"/>
              <a:t>，得到</a:t>
            </a:r>
            <a:r>
              <a:rPr lang="en-US" altLang="zh-CN" sz="1600"/>
              <a:t>ans[6]=7</a:t>
            </a:r>
          </a:p>
          <a:p>
            <a:r>
              <a:rPr lang="zh-CN" altLang="en-US" sz="1600"/>
              <a:t>格子画少了，你们懂我意思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C55C90B0-6899-9CE9-E259-3091DDC891B9}"/>
              </a:ext>
            </a:extLst>
          </p:cNvPr>
          <p:cNvSpPr txBox="1"/>
          <p:nvPr/>
        </p:nvSpPr>
        <p:spPr>
          <a:xfrm>
            <a:off x="5159102" y="385396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4A70EEF-83F6-FD5F-6BEC-37618498A312}"/>
              </a:ext>
            </a:extLst>
          </p:cNvPr>
          <p:cNvSpPr txBox="1"/>
          <p:nvPr/>
        </p:nvSpPr>
        <p:spPr>
          <a:xfrm>
            <a:off x="8501114" y="38472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15720554-CE44-9AB0-B558-55C757A77014}"/>
              </a:ext>
            </a:extLst>
          </p:cNvPr>
          <p:cNvSpPr txBox="1"/>
          <p:nvPr/>
        </p:nvSpPr>
        <p:spPr>
          <a:xfrm>
            <a:off x="10182437" y="483273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highlight>
                  <a:srgbClr val="FFFF00"/>
                </a:highlight>
              </a:rPr>
              <a:t>7</a:t>
            </a:r>
            <a:endParaRPr lang="zh-CN" altLang="en-US" sz="16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55940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F716E-B327-5B03-F1D2-3B1C6FFCB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B38444-6F94-23C5-40BC-430A458629A6}"/>
              </a:ext>
            </a:extLst>
          </p:cNvPr>
          <p:cNvSpPr/>
          <p:nvPr/>
        </p:nvSpPr>
        <p:spPr>
          <a:xfrm>
            <a:off x="1824296" y="1153135"/>
            <a:ext cx="5544957" cy="423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3815662-5CDD-4FCC-04BD-2F33F6283C37}"/>
              </a:ext>
            </a:extLst>
          </p:cNvPr>
          <p:cNvSpPr/>
          <p:nvPr/>
        </p:nvSpPr>
        <p:spPr>
          <a:xfrm>
            <a:off x="1824296" y="1153134"/>
            <a:ext cx="2049517" cy="42341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C46E89-F863-7738-522E-E153005E0625}"/>
              </a:ext>
            </a:extLst>
          </p:cNvPr>
          <p:cNvSpPr/>
          <p:nvPr/>
        </p:nvSpPr>
        <p:spPr>
          <a:xfrm>
            <a:off x="4666594" y="1153134"/>
            <a:ext cx="2702660" cy="42341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87DB0F-78AC-0523-6CE9-691CAA8D20AE}"/>
              </a:ext>
            </a:extLst>
          </p:cNvPr>
          <p:cNvSpPr txBox="1"/>
          <p:nvPr/>
        </p:nvSpPr>
        <p:spPr>
          <a:xfrm>
            <a:off x="1630606" y="168459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511C69-E536-1A9C-03F1-99E83A17DBC9}"/>
              </a:ext>
            </a:extLst>
          </p:cNvPr>
          <p:cNvSpPr txBox="1"/>
          <p:nvPr/>
        </p:nvSpPr>
        <p:spPr>
          <a:xfrm>
            <a:off x="7031420" y="168913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99</a:t>
            </a:r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44D46156-F9E4-6493-FD8F-5C31844AA149}"/>
              </a:ext>
            </a:extLst>
          </p:cNvPr>
          <p:cNvSpPr/>
          <p:nvPr/>
        </p:nvSpPr>
        <p:spPr>
          <a:xfrm>
            <a:off x="2954909" y="1281506"/>
            <a:ext cx="810798" cy="21621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193D4536-23F9-B21A-DB59-8CA76E4ED724}"/>
              </a:ext>
            </a:extLst>
          </p:cNvPr>
          <p:cNvSpPr/>
          <p:nvPr/>
        </p:nvSpPr>
        <p:spPr>
          <a:xfrm rot="10800000">
            <a:off x="4850526" y="1281506"/>
            <a:ext cx="810798" cy="21621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DAC5DC-FE72-9BF1-D8B8-1630AD5C972C}"/>
              </a:ext>
            </a:extLst>
          </p:cNvPr>
          <p:cNvSpPr txBox="1"/>
          <p:nvPr/>
        </p:nvSpPr>
        <p:spPr>
          <a:xfrm>
            <a:off x="1274754" y="788305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S</a:t>
            </a:r>
            <a:r>
              <a:rPr lang="en-US" altLang="zh-CN" sz="1600" baseline="-25000"/>
              <a:t>1</a:t>
            </a:r>
            <a:r>
              <a:rPr lang="zh-CN" altLang="en-US" sz="1600"/>
              <a:t>栈底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51683D-25EF-167A-FBF9-C5934A525339}"/>
              </a:ext>
            </a:extLst>
          </p:cNvPr>
          <p:cNvSpPr txBox="1"/>
          <p:nvPr/>
        </p:nvSpPr>
        <p:spPr>
          <a:xfrm>
            <a:off x="3436132" y="788305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S</a:t>
            </a:r>
            <a:r>
              <a:rPr lang="en-US" altLang="zh-CN" sz="1600" baseline="-25000"/>
              <a:t>1</a:t>
            </a:r>
            <a:r>
              <a:rPr lang="zh-CN" altLang="en-US" sz="1600"/>
              <a:t>栈顶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B80DA2-B7D5-6143-27A7-6D709A5873FC}"/>
              </a:ext>
            </a:extLst>
          </p:cNvPr>
          <p:cNvSpPr txBox="1"/>
          <p:nvPr/>
        </p:nvSpPr>
        <p:spPr>
          <a:xfrm>
            <a:off x="4363295" y="788305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S</a:t>
            </a:r>
            <a:r>
              <a:rPr lang="en-US" altLang="zh-CN" sz="1600" baseline="-25000"/>
              <a:t>2</a:t>
            </a:r>
            <a:r>
              <a:rPr lang="zh-CN" altLang="en-US" sz="1600"/>
              <a:t>栈顶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C95F342-D92E-E4F2-C95F-F3BB05F79E9A}"/>
              </a:ext>
            </a:extLst>
          </p:cNvPr>
          <p:cNvSpPr txBox="1"/>
          <p:nvPr/>
        </p:nvSpPr>
        <p:spPr>
          <a:xfrm>
            <a:off x="7014612" y="814580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S</a:t>
            </a:r>
            <a:r>
              <a:rPr lang="en-US" altLang="zh-CN" sz="1600" baseline="-25000"/>
              <a:t>2</a:t>
            </a:r>
            <a:r>
              <a:rPr lang="zh-CN" altLang="en-US" sz="1600"/>
              <a:t>栈底</a:t>
            </a:r>
          </a:p>
        </p:txBody>
      </p:sp>
    </p:spTree>
    <p:extLst>
      <p:ext uri="{BB962C8B-B14F-4D97-AF65-F5344CB8AC3E}">
        <p14:creationId xmlns:p14="http://schemas.microsoft.com/office/powerpoint/2010/main" val="375822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D1379-89F9-CF68-E0EB-40E8AD426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01554AA-643B-BA91-156C-4BBD5D56A8E5}"/>
              </a:ext>
            </a:extLst>
          </p:cNvPr>
          <p:cNvCxnSpPr>
            <a:cxnSpLocks/>
          </p:cNvCxnSpPr>
          <p:nvPr/>
        </p:nvCxnSpPr>
        <p:spPr>
          <a:xfrm>
            <a:off x="2274739" y="1264619"/>
            <a:ext cx="27341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032456C-D6C9-E459-0601-A66EE41F2F1A}"/>
              </a:ext>
            </a:extLst>
          </p:cNvPr>
          <p:cNvCxnSpPr>
            <a:cxnSpLocks/>
          </p:cNvCxnSpPr>
          <p:nvPr/>
        </p:nvCxnSpPr>
        <p:spPr>
          <a:xfrm>
            <a:off x="2274739" y="1953516"/>
            <a:ext cx="27341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D8D6826-EDBD-2E84-611B-1C212A1F9E41}"/>
              </a:ext>
            </a:extLst>
          </p:cNvPr>
          <p:cNvSpPr/>
          <p:nvPr/>
        </p:nvSpPr>
        <p:spPr>
          <a:xfrm>
            <a:off x="2360323" y="1264619"/>
            <a:ext cx="457200" cy="6888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</p:spTree>
    <p:extLst>
      <p:ext uri="{BB962C8B-B14F-4D97-AF65-F5344CB8AC3E}">
        <p14:creationId xmlns:p14="http://schemas.microsoft.com/office/powerpoint/2010/main" val="814354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A67FC-E02C-8C7E-8C2F-24B8695C8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310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56DB-F57C-6C08-C074-269F29D89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533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CC6F9-F933-97EA-982D-D8401DF4E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9544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E952-5347-281C-DC47-ADA1B399F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596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15A8B-1F2F-9F15-4741-47815697B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020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2829</TotalTime>
  <Words>1173</Words>
  <Application>Microsoft Office PowerPoint</Application>
  <PresentationFormat>宽屏</PresentationFormat>
  <Paragraphs>384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齐齐晨羽</dc:creator>
  <cp:lastModifiedBy>齐齐晨羽</cp:lastModifiedBy>
  <cp:revision>104</cp:revision>
  <dcterms:created xsi:type="dcterms:W3CDTF">2026-09-25T09:51:45Z</dcterms:created>
  <dcterms:modified xsi:type="dcterms:W3CDTF">2026-10-08T09:42:27Z</dcterms:modified>
</cp:coreProperties>
</file>