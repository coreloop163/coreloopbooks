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5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1853B-BA43-279D-7F26-25E198AE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416063-847A-532F-BB59-8FABCA5FD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8D73E0-3E9F-503F-9AE4-A4F2DB49D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359569-18DC-4531-3B46-1B576507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F0830E-0F5D-385E-1D2A-9637F958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05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869DE-CA6C-625A-0ABA-E43CC5E6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8B33AB-3239-E5B0-42E5-C5A2C52BB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F92ED7-263E-AC87-B774-FD78C93F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B33537-693C-BC04-1E8F-BC66B732D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617820-2FAE-7945-30DE-EFA9D88A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57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788B6-B2E2-E871-F69B-B4D555B22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714B06-22A1-0F33-F503-C33FBE5EA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1A493-51A6-E648-0F4F-EC356AA5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977A7E-0061-767A-0FFE-42B1B597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7B305A-28F4-02ED-DF37-925DDF94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04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0D941-D0C5-736B-7F32-B98025C75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9E490-5B3F-9E96-ED4F-4804BF8C8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EA216E-C7A6-C262-6A69-D8811D0DF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29E8E0-C758-4146-FA81-72EB0DD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7E60AE-D8F0-F11F-8E03-BA5AAC8B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9CDBE8-920B-7B19-302C-9A1D2298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0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B04BF-3712-0005-1783-87E8F0BDE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C841D2-E8B2-6213-BCE8-7B28BD9B5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5C486C-5E2D-E700-2056-0F5D006D3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037917-60D3-1915-747E-AD890B65E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6F83E4-9791-7026-1C2D-C4941A6FC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D66943-53AA-533B-84D3-D52C1228B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E8D303-53B3-AA84-201D-89F2DA0BB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463B72-6230-6BBA-B03B-079DFC3DF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69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D1CCE-6AE8-7674-B5EF-B0066115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C8AE03-3AA6-C16A-EE56-01D919FA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8C728D-230E-A01B-0CCE-F1EF6DD37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9953F8-73CA-9662-E1DB-F8E56B6B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67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41982B-6721-D518-A148-841B53027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EDD128-19EF-02EE-52F9-BDFFC370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172E18-9212-171D-FA45-340AAA8F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14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E86B39-01BF-54D1-40AF-F967B579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DED025-59BD-F87B-F713-0527FB20B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6F2B8D-02E8-254C-89CE-DF207209A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02037D-7DFC-6AF6-51D4-84276199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8C863D-A0CD-D02B-4B76-1F79E7312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F9A1EF-5869-C5CB-6622-56B44739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66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C7A58-72D6-15F7-A312-A9C41854B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CEBA41-BBE9-BC0D-0A86-5092E3713BE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2AF40E-60BD-512D-C69E-9D8535C21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CCB32A-BB78-C2E1-179D-47D23E11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5A4F24-CC84-1C0D-4382-07AEA13C7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8C0B09-D8E4-90B3-6A6C-7DC8C04F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05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0B260-39B1-3643-6CE7-0474DE4F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17D42C-F27D-E007-D3AD-5152C85F4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C9F3D8-B4C1-80E0-A9A6-C5B712AD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1A26DD-8D60-5166-2D0A-B3BBA14E0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1C6C2-D6E8-37BC-D03E-BF616D53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0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0E11AC-C200-D74F-9065-262F3F8296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FD7C2B-63F7-528B-3F63-678AD028B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F71330-74AC-5AC3-7AD2-060EA9DA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3BE622-4DA0-D8D1-B25B-F3779D4C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66E1D5-F03F-6169-E67C-796B5628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72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22955B-34A8-6455-1419-2E8EED227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525342-32AD-2350-F3B9-2F6E7AEE5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66726B-DBD1-B1E0-6202-FE2C9A94F5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790BF-BB1C-49CE-AB64-3951D4CF9432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FFDBBD-1C6D-3E5F-2FD6-E9C4BDDC7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E0201-9CC8-9430-B79F-5D0A1FBDB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41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97C72-B8BF-B81B-8056-E5BC16BA0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339D083-DFC6-4A19-5EE9-8FB8317E3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966" y="658348"/>
            <a:ext cx="3911987" cy="11759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A968588-FBF6-86D8-B6E5-347EBBC50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8" y="658348"/>
            <a:ext cx="3512028" cy="10321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2335A0D-D415-751E-EE01-A18062937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341" y="658348"/>
            <a:ext cx="3512029" cy="127301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9DB37BC-5656-4F39-4B2F-B2F337626CF2}"/>
              </a:ext>
            </a:extLst>
          </p:cNvPr>
          <p:cNvSpPr txBox="1"/>
          <p:nvPr/>
        </p:nvSpPr>
        <p:spPr>
          <a:xfrm>
            <a:off x="5952746" y="111019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输入后按回车</a:t>
            </a:r>
          </a:p>
        </p:txBody>
      </p:sp>
    </p:spTree>
    <p:extLst>
      <p:ext uri="{BB962C8B-B14F-4D97-AF65-F5344CB8AC3E}">
        <p14:creationId xmlns:p14="http://schemas.microsoft.com/office/powerpoint/2010/main" val="2653222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19F0478B-A637-0B9F-981C-C4C0233DE391}"/>
              </a:ext>
            </a:extLst>
          </p:cNvPr>
          <p:cNvSpPr/>
          <p:nvPr/>
        </p:nvSpPr>
        <p:spPr>
          <a:xfrm>
            <a:off x="4123810" y="1874504"/>
            <a:ext cx="5349014" cy="338554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720CB8C-36DC-A4F0-8807-64C8A8CC6CE7}"/>
              </a:ext>
            </a:extLst>
          </p:cNvPr>
          <p:cNvSpPr txBox="1"/>
          <p:nvPr/>
        </p:nvSpPr>
        <p:spPr>
          <a:xfrm>
            <a:off x="6517164" y="2697059"/>
            <a:ext cx="1473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010010101101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C86573A-7BFC-9A06-2F9C-DF79B3D3549A}"/>
              </a:ext>
            </a:extLst>
          </p:cNvPr>
          <p:cNvSpPr txBox="1"/>
          <p:nvPr/>
        </p:nvSpPr>
        <p:spPr>
          <a:xfrm>
            <a:off x="5903081" y="2698131"/>
            <a:ext cx="492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&lt;&lt;</a:t>
            </a:r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05F3094-EFAA-9AD8-729F-7BAE5A94FDFC}"/>
              </a:ext>
            </a:extLst>
          </p:cNvPr>
          <p:cNvGrpSpPr/>
          <p:nvPr/>
        </p:nvGrpSpPr>
        <p:grpSpPr>
          <a:xfrm>
            <a:off x="3693637" y="2684991"/>
            <a:ext cx="2087804" cy="415964"/>
            <a:chOff x="8819682" y="1576498"/>
            <a:chExt cx="2087804" cy="415964"/>
          </a:xfrm>
        </p:grpSpPr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ABF72992-B1A8-15BC-0290-7AAC3FBFF7AD}"/>
                </a:ext>
              </a:extLst>
            </p:cNvPr>
            <p:cNvSpPr/>
            <p:nvPr/>
          </p:nvSpPr>
          <p:spPr>
            <a:xfrm>
              <a:off x="8819682" y="1576498"/>
              <a:ext cx="1657631" cy="130683"/>
            </a:xfrm>
            <a:custGeom>
              <a:avLst/>
              <a:gdLst>
                <a:gd name="csX0" fmla="*/ 0 w 3054005"/>
                <a:gd name="csY0" fmla="*/ 126179 h 135540"/>
                <a:gd name="csX1" fmla="*/ 612603 w 3054005"/>
                <a:gd name="csY1" fmla="*/ 55 h 135540"/>
                <a:gd name="csX2" fmla="*/ 1153135 w 3054005"/>
                <a:gd name="csY2" fmla="*/ 117170 h 135540"/>
                <a:gd name="csX3" fmla="*/ 1909879 w 3054005"/>
                <a:gd name="csY3" fmla="*/ 55 h 135540"/>
                <a:gd name="csX4" fmla="*/ 2567527 w 3054005"/>
                <a:gd name="csY4" fmla="*/ 135188 h 135540"/>
                <a:gd name="csX5" fmla="*/ 3054005 w 3054005"/>
                <a:gd name="csY5" fmla="*/ 31586 h 135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054005" h="135540">
                  <a:moveTo>
                    <a:pt x="0" y="126179"/>
                  </a:moveTo>
                  <a:cubicBezTo>
                    <a:pt x="210207" y="63867"/>
                    <a:pt x="420414" y="1556"/>
                    <a:pt x="612603" y="55"/>
                  </a:cubicBezTo>
                  <a:cubicBezTo>
                    <a:pt x="804792" y="-1446"/>
                    <a:pt x="936922" y="117170"/>
                    <a:pt x="1153135" y="117170"/>
                  </a:cubicBezTo>
                  <a:cubicBezTo>
                    <a:pt x="1369348" y="117170"/>
                    <a:pt x="1674147" y="-2948"/>
                    <a:pt x="1909879" y="55"/>
                  </a:cubicBezTo>
                  <a:cubicBezTo>
                    <a:pt x="2145611" y="3058"/>
                    <a:pt x="2376839" y="129933"/>
                    <a:pt x="2567527" y="135188"/>
                  </a:cubicBezTo>
                  <a:cubicBezTo>
                    <a:pt x="2758215" y="140443"/>
                    <a:pt x="2906110" y="86014"/>
                    <a:pt x="3054005" y="3158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6473760D-40B4-1CC4-C8B7-27356995F229}"/>
                </a:ext>
              </a:extLst>
            </p:cNvPr>
            <p:cNvSpPr/>
            <p:nvPr/>
          </p:nvSpPr>
          <p:spPr>
            <a:xfrm>
              <a:off x="8972082" y="1728898"/>
              <a:ext cx="1657631" cy="130683"/>
            </a:xfrm>
            <a:custGeom>
              <a:avLst/>
              <a:gdLst>
                <a:gd name="csX0" fmla="*/ 0 w 3054005"/>
                <a:gd name="csY0" fmla="*/ 126179 h 135540"/>
                <a:gd name="csX1" fmla="*/ 612603 w 3054005"/>
                <a:gd name="csY1" fmla="*/ 55 h 135540"/>
                <a:gd name="csX2" fmla="*/ 1153135 w 3054005"/>
                <a:gd name="csY2" fmla="*/ 117170 h 135540"/>
                <a:gd name="csX3" fmla="*/ 1909879 w 3054005"/>
                <a:gd name="csY3" fmla="*/ 55 h 135540"/>
                <a:gd name="csX4" fmla="*/ 2567527 w 3054005"/>
                <a:gd name="csY4" fmla="*/ 135188 h 135540"/>
                <a:gd name="csX5" fmla="*/ 3054005 w 3054005"/>
                <a:gd name="csY5" fmla="*/ 31586 h 135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054005" h="135540">
                  <a:moveTo>
                    <a:pt x="0" y="126179"/>
                  </a:moveTo>
                  <a:cubicBezTo>
                    <a:pt x="210207" y="63867"/>
                    <a:pt x="420414" y="1556"/>
                    <a:pt x="612603" y="55"/>
                  </a:cubicBezTo>
                  <a:cubicBezTo>
                    <a:pt x="804792" y="-1446"/>
                    <a:pt x="936922" y="117170"/>
                    <a:pt x="1153135" y="117170"/>
                  </a:cubicBezTo>
                  <a:cubicBezTo>
                    <a:pt x="1369348" y="117170"/>
                    <a:pt x="1674147" y="-2948"/>
                    <a:pt x="1909879" y="55"/>
                  </a:cubicBezTo>
                  <a:cubicBezTo>
                    <a:pt x="2145611" y="3058"/>
                    <a:pt x="2376839" y="129933"/>
                    <a:pt x="2567527" y="135188"/>
                  </a:cubicBezTo>
                  <a:cubicBezTo>
                    <a:pt x="2758215" y="140443"/>
                    <a:pt x="2906110" y="86014"/>
                    <a:pt x="3054005" y="3158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686D88FC-CB6F-4692-B4B6-397C7EF57EBC}"/>
                </a:ext>
              </a:extLst>
            </p:cNvPr>
            <p:cNvSpPr/>
            <p:nvPr/>
          </p:nvSpPr>
          <p:spPr>
            <a:xfrm>
              <a:off x="9187544" y="1861779"/>
              <a:ext cx="1657631" cy="130683"/>
            </a:xfrm>
            <a:custGeom>
              <a:avLst/>
              <a:gdLst>
                <a:gd name="csX0" fmla="*/ 0 w 3054005"/>
                <a:gd name="csY0" fmla="*/ 126179 h 135540"/>
                <a:gd name="csX1" fmla="*/ 612603 w 3054005"/>
                <a:gd name="csY1" fmla="*/ 55 h 135540"/>
                <a:gd name="csX2" fmla="*/ 1153135 w 3054005"/>
                <a:gd name="csY2" fmla="*/ 117170 h 135540"/>
                <a:gd name="csX3" fmla="*/ 1909879 w 3054005"/>
                <a:gd name="csY3" fmla="*/ 55 h 135540"/>
                <a:gd name="csX4" fmla="*/ 2567527 w 3054005"/>
                <a:gd name="csY4" fmla="*/ 135188 h 135540"/>
                <a:gd name="csX5" fmla="*/ 3054005 w 3054005"/>
                <a:gd name="csY5" fmla="*/ 31586 h 135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054005" h="135540">
                  <a:moveTo>
                    <a:pt x="0" y="126179"/>
                  </a:moveTo>
                  <a:cubicBezTo>
                    <a:pt x="210207" y="63867"/>
                    <a:pt x="420414" y="1556"/>
                    <a:pt x="612603" y="55"/>
                  </a:cubicBezTo>
                  <a:cubicBezTo>
                    <a:pt x="804792" y="-1446"/>
                    <a:pt x="936922" y="117170"/>
                    <a:pt x="1153135" y="117170"/>
                  </a:cubicBezTo>
                  <a:cubicBezTo>
                    <a:pt x="1369348" y="117170"/>
                    <a:pt x="1674147" y="-2948"/>
                    <a:pt x="1909879" y="55"/>
                  </a:cubicBezTo>
                  <a:cubicBezTo>
                    <a:pt x="2145611" y="3058"/>
                    <a:pt x="2376839" y="129933"/>
                    <a:pt x="2567527" y="135188"/>
                  </a:cubicBezTo>
                  <a:cubicBezTo>
                    <a:pt x="2758215" y="140443"/>
                    <a:pt x="2906110" y="86014"/>
                    <a:pt x="3054005" y="3158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8FF4A796-9A53-7239-4FB4-BF2F2211C7EE}"/>
                </a:ext>
              </a:extLst>
            </p:cNvPr>
            <p:cNvSpPr/>
            <p:nvPr/>
          </p:nvSpPr>
          <p:spPr>
            <a:xfrm>
              <a:off x="9249855" y="1707181"/>
              <a:ext cx="1657631" cy="130683"/>
            </a:xfrm>
            <a:custGeom>
              <a:avLst/>
              <a:gdLst>
                <a:gd name="csX0" fmla="*/ 0 w 3054005"/>
                <a:gd name="csY0" fmla="*/ 126179 h 135540"/>
                <a:gd name="csX1" fmla="*/ 612603 w 3054005"/>
                <a:gd name="csY1" fmla="*/ 55 h 135540"/>
                <a:gd name="csX2" fmla="*/ 1153135 w 3054005"/>
                <a:gd name="csY2" fmla="*/ 117170 h 135540"/>
                <a:gd name="csX3" fmla="*/ 1909879 w 3054005"/>
                <a:gd name="csY3" fmla="*/ 55 h 135540"/>
                <a:gd name="csX4" fmla="*/ 2567527 w 3054005"/>
                <a:gd name="csY4" fmla="*/ 135188 h 135540"/>
                <a:gd name="csX5" fmla="*/ 3054005 w 3054005"/>
                <a:gd name="csY5" fmla="*/ 31586 h 135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054005" h="135540">
                  <a:moveTo>
                    <a:pt x="0" y="126179"/>
                  </a:moveTo>
                  <a:cubicBezTo>
                    <a:pt x="210207" y="63867"/>
                    <a:pt x="420414" y="1556"/>
                    <a:pt x="612603" y="55"/>
                  </a:cubicBezTo>
                  <a:cubicBezTo>
                    <a:pt x="804792" y="-1446"/>
                    <a:pt x="936922" y="117170"/>
                    <a:pt x="1153135" y="117170"/>
                  </a:cubicBezTo>
                  <a:cubicBezTo>
                    <a:pt x="1369348" y="117170"/>
                    <a:pt x="1674147" y="-2948"/>
                    <a:pt x="1909879" y="55"/>
                  </a:cubicBezTo>
                  <a:cubicBezTo>
                    <a:pt x="2145611" y="3058"/>
                    <a:pt x="2376839" y="129933"/>
                    <a:pt x="2567527" y="135188"/>
                  </a:cubicBezTo>
                  <a:cubicBezTo>
                    <a:pt x="2758215" y="140443"/>
                    <a:pt x="2906110" y="86014"/>
                    <a:pt x="3054005" y="3158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CA484789-59DD-21E2-9461-13872571E990}"/>
              </a:ext>
            </a:extLst>
          </p:cNvPr>
          <p:cNvSpPr/>
          <p:nvPr/>
        </p:nvSpPr>
        <p:spPr>
          <a:xfrm>
            <a:off x="7000680" y="2225127"/>
            <a:ext cx="548751" cy="459863"/>
          </a:xfrm>
          <a:custGeom>
            <a:avLst/>
            <a:gdLst>
              <a:gd name="csX0" fmla="*/ 545037 w 545037"/>
              <a:gd name="csY0" fmla="*/ 7180 h 484650"/>
              <a:gd name="csX1" fmla="*/ 103602 w 545037"/>
              <a:gd name="csY1" fmla="*/ 65737 h 484650"/>
              <a:gd name="csX2" fmla="*/ 0 w 545037"/>
              <a:gd name="csY2" fmla="*/ 484650 h 484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037" h="484650">
                <a:moveTo>
                  <a:pt x="545037" y="7180"/>
                </a:moveTo>
                <a:cubicBezTo>
                  <a:pt x="369739" y="-3331"/>
                  <a:pt x="194441" y="-13841"/>
                  <a:pt x="103602" y="65737"/>
                </a:cubicBezTo>
                <a:cubicBezTo>
                  <a:pt x="12763" y="145315"/>
                  <a:pt x="6381" y="314982"/>
                  <a:pt x="0" y="484650"/>
                </a:cubicBezTo>
              </a:path>
            </a:pathLst>
          </a:custGeom>
          <a:noFill/>
          <a:ln w="2857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559C8B1-C7C9-2EBC-8467-B9269BD11A77}"/>
              </a:ext>
            </a:extLst>
          </p:cNvPr>
          <p:cNvSpPr txBox="1"/>
          <p:nvPr/>
        </p:nvSpPr>
        <p:spPr>
          <a:xfrm>
            <a:off x="7508825" y="1855796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“</a:t>
            </a:r>
            <a:r>
              <a:rPr lang="zh-CN" altLang="en-US"/>
              <a:t>请输入两个数字</a:t>
            </a:r>
            <a:r>
              <a:rPr lang="en-US" altLang="zh-CN"/>
              <a:t>”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126320-A07E-145D-12E3-A551B9F7353E}"/>
              </a:ext>
            </a:extLst>
          </p:cNvPr>
          <p:cNvSpPr txBox="1"/>
          <p:nvPr/>
        </p:nvSpPr>
        <p:spPr>
          <a:xfrm>
            <a:off x="4349108" y="183781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cout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205B4EF-F349-BC48-5F65-5E46E5BDABDD}"/>
              </a:ext>
            </a:extLst>
          </p:cNvPr>
          <p:cNvSpPr txBox="1"/>
          <p:nvPr/>
        </p:nvSpPr>
        <p:spPr>
          <a:xfrm>
            <a:off x="5876075" y="185579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&lt;&lt;</a:t>
            </a:r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2992D5C-AE52-70AC-418A-D66D61959B3B}"/>
              </a:ext>
            </a:extLst>
          </p:cNvPr>
          <p:cNvSpPr txBox="1"/>
          <p:nvPr/>
        </p:nvSpPr>
        <p:spPr>
          <a:xfrm>
            <a:off x="3968406" y="3244334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cout</a:t>
            </a:r>
            <a:r>
              <a:rPr lang="zh-CN" altLang="en-US"/>
              <a:t>流对象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25369A2-FFBB-E6B8-49F3-C79567FDAD90}"/>
              </a:ext>
            </a:extLst>
          </p:cNvPr>
          <p:cNvCxnSpPr>
            <a:cxnSpLocks/>
          </p:cNvCxnSpPr>
          <p:nvPr/>
        </p:nvCxnSpPr>
        <p:spPr>
          <a:xfrm flipH="1">
            <a:off x="2873829" y="2866336"/>
            <a:ext cx="7252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E706E593-B212-D71F-0D8E-D5E4D9ED22E6}"/>
              </a:ext>
            </a:extLst>
          </p:cNvPr>
          <p:cNvSpPr txBox="1"/>
          <p:nvPr/>
        </p:nvSpPr>
        <p:spPr>
          <a:xfrm>
            <a:off x="441434" y="4301733"/>
            <a:ext cx="3157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cout</a:t>
            </a:r>
            <a:r>
              <a:rPr lang="zh-CN" altLang="en-US" sz="1600"/>
              <a:t>中的流数据会自动打印到屏幕，这是</a:t>
            </a:r>
            <a:r>
              <a:rPr lang="en-US" altLang="zh-CN" sz="1600"/>
              <a:t>C++</a:t>
            </a:r>
            <a:r>
              <a:rPr lang="zh-CN" altLang="en-US" sz="1600"/>
              <a:t>标准库内部实现的</a:t>
            </a:r>
          </a:p>
        </p:txBody>
      </p:sp>
      <p:sp>
        <p:nvSpPr>
          <p:cNvPr id="35" name="图文框 34">
            <a:extLst>
              <a:ext uri="{FF2B5EF4-FFF2-40B4-BE49-F238E27FC236}">
                <a16:creationId xmlns:a16="http://schemas.microsoft.com/office/drawing/2014/main" id="{F6F93CBF-6EAF-9038-B482-296554544894}"/>
              </a:ext>
            </a:extLst>
          </p:cNvPr>
          <p:cNvSpPr/>
          <p:nvPr/>
        </p:nvSpPr>
        <p:spPr>
          <a:xfrm>
            <a:off x="402442" y="2139986"/>
            <a:ext cx="2386514" cy="1351375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95870C0-9BDC-A3AF-EE72-A48B90D7B616}"/>
              </a:ext>
            </a:extLst>
          </p:cNvPr>
          <p:cNvSpPr txBox="1"/>
          <p:nvPr/>
        </p:nvSpPr>
        <p:spPr>
          <a:xfrm>
            <a:off x="520244" y="2301169"/>
            <a:ext cx="18648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/>
              <a:t>请输入两个数字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A2618FFA-9409-F980-9A30-D8F62C33972E}"/>
              </a:ext>
            </a:extLst>
          </p:cNvPr>
          <p:cNvSpPr/>
          <p:nvPr/>
        </p:nvSpPr>
        <p:spPr>
          <a:xfrm>
            <a:off x="1567543" y="3572016"/>
            <a:ext cx="298231" cy="662151"/>
          </a:xfrm>
          <a:custGeom>
            <a:avLst/>
            <a:gdLst>
              <a:gd name="csX0" fmla="*/ 0 w 298231"/>
              <a:gd name="csY0" fmla="*/ 0 h 662151"/>
              <a:gd name="csX1" fmla="*/ 252248 w 298231"/>
              <a:gd name="csY1" fmla="*/ 225221 h 662151"/>
              <a:gd name="csX2" fmla="*/ 297292 w 298231"/>
              <a:gd name="csY2" fmla="*/ 662151 h 6621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8231" h="662151">
                <a:moveTo>
                  <a:pt x="0" y="0"/>
                </a:moveTo>
                <a:cubicBezTo>
                  <a:pt x="101349" y="57431"/>
                  <a:pt x="202699" y="114863"/>
                  <a:pt x="252248" y="225221"/>
                </a:cubicBezTo>
                <a:cubicBezTo>
                  <a:pt x="301797" y="335579"/>
                  <a:pt x="299544" y="498865"/>
                  <a:pt x="297292" y="662151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46FAF61-719B-D200-86E8-65C49054DE58}"/>
              </a:ext>
            </a:extLst>
          </p:cNvPr>
          <p:cNvSpPr txBox="1"/>
          <p:nvPr/>
        </p:nvSpPr>
        <p:spPr>
          <a:xfrm>
            <a:off x="2847841" y="249732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屏幕显示</a:t>
            </a:r>
          </a:p>
        </p:txBody>
      </p:sp>
    </p:spTree>
    <p:extLst>
      <p:ext uri="{BB962C8B-B14F-4D97-AF65-F5344CB8AC3E}">
        <p14:creationId xmlns:p14="http://schemas.microsoft.com/office/powerpoint/2010/main" val="23239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5D2C7-47D5-8EBB-4B4E-C4A22714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EC15612-9244-AF80-2DCA-2A2AE486F4C0}"/>
              </a:ext>
            </a:extLst>
          </p:cNvPr>
          <p:cNvSpPr/>
          <p:nvPr/>
        </p:nvSpPr>
        <p:spPr>
          <a:xfrm>
            <a:off x="4126061" y="1072024"/>
            <a:ext cx="3057029" cy="427143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ECE715-87F0-FD04-AD37-A0F56BA40048}"/>
              </a:ext>
            </a:extLst>
          </p:cNvPr>
          <p:cNvGrpSpPr/>
          <p:nvPr/>
        </p:nvGrpSpPr>
        <p:grpSpPr>
          <a:xfrm>
            <a:off x="3477650" y="1775427"/>
            <a:ext cx="2087804" cy="415964"/>
            <a:chOff x="8819682" y="1576498"/>
            <a:chExt cx="2087804" cy="41596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BBF011D-080B-8045-3248-0EB1C127EB98}"/>
                </a:ext>
              </a:extLst>
            </p:cNvPr>
            <p:cNvSpPr/>
            <p:nvPr/>
          </p:nvSpPr>
          <p:spPr>
            <a:xfrm>
              <a:off x="8819682" y="1576498"/>
              <a:ext cx="1657631" cy="130683"/>
            </a:xfrm>
            <a:custGeom>
              <a:avLst/>
              <a:gdLst>
                <a:gd name="csX0" fmla="*/ 0 w 3054005"/>
                <a:gd name="csY0" fmla="*/ 126179 h 135540"/>
                <a:gd name="csX1" fmla="*/ 612603 w 3054005"/>
                <a:gd name="csY1" fmla="*/ 55 h 135540"/>
                <a:gd name="csX2" fmla="*/ 1153135 w 3054005"/>
                <a:gd name="csY2" fmla="*/ 117170 h 135540"/>
                <a:gd name="csX3" fmla="*/ 1909879 w 3054005"/>
                <a:gd name="csY3" fmla="*/ 55 h 135540"/>
                <a:gd name="csX4" fmla="*/ 2567527 w 3054005"/>
                <a:gd name="csY4" fmla="*/ 135188 h 135540"/>
                <a:gd name="csX5" fmla="*/ 3054005 w 3054005"/>
                <a:gd name="csY5" fmla="*/ 31586 h 135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054005" h="135540">
                  <a:moveTo>
                    <a:pt x="0" y="126179"/>
                  </a:moveTo>
                  <a:cubicBezTo>
                    <a:pt x="210207" y="63867"/>
                    <a:pt x="420414" y="1556"/>
                    <a:pt x="612603" y="55"/>
                  </a:cubicBezTo>
                  <a:cubicBezTo>
                    <a:pt x="804792" y="-1446"/>
                    <a:pt x="936922" y="117170"/>
                    <a:pt x="1153135" y="117170"/>
                  </a:cubicBezTo>
                  <a:cubicBezTo>
                    <a:pt x="1369348" y="117170"/>
                    <a:pt x="1674147" y="-2948"/>
                    <a:pt x="1909879" y="55"/>
                  </a:cubicBezTo>
                  <a:cubicBezTo>
                    <a:pt x="2145611" y="3058"/>
                    <a:pt x="2376839" y="129933"/>
                    <a:pt x="2567527" y="135188"/>
                  </a:cubicBezTo>
                  <a:cubicBezTo>
                    <a:pt x="2758215" y="140443"/>
                    <a:pt x="2906110" y="86014"/>
                    <a:pt x="3054005" y="3158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8EE304D6-946E-3DB4-D9DC-9D4461675704}"/>
                </a:ext>
              </a:extLst>
            </p:cNvPr>
            <p:cNvSpPr/>
            <p:nvPr/>
          </p:nvSpPr>
          <p:spPr>
            <a:xfrm>
              <a:off x="8972082" y="1728898"/>
              <a:ext cx="1657631" cy="130683"/>
            </a:xfrm>
            <a:custGeom>
              <a:avLst/>
              <a:gdLst>
                <a:gd name="csX0" fmla="*/ 0 w 3054005"/>
                <a:gd name="csY0" fmla="*/ 126179 h 135540"/>
                <a:gd name="csX1" fmla="*/ 612603 w 3054005"/>
                <a:gd name="csY1" fmla="*/ 55 h 135540"/>
                <a:gd name="csX2" fmla="*/ 1153135 w 3054005"/>
                <a:gd name="csY2" fmla="*/ 117170 h 135540"/>
                <a:gd name="csX3" fmla="*/ 1909879 w 3054005"/>
                <a:gd name="csY3" fmla="*/ 55 h 135540"/>
                <a:gd name="csX4" fmla="*/ 2567527 w 3054005"/>
                <a:gd name="csY4" fmla="*/ 135188 h 135540"/>
                <a:gd name="csX5" fmla="*/ 3054005 w 3054005"/>
                <a:gd name="csY5" fmla="*/ 31586 h 135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054005" h="135540">
                  <a:moveTo>
                    <a:pt x="0" y="126179"/>
                  </a:moveTo>
                  <a:cubicBezTo>
                    <a:pt x="210207" y="63867"/>
                    <a:pt x="420414" y="1556"/>
                    <a:pt x="612603" y="55"/>
                  </a:cubicBezTo>
                  <a:cubicBezTo>
                    <a:pt x="804792" y="-1446"/>
                    <a:pt x="936922" y="117170"/>
                    <a:pt x="1153135" y="117170"/>
                  </a:cubicBezTo>
                  <a:cubicBezTo>
                    <a:pt x="1369348" y="117170"/>
                    <a:pt x="1674147" y="-2948"/>
                    <a:pt x="1909879" y="55"/>
                  </a:cubicBezTo>
                  <a:cubicBezTo>
                    <a:pt x="2145611" y="3058"/>
                    <a:pt x="2376839" y="129933"/>
                    <a:pt x="2567527" y="135188"/>
                  </a:cubicBezTo>
                  <a:cubicBezTo>
                    <a:pt x="2758215" y="140443"/>
                    <a:pt x="2906110" y="86014"/>
                    <a:pt x="3054005" y="3158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204BF0B1-8A85-C487-C81F-B57451D2CBB5}"/>
                </a:ext>
              </a:extLst>
            </p:cNvPr>
            <p:cNvSpPr/>
            <p:nvPr/>
          </p:nvSpPr>
          <p:spPr>
            <a:xfrm>
              <a:off x="9187544" y="1861779"/>
              <a:ext cx="1657631" cy="130683"/>
            </a:xfrm>
            <a:custGeom>
              <a:avLst/>
              <a:gdLst>
                <a:gd name="csX0" fmla="*/ 0 w 3054005"/>
                <a:gd name="csY0" fmla="*/ 126179 h 135540"/>
                <a:gd name="csX1" fmla="*/ 612603 w 3054005"/>
                <a:gd name="csY1" fmla="*/ 55 h 135540"/>
                <a:gd name="csX2" fmla="*/ 1153135 w 3054005"/>
                <a:gd name="csY2" fmla="*/ 117170 h 135540"/>
                <a:gd name="csX3" fmla="*/ 1909879 w 3054005"/>
                <a:gd name="csY3" fmla="*/ 55 h 135540"/>
                <a:gd name="csX4" fmla="*/ 2567527 w 3054005"/>
                <a:gd name="csY4" fmla="*/ 135188 h 135540"/>
                <a:gd name="csX5" fmla="*/ 3054005 w 3054005"/>
                <a:gd name="csY5" fmla="*/ 31586 h 135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054005" h="135540">
                  <a:moveTo>
                    <a:pt x="0" y="126179"/>
                  </a:moveTo>
                  <a:cubicBezTo>
                    <a:pt x="210207" y="63867"/>
                    <a:pt x="420414" y="1556"/>
                    <a:pt x="612603" y="55"/>
                  </a:cubicBezTo>
                  <a:cubicBezTo>
                    <a:pt x="804792" y="-1446"/>
                    <a:pt x="936922" y="117170"/>
                    <a:pt x="1153135" y="117170"/>
                  </a:cubicBezTo>
                  <a:cubicBezTo>
                    <a:pt x="1369348" y="117170"/>
                    <a:pt x="1674147" y="-2948"/>
                    <a:pt x="1909879" y="55"/>
                  </a:cubicBezTo>
                  <a:cubicBezTo>
                    <a:pt x="2145611" y="3058"/>
                    <a:pt x="2376839" y="129933"/>
                    <a:pt x="2567527" y="135188"/>
                  </a:cubicBezTo>
                  <a:cubicBezTo>
                    <a:pt x="2758215" y="140443"/>
                    <a:pt x="2906110" y="86014"/>
                    <a:pt x="3054005" y="3158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6C40DF7D-025B-E8A2-53A9-44B5DF04DCF8}"/>
                </a:ext>
              </a:extLst>
            </p:cNvPr>
            <p:cNvSpPr/>
            <p:nvPr/>
          </p:nvSpPr>
          <p:spPr>
            <a:xfrm>
              <a:off x="9249855" y="1707181"/>
              <a:ext cx="1657631" cy="130683"/>
            </a:xfrm>
            <a:custGeom>
              <a:avLst/>
              <a:gdLst>
                <a:gd name="csX0" fmla="*/ 0 w 3054005"/>
                <a:gd name="csY0" fmla="*/ 126179 h 135540"/>
                <a:gd name="csX1" fmla="*/ 612603 w 3054005"/>
                <a:gd name="csY1" fmla="*/ 55 h 135540"/>
                <a:gd name="csX2" fmla="*/ 1153135 w 3054005"/>
                <a:gd name="csY2" fmla="*/ 117170 h 135540"/>
                <a:gd name="csX3" fmla="*/ 1909879 w 3054005"/>
                <a:gd name="csY3" fmla="*/ 55 h 135540"/>
                <a:gd name="csX4" fmla="*/ 2567527 w 3054005"/>
                <a:gd name="csY4" fmla="*/ 135188 h 135540"/>
                <a:gd name="csX5" fmla="*/ 3054005 w 3054005"/>
                <a:gd name="csY5" fmla="*/ 31586 h 135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054005" h="135540">
                  <a:moveTo>
                    <a:pt x="0" y="126179"/>
                  </a:moveTo>
                  <a:cubicBezTo>
                    <a:pt x="210207" y="63867"/>
                    <a:pt x="420414" y="1556"/>
                    <a:pt x="612603" y="55"/>
                  </a:cubicBezTo>
                  <a:cubicBezTo>
                    <a:pt x="804792" y="-1446"/>
                    <a:pt x="936922" y="117170"/>
                    <a:pt x="1153135" y="117170"/>
                  </a:cubicBezTo>
                  <a:cubicBezTo>
                    <a:pt x="1369348" y="117170"/>
                    <a:pt x="1674147" y="-2948"/>
                    <a:pt x="1909879" y="55"/>
                  </a:cubicBezTo>
                  <a:cubicBezTo>
                    <a:pt x="2145611" y="3058"/>
                    <a:pt x="2376839" y="129933"/>
                    <a:pt x="2567527" y="135188"/>
                  </a:cubicBezTo>
                  <a:cubicBezTo>
                    <a:pt x="2758215" y="140443"/>
                    <a:pt x="2906110" y="86014"/>
                    <a:pt x="3054005" y="3158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F951BB3-787D-6ACA-26C5-4F9633C96972}"/>
              </a:ext>
            </a:extLst>
          </p:cNvPr>
          <p:cNvSpPr txBox="1"/>
          <p:nvPr/>
        </p:nvSpPr>
        <p:spPr>
          <a:xfrm>
            <a:off x="3752419" y="233477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cin</a:t>
            </a:r>
            <a:r>
              <a:rPr lang="zh-CN" altLang="en-US"/>
              <a:t>流对象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0B9EC72-013F-BE5E-E0CB-D3B077E61317}"/>
              </a:ext>
            </a:extLst>
          </p:cNvPr>
          <p:cNvSpPr txBox="1"/>
          <p:nvPr/>
        </p:nvSpPr>
        <p:spPr>
          <a:xfrm>
            <a:off x="475217" y="1690675"/>
            <a:ext cx="1755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用户敲键盘</a:t>
            </a:r>
            <a:r>
              <a:rPr lang="en-US" altLang="zh-CN"/>
              <a:t>3 5</a:t>
            </a:r>
            <a:r>
              <a:rPr lang="zh-CN" altLang="en-US"/>
              <a:t>并按下回车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7B74928-3C1E-6498-3F2A-BB65469A9D57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231198" y="2013840"/>
            <a:ext cx="92641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38490F0-62EF-32E3-1B8E-D7BD45781A93}"/>
              </a:ext>
            </a:extLst>
          </p:cNvPr>
          <p:cNvSpPr txBox="1"/>
          <p:nvPr/>
        </p:nvSpPr>
        <p:spPr>
          <a:xfrm>
            <a:off x="2090089" y="2168785"/>
            <a:ext cx="133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代表</a:t>
            </a:r>
            <a:r>
              <a:rPr lang="en-US" altLang="zh-CN" sz="1400"/>
              <a:t>3 5</a:t>
            </a:r>
            <a:r>
              <a:rPr lang="zh-CN" altLang="en-US" sz="1400"/>
              <a:t>的</a:t>
            </a:r>
            <a:r>
              <a:rPr lang="en-US" altLang="zh-CN" sz="1400"/>
              <a:t>01</a:t>
            </a:r>
            <a:r>
              <a:rPr lang="zh-CN" altLang="en-US" sz="1400"/>
              <a:t>串</a:t>
            </a:r>
            <a:endParaRPr lang="en-US" altLang="zh-CN" sz="1400"/>
          </a:p>
          <a:p>
            <a:r>
              <a:rPr lang="zh-CN" altLang="en-US" sz="1400"/>
              <a:t>进入</a:t>
            </a:r>
            <a:r>
              <a:rPr lang="en-US" altLang="zh-CN" sz="1400"/>
              <a:t>cin</a:t>
            </a:r>
            <a:r>
              <a:rPr lang="zh-CN" altLang="en-US" sz="1400"/>
              <a:t>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75C8D2-BA75-A655-F1BB-5EFBC9D9B5BF}"/>
              </a:ext>
            </a:extLst>
          </p:cNvPr>
          <p:cNvSpPr txBox="1"/>
          <p:nvPr/>
        </p:nvSpPr>
        <p:spPr>
          <a:xfrm>
            <a:off x="5849778" y="1786785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&gt;&gt;</a:t>
            </a:r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668E41-F91A-2715-513E-692FC1A5708C}"/>
              </a:ext>
            </a:extLst>
          </p:cNvPr>
          <p:cNvSpPr txBox="1"/>
          <p:nvPr/>
        </p:nvSpPr>
        <p:spPr>
          <a:xfrm>
            <a:off x="6462062" y="1756717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r>
              <a:rPr lang="zh-CN" altLang="en-US"/>
              <a:t>流入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384932-D102-6C37-60ED-6D9B110EDE6D}"/>
              </a:ext>
            </a:extLst>
          </p:cNvPr>
          <p:cNvSpPr txBox="1"/>
          <p:nvPr/>
        </p:nvSpPr>
        <p:spPr>
          <a:xfrm>
            <a:off x="4166601" y="109007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cin</a:t>
            </a: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E98C14-AF31-FCCE-E701-F24F3CB00218}"/>
              </a:ext>
            </a:extLst>
          </p:cNvPr>
          <p:cNvSpPr txBox="1"/>
          <p:nvPr/>
        </p:nvSpPr>
        <p:spPr>
          <a:xfrm>
            <a:off x="5849777" y="1072024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&gt;&gt;</a:t>
            </a:r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7260088-7102-DCBF-0390-53215417A841}"/>
              </a:ext>
            </a:extLst>
          </p:cNvPr>
          <p:cNvSpPr txBox="1"/>
          <p:nvPr/>
        </p:nvSpPr>
        <p:spPr>
          <a:xfrm>
            <a:off x="6883008" y="109007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F4CEA13A-662A-CBE8-6B34-CF2FFDFD8F47}"/>
              </a:ext>
            </a:extLst>
          </p:cNvPr>
          <p:cNvSpPr/>
          <p:nvPr/>
        </p:nvSpPr>
        <p:spPr>
          <a:xfrm>
            <a:off x="6558455" y="2247712"/>
            <a:ext cx="373868" cy="536028"/>
          </a:xfrm>
          <a:custGeom>
            <a:avLst/>
            <a:gdLst>
              <a:gd name="csX0" fmla="*/ 373868 w 373868"/>
              <a:gd name="csY0" fmla="*/ 0 h 536028"/>
              <a:gd name="csX1" fmla="*/ 99098 w 373868"/>
              <a:gd name="csY1" fmla="*/ 202700 h 536028"/>
              <a:gd name="csX2" fmla="*/ 0 w 373868"/>
              <a:gd name="csY2" fmla="*/ 536028 h 5360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73868" h="536028">
                <a:moveTo>
                  <a:pt x="373868" y="0"/>
                </a:moveTo>
                <a:cubicBezTo>
                  <a:pt x="267638" y="56681"/>
                  <a:pt x="161409" y="113362"/>
                  <a:pt x="99098" y="202700"/>
                </a:cubicBezTo>
                <a:cubicBezTo>
                  <a:pt x="36787" y="292038"/>
                  <a:pt x="18393" y="414033"/>
                  <a:pt x="0" y="536028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0EFD9BD-2527-28B0-9A7C-1EABD0A6B92C}"/>
              </a:ext>
            </a:extLst>
          </p:cNvPr>
          <p:cNvSpPr txBox="1"/>
          <p:nvPr/>
        </p:nvSpPr>
        <p:spPr>
          <a:xfrm>
            <a:off x="5747657" y="2878333"/>
            <a:ext cx="3171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由于</a:t>
            </a:r>
            <a:r>
              <a:rPr lang="en-US" altLang="zh-CN" sz="1400"/>
              <a:t>a</a:t>
            </a:r>
            <a:r>
              <a:rPr lang="zh-CN" altLang="en-US" sz="1400"/>
              <a:t>是</a:t>
            </a:r>
            <a:r>
              <a:rPr lang="en-US" altLang="zh-CN" sz="1400"/>
              <a:t>int</a:t>
            </a:r>
            <a:r>
              <a:rPr lang="zh-CN" altLang="en-US" sz="1400"/>
              <a:t>型对象，因此</a:t>
            </a:r>
            <a:r>
              <a:rPr lang="en-US" altLang="zh-CN" sz="1400"/>
              <a:t>cin</a:t>
            </a:r>
            <a:r>
              <a:rPr lang="zh-CN" altLang="en-US" sz="1400"/>
              <a:t>中的</a:t>
            </a:r>
            <a:r>
              <a:rPr lang="en-US" altLang="zh-CN" sz="1400"/>
              <a:t>3</a:t>
            </a:r>
            <a:r>
              <a:rPr lang="zh-CN" altLang="en-US" sz="1400"/>
              <a:t>这一数据就能将</a:t>
            </a:r>
            <a:r>
              <a:rPr lang="en-US" altLang="zh-CN" sz="1400"/>
              <a:t>a</a:t>
            </a:r>
            <a:r>
              <a:rPr lang="zh-CN" altLang="en-US" sz="1400"/>
              <a:t>“灌满”，</a:t>
            </a:r>
            <a:r>
              <a:rPr lang="en-US" altLang="zh-CN" sz="1400"/>
              <a:t>a</a:t>
            </a:r>
            <a:r>
              <a:rPr lang="zh-CN" altLang="en-US" sz="1400"/>
              <a:t>无法承受更多数据。此时流中还有数据</a:t>
            </a:r>
            <a:r>
              <a:rPr lang="en-US" altLang="zh-CN" sz="1400"/>
              <a:t>5</a:t>
            </a:r>
            <a:r>
              <a:rPr lang="zh-CN" altLang="en-US" sz="140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07260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94A04-ECE2-8766-EF1E-59BF5474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6BB37F-8661-1841-8F11-3A5CC7765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99" y="1296150"/>
            <a:ext cx="5813839" cy="295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82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A05C1-E962-D94C-359D-5ADA1E743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61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D793D-A23C-9472-12E3-259555E07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471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144</Words>
  <Application>Microsoft Office PowerPoint</Application>
  <PresentationFormat>宽屏</PresentationFormat>
  <Paragraphs>20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齐齐晨羽</dc:creator>
  <cp:lastModifiedBy>齐齐晨羽</cp:lastModifiedBy>
  <cp:revision>10</cp:revision>
  <dcterms:created xsi:type="dcterms:W3CDTF">2026-10-24T02:01:15Z</dcterms:created>
  <dcterms:modified xsi:type="dcterms:W3CDTF">2026-10-24T06:52:07Z</dcterms:modified>
</cp:coreProperties>
</file>