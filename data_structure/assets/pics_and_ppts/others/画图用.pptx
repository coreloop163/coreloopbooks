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60" r:id="rId3"/>
    <p:sldId id="262" r:id="rId4"/>
    <p:sldId id="263" r:id="rId5"/>
    <p:sldId id="264" r:id="rId6"/>
    <p:sldId id="265" r:id="rId7"/>
    <p:sldId id="266" r:id="rId8"/>
    <p:sldId id="267" r:id="rId9"/>
    <p:sldId id="26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59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01853B-BA43-279D-7F26-25E198AE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416063-847A-532F-BB59-8FABCA5FD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8D73E0-3E9F-503F-9AE4-A4F2DB49D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90BF-BB1C-49CE-AB64-3951D4CF9432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359569-18DC-4531-3B46-1B5765076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F0830E-0F5D-385E-1D2A-9637F958D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CB85-9EC8-416C-B6BF-D33838923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05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7869DE-CA6C-625A-0ABA-E43CC5E61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8B33AB-3239-E5B0-42E5-C5A2C52BB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F92ED7-263E-AC87-B774-FD78C93F8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90BF-BB1C-49CE-AB64-3951D4CF9432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B33537-693C-BC04-1E8F-BC66B732D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617820-2FAE-7945-30DE-EFA9D88AB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CB85-9EC8-416C-B6BF-D33838923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57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2788B6-B2E2-E871-F69B-B4D555B22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714B06-22A1-0F33-F503-C33FBE5EA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01A493-51A6-E648-0F4F-EC356AA51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90BF-BB1C-49CE-AB64-3951D4CF9432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977A7E-0061-767A-0FFE-42B1B597C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7B305A-28F4-02ED-DF37-925DDF94B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CB85-9EC8-416C-B6BF-D33838923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048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90D941-D0C5-736B-7F32-B98025C75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9E490-5B3F-9E96-ED4F-4804BF8C81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EA216E-C7A6-C262-6A69-D8811D0DF7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29E8E0-C758-4146-FA81-72EB0DDD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90BF-BB1C-49CE-AB64-3951D4CF9432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7E60AE-D8F0-F11F-8E03-BA5AAC8B8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9CDBE8-920B-7B19-302C-9A1D2298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CB85-9EC8-416C-B6BF-D33838923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701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1B04BF-3712-0005-1783-87E8F0BDE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C841D2-E8B2-6213-BCE8-7B28BD9B5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5C486C-5E2D-E700-2056-0F5D006D3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7037917-60D3-1915-747E-AD890B65E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6F83E4-9791-7026-1C2D-C4941A6FC6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D66943-53AA-533B-84D3-D52C1228B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90BF-BB1C-49CE-AB64-3951D4CF9432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3E8D303-53B3-AA84-201D-89F2DA0BB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463B72-6230-6BBA-B03B-079DFC3DF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CB85-9EC8-416C-B6BF-D33838923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697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D1CCE-6AE8-7674-B5EF-B00661151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6C8AE03-3AA6-C16A-EE56-01D919FA0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90BF-BB1C-49CE-AB64-3951D4CF9432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08C728D-230E-A01B-0CCE-F1EF6DD37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9953F8-73CA-9662-E1DB-F8E56B6BE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CB85-9EC8-416C-B6BF-D33838923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675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41982B-6721-D518-A148-841B53027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90BF-BB1C-49CE-AB64-3951D4CF9432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EDD128-19EF-02EE-52F9-BDFFC3708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172E18-9212-171D-FA45-340AAA8F3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CB85-9EC8-416C-B6BF-D33838923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142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E86B39-01BF-54D1-40AF-F967B5796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DED025-59BD-F87B-F713-0527FB20B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6F2B8D-02E8-254C-89CE-DF207209A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02037D-7DFC-6AF6-51D4-842761994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90BF-BB1C-49CE-AB64-3951D4CF9432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8C863D-A0CD-D02B-4B76-1F79E7312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F9A1EF-5869-C5CB-6622-56B44739D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CB85-9EC8-416C-B6BF-D33838923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668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AC7A58-72D6-15F7-A312-A9C41854B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ECEBA41-BBE9-BC0D-0A86-5092E3713BE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2AF40E-60BD-512D-C69E-9D8535C21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CCB32A-BB78-C2E1-179D-47D23E112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90BF-BB1C-49CE-AB64-3951D4CF9432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5A4F24-CC84-1C0D-4382-07AEA13C7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8C0B09-D8E4-90B3-6A6C-7DC8C04F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CB85-9EC8-416C-B6BF-D33838923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055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30B260-39B1-3643-6CE7-0474DE4FC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17D42C-F27D-E007-D3AD-5152C85F4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C9F3D8-B4C1-80E0-A9A6-C5B712AD7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90BF-BB1C-49CE-AB64-3951D4CF9432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1A26DD-8D60-5166-2D0A-B3BBA14E0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E1C6C2-D6E8-37BC-D03E-BF616D53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CB85-9EC8-416C-B6BF-D33838923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807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20E11AC-C200-D74F-9065-262F3F8296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FD7C2B-63F7-528B-3F63-678AD028B1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F71330-74AC-5AC3-7AD2-060EA9DA8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90BF-BB1C-49CE-AB64-3951D4CF9432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3BE622-4DA0-D8D1-B25B-F3779D4C5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66E1D5-F03F-6169-E67C-796B56281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0CB85-9EC8-416C-B6BF-D33838923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721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C22955B-34A8-6455-1419-2E8EED227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525342-32AD-2350-F3B9-2F6E7AEE5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66726B-DBD1-B1E0-6202-FE2C9A94F5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790BF-BB1C-49CE-AB64-3951D4CF9432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FFDBBD-1C6D-3E5F-2FD6-E9C4BDDC7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FE0201-9CC8-9430-B79F-5D0A1FBDB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0CB85-9EC8-416C-B6BF-D33838923B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415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9FCD7-B245-8497-16D6-F618DCC51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153F956-2A23-FD19-E6BB-AFC88D773035}"/>
              </a:ext>
            </a:extLst>
          </p:cNvPr>
          <p:cNvSpPr/>
          <p:nvPr/>
        </p:nvSpPr>
        <p:spPr>
          <a:xfrm>
            <a:off x="1639613" y="2627211"/>
            <a:ext cx="734223" cy="1113017"/>
          </a:xfrm>
          <a:prstGeom prst="rect">
            <a:avLst/>
          </a:prstGeom>
          <a:ln>
            <a:solidFill>
              <a:schemeClr val="dk1">
                <a:alpha val="98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BFE43D-DE16-C4CD-7AA5-E998385CA66D}"/>
              </a:ext>
            </a:extLst>
          </p:cNvPr>
          <p:cNvSpPr txBox="1"/>
          <p:nvPr/>
        </p:nvSpPr>
        <p:spPr>
          <a:xfrm>
            <a:off x="2978180" y="333772"/>
            <a:ext cx="6096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♠ </a:t>
            </a:r>
            <a:r>
              <a:rPr lang="zh-CN" altLang="en-US">
                <a:solidFill>
                  <a:srgbClr val="FF0000"/>
                </a:solidFill>
              </a:rPr>
              <a:t>♥</a:t>
            </a:r>
            <a:r>
              <a:rPr lang="zh-CN" altLang="en-US"/>
              <a:t>  ♣  </a:t>
            </a:r>
            <a:r>
              <a:rPr lang="zh-CN" altLang="en-US">
                <a:solidFill>
                  <a:srgbClr val="FF0000"/>
                </a:solidFill>
              </a:rPr>
              <a:t>♦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9654B88-AE49-3137-A3B2-5F588EF7FA21}"/>
              </a:ext>
            </a:extLst>
          </p:cNvPr>
          <p:cNvSpPr txBox="1"/>
          <p:nvPr/>
        </p:nvSpPr>
        <p:spPr>
          <a:xfrm>
            <a:off x="1594569" y="2594553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7</a:t>
            </a:r>
            <a:r>
              <a:rPr lang="zh-CN" altLang="en-US" sz="1400"/>
              <a:t> </a:t>
            </a:r>
            <a:endParaRPr lang="en-US" altLang="zh-CN" sz="1400"/>
          </a:p>
          <a:p>
            <a:r>
              <a:rPr lang="zh-CN" altLang="en-US" sz="1400"/>
              <a:t>♠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3CB23E3-994C-ED4A-F209-A726C8481F41}"/>
              </a:ext>
            </a:extLst>
          </p:cNvPr>
          <p:cNvSpPr txBox="1"/>
          <p:nvPr/>
        </p:nvSpPr>
        <p:spPr>
          <a:xfrm rot="10800000">
            <a:off x="2089944" y="3249666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7</a:t>
            </a:r>
            <a:r>
              <a:rPr lang="zh-CN" altLang="en-US" sz="1400"/>
              <a:t> </a:t>
            </a:r>
            <a:endParaRPr lang="en-US" altLang="zh-CN" sz="1400"/>
          </a:p>
          <a:p>
            <a:r>
              <a:rPr lang="zh-CN" altLang="en-US" sz="1400"/>
              <a:t>♠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702191D-4869-0180-21E0-2222630DD8F4}"/>
              </a:ext>
            </a:extLst>
          </p:cNvPr>
          <p:cNvSpPr txBox="1"/>
          <p:nvPr/>
        </p:nvSpPr>
        <p:spPr>
          <a:xfrm>
            <a:off x="10420088" y="598046"/>
            <a:ext cx="451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♠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BFE3A00-9042-D414-470C-32DC8E7CBA0E}"/>
              </a:ext>
            </a:extLst>
          </p:cNvPr>
          <p:cNvSpPr txBox="1"/>
          <p:nvPr/>
        </p:nvSpPr>
        <p:spPr>
          <a:xfrm>
            <a:off x="8312286" y="703104"/>
            <a:ext cx="328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</a:rPr>
              <a:t>♥</a:t>
            </a:r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E68AB88-761A-3BE0-54A5-019477820741}"/>
              </a:ext>
            </a:extLst>
          </p:cNvPr>
          <p:cNvSpPr txBox="1"/>
          <p:nvPr/>
        </p:nvSpPr>
        <p:spPr>
          <a:xfrm>
            <a:off x="9812305" y="630312"/>
            <a:ext cx="328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</a:rPr>
              <a:t>♦</a:t>
            </a:r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8280E13-6CFA-F4E1-5CE9-440664D8AE34}"/>
              </a:ext>
            </a:extLst>
          </p:cNvPr>
          <p:cNvSpPr/>
          <p:nvPr/>
        </p:nvSpPr>
        <p:spPr>
          <a:xfrm>
            <a:off x="4161988" y="2627211"/>
            <a:ext cx="734223" cy="1113017"/>
          </a:xfrm>
          <a:prstGeom prst="rect">
            <a:avLst/>
          </a:prstGeom>
          <a:ln>
            <a:solidFill>
              <a:schemeClr val="dk1">
                <a:alpha val="98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D387953-179E-ED7C-460E-15F48F6F68F9}"/>
              </a:ext>
            </a:extLst>
          </p:cNvPr>
          <p:cNvSpPr txBox="1"/>
          <p:nvPr/>
        </p:nvSpPr>
        <p:spPr>
          <a:xfrm>
            <a:off x="4116944" y="2594553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8</a:t>
            </a:r>
            <a:r>
              <a:rPr lang="zh-CN" altLang="en-US" sz="1400"/>
              <a:t> </a:t>
            </a:r>
            <a:endParaRPr lang="en-US" altLang="zh-CN" sz="1400"/>
          </a:p>
          <a:p>
            <a:r>
              <a:rPr lang="zh-CN" altLang="en-US" sz="1400"/>
              <a:t>♠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CB96CDB-03A8-AF6D-86AC-086E0241D75D}"/>
              </a:ext>
            </a:extLst>
          </p:cNvPr>
          <p:cNvSpPr txBox="1"/>
          <p:nvPr/>
        </p:nvSpPr>
        <p:spPr>
          <a:xfrm rot="10800000">
            <a:off x="4612319" y="3249666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8</a:t>
            </a:r>
            <a:r>
              <a:rPr lang="zh-CN" altLang="en-US" sz="1400"/>
              <a:t> </a:t>
            </a:r>
            <a:endParaRPr lang="en-US" altLang="zh-CN" sz="1400"/>
          </a:p>
          <a:p>
            <a:r>
              <a:rPr lang="zh-CN" altLang="en-US" sz="1400"/>
              <a:t>♠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E7F099B-BBCE-BF76-5657-FA76E802BED8}"/>
              </a:ext>
            </a:extLst>
          </p:cNvPr>
          <p:cNvSpPr/>
          <p:nvPr/>
        </p:nvSpPr>
        <p:spPr>
          <a:xfrm>
            <a:off x="2923322" y="2627211"/>
            <a:ext cx="734223" cy="1113017"/>
          </a:xfrm>
          <a:prstGeom prst="rect">
            <a:avLst/>
          </a:prstGeom>
          <a:ln>
            <a:solidFill>
              <a:schemeClr val="dk1">
                <a:alpha val="98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08BCCB7-94BE-A532-D150-40550F9F91E2}"/>
              </a:ext>
            </a:extLst>
          </p:cNvPr>
          <p:cNvSpPr txBox="1"/>
          <p:nvPr/>
        </p:nvSpPr>
        <p:spPr>
          <a:xfrm>
            <a:off x="2878278" y="2594553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6</a:t>
            </a:r>
            <a:r>
              <a:rPr lang="zh-CN" altLang="en-US" sz="1400"/>
              <a:t> </a:t>
            </a:r>
            <a:endParaRPr lang="en-US" altLang="zh-CN" sz="1400"/>
          </a:p>
          <a:p>
            <a:r>
              <a:rPr lang="zh-CN" altLang="en-US" sz="1400"/>
              <a:t>♠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815F815-F519-8F32-358C-407467158FE8}"/>
              </a:ext>
            </a:extLst>
          </p:cNvPr>
          <p:cNvSpPr txBox="1"/>
          <p:nvPr/>
        </p:nvSpPr>
        <p:spPr>
          <a:xfrm rot="10800000">
            <a:off x="3373653" y="3249666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6</a:t>
            </a:r>
            <a:r>
              <a:rPr lang="zh-CN" altLang="en-US" sz="1400"/>
              <a:t> </a:t>
            </a:r>
            <a:endParaRPr lang="en-US" altLang="zh-CN" sz="1400"/>
          </a:p>
          <a:p>
            <a:r>
              <a:rPr lang="zh-CN" altLang="en-US" sz="1400"/>
              <a:t>♠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178B272-B2BC-517E-42AA-F8CBF05EDA09}"/>
              </a:ext>
            </a:extLst>
          </p:cNvPr>
          <p:cNvSpPr/>
          <p:nvPr/>
        </p:nvSpPr>
        <p:spPr>
          <a:xfrm>
            <a:off x="8986928" y="2627212"/>
            <a:ext cx="734223" cy="1113017"/>
          </a:xfrm>
          <a:prstGeom prst="rect">
            <a:avLst/>
          </a:prstGeom>
          <a:ln>
            <a:solidFill>
              <a:schemeClr val="dk1">
                <a:alpha val="98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63FA9A0-428B-96C8-11F6-3D6F0229534A}"/>
              </a:ext>
            </a:extLst>
          </p:cNvPr>
          <p:cNvSpPr txBox="1"/>
          <p:nvPr/>
        </p:nvSpPr>
        <p:spPr>
          <a:xfrm>
            <a:off x="8941884" y="2594554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J</a:t>
            </a:r>
            <a:r>
              <a:rPr lang="zh-CN" altLang="en-US" sz="1400"/>
              <a:t> </a:t>
            </a:r>
            <a:endParaRPr lang="en-US" altLang="zh-CN" sz="1400"/>
          </a:p>
          <a:p>
            <a:endParaRPr lang="zh-CN" altLang="en-US" sz="140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92DC5BD-C1F9-FA0E-4CCA-5A95938AD1CF}"/>
              </a:ext>
            </a:extLst>
          </p:cNvPr>
          <p:cNvSpPr txBox="1"/>
          <p:nvPr/>
        </p:nvSpPr>
        <p:spPr>
          <a:xfrm rot="10800000">
            <a:off x="9454090" y="3249667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J</a:t>
            </a:r>
            <a:r>
              <a:rPr lang="zh-CN" altLang="en-US" sz="1400"/>
              <a:t> </a:t>
            </a:r>
            <a:endParaRPr lang="en-US" altLang="zh-CN" sz="1400"/>
          </a:p>
          <a:p>
            <a:endParaRPr lang="zh-CN" altLang="en-US" sz="140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B3A94CC-4F5A-F9A4-F22B-9A52E93FAEAB}"/>
              </a:ext>
            </a:extLst>
          </p:cNvPr>
          <p:cNvSpPr/>
          <p:nvPr/>
        </p:nvSpPr>
        <p:spPr>
          <a:xfrm>
            <a:off x="10261570" y="2627212"/>
            <a:ext cx="734223" cy="1113017"/>
          </a:xfrm>
          <a:prstGeom prst="rect">
            <a:avLst/>
          </a:prstGeom>
          <a:ln>
            <a:solidFill>
              <a:schemeClr val="dk1">
                <a:alpha val="98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64F3B05-EA4C-F063-62F4-A8B3D999FC49}"/>
              </a:ext>
            </a:extLst>
          </p:cNvPr>
          <p:cNvSpPr txBox="1"/>
          <p:nvPr/>
        </p:nvSpPr>
        <p:spPr>
          <a:xfrm>
            <a:off x="10216526" y="2594554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10</a:t>
            </a:r>
            <a:r>
              <a:rPr lang="zh-CN" altLang="en-US" sz="1400"/>
              <a:t> </a:t>
            </a:r>
            <a:endParaRPr lang="en-US" altLang="zh-CN" sz="1400"/>
          </a:p>
          <a:p>
            <a:r>
              <a:rPr lang="zh-CN" altLang="en-US" sz="1400"/>
              <a:t>♠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2D10726-FC98-A7B6-FD35-D98614C470DD}"/>
              </a:ext>
            </a:extLst>
          </p:cNvPr>
          <p:cNvSpPr txBox="1"/>
          <p:nvPr/>
        </p:nvSpPr>
        <p:spPr>
          <a:xfrm rot="10800000">
            <a:off x="10664612" y="3249667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10</a:t>
            </a:r>
            <a:r>
              <a:rPr lang="zh-CN" altLang="en-US" sz="1400"/>
              <a:t> </a:t>
            </a:r>
            <a:endParaRPr lang="en-US" altLang="zh-CN" sz="1400"/>
          </a:p>
          <a:p>
            <a:r>
              <a:rPr lang="zh-CN" altLang="en-US" sz="1400"/>
              <a:t>♠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D998F8B-33C8-E99D-3959-829DC89BF36E}"/>
              </a:ext>
            </a:extLst>
          </p:cNvPr>
          <p:cNvSpPr txBox="1"/>
          <p:nvPr/>
        </p:nvSpPr>
        <p:spPr>
          <a:xfrm>
            <a:off x="8864603" y="782712"/>
            <a:ext cx="3953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/>
              <a:t>♣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D3C0043-E424-BE34-90C5-D3919FBD3FFC}"/>
              </a:ext>
            </a:extLst>
          </p:cNvPr>
          <p:cNvSpPr txBox="1"/>
          <p:nvPr/>
        </p:nvSpPr>
        <p:spPr>
          <a:xfrm>
            <a:off x="8905908" y="2748442"/>
            <a:ext cx="3953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/>
              <a:t>♣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5AAAAC0-5FAB-80D4-9526-FD06616FD840}"/>
              </a:ext>
            </a:extLst>
          </p:cNvPr>
          <p:cNvSpPr txBox="1"/>
          <p:nvPr/>
        </p:nvSpPr>
        <p:spPr>
          <a:xfrm>
            <a:off x="9454089" y="3248727"/>
            <a:ext cx="3953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/>
              <a:t>♣</a:t>
            </a:r>
          </a:p>
        </p:txBody>
      </p:sp>
    </p:spTree>
    <p:extLst>
      <p:ext uri="{BB962C8B-B14F-4D97-AF65-F5344CB8AC3E}">
        <p14:creationId xmlns:p14="http://schemas.microsoft.com/office/powerpoint/2010/main" val="3731027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A05C1-E962-D94C-359D-5ADA1E743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83FF164-6896-A49B-C43F-064FACBF75E5}"/>
              </a:ext>
            </a:extLst>
          </p:cNvPr>
          <p:cNvSpPr/>
          <p:nvPr/>
        </p:nvSpPr>
        <p:spPr>
          <a:xfrm>
            <a:off x="1639613" y="2627211"/>
            <a:ext cx="734223" cy="1113017"/>
          </a:xfrm>
          <a:prstGeom prst="rect">
            <a:avLst/>
          </a:prstGeom>
          <a:ln>
            <a:solidFill>
              <a:schemeClr val="dk1">
                <a:alpha val="98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45A364-6809-9A11-BAC9-E7906D2A98D2}"/>
              </a:ext>
            </a:extLst>
          </p:cNvPr>
          <p:cNvSpPr txBox="1"/>
          <p:nvPr/>
        </p:nvSpPr>
        <p:spPr>
          <a:xfrm>
            <a:off x="1594569" y="2594553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9</a:t>
            </a:r>
            <a:r>
              <a:rPr lang="zh-CN" altLang="en-US" sz="1400"/>
              <a:t> </a:t>
            </a:r>
            <a:endParaRPr lang="en-US" altLang="zh-CN" sz="1400"/>
          </a:p>
          <a:p>
            <a:endParaRPr lang="zh-CN" altLang="en-US" sz="140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470FDF-5185-E0E8-C354-10515B157789}"/>
              </a:ext>
            </a:extLst>
          </p:cNvPr>
          <p:cNvSpPr txBox="1"/>
          <p:nvPr/>
        </p:nvSpPr>
        <p:spPr>
          <a:xfrm rot="10800000">
            <a:off x="2089944" y="3249666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9</a:t>
            </a:r>
            <a:r>
              <a:rPr lang="zh-CN" altLang="en-US" sz="1400"/>
              <a:t> </a:t>
            </a:r>
            <a:endParaRPr lang="en-US" altLang="zh-CN" sz="1400"/>
          </a:p>
          <a:p>
            <a:endParaRPr lang="zh-CN" altLang="en-US" sz="14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FC4295D-803B-1E99-405E-8E7C39F49604}"/>
              </a:ext>
            </a:extLst>
          </p:cNvPr>
          <p:cNvSpPr/>
          <p:nvPr/>
        </p:nvSpPr>
        <p:spPr>
          <a:xfrm>
            <a:off x="4161988" y="2627211"/>
            <a:ext cx="734223" cy="1113017"/>
          </a:xfrm>
          <a:prstGeom prst="rect">
            <a:avLst/>
          </a:prstGeom>
          <a:ln>
            <a:solidFill>
              <a:schemeClr val="dk1">
                <a:alpha val="98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5032040-C4F7-0ECC-41E3-E47944A7B77E}"/>
              </a:ext>
            </a:extLst>
          </p:cNvPr>
          <p:cNvSpPr txBox="1"/>
          <p:nvPr/>
        </p:nvSpPr>
        <p:spPr>
          <a:xfrm>
            <a:off x="4116944" y="2594553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9</a:t>
            </a:r>
            <a:r>
              <a:rPr lang="zh-CN" altLang="en-US" sz="1400"/>
              <a:t> </a:t>
            </a:r>
            <a:endParaRPr lang="en-US" altLang="zh-CN" sz="1400"/>
          </a:p>
          <a:p>
            <a:endParaRPr lang="zh-CN" altLang="en-US" sz="140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B616118-AEF9-D692-AB96-33FBE0EEDB1D}"/>
              </a:ext>
            </a:extLst>
          </p:cNvPr>
          <p:cNvSpPr txBox="1"/>
          <p:nvPr/>
        </p:nvSpPr>
        <p:spPr>
          <a:xfrm rot="10800000">
            <a:off x="4612319" y="3249666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9</a:t>
            </a:r>
            <a:r>
              <a:rPr lang="zh-CN" altLang="en-US" sz="1400"/>
              <a:t> </a:t>
            </a:r>
            <a:endParaRPr lang="en-US" altLang="zh-CN" sz="1400"/>
          </a:p>
          <a:p>
            <a:endParaRPr lang="zh-CN" altLang="en-US" sz="14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7A27E2B-C51D-EC92-9428-4D6007BC22A6}"/>
              </a:ext>
            </a:extLst>
          </p:cNvPr>
          <p:cNvSpPr/>
          <p:nvPr/>
        </p:nvSpPr>
        <p:spPr>
          <a:xfrm>
            <a:off x="2923322" y="2627211"/>
            <a:ext cx="734223" cy="1113017"/>
          </a:xfrm>
          <a:prstGeom prst="rect">
            <a:avLst/>
          </a:prstGeom>
          <a:ln>
            <a:solidFill>
              <a:schemeClr val="dk1">
                <a:alpha val="98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3D92D44-5451-A39D-D695-0126ABFB079E}"/>
              </a:ext>
            </a:extLst>
          </p:cNvPr>
          <p:cNvSpPr txBox="1"/>
          <p:nvPr/>
        </p:nvSpPr>
        <p:spPr>
          <a:xfrm>
            <a:off x="2878278" y="2594553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J</a:t>
            </a:r>
            <a:r>
              <a:rPr lang="zh-CN" altLang="en-US" sz="1400"/>
              <a:t> </a:t>
            </a:r>
            <a:endParaRPr lang="en-US" altLang="zh-CN" sz="1400"/>
          </a:p>
          <a:p>
            <a:endParaRPr lang="zh-CN" altLang="en-US" sz="140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E62E9E6-12D1-A805-4040-F51555C1CA29}"/>
              </a:ext>
            </a:extLst>
          </p:cNvPr>
          <p:cNvSpPr txBox="1"/>
          <p:nvPr/>
        </p:nvSpPr>
        <p:spPr>
          <a:xfrm rot="10800000">
            <a:off x="3390484" y="3249666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J</a:t>
            </a:r>
            <a:r>
              <a:rPr lang="zh-CN" altLang="en-US" sz="1400"/>
              <a:t> </a:t>
            </a:r>
            <a:endParaRPr lang="en-US" altLang="zh-CN" sz="1400"/>
          </a:p>
          <a:p>
            <a:endParaRPr lang="zh-CN" altLang="en-US" sz="140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7A7EF3-94D0-C1EE-F6F9-C0628EF48237}"/>
              </a:ext>
            </a:extLst>
          </p:cNvPr>
          <p:cNvSpPr/>
          <p:nvPr/>
        </p:nvSpPr>
        <p:spPr>
          <a:xfrm>
            <a:off x="5436630" y="2659869"/>
            <a:ext cx="734223" cy="1113017"/>
          </a:xfrm>
          <a:prstGeom prst="rect">
            <a:avLst/>
          </a:prstGeom>
          <a:ln>
            <a:solidFill>
              <a:schemeClr val="dk1">
                <a:alpha val="98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CF23CA-ABF1-6654-2950-93FB644232EB}"/>
              </a:ext>
            </a:extLst>
          </p:cNvPr>
          <p:cNvSpPr txBox="1"/>
          <p:nvPr/>
        </p:nvSpPr>
        <p:spPr>
          <a:xfrm>
            <a:off x="5391586" y="2627211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J</a:t>
            </a:r>
            <a:r>
              <a:rPr lang="zh-CN" altLang="en-US" sz="1400"/>
              <a:t> </a:t>
            </a:r>
            <a:endParaRPr lang="en-US" altLang="zh-CN" sz="1400"/>
          </a:p>
          <a:p>
            <a:endParaRPr lang="zh-CN" altLang="en-US" sz="14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AF5A39C-2085-47C1-50EE-7588C7872EBB}"/>
              </a:ext>
            </a:extLst>
          </p:cNvPr>
          <p:cNvSpPr txBox="1"/>
          <p:nvPr/>
        </p:nvSpPr>
        <p:spPr>
          <a:xfrm rot="10800000">
            <a:off x="5903792" y="3282324"/>
            <a:ext cx="295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J</a:t>
            </a:r>
            <a:r>
              <a:rPr lang="zh-CN" altLang="en-US" sz="1400"/>
              <a:t> </a:t>
            </a:r>
            <a:endParaRPr lang="en-US" altLang="zh-CN" sz="1400"/>
          </a:p>
          <a:p>
            <a:endParaRPr lang="zh-CN" altLang="en-US" sz="140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952E81E-C343-3C4E-AD21-E321B3548A34}"/>
              </a:ext>
            </a:extLst>
          </p:cNvPr>
          <p:cNvSpPr/>
          <p:nvPr/>
        </p:nvSpPr>
        <p:spPr>
          <a:xfrm>
            <a:off x="6711272" y="2659869"/>
            <a:ext cx="734223" cy="1113017"/>
          </a:xfrm>
          <a:prstGeom prst="rect">
            <a:avLst/>
          </a:prstGeom>
          <a:ln>
            <a:solidFill>
              <a:schemeClr val="dk1">
                <a:alpha val="98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DA0AE8D-29A7-4312-1BE9-185054DDF181}"/>
              </a:ext>
            </a:extLst>
          </p:cNvPr>
          <p:cNvSpPr txBox="1"/>
          <p:nvPr/>
        </p:nvSpPr>
        <p:spPr>
          <a:xfrm>
            <a:off x="6666228" y="2627211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A</a:t>
            </a:r>
            <a:r>
              <a:rPr lang="zh-CN" altLang="en-US" sz="1400"/>
              <a:t> </a:t>
            </a:r>
            <a:endParaRPr lang="en-US" altLang="zh-CN" sz="1400"/>
          </a:p>
          <a:p>
            <a:endParaRPr lang="zh-CN" altLang="en-US" sz="140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682EF48-E9AF-02A3-8032-542AFBAD5973}"/>
              </a:ext>
            </a:extLst>
          </p:cNvPr>
          <p:cNvSpPr txBox="1"/>
          <p:nvPr/>
        </p:nvSpPr>
        <p:spPr>
          <a:xfrm rot="10800000">
            <a:off x="7151985" y="3282324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A</a:t>
            </a:r>
            <a:r>
              <a:rPr lang="zh-CN" altLang="en-US" sz="1400"/>
              <a:t> </a:t>
            </a:r>
            <a:endParaRPr lang="en-US" altLang="zh-CN" sz="1400"/>
          </a:p>
          <a:p>
            <a:endParaRPr lang="zh-CN" altLang="en-US" sz="140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E008D0B-AC9D-95DB-16A4-2F1ECF250993}"/>
              </a:ext>
            </a:extLst>
          </p:cNvPr>
          <p:cNvSpPr txBox="1"/>
          <p:nvPr/>
        </p:nvSpPr>
        <p:spPr>
          <a:xfrm>
            <a:off x="10577415" y="650242"/>
            <a:ext cx="451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♠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2709A98-0015-D66F-6742-0DE3B242EC79}"/>
              </a:ext>
            </a:extLst>
          </p:cNvPr>
          <p:cNvSpPr txBox="1"/>
          <p:nvPr/>
        </p:nvSpPr>
        <p:spPr>
          <a:xfrm>
            <a:off x="8195376" y="630312"/>
            <a:ext cx="328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</a:rPr>
              <a:t>♥</a:t>
            </a:r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DD5A80C-C83E-D572-EE96-9016F91B91FA}"/>
              </a:ext>
            </a:extLst>
          </p:cNvPr>
          <p:cNvSpPr txBox="1"/>
          <p:nvPr/>
        </p:nvSpPr>
        <p:spPr>
          <a:xfrm>
            <a:off x="8712203" y="630312"/>
            <a:ext cx="395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/>
              <a:t>♣</a:t>
            </a:r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081A455-8709-40B6-FE95-03ED2C8BE214}"/>
              </a:ext>
            </a:extLst>
          </p:cNvPr>
          <p:cNvSpPr txBox="1"/>
          <p:nvPr/>
        </p:nvSpPr>
        <p:spPr>
          <a:xfrm>
            <a:off x="9812305" y="630312"/>
            <a:ext cx="328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</a:rPr>
              <a:t>♦</a:t>
            </a:r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AB22F9A-ACC6-32D4-AAC6-5C5BFEBDF3B9}"/>
              </a:ext>
            </a:extLst>
          </p:cNvPr>
          <p:cNvSpPr txBox="1"/>
          <p:nvPr/>
        </p:nvSpPr>
        <p:spPr>
          <a:xfrm>
            <a:off x="1567659" y="2748441"/>
            <a:ext cx="328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</a:rPr>
              <a:t>♥</a:t>
            </a:r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F44BD3A-E94F-1DC2-5819-83E40EC172A1}"/>
              </a:ext>
            </a:extLst>
          </p:cNvPr>
          <p:cNvSpPr txBox="1"/>
          <p:nvPr/>
        </p:nvSpPr>
        <p:spPr>
          <a:xfrm>
            <a:off x="2107255" y="3244334"/>
            <a:ext cx="328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</a:rPr>
              <a:t>♥</a:t>
            </a:r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D1590AF-DE22-568B-3251-A54DBB26388B}"/>
              </a:ext>
            </a:extLst>
          </p:cNvPr>
          <p:cNvSpPr txBox="1"/>
          <p:nvPr/>
        </p:nvSpPr>
        <p:spPr>
          <a:xfrm>
            <a:off x="4082319" y="2748441"/>
            <a:ext cx="328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</a:rPr>
              <a:t>♦</a:t>
            </a:r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6AB936D-D597-B2A8-4788-38045C706C00}"/>
              </a:ext>
            </a:extLst>
          </p:cNvPr>
          <p:cNvSpPr txBox="1"/>
          <p:nvPr/>
        </p:nvSpPr>
        <p:spPr>
          <a:xfrm>
            <a:off x="4622736" y="3244334"/>
            <a:ext cx="328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</a:rPr>
              <a:t>♦</a:t>
            </a:r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2354106-D9BD-DBEB-9206-4920D18936DB}"/>
              </a:ext>
            </a:extLst>
          </p:cNvPr>
          <p:cNvSpPr txBox="1"/>
          <p:nvPr/>
        </p:nvSpPr>
        <p:spPr>
          <a:xfrm>
            <a:off x="6642751" y="2748441"/>
            <a:ext cx="328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</a:rPr>
              <a:t>♦</a:t>
            </a:r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3F14A8E-4E0E-4B4C-5799-94844F4E7B47}"/>
              </a:ext>
            </a:extLst>
          </p:cNvPr>
          <p:cNvSpPr txBox="1"/>
          <p:nvPr/>
        </p:nvSpPr>
        <p:spPr>
          <a:xfrm>
            <a:off x="7171220" y="3282324"/>
            <a:ext cx="328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</a:rPr>
              <a:t>♦</a:t>
            </a:r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268AE5F-AA30-E3C1-0799-68F2179F1D36}"/>
              </a:ext>
            </a:extLst>
          </p:cNvPr>
          <p:cNvSpPr txBox="1"/>
          <p:nvPr/>
        </p:nvSpPr>
        <p:spPr>
          <a:xfrm>
            <a:off x="2839988" y="2748441"/>
            <a:ext cx="328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</a:rPr>
              <a:t>♦</a:t>
            </a:r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892F99-D8E9-E42F-283E-6146B5709106}"/>
              </a:ext>
            </a:extLst>
          </p:cNvPr>
          <p:cNvSpPr txBox="1"/>
          <p:nvPr/>
        </p:nvSpPr>
        <p:spPr>
          <a:xfrm>
            <a:off x="3393839" y="3216377"/>
            <a:ext cx="328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</a:rPr>
              <a:t>♦</a:t>
            </a:r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4F18E9A3-6344-CCE7-1673-D4DB819C60D6}"/>
              </a:ext>
            </a:extLst>
          </p:cNvPr>
          <p:cNvSpPr txBox="1"/>
          <p:nvPr/>
        </p:nvSpPr>
        <p:spPr>
          <a:xfrm>
            <a:off x="5368109" y="2781099"/>
            <a:ext cx="328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</a:rPr>
              <a:t>♥</a:t>
            </a:r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54CDE183-BA23-40E0-19A9-3E9AD33DE9AA}"/>
              </a:ext>
            </a:extLst>
          </p:cNvPr>
          <p:cNvSpPr txBox="1"/>
          <p:nvPr/>
        </p:nvSpPr>
        <p:spPr>
          <a:xfrm>
            <a:off x="5886959" y="3282324"/>
            <a:ext cx="328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</a:rPr>
              <a:t>♥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610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1DCB7-F21E-E158-97E1-233D966AC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4F2066F-CFD1-22D0-2AAA-3C7C7EBD3871}"/>
              </a:ext>
            </a:extLst>
          </p:cNvPr>
          <p:cNvSpPr/>
          <p:nvPr/>
        </p:nvSpPr>
        <p:spPr>
          <a:xfrm>
            <a:off x="2767060" y="2132688"/>
            <a:ext cx="734223" cy="1113017"/>
          </a:xfrm>
          <a:prstGeom prst="rect">
            <a:avLst/>
          </a:prstGeom>
          <a:ln>
            <a:solidFill>
              <a:schemeClr val="dk1">
                <a:alpha val="98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59E73CA-5599-A0EA-A186-FB9FE43473B2}"/>
              </a:ext>
            </a:extLst>
          </p:cNvPr>
          <p:cNvSpPr txBox="1"/>
          <p:nvPr/>
        </p:nvSpPr>
        <p:spPr>
          <a:xfrm>
            <a:off x="2722016" y="2100030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8</a:t>
            </a:r>
            <a:r>
              <a:rPr lang="zh-CN" altLang="en-US" sz="1400"/>
              <a:t> </a:t>
            </a:r>
            <a:endParaRPr lang="en-US" altLang="zh-CN" sz="1400"/>
          </a:p>
          <a:p>
            <a:r>
              <a:rPr lang="zh-CN" altLang="en-US" sz="1400"/>
              <a:t>♠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C1BFB00-AC3F-6DF2-CAE8-A6690EB44298}"/>
              </a:ext>
            </a:extLst>
          </p:cNvPr>
          <p:cNvSpPr txBox="1"/>
          <p:nvPr/>
        </p:nvSpPr>
        <p:spPr>
          <a:xfrm rot="10800000">
            <a:off x="3217391" y="2755143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8</a:t>
            </a:r>
            <a:r>
              <a:rPr lang="zh-CN" altLang="en-US" sz="1400"/>
              <a:t> </a:t>
            </a:r>
            <a:endParaRPr lang="en-US" altLang="zh-CN" sz="1400"/>
          </a:p>
          <a:p>
            <a:r>
              <a:rPr lang="zh-CN" altLang="en-US" sz="1400"/>
              <a:t>♠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4354FEF-7E51-F8EC-54A2-7A34E8821F0F}"/>
              </a:ext>
            </a:extLst>
          </p:cNvPr>
          <p:cNvSpPr/>
          <p:nvPr/>
        </p:nvSpPr>
        <p:spPr>
          <a:xfrm>
            <a:off x="4040309" y="2134037"/>
            <a:ext cx="734223" cy="1113017"/>
          </a:xfrm>
          <a:prstGeom prst="rect">
            <a:avLst/>
          </a:prstGeom>
          <a:ln>
            <a:solidFill>
              <a:schemeClr val="dk1">
                <a:alpha val="98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41D4486-32B5-B4BC-428F-20FF1209A225}"/>
              </a:ext>
            </a:extLst>
          </p:cNvPr>
          <p:cNvSpPr txBox="1"/>
          <p:nvPr/>
        </p:nvSpPr>
        <p:spPr>
          <a:xfrm>
            <a:off x="3995265" y="2101379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8</a:t>
            </a:r>
            <a:r>
              <a:rPr lang="zh-CN" altLang="en-US" sz="1400"/>
              <a:t> </a:t>
            </a:r>
            <a:endParaRPr lang="en-US" altLang="zh-CN" sz="1400"/>
          </a:p>
          <a:p>
            <a:endParaRPr lang="zh-CN" altLang="en-US" sz="140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B02EFCD-2034-1B5B-94E4-2056F666B2BD}"/>
              </a:ext>
            </a:extLst>
          </p:cNvPr>
          <p:cNvSpPr txBox="1"/>
          <p:nvPr/>
        </p:nvSpPr>
        <p:spPr>
          <a:xfrm rot="10800000">
            <a:off x="4490640" y="2756492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8</a:t>
            </a:r>
            <a:r>
              <a:rPr lang="zh-CN" altLang="en-US" sz="1400"/>
              <a:t> </a:t>
            </a:r>
            <a:endParaRPr lang="en-US" altLang="zh-CN" sz="1400"/>
          </a:p>
          <a:p>
            <a:endParaRPr lang="zh-CN" altLang="en-US" sz="14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EF13902-1BC4-DFF3-F29E-A0F7A6951628}"/>
              </a:ext>
            </a:extLst>
          </p:cNvPr>
          <p:cNvSpPr/>
          <p:nvPr/>
        </p:nvSpPr>
        <p:spPr>
          <a:xfrm>
            <a:off x="1531986" y="2132688"/>
            <a:ext cx="734223" cy="1113017"/>
          </a:xfrm>
          <a:prstGeom prst="rect">
            <a:avLst/>
          </a:prstGeom>
          <a:ln>
            <a:solidFill>
              <a:schemeClr val="dk1">
                <a:alpha val="98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A6BE18-EC6A-B1B1-6800-2B0979172261}"/>
              </a:ext>
            </a:extLst>
          </p:cNvPr>
          <p:cNvSpPr txBox="1"/>
          <p:nvPr/>
        </p:nvSpPr>
        <p:spPr>
          <a:xfrm>
            <a:off x="1486942" y="2100030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8</a:t>
            </a:r>
            <a:r>
              <a:rPr lang="zh-CN" altLang="en-US" sz="1400"/>
              <a:t> </a:t>
            </a:r>
            <a:endParaRPr lang="en-US" altLang="zh-CN" sz="1400"/>
          </a:p>
          <a:p>
            <a:endParaRPr lang="zh-CN" altLang="en-US" sz="140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F0BC6B7-DAD4-93DF-49A2-4E812D84E7A8}"/>
              </a:ext>
            </a:extLst>
          </p:cNvPr>
          <p:cNvSpPr txBox="1"/>
          <p:nvPr/>
        </p:nvSpPr>
        <p:spPr>
          <a:xfrm rot="10800000">
            <a:off x="1982317" y="2755143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8</a:t>
            </a:r>
            <a:r>
              <a:rPr lang="zh-CN" altLang="en-US" sz="1400"/>
              <a:t> </a:t>
            </a:r>
            <a:endParaRPr lang="en-US" altLang="zh-CN" sz="1400"/>
          </a:p>
          <a:p>
            <a:endParaRPr lang="zh-CN" altLang="en-US" sz="14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07E22B0-A270-9E9D-D49B-2C9C37428426}"/>
              </a:ext>
            </a:extLst>
          </p:cNvPr>
          <p:cNvSpPr txBox="1"/>
          <p:nvPr/>
        </p:nvSpPr>
        <p:spPr>
          <a:xfrm>
            <a:off x="10577415" y="650242"/>
            <a:ext cx="451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♠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463D8BE-B8F1-EBC8-638E-8846A52411B3}"/>
              </a:ext>
            </a:extLst>
          </p:cNvPr>
          <p:cNvSpPr txBox="1"/>
          <p:nvPr/>
        </p:nvSpPr>
        <p:spPr>
          <a:xfrm>
            <a:off x="8195376" y="630312"/>
            <a:ext cx="328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</a:rPr>
              <a:t>♥</a:t>
            </a:r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8653847-C8B9-8D25-4140-9A5AA73E4C67}"/>
              </a:ext>
            </a:extLst>
          </p:cNvPr>
          <p:cNvSpPr txBox="1"/>
          <p:nvPr/>
        </p:nvSpPr>
        <p:spPr>
          <a:xfrm>
            <a:off x="8712203" y="630312"/>
            <a:ext cx="395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/>
              <a:t>♣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D256064-A955-19EC-51DB-6717E75DF388}"/>
              </a:ext>
            </a:extLst>
          </p:cNvPr>
          <p:cNvSpPr txBox="1"/>
          <p:nvPr/>
        </p:nvSpPr>
        <p:spPr>
          <a:xfrm>
            <a:off x="3957090" y="2271596"/>
            <a:ext cx="328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</a:rPr>
              <a:t>♦</a:t>
            </a:r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7E64762-C3AB-756A-D946-E901803F0D6D}"/>
              </a:ext>
            </a:extLst>
          </p:cNvPr>
          <p:cNvSpPr txBox="1"/>
          <p:nvPr/>
        </p:nvSpPr>
        <p:spPr>
          <a:xfrm>
            <a:off x="2005366" y="2755143"/>
            <a:ext cx="328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</a:rPr>
              <a:t>♥</a:t>
            </a:r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7B5E2A4-A822-B57A-4EAC-9FEEC68A149E}"/>
              </a:ext>
            </a:extLst>
          </p:cNvPr>
          <p:cNvSpPr txBox="1"/>
          <p:nvPr/>
        </p:nvSpPr>
        <p:spPr>
          <a:xfrm>
            <a:off x="1455785" y="2253918"/>
            <a:ext cx="328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</a:rPr>
              <a:t>♥</a:t>
            </a:r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A0D8D05-953F-B15D-E366-468897960D0E}"/>
              </a:ext>
            </a:extLst>
          </p:cNvPr>
          <p:cNvSpPr txBox="1"/>
          <p:nvPr/>
        </p:nvSpPr>
        <p:spPr>
          <a:xfrm>
            <a:off x="4513690" y="2755143"/>
            <a:ext cx="328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</a:rPr>
              <a:t>♦</a:t>
            </a:r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ADA802A-BAE3-F329-02C2-2CED2D9C5061}"/>
              </a:ext>
            </a:extLst>
          </p:cNvPr>
          <p:cNvSpPr txBox="1"/>
          <p:nvPr/>
        </p:nvSpPr>
        <p:spPr>
          <a:xfrm>
            <a:off x="9665203" y="630312"/>
            <a:ext cx="328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</a:rPr>
              <a:t>♦</a:t>
            </a:r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76A5CA8-A5FF-663A-2EFD-A4DB66662028}"/>
              </a:ext>
            </a:extLst>
          </p:cNvPr>
          <p:cNvSpPr/>
          <p:nvPr/>
        </p:nvSpPr>
        <p:spPr>
          <a:xfrm>
            <a:off x="5396776" y="2132688"/>
            <a:ext cx="734223" cy="1113017"/>
          </a:xfrm>
          <a:prstGeom prst="rect">
            <a:avLst/>
          </a:prstGeom>
          <a:ln>
            <a:solidFill>
              <a:schemeClr val="dk1">
                <a:alpha val="98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DAD0F64-C78D-16A7-738A-80FE9FEA9438}"/>
              </a:ext>
            </a:extLst>
          </p:cNvPr>
          <p:cNvSpPr txBox="1"/>
          <p:nvPr/>
        </p:nvSpPr>
        <p:spPr>
          <a:xfrm>
            <a:off x="5351732" y="2100030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8</a:t>
            </a:r>
            <a:r>
              <a:rPr lang="zh-CN" altLang="en-US" sz="1400"/>
              <a:t> </a:t>
            </a:r>
            <a:endParaRPr lang="en-US" altLang="zh-CN" sz="1400"/>
          </a:p>
          <a:p>
            <a:r>
              <a:rPr lang="zh-CN" altLang="en-US" sz="1400"/>
              <a:t>♠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71CB69B-8E0A-6844-58C6-618D83DC451A}"/>
              </a:ext>
            </a:extLst>
          </p:cNvPr>
          <p:cNvSpPr txBox="1"/>
          <p:nvPr/>
        </p:nvSpPr>
        <p:spPr>
          <a:xfrm rot="10800000">
            <a:off x="5847107" y="2755143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8</a:t>
            </a:r>
            <a:r>
              <a:rPr lang="zh-CN" altLang="en-US" sz="1400"/>
              <a:t> </a:t>
            </a:r>
            <a:endParaRPr lang="en-US" altLang="zh-CN" sz="1400"/>
          </a:p>
          <a:p>
            <a:r>
              <a:rPr lang="zh-CN" altLang="en-US" sz="1400"/>
              <a:t>♠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F99E2ED-723D-0736-296F-79CC3FA9E80A}"/>
              </a:ext>
            </a:extLst>
          </p:cNvPr>
          <p:cNvSpPr/>
          <p:nvPr/>
        </p:nvSpPr>
        <p:spPr>
          <a:xfrm>
            <a:off x="2767060" y="3778239"/>
            <a:ext cx="734223" cy="1113017"/>
          </a:xfrm>
          <a:prstGeom prst="rect">
            <a:avLst/>
          </a:prstGeom>
          <a:ln>
            <a:solidFill>
              <a:schemeClr val="dk1">
                <a:alpha val="98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5B6C5BE-7F21-CE05-30FF-946E201EE5D3}"/>
              </a:ext>
            </a:extLst>
          </p:cNvPr>
          <p:cNvSpPr txBox="1"/>
          <p:nvPr/>
        </p:nvSpPr>
        <p:spPr>
          <a:xfrm>
            <a:off x="2722016" y="3745581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8</a:t>
            </a:r>
            <a:r>
              <a:rPr lang="zh-CN" altLang="en-US" sz="1400"/>
              <a:t> </a:t>
            </a:r>
            <a:endParaRPr lang="en-US" altLang="zh-CN" sz="1400"/>
          </a:p>
          <a:p>
            <a:r>
              <a:rPr lang="zh-CN" altLang="en-US" sz="1400"/>
              <a:t>♠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1A51B51-E95E-081B-61AB-62D7FF856945}"/>
              </a:ext>
            </a:extLst>
          </p:cNvPr>
          <p:cNvSpPr txBox="1"/>
          <p:nvPr/>
        </p:nvSpPr>
        <p:spPr>
          <a:xfrm rot="10800000">
            <a:off x="3217391" y="4400694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8</a:t>
            </a:r>
            <a:r>
              <a:rPr lang="zh-CN" altLang="en-US" sz="1400"/>
              <a:t> </a:t>
            </a:r>
            <a:endParaRPr lang="en-US" altLang="zh-CN" sz="1400"/>
          </a:p>
          <a:p>
            <a:r>
              <a:rPr lang="zh-CN" altLang="en-US" sz="1400"/>
              <a:t>♠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F538664-21DC-B66C-6084-32050CEFE6B9}"/>
              </a:ext>
            </a:extLst>
          </p:cNvPr>
          <p:cNvSpPr/>
          <p:nvPr/>
        </p:nvSpPr>
        <p:spPr>
          <a:xfrm>
            <a:off x="5396776" y="3778239"/>
            <a:ext cx="734223" cy="1113017"/>
          </a:xfrm>
          <a:prstGeom prst="rect">
            <a:avLst/>
          </a:prstGeom>
          <a:ln>
            <a:solidFill>
              <a:schemeClr val="dk1">
                <a:alpha val="98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1028262-9877-ADAE-5F48-72F6FA67772B}"/>
              </a:ext>
            </a:extLst>
          </p:cNvPr>
          <p:cNvSpPr txBox="1"/>
          <p:nvPr/>
        </p:nvSpPr>
        <p:spPr>
          <a:xfrm>
            <a:off x="5351732" y="3745581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8</a:t>
            </a:r>
            <a:r>
              <a:rPr lang="zh-CN" altLang="en-US" sz="1400"/>
              <a:t> </a:t>
            </a:r>
            <a:endParaRPr lang="en-US" altLang="zh-CN" sz="1400"/>
          </a:p>
          <a:p>
            <a:r>
              <a:rPr lang="zh-CN" altLang="en-US" sz="1400"/>
              <a:t>♠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A88DB1BC-8F15-A0D6-EB09-8F7346FC8A14}"/>
              </a:ext>
            </a:extLst>
          </p:cNvPr>
          <p:cNvSpPr txBox="1"/>
          <p:nvPr/>
        </p:nvSpPr>
        <p:spPr>
          <a:xfrm rot="10800000">
            <a:off x="5847107" y="4400694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8</a:t>
            </a:r>
            <a:r>
              <a:rPr lang="zh-CN" altLang="en-US" sz="1400"/>
              <a:t> </a:t>
            </a:r>
            <a:endParaRPr lang="en-US" altLang="zh-CN" sz="1400"/>
          </a:p>
          <a:p>
            <a:r>
              <a:rPr lang="zh-CN" altLang="en-US" sz="1400"/>
              <a:t>♠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DF583B7A-5ECE-1FAA-AD42-BFE728E234FB}"/>
              </a:ext>
            </a:extLst>
          </p:cNvPr>
          <p:cNvSpPr/>
          <p:nvPr/>
        </p:nvSpPr>
        <p:spPr>
          <a:xfrm>
            <a:off x="1553116" y="3778239"/>
            <a:ext cx="734223" cy="1113017"/>
          </a:xfrm>
          <a:prstGeom prst="rect">
            <a:avLst/>
          </a:prstGeom>
          <a:ln>
            <a:solidFill>
              <a:schemeClr val="dk1">
                <a:alpha val="98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86507304-89E7-7EDA-B938-AA247E7DCBEF}"/>
              </a:ext>
            </a:extLst>
          </p:cNvPr>
          <p:cNvSpPr txBox="1"/>
          <p:nvPr/>
        </p:nvSpPr>
        <p:spPr>
          <a:xfrm>
            <a:off x="1508072" y="3745581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8</a:t>
            </a:r>
            <a:r>
              <a:rPr lang="zh-CN" altLang="en-US" sz="1400"/>
              <a:t> </a:t>
            </a:r>
            <a:endParaRPr lang="en-US" altLang="zh-CN" sz="1400"/>
          </a:p>
          <a:p>
            <a:r>
              <a:rPr lang="zh-CN" altLang="en-US" sz="1400"/>
              <a:t>♠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49EF718B-CD61-1D02-149F-798746F24607}"/>
              </a:ext>
            </a:extLst>
          </p:cNvPr>
          <p:cNvSpPr txBox="1"/>
          <p:nvPr/>
        </p:nvSpPr>
        <p:spPr>
          <a:xfrm rot="10800000">
            <a:off x="2003447" y="4400694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8</a:t>
            </a:r>
            <a:r>
              <a:rPr lang="zh-CN" altLang="en-US" sz="1400"/>
              <a:t> </a:t>
            </a:r>
            <a:endParaRPr lang="en-US" altLang="zh-CN" sz="1400"/>
          </a:p>
          <a:p>
            <a:r>
              <a:rPr lang="zh-CN" altLang="en-US" sz="1400"/>
              <a:t>♠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DE6FB4C3-B2FA-1EDB-3AEA-2729F8714153}"/>
              </a:ext>
            </a:extLst>
          </p:cNvPr>
          <p:cNvSpPr/>
          <p:nvPr/>
        </p:nvSpPr>
        <p:spPr>
          <a:xfrm>
            <a:off x="4036874" y="3778239"/>
            <a:ext cx="734223" cy="1113017"/>
          </a:xfrm>
          <a:prstGeom prst="rect">
            <a:avLst/>
          </a:prstGeom>
          <a:ln>
            <a:solidFill>
              <a:schemeClr val="dk1">
                <a:alpha val="98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5B54BD8C-3BB4-4DC2-91BE-72241AFF43A3}"/>
              </a:ext>
            </a:extLst>
          </p:cNvPr>
          <p:cNvSpPr txBox="1"/>
          <p:nvPr/>
        </p:nvSpPr>
        <p:spPr>
          <a:xfrm>
            <a:off x="3991830" y="3745581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8</a:t>
            </a:r>
            <a:r>
              <a:rPr lang="zh-CN" altLang="en-US" sz="1400"/>
              <a:t> </a:t>
            </a:r>
            <a:endParaRPr lang="en-US" altLang="zh-CN" sz="1400"/>
          </a:p>
          <a:p>
            <a:r>
              <a:rPr lang="zh-CN" altLang="en-US" sz="1400"/>
              <a:t>♠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A2D590C2-C770-B7A0-8F57-7E881CDDCEF6}"/>
              </a:ext>
            </a:extLst>
          </p:cNvPr>
          <p:cNvSpPr txBox="1"/>
          <p:nvPr/>
        </p:nvSpPr>
        <p:spPr>
          <a:xfrm rot="10800000">
            <a:off x="4487205" y="4400694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8</a:t>
            </a:r>
            <a:r>
              <a:rPr lang="zh-CN" altLang="en-US" sz="1400"/>
              <a:t> </a:t>
            </a:r>
            <a:endParaRPr lang="en-US" altLang="zh-CN" sz="1400"/>
          </a:p>
          <a:p>
            <a:r>
              <a:rPr lang="zh-CN" altLang="en-US" sz="1400"/>
              <a:t>♠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682794A0-3174-F796-C9BD-FE79D3FC0516}"/>
              </a:ext>
            </a:extLst>
          </p:cNvPr>
          <p:cNvSpPr/>
          <p:nvPr/>
        </p:nvSpPr>
        <p:spPr>
          <a:xfrm>
            <a:off x="6756678" y="3778239"/>
            <a:ext cx="734223" cy="1113017"/>
          </a:xfrm>
          <a:prstGeom prst="rect">
            <a:avLst/>
          </a:prstGeom>
          <a:ln>
            <a:solidFill>
              <a:schemeClr val="dk1">
                <a:alpha val="98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8F42D49A-43C1-24C3-0FD7-E4C932306E16}"/>
              </a:ext>
            </a:extLst>
          </p:cNvPr>
          <p:cNvSpPr txBox="1"/>
          <p:nvPr/>
        </p:nvSpPr>
        <p:spPr>
          <a:xfrm>
            <a:off x="6711634" y="3745581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A</a:t>
            </a:r>
            <a:r>
              <a:rPr lang="zh-CN" altLang="en-US" sz="1400"/>
              <a:t> </a:t>
            </a:r>
            <a:endParaRPr lang="en-US" altLang="zh-CN" sz="1400"/>
          </a:p>
          <a:p>
            <a:r>
              <a:rPr lang="zh-CN" altLang="en-US" sz="1400"/>
              <a:t>♠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E3948D02-43B2-6491-D46D-FD91C3AA4A35}"/>
              </a:ext>
            </a:extLst>
          </p:cNvPr>
          <p:cNvSpPr txBox="1"/>
          <p:nvPr/>
        </p:nvSpPr>
        <p:spPr>
          <a:xfrm rot="10800000">
            <a:off x="7197391" y="4400694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A</a:t>
            </a:r>
            <a:r>
              <a:rPr lang="zh-CN" altLang="en-US" sz="1400"/>
              <a:t> </a:t>
            </a:r>
            <a:endParaRPr lang="en-US" altLang="zh-CN" sz="1400"/>
          </a:p>
          <a:p>
            <a:r>
              <a:rPr lang="zh-CN" altLang="en-US" sz="1400"/>
              <a:t>♠</a:t>
            </a:r>
          </a:p>
        </p:txBody>
      </p:sp>
    </p:spTree>
    <p:extLst>
      <p:ext uri="{BB962C8B-B14F-4D97-AF65-F5344CB8AC3E}">
        <p14:creationId xmlns:p14="http://schemas.microsoft.com/office/powerpoint/2010/main" val="3939550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3733C-D742-A22C-C5AA-A6F66336D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635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AF303-4A5A-57E2-9B7C-E842BB02E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6261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943F2-AE0F-D004-59CC-791476FFF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179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7DFE6-8F5B-FC38-C7EB-97AC4DC69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0917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03547-FFFB-2287-182B-29A51338F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7714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D793D-A23C-9472-12E3-259555E07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8471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92</Words>
  <Application>Microsoft Office PowerPoint</Application>
  <PresentationFormat>宽屏</PresentationFormat>
  <Paragraphs>89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齐齐晨羽</dc:creator>
  <cp:lastModifiedBy>齐齐晨羽</cp:lastModifiedBy>
  <cp:revision>13</cp:revision>
  <dcterms:created xsi:type="dcterms:W3CDTF">2026-10-24T02:01:15Z</dcterms:created>
  <dcterms:modified xsi:type="dcterms:W3CDTF">2026-10-28T07:08:05Z</dcterms:modified>
</cp:coreProperties>
</file>