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73" r:id="rId7"/>
    <p:sldId id="262" r:id="rId8"/>
    <p:sldId id="274" r:id="rId9"/>
    <p:sldId id="264" r:id="rId10"/>
    <p:sldId id="256" r:id="rId11"/>
    <p:sldId id="275" r:id="rId12"/>
    <p:sldId id="276" r:id="rId13"/>
    <p:sldId id="265" r:id="rId14"/>
    <p:sldId id="266" r:id="rId15"/>
    <p:sldId id="280" r:id="rId16"/>
    <p:sldId id="277" r:id="rId17"/>
    <p:sldId id="278" r:id="rId18"/>
    <p:sldId id="279" r:id="rId19"/>
    <p:sldId id="267" r:id="rId20"/>
    <p:sldId id="268" r:id="rId21"/>
    <p:sldId id="269" r:id="rId22"/>
    <p:sldId id="270" r:id="rId23"/>
    <p:sldId id="271" r:id="rId24"/>
    <p:sldId id="263" r:id="rId25"/>
    <p:sldId id="272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9" autoAdjust="0"/>
    <p:restoredTop sz="94660"/>
  </p:normalViewPr>
  <p:slideViewPr>
    <p:cSldViewPr snapToGrid="0">
      <p:cViewPr varScale="1">
        <p:scale>
          <a:sx n="94" d="100"/>
          <a:sy n="94" d="100"/>
        </p:scale>
        <p:origin x="467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1AFE1-9813-651D-738A-CB95AF86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443C17F1-D883-85EF-6B53-79D206681991}"/>
              </a:ext>
            </a:extLst>
          </p:cNvPr>
          <p:cNvSpPr/>
          <p:nvPr/>
        </p:nvSpPr>
        <p:spPr>
          <a:xfrm>
            <a:off x="2120839" y="11974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3436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4549695" y="408409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DBDD3CB-918D-6950-C6F8-C007E0D3939B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4725223" y="3452789"/>
            <a:ext cx="13658" cy="6313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1E34610-E9CF-8748-4962-C83E475C3B17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4928067" y="4245570"/>
            <a:ext cx="703298" cy="2770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DBE4A0-096B-D13F-3A97-8653AA96BE8D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ED5640-ACA8-48A9-1A7B-CD93B358D679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38857FC-B685-F2FE-C49B-33D667CC5AEA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B2FE76A-E598-26C8-0811-85A6737CC13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DCB233-2D52-183F-FC2C-A40E7360B808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639BE11D-C9DF-573C-624E-936A3E54D561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4C1A9CD-6661-DD1A-5147-4B58F88659E1}"/>
              </a:ext>
            </a:extLst>
          </p:cNvPr>
          <p:cNvCxnSpPr>
            <a:cxnSpLocks/>
            <a:stCxn id="3" idx="3"/>
            <a:endCxn id="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53661B73-41D3-9A55-B8FE-74B05A3F1B47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7DB06-FCA1-0AD1-F251-17AC75E6457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2C6D9B5-AC9D-2D21-E93A-DBC261735B5D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D739FF3-DBDF-B449-BBBE-5CF369CA275C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A1E93B-DF36-9D2D-18DF-5C1D0D07227D}"/>
              </a:ext>
            </a:extLst>
          </p:cNvPr>
          <p:cNvCxnSpPr>
            <a:stCxn id="4" idx="3"/>
            <a:endCxn id="1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351B02-78FE-B1EC-5572-83F1102134A7}"/>
              </a:ext>
            </a:extLst>
          </p:cNvPr>
          <p:cNvCxnSpPr>
            <a:stCxn id="4" idx="5"/>
            <a:endCxn id="12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DF11A788-61B8-E88E-3292-50B4F9FE0135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583197-F32A-7AAF-EBBE-D38F28BA2892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B841E3-167F-4BE7-A828-B944B96A69A5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001308E-5DDF-9E0B-0E3D-54251D6AEBE8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6A2267-FDF8-6B52-88C9-474080D607CD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B987C5A-6C3B-A7CB-65D3-2CA1ABD601A1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30E5870-3882-62D9-D279-4AA342676ADB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6D8341A-8FE4-E572-AC69-B21ADA521BFA}"/>
              </a:ext>
            </a:extLst>
          </p:cNvPr>
          <p:cNvSpPr/>
          <p:nvPr/>
        </p:nvSpPr>
        <p:spPr>
          <a:xfrm>
            <a:off x="3323778" y="7605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4C73CA-B2D6-1BF5-0E55-41329767B723}"/>
              </a:ext>
            </a:extLst>
          </p:cNvPr>
          <p:cNvSpPr/>
          <p:nvPr/>
        </p:nvSpPr>
        <p:spPr>
          <a:xfrm>
            <a:off x="2643609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6107060-0739-8408-A715-8C17BE0A6D96}"/>
              </a:ext>
            </a:extLst>
          </p:cNvPr>
          <p:cNvSpPr/>
          <p:nvPr/>
        </p:nvSpPr>
        <p:spPr>
          <a:xfrm>
            <a:off x="3968296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533E3A-57E3-150F-8AD5-235CA51467BB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2928122" y="1045055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2A7C91-5D5C-EA13-4B0F-D967FC2D783A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3608291" y="1045055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2A297E0-4B76-2DCB-4526-C46E055E930B}"/>
              </a:ext>
            </a:extLst>
          </p:cNvPr>
          <p:cNvSpPr/>
          <p:nvPr/>
        </p:nvSpPr>
        <p:spPr>
          <a:xfrm>
            <a:off x="2238393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ED8BC43-BD91-B58B-728E-63B5802743A0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2522906" y="1585944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44DB3A36-956D-469F-2225-DA88A0B806C0}"/>
              </a:ext>
            </a:extLst>
          </p:cNvPr>
          <p:cNvSpPr/>
          <p:nvPr/>
        </p:nvSpPr>
        <p:spPr>
          <a:xfrm>
            <a:off x="2953664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5721C0C-A9DB-42EE-94A6-88A7AE1AFBDB}"/>
              </a:ext>
            </a:extLst>
          </p:cNvPr>
          <p:cNvCxnSpPr>
            <a:stCxn id="23" idx="5"/>
            <a:endCxn id="29" idx="0"/>
          </p:cNvCxnSpPr>
          <p:nvPr/>
        </p:nvCxnSpPr>
        <p:spPr>
          <a:xfrm>
            <a:off x="2928122" y="1585944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46C604A6-15F9-9E78-46B4-B7CD05B06F0F}"/>
              </a:ext>
            </a:extLst>
          </p:cNvPr>
          <p:cNvSpPr/>
          <p:nvPr/>
        </p:nvSpPr>
        <p:spPr>
          <a:xfrm>
            <a:off x="3632731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CE6B243-1E52-171E-2E4D-171FB8AF42C6}"/>
              </a:ext>
            </a:extLst>
          </p:cNvPr>
          <p:cNvSpPr/>
          <p:nvPr/>
        </p:nvSpPr>
        <p:spPr>
          <a:xfrm>
            <a:off x="4370657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0BCE1AF-C120-2877-AF32-02009767C2A9}"/>
              </a:ext>
            </a:extLst>
          </p:cNvPr>
          <p:cNvCxnSpPr>
            <a:stCxn id="24" idx="3"/>
            <a:endCxn id="31" idx="0"/>
          </p:cNvCxnSpPr>
          <p:nvPr/>
        </p:nvCxnSpPr>
        <p:spPr>
          <a:xfrm flipH="1">
            <a:off x="3799395" y="1585944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40ABD1D-8493-C702-4958-7D7864EA4110}"/>
              </a:ext>
            </a:extLst>
          </p:cNvPr>
          <p:cNvCxnSpPr>
            <a:stCxn id="24" idx="5"/>
            <a:endCxn id="32" idx="0"/>
          </p:cNvCxnSpPr>
          <p:nvPr/>
        </p:nvCxnSpPr>
        <p:spPr>
          <a:xfrm>
            <a:off x="4252809" y="1585944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427F422-625D-84EB-89D0-2512A051EB93}"/>
              </a:ext>
            </a:extLst>
          </p:cNvPr>
          <p:cNvSpPr txBox="1"/>
          <p:nvPr/>
        </p:nvSpPr>
        <p:spPr>
          <a:xfrm>
            <a:off x="3133745" y="552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2DA3A6F-75A2-B8AB-9663-7974962223B3}"/>
              </a:ext>
            </a:extLst>
          </p:cNvPr>
          <p:cNvSpPr txBox="1"/>
          <p:nvPr/>
        </p:nvSpPr>
        <p:spPr>
          <a:xfrm>
            <a:off x="2379726" y="11629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B85110-0558-493D-3DF0-FB707CB6F479}"/>
              </a:ext>
            </a:extLst>
          </p:cNvPr>
          <p:cNvSpPr txBox="1"/>
          <p:nvPr/>
        </p:nvSpPr>
        <p:spPr>
          <a:xfrm>
            <a:off x="3653361" y="1155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473499-D7E1-ED29-CD10-96A098987F34}"/>
              </a:ext>
            </a:extLst>
          </p:cNvPr>
          <p:cNvSpPr txBox="1"/>
          <p:nvPr/>
        </p:nvSpPr>
        <p:spPr>
          <a:xfrm>
            <a:off x="1981342" y="21201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BA7BB4-0F9F-0EB8-E4C4-FDB7845E8047}"/>
              </a:ext>
            </a:extLst>
          </p:cNvPr>
          <p:cNvSpPr txBox="1"/>
          <p:nvPr/>
        </p:nvSpPr>
        <p:spPr>
          <a:xfrm>
            <a:off x="2782933" y="21305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5CA684E-79A1-3670-864C-2524214BE4C3}"/>
              </a:ext>
            </a:extLst>
          </p:cNvPr>
          <p:cNvSpPr txBox="1"/>
          <p:nvPr/>
        </p:nvSpPr>
        <p:spPr>
          <a:xfrm>
            <a:off x="3444294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28DB36A-0FF4-65EA-ED9B-636678073EA8}"/>
              </a:ext>
            </a:extLst>
          </p:cNvPr>
          <p:cNvSpPr txBox="1"/>
          <p:nvPr/>
        </p:nvSpPr>
        <p:spPr>
          <a:xfrm>
            <a:off x="4093608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1DA7684-9F5A-0ED7-5815-E870A7B324E6}"/>
              </a:ext>
            </a:extLst>
          </p:cNvPr>
          <p:cNvSpPr/>
          <p:nvPr/>
        </p:nvSpPr>
        <p:spPr>
          <a:xfrm>
            <a:off x="2819775" y="621612"/>
            <a:ext cx="1288268" cy="310817"/>
          </a:xfrm>
          <a:custGeom>
            <a:avLst/>
            <a:gdLst>
              <a:gd name="csX0" fmla="*/ 0 w 1288268"/>
              <a:gd name="csY0" fmla="*/ 9009 h 310817"/>
              <a:gd name="csX1" fmla="*/ 657648 w 1288268"/>
              <a:gd name="csY1" fmla="*/ 310806 h 310817"/>
              <a:gd name="csX2" fmla="*/ 1288268 w 1288268"/>
              <a:gd name="csY2" fmla="*/ 0 h 3108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88268" h="310817">
                <a:moveTo>
                  <a:pt x="0" y="9009"/>
                </a:moveTo>
                <a:cubicBezTo>
                  <a:pt x="221468" y="160658"/>
                  <a:pt x="442937" y="312307"/>
                  <a:pt x="657648" y="310806"/>
                </a:cubicBezTo>
                <a:cubicBezTo>
                  <a:pt x="872359" y="309305"/>
                  <a:pt x="1080313" y="154652"/>
                  <a:pt x="1288268" y="0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7166EBAD-5888-452D-C3AC-D6AC9330B65E}"/>
              </a:ext>
            </a:extLst>
          </p:cNvPr>
          <p:cNvSpPr/>
          <p:nvPr/>
        </p:nvSpPr>
        <p:spPr>
          <a:xfrm>
            <a:off x="2094562" y="1189170"/>
            <a:ext cx="2675633" cy="320096"/>
          </a:xfrm>
          <a:custGeom>
            <a:avLst/>
            <a:gdLst>
              <a:gd name="csX0" fmla="*/ 0 w 2675633"/>
              <a:gd name="csY0" fmla="*/ 0 h 320096"/>
              <a:gd name="csX1" fmla="*/ 630620 w 2675633"/>
              <a:gd name="csY1" fmla="*/ 220718 h 320096"/>
              <a:gd name="csX2" fmla="*/ 1396374 w 2675633"/>
              <a:gd name="csY2" fmla="*/ 319815 h 320096"/>
              <a:gd name="csX3" fmla="*/ 2162128 w 2675633"/>
              <a:gd name="csY3" fmla="*/ 193691 h 320096"/>
              <a:gd name="csX4" fmla="*/ 2675633 w 2675633"/>
              <a:gd name="csY4" fmla="*/ 13514 h 3200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75633" h="320096">
                <a:moveTo>
                  <a:pt x="0" y="0"/>
                </a:moveTo>
                <a:cubicBezTo>
                  <a:pt x="198945" y="83708"/>
                  <a:pt x="397891" y="167416"/>
                  <a:pt x="630620" y="220718"/>
                </a:cubicBezTo>
                <a:cubicBezTo>
                  <a:pt x="863349" y="274021"/>
                  <a:pt x="1141123" y="324320"/>
                  <a:pt x="1396374" y="319815"/>
                </a:cubicBezTo>
                <a:cubicBezTo>
                  <a:pt x="1651625" y="315311"/>
                  <a:pt x="1948918" y="244741"/>
                  <a:pt x="2162128" y="193691"/>
                </a:cubicBezTo>
                <a:cubicBezTo>
                  <a:pt x="2375338" y="142641"/>
                  <a:pt x="2525485" y="78077"/>
                  <a:pt x="2675633" y="13514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2AE7CC29-6761-85D9-843A-DD470C330DA6}"/>
              </a:ext>
            </a:extLst>
          </p:cNvPr>
          <p:cNvSpPr/>
          <p:nvPr/>
        </p:nvSpPr>
        <p:spPr>
          <a:xfrm>
            <a:off x="1720694" y="1905899"/>
            <a:ext cx="3610056" cy="252029"/>
          </a:xfrm>
          <a:custGeom>
            <a:avLst/>
            <a:gdLst>
              <a:gd name="csX0" fmla="*/ 0 w 3657600"/>
              <a:gd name="csY0" fmla="*/ 0 h 301822"/>
              <a:gd name="csX1" fmla="*/ 1747720 w 3657600"/>
              <a:gd name="csY1" fmla="*/ 301797 h 301822"/>
              <a:gd name="csX2" fmla="*/ 3657600 w 3657600"/>
              <a:gd name="csY2" fmla="*/ 13513 h 301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301822">
                <a:moveTo>
                  <a:pt x="0" y="0"/>
                </a:moveTo>
                <a:cubicBezTo>
                  <a:pt x="569060" y="149772"/>
                  <a:pt x="1138120" y="299545"/>
                  <a:pt x="1747720" y="301797"/>
                </a:cubicBezTo>
                <a:cubicBezTo>
                  <a:pt x="2357320" y="304049"/>
                  <a:pt x="3007460" y="158781"/>
                  <a:pt x="3657600" y="13513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AB1F90-5E10-6D53-6E73-3279B4CB463C}"/>
              </a:ext>
            </a:extLst>
          </p:cNvPr>
          <p:cNvSpPr txBox="1"/>
          <p:nvPr/>
        </p:nvSpPr>
        <p:spPr>
          <a:xfrm>
            <a:off x="4173464" y="36794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第一层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4561B1-23C1-3198-52FF-A74F88F15145}"/>
              </a:ext>
            </a:extLst>
          </p:cNvPr>
          <p:cNvSpPr txBox="1"/>
          <p:nvPr/>
        </p:nvSpPr>
        <p:spPr>
          <a:xfrm>
            <a:off x="4830381" y="93385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第二层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B4D8F2-D89C-B212-6577-F62C34F3080D}"/>
              </a:ext>
            </a:extLst>
          </p:cNvPr>
          <p:cNvSpPr txBox="1"/>
          <p:nvPr/>
        </p:nvSpPr>
        <p:spPr>
          <a:xfrm>
            <a:off x="5325630" y="165798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第三层</a:t>
            </a:r>
          </a:p>
        </p:txBody>
      </p:sp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D9845-725C-D146-C659-89C0F0FDE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A86BE6DB-D35F-4810-0C95-347F72116830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C9762E7-8FC7-11FC-E92E-1F2929D5122C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A8971DF-39DB-AF86-42A7-8C1B6B77E283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6D0ED58-5F00-88C7-3FAA-507BBE4946B4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8859C5D-B02B-4467-DF3B-22EB2935C1B5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47038AB-42E6-9118-CDC9-A60F6BE7BBE7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4C84FE5-8168-593C-2D45-5B5B02139F18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708C6E3-CC39-D4A0-431F-485846B329F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362A290-79D6-2BE0-6E6C-3EB0D80F95AB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D19D2DA-8BD4-6AC2-5543-2B67A3D2B062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AE51ADE3-0372-FFF0-8AA2-A2DC8FD60EF7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BC1B0A1-FE00-0A18-327D-10C0779A740C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EBBEDC-9D23-E7B5-2114-3833F751B9D3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D72C338-68F7-BA0F-0226-4E727ED4438E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0AE8FF49-DB93-968F-1B53-059AA207E8FF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1F561B7-301F-15B2-193D-61360134610F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FFC6C73-9F25-F15B-9F9A-F579417E4B44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4DEAEA2-15C9-3000-7191-A0BBBFCB3910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79293B3-473C-DB6E-01F5-9BC708FCAFEE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6A8485-C39E-8B61-E7EE-8B31C191689B}"/>
              </a:ext>
            </a:extLst>
          </p:cNvPr>
          <p:cNvCxnSpPr>
            <a:stCxn id="4" idx="0"/>
            <a:endCxn id="18" idx="4"/>
          </p:cNvCxnSpPr>
          <p:nvPr/>
        </p:nvCxnSpPr>
        <p:spPr>
          <a:xfrm flipH="1" flipV="1">
            <a:off x="6096000" y="1448996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AB60EAE-A0C4-C647-8529-E136B691D7E1}"/>
              </a:ext>
            </a:extLst>
          </p:cNvPr>
          <p:cNvCxnSpPr>
            <a:stCxn id="12" idx="7"/>
            <a:endCxn id="18" idx="2"/>
          </p:cNvCxnSpPr>
          <p:nvPr/>
        </p:nvCxnSpPr>
        <p:spPr>
          <a:xfrm flipV="1">
            <a:off x="4232060" y="1259810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551C89D1-C9A6-AE95-AA00-69748102B5C0}"/>
              </a:ext>
            </a:extLst>
          </p:cNvPr>
          <p:cNvSpPr txBox="1"/>
          <p:nvPr/>
        </p:nvSpPr>
        <p:spPr>
          <a:xfrm>
            <a:off x="5909817" y="41305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674C95-9AF8-91BE-3E51-381BC904BC6E}"/>
              </a:ext>
            </a:extLst>
          </p:cNvPr>
          <p:cNvSpPr txBox="1"/>
          <p:nvPr/>
        </p:nvSpPr>
        <p:spPr>
          <a:xfrm>
            <a:off x="4700912" y="312081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D54AFC9-1F00-2D6F-B287-B107307FE3C9}"/>
              </a:ext>
            </a:extLst>
          </p:cNvPr>
          <p:cNvSpPr txBox="1"/>
          <p:nvPr/>
        </p:nvSpPr>
        <p:spPr>
          <a:xfrm>
            <a:off x="7134273" y="300760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6D6C75-1117-2872-A7B8-57F3B3E3C88B}"/>
              </a:ext>
            </a:extLst>
          </p:cNvPr>
          <p:cNvSpPr txBox="1"/>
          <p:nvPr/>
        </p:nvSpPr>
        <p:spPr>
          <a:xfrm>
            <a:off x="5665019" y="19399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24EC3E2-8209-F187-5092-4385709E7EFB}"/>
              </a:ext>
            </a:extLst>
          </p:cNvPr>
          <p:cNvSpPr txBox="1"/>
          <p:nvPr/>
        </p:nvSpPr>
        <p:spPr>
          <a:xfrm>
            <a:off x="3650787" y="1755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36AC40-B043-E239-9CF1-C32601E6A52F}"/>
              </a:ext>
            </a:extLst>
          </p:cNvPr>
          <p:cNvSpPr txBox="1"/>
          <p:nvPr/>
        </p:nvSpPr>
        <p:spPr>
          <a:xfrm>
            <a:off x="5748824" y="7958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27A038A-2DC0-3B6C-384D-7E9AE37AC226}"/>
              </a:ext>
            </a:extLst>
          </p:cNvPr>
          <p:cNvSpPr txBox="1"/>
          <p:nvPr/>
        </p:nvSpPr>
        <p:spPr>
          <a:xfrm>
            <a:off x="7170212" y="810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87061F-7AF3-8351-BFAB-47A05BAD1717}"/>
              </a:ext>
            </a:extLst>
          </p:cNvPr>
          <p:cNvSpPr txBox="1"/>
          <p:nvPr/>
        </p:nvSpPr>
        <p:spPr>
          <a:xfrm>
            <a:off x="8355724" y="32603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B1A3CEF-FF87-C5B5-E78A-1F679D1D0571}"/>
              </a:ext>
            </a:extLst>
          </p:cNvPr>
          <p:cNvSpPr txBox="1"/>
          <p:nvPr/>
        </p:nvSpPr>
        <p:spPr>
          <a:xfrm>
            <a:off x="8279802" y="12257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E9E7CC1-E17B-F09A-21BE-44FED409E2E7}"/>
              </a:ext>
            </a:extLst>
          </p:cNvPr>
          <p:cNvSpPr txBox="1"/>
          <p:nvPr/>
        </p:nvSpPr>
        <p:spPr>
          <a:xfrm>
            <a:off x="9631275" y="22727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327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168C5EA9-507C-B161-2C04-DFA3835ADB15}"/>
              </a:ext>
            </a:extLst>
          </p:cNvPr>
          <p:cNvSpPr/>
          <p:nvPr/>
        </p:nvSpPr>
        <p:spPr>
          <a:xfrm>
            <a:off x="3987173" y="8762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2E4479-94C5-43EA-00C8-2E1238D4C778}"/>
              </a:ext>
            </a:extLst>
          </p:cNvPr>
          <p:cNvSpPr/>
          <p:nvPr/>
        </p:nvSpPr>
        <p:spPr>
          <a:xfrm>
            <a:off x="3996374" y="184921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95DE8CF-FDA8-C196-2149-D7C9754AD74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H="1" flipV="1">
            <a:off x="4176359" y="1254626"/>
            <a:ext cx="9201" cy="594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F027A6C6-6E29-6647-7B08-DE9D02BF0E42}"/>
              </a:ext>
            </a:extLst>
          </p:cNvPr>
          <p:cNvSpPr/>
          <p:nvPr/>
        </p:nvSpPr>
        <p:spPr>
          <a:xfrm>
            <a:off x="4956233" y="1528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T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1AD5025-A84E-110D-03CE-431239770FB4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4365545" y="1065440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F7AEBD4-EF34-134C-EEBB-CC37C9E82BD5}"/>
              </a:ext>
            </a:extLst>
          </p:cNvPr>
          <p:cNvSpPr txBox="1"/>
          <p:nvPr/>
        </p:nvSpPr>
        <p:spPr>
          <a:xfrm>
            <a:off x="4032313" y="225912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DB1900-E489-D28D-E72E-A088901531D6}"/>
              </a:ext>
            </a:extLst>
          </p:cNvPr>
          <p:cNvSpPr txBox="1"/>
          <p:nvPr/>
        </p:nvSpPr>
        <p:spPr>
          <a:xfrm>
            <a:off x="4023112" y="5680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65403F-A753-F481-BB97-4FE2162ADD24}"/>
              </a:ext>
            </a:extLst>
          </p:cNvPr>
          <p:cNvSpPr txBox="1"/>
          <p:nvPr/>
        </p:nvSpPr>
        <p:spPr>
          <a:xfrm>
            <a:off x="5374585" y="16150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D2338D2-17B5-FEA1-858A-33C6CBDC0AF8}"/>
              </a:ext>
            </a:extLst>
          </p:cNvPr>
          <p:cNvSpPr/>
          <p:nvPr/>
        </p:nvSpPr>
        <p:spPr>
          <a:xfrm>
            <a:off x="1985298" y="105332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F33DE43-543D-C5AE-F1CC-298FB0DC1039}"/>
              </a:ext>
            </a:extLst>
          </p:cNvPr>
          <p:cNvSpPr/>
          <p:nvPr/>
        </p:nvSpPr>
        <p:spPr>
          <a:xfrm>
            <a:off x="2751835" y="55329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02F0DD5-EF7B-A5AF-ABFF-424E46C80E63}"/>
              </a:ext>
            </a:extLst>
          </p:cNvPr>
          <p:cNvSpPr/>
          <p:nvPr/>
        </p:nvSpPr>
        <p:spPr>
          <a:xfrm>
            <a:off x="2751834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76EC966-265F-43B2-7E4C-F888DD2B9DA7}"/>
              </a:ext>
            </a:extLst>
          </p:cNvPr>
          <p:cNvSpPr/>
          <p:nvPr/>
        </p:nvSpPr>
        <p:spPr>
          <a:xfrm>
            <a:off x="3653506" y="5532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0596A170-E9D0-057F-6A69-F7764EF68C37}"/>
              </a:ext>
            </a:extLst>
          </p:cNvPr>
          <p:cNvSpPr/>
          <p:nvPr/>
        </p:nvSpPr>
        <p:spPr>
          <a:xfrm>
            <a:off x="3653505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AE6FA83-60B5-EEE9-FEA3-ED4BE6A6BF51}"/>
              </a:ext>
            </a:extLst>
          </p:cNvPr>
          <p:cNvSpPr/>
          <p:nvPr/>
        </p:nvSpPr>
        <p:spPr>
          <a:xfrm>
            <a:off x="4420044" y="105332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D57F1E3-B32D-DF1C-B928-59951E02524F}"/>
              </a:ext>
            </a:extLst>
          </p:cNvPr>
          <p:cNvCxnSpPr>
            <a:cxnSpLocks/>
            <a:stCxn id="2" idx="7"/>
            <a:endCxn id="4" idx="2"/>
          </p:cNvCxnSpPr>
          <p:nvPr/>
        </p:nvCxnSpPr>
        <p:spPr>
          <a:xfrm flipV="1">
            <a:off x="2289035" y="73399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D1DFC22-187A-1031-9690-74FB84091B77}"/>
              </a:ext>
            </a:extLst>
          </p:cNvPr>
          <p:cNvCxnSpPr>
            <a:cxnSpLocks/>
            <a:stCxn id="8" idx="2"/>
            <a:endCxn id="4" idx="6"/>
          </p:cNvCxnSpPr>
          <p:nvPr/>
        </p:nvCxnSpPr>
        <p:spPr>
          <a:xfrm flipH="1" flipV="1">
            <a:off x="3107685" y="73399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75C81A7-BD07-E5B0-4FE8-F48DE1BED719}"/>
              </a:ext>
            </a:extLst>
          </p:cNvPr>
          <p:cNvCxnSpPr>
            <a:cxnSpLocks/>
            <a:stCxn id="2" idx="5"/>
            <a:endCxn id="6" idx="2"/>
          </p:cNvCxnSpPr>
          <p:nvPr/>
        </p:nvCxnSpPr>
        <p:spPr>
          <a:xfrm>
            <a:off x="2289035" y="136180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6AAB1B6-6ABF-54C6-767A-BC47F3472373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3107685" y="173405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FA6151B-D515-B0B2-0E26-B27F9E3EC54E}"/>
              </a:ext>
            </a:extLst>
          </p:cNvPr>
          <p:cNvCxnSpPr>
            <a:cxnSpLocks/>
            <a:stCxn id="10" idx="6"/>
            <a:endCxn id="12" idx="3"/>
          </p:cNvCxnSpPr>
          <p:nvPr/>
        </p:nvCxnSpPr>
        <p:spPr>
          <a:xfrm flipV="1">
            <a:off x="4009356" y="136180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B809075-5A42-6DFA-830E-CE2AA6181332}"/>
              </a:ext>
            </a:extLst>
          </p:cNvPr>
          <p:cNvCxnSpPr>
            <a:cxnSpLocks/>
            <a:stCxn id="12" idx="1"/>
            <a:endCxn id="8" idx="6"/>
          </p:cNvCxnSpPr>
          <p:nvPr/>
        </p:nvCxnSpPr>
        <p:spPr>
          <a:xfrm flipH="1" flipV="1">
            <a:off x="4009357" y="73399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10BB81-532C-BDA7-88DF-C0B2802E5956}"/>
              </a:ext>
            </a:extLst>
          </p:cNvPr>
          <p:cNvCxnSpPr>
            <a:cxnSpLocks/>
            <a:stCxn id="6" idx="0"/>
            <a:endCxn id="4" idx="4"/>
          </p:cNvCxnSpPr>
          <p:nvPr/>
        </p:nvCxnSpPr>
        <p:spPr>
          <a:xfrm flipV="1">
            <a:off x="2929760" y="91470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F32210C8-1CE4-20A2-7FAF-9E299B4BD31A}"/>
              </a:ext>
            </a:extLst>
          </p:cNvPr>
          <p:cNvCxnSpPr>
            <a:cxnSpLocks/>
            <a:stCxn id="10" idx="0"/>
            <a:endCxn id="8" idx="4"/>
          </p:cNvCxnSpPr>
          <p:nvPr/>
        </p:nvCxnSpPr>
        <p:spPr>
          <a:xfrm flipV="1">
            <a:off x="3831431" y="91470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F96B0FC-35DF-0146-FEB3-415FD4BA1295}"/>
              </a:ext>
            </a:extLst>
          </p:cNvPr>
          <p:cNvCxnSpPr>
            <a:cxnSpLocks/>
            <a:stCxn id="10" idx="1"/>
            <a:endCxn id="4" idx="5"/>
          </p:cNvCxnSpPr>
          <p:nvPr/>
        </p:nvCxnSpPr>
        <p:spPr>
          <a:xfrm flipH="1" flipV="1">
            <a:off x="3055572" y="86177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C037B841-B4FC-2BFC-B73B-6A18B36012EA}"/>
              </a:ext>
            </a:extLst>
          </p:cNvPr>
          <p:cNvSpPr txBox="1"/>
          <p:nvPr/>
        </p:nvSpPr>
        <p:spPr>
          <a:xfrm>
            <a:off x="2320926" y="6294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8E44D2D-0083-ED9D-A622-28CEFB8316D6}"/>
              </a:ext>
            </a:extLst>
          </p:cNvPr>
          <p:cNvSpPr txBox="1"/>
          <p:nvPr/>
        </p:nvSpPr>
        <p:spPr>
          <a:xfrm>
            <a:off x="2289033" y="14858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D67F02B3-2AF2-4F35-78D3-3C6F866F3144}"/>
              </a:ext>
            </a:extLst>
          </p:cNvPr>
          <p:cNvSpPr txBox="1"/>
          <p:nvPr/>
        </p:nvSpPr>
        <p:spPr>
          <a:xfrm>
            <a:off x="2668707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927F1FDB-C375-D771-404E-05284939A7F0}"/>
              </a:ext>
            </a:extLst>
          </p:cNvPr>
          <p:cNvSpPr txBox="1"/>
          <p:nvPr/>
        </p:nvSpPr>
        <p:spPr>
          <a:xfrm>
            <a:off x="3180300" y="3999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4ACF129-A31C-5AAB-CB4E-5406263E26B3}"/>
              </a:ext>
            </a:extLst>
          </p:cNvPr>
          <p:cNvSpPr txBox="1"/>
          <p:nvPr/>
        </p:nvSpPr>
        <p:spPr>
          <a:xfrm>
            <a:off x="3139578" y="10904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CDD9421-D4E8-FC8F-532B-2C0AA1175ADE}"/>
              </a:ext>
            </a:extLst>
          </p:cNvPr>
          <p:cNvSpPr txBox="1"/>
          <p:nvPr/>
        </p:nvSpPr>
        <p:spPr>
          <a:xfrm>
            <a:off x="3609570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9BC0B23C-252F-11A4-BD91-11F617A2C355}"/>
              </a:ext>
            </a:extLst>
          </p:cNvPr>
          <p:cNvSpPr txBox="1"/>
          <p:nvPr/>
        </p:nvSpPr>
        <p:spPr>
          <a:xfrm>
            <a:off x="4195944" y="6604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B5A9D83-9D6B-CC6F-4B03-272A81E4D551}"/>
              </a:ext>
            </a:extLst>
          </p:cNvPr>
          <p:cNvSpPr txBox="1"/>
          <p:nvPr/>
        </p:nvSpPr>
        <p:spPr>
          <a:xfrm>
            <a:off x="3227348" y="172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49F09C6-54C7-88DE-5831-47F7F2AC16EC}"/>
              </a:ext>
            </a:extLst>
          </p:cNvPr>
          <p:cNvSpPr txBox="1"/>
          <p:nvPr/>
        </p:nvSpPr>
        <p:spPr>
          <a:xfrm>
            <a:off x="4195944" y="15232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D53718D3-C2C0-11CF-C772-823257AFB0F8}"/>
              </a:ext>
            </a:extLst>
          </p:cNvPr>
          <p:cNvSpPr/>
          <p:nvPr/>
        </p:nvSpPr>
        <p:spPr>
          <a:xfrm>
            <a:off x="5467225" y="39567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29EACF91-197E-554C-F5C9-1A1267F4BCB8}"/>
              </a:ext>
            </a:extLst>
          </p:cNvPr>
          <p:cNvSpPr/>
          <p:nvPr/>
        </p:nvSpPr>
        <p:spPr>
          <a:xfrm>
            <a:off x="3212448" y="11741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72C9A3D3-2B70-D162-5167-1E36828EBF76}"/>
              </a:ext>
            </a:extLst>
          </p:cNvPr>
          <p:cNvSpPr/>
          <p:nvPr/>
        </p:nvSpPr>
        <p:spPr>
          <a:xfrm>
            <a:off x="8275738" y="117317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39D134F-5BF3-5B73-C78E-63FC4969471F}"/>
              </a:ext>
            </a:extLst>
          </p:cNvPr>
          <p:cNvSpPr/>
          <p:nvPr/>
        </p:nvSpPr>
        <p:spPr>
          <a:xfrm>
            <a:off x="2576362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9A88741-F965-E04E-E3A7-EBE69D372AB3}"/>
              </a:ext>
            </a:extLst>
          </p:cNvPr>
          <p:cNvSpPr/>
          <p:nvPr/>
        </p:nvSpPr>
        <p:spPr>
          <a:xfrm>
            <a:off x="3941091" y="19128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9F376771-D9B9-C7EA-34FE-C4E675D8AC23}"/>
              </a:ext>
            </a:extLst>
          </p:cNvPr>
          <p:cNvSpPr/>
          <p:nvPr/>
        </p:nvSpPr>
        <p:spPr>
          <a:xfrm>
            <a:off x="10486730" y="19340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1E9CF281-EEEC-47A3-6730-C651D9DB7230}"/>
              </a:ext>
            </a:extLst>
          </p:cNvPr>
          <p:cNvSpPr/>
          <p:nvPr/>
        </p:nvSpPr>
        <p:spPr>
          <a:xfrm>
            <a:off x="923710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FAB7FEF-93F9-77B3-BB2A-467850728C3D}"/>
              </a:ext>
            </a:extLst>
          </p:cNvPr>
          <p:cNvSpPr/>
          <p:nvPr/>
        </p:nvSpPr>
        <p:spPr>
          <a:xfrm>
            <a:off x="2949926" y="264717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7AB68AB-DC4D-A7E6-F8AD-5610F187E394}"/>
              </a:ext>
            </a:extLst>
          </p:cNvPr>
          <p:cNvSpPr/>
          <p:nvPr/>
        </p:nvSpPr>
        <p:spPr>
          <a:xfrm>
            <a:off x="927996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8D97683-6E1D-1C93-F1CA-F6FF57721C1D}"/>
              </a:ext>
            </a:extLst>
          </p:cNvPr>
          <p:cNvSpPr/>
          <p:nvPr/>
        </p:nvSpPr>
        <p:spPr>
          <a:xfrm>
            <a:off x="6982485" y="191288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2BC3328-4FB7-0A87-343D-9AB153412590}"/>
              </a:ext>
            </a:extLst>
          </p:cNvPr>
          <p:cNvSpPr/>
          <p:nvPr/>
        </p:nvSpPr>
        <p:spPr>
          <a:xfrm>
            <a:off x="2110376" y="266873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F68B2B4-8960-CB1B-3E11-9F9F84763D9E}"/>
              </a:ext>
            </a:extLst>
          </p:cNvPr>
          <p:cNvSpPr/>
          <p:nvPr/>
        </p:nvSpPr>
        <p:spPr>
          <a:xfrm>
            <a:off x="3941091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348237F-2674-ED02-19B1-8F88F98718C9}"/>
              </a:ext>
            </a:extLst>
          </p:cNvPr>
          <p:cNvSpPr/>
          <p:nvPr/>
        </p:nvSpPr>
        <p:spPr>
          <a:xfrm>
            <a:off x="4469802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F6031549-4DDE-777B-4A0A-1EC2CCC7CB8C}"/>
              </a:ext>
            </a:extLst>
          </p:cNvPr>
          <p:cNvSpPr/>
          <p:nvPr/>
        </p:nvSpPr>
        <p:spPr>
          <a:xfrm>
            <a:off x="602814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CDFC57A5-401F-A6AA-7CB2-273372BB1D56}"/>
              </a:ext>
            </a:extLst>
          </p:cNvPr>
          <p:cNvSpPr/>
          <p:nvPr/>
        </p:nvSpPr>
        <p:spPr>
          <a:xfrm>
            <a:off x="1231576" y="324996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D0335BC-9A25-9FF1-C314-21BBF151D810}"/>
              </a:ext>
            </a:extLst>
          </p:cNvPr>
          <p:cNvSpPr/>
          <p:nvPr/>
        </p:nvSpPr>
        <p:spPr>
          <a:xfrm>
            <a:off x="1788310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992984B-BA03-F22D-996A-E47C504F045D}"/>
              </a:ext>
            </a:extLst>
          </p:cNvPr>
          <p:cNvSpPr/>
          <p:nvPr/>
        </p:nvSpPr>
        <p:spPr>
          <a:xfrm>
            <a:off x="2386244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3C55AC75-1ADE-B241-E986-F05AB76809D2}"/>
              </a:ext>
            </a:extLst>
          </p:cNvPr>
          <p:cNvCxnSpPr>
            <a:cxnSpLocks/>
            <a:stCxn id="4" idx="3"/>
            <a:endCxn id="25" idx="7"/>
          </p:cNvCxnSpPr>
          <p:nvPr/>
        </p:nvCxnSpPr>
        <p:spPr>
          <a:xfrm flipH="1">
            <a:off x="3516185" y="704156"/>
            <a:ext cx="2003153" cy="522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CFCA36CC-4110-B2A3-4A70-6B5CC1DB4CEC}"/>
              </a:ext>
            </a:extLst>
          </p:cNvPr>
          <p:cNvCxnSpPr>
            <a:cxnSpLocks/>
            <a:stCxn id="25" idx="2"/>
            <a:endCxn id="39" idx="7"/>
          </p:cNvCxnSpPr>
          <p:nvPr/>
        </p:nvCxnSpPr>
        <p:spPr>
          <a:xfrm flipH="1">
            <a:off x="1231734" y="1354858"/>
            <a:ext cx="1980714" cy="619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7C85879-144F-E28F-72D8-A5ED7DA3FCED}"/>
              </a:ext>
            </a:extLst>
          </p:cNvPr>
          <p:cNvCxnSpPr>
            <a:cxnSpLocks/>
            <a:stCxn id="39" idx="4"/>
            <a:endCxn id="35" idx="0"/>
          </p:cNvCxnSpPr>
          <p:nvPr/>
        </p:nvCxnSpPr>
        <p:spPr>
          <a:xfrm flipH="1">
            <a:off x="1101636" y="2282852"/>
            <a:ext cx="4286" cy="38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1DFB4DA4-B547-2F15-B800-32C8776662A7}"/>
              </a:ext>
            </a:extLst>
          </p:cNvPr>
          <p:cNvCxnSpPr>
            <a:cxnSpLocks/>
            <a:stCxn id="35" idx="3"/>
            <a:endCxn id="49" idx="0"/>
          </p:cNvCxnSpPr>
          <p:nvPr/>
        </p:nvCxnSpPr>
        <p:spPr>
          <a:xfrm flipH="1">
            <a:off x="780740" y="2973297"/>
            <a:ext cx="19508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24575A7-C181-3CF9-2FF6-5E021D988EE7}"/>
              </a:ext>
            </a:extLst>
          </p:cNvPr>
          <p:cNvCxnSpPr>
            <a:cxnSpLocks/>
            <a:stCxn id="51" idx="0"/>
            <a:endCxn id="35" idx="5"/>
          </p:cNvCxnSpPr>
          <p:nvPr/>
        </p:nvCxnSpPr>
        <p:spPr>
          <a:xfrm flipH="1" flipV="1">
            <a:off x="1227448" y="2973297"/>
            <a:ext cx="182054" cy="2766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24AF3DB-6A03-C3F8-43FF-5EF12C22167C}"/>
              </a:ext>
            </a:extLst>
          </p:cNvPr>
          <p:cNvSpPr/>
          <p:nvPr/>
        </p:nvSpPr>
        <p:spPr>
          <a:xfrm>
            <a:off x="602813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A3345D-F422-F74B-EA71-D5A54E0E2C9E}"/>
              </a:ext>
            </a:extLst>
          </p:cNvPr>
          <p:cNvCxnSpPr>
            <a:cxnSpLocks/>
            <a:stCxn id="49" idx="4"/>
            <a:endCxn id="73" idx="0"/>
          </p:cNvCxnSpPr>
          <p:nvPr/>
        </p:nvCxnSpPr>
        <p:spPr>
          <a:xfrm flipH="1">
            <a:off x="780739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3888BC7-66FF-93D7-36B2-78F2BF7FB923}"/>
              </a:ext>
            </a:extLst>
          </p:cNvPr>
          <p:cNvCxnSpPr>
            <a:stCxn id="25" idx="3"/>
            <a:endCxn id="29" idx="0"/>
          </p:cNvCxnSpPr>
          <p:nvPr/>
        </p:nvCxnSpPr>
        <p:spPr>
          <a:xfrm flipH="1">
            <a:off x="2754288" y="1482635"/>
            <a:ext cx="5102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8A50D64C-752B-51B1-1938-0A02CBC6AB9F}"/>
              </a:ext>
            </a:extLst>
          </p:cNvPr>
          <p:cNvCxnSpPr>
            <a:cxnSpLocks/>
            <a:stCxn id="43" idx="0"/>
            <a:endCxn id="29" idx="3"/>
          </p:cNvCxnSpPr>
          <p:nvPr/>
        </p:nvCxnSpPr>
        <p:spPr>
          <a:xfrm flipV="1">
            <a:off x="2288302" y="2229925"/>
            <a:ext cx="3401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C369BCF-6BF8-4232-D043-5881288D7E1B}"/>
              </a:ext>
            </a:extLst>
          </p:cNvPr>
          <p:cNvCxnSpPr>
            <a:cxnSpLocks/>
            <a:stCxn id="37" idx="0"/>
            <a:endCxn id="29" idx="5"/>
          </p:cNvCxnSpPr>
          <p:nvPr/>
        </p:nvCxnSpPr>
        <p:spPr>
          <a:xfrm flipH="1" flipV="1">
            <a:off x="2880100" y="2229925"/>
            <a:ext cx="247752" cy="41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F094476-2C5F-6511-EA6C-94821BD80CA1}"/>
              </a:ext>
            </a:extLst>
          </p:cNvPr>
          <p:cNvCxnSpPr>
            <a:cxnSpLocks/>
            <a:stCxn id="43" idx="3"/>
            <a:endCxn id="53" idx="0"/>
          </p:cNvCxnSpPr>
          <p:nvPr/>
        </p:nvCxnSpPr>
        <p:spPr>
          <a:xfrm flipH="1">
            <a:off x="1966236" y="2977215"/>
            <a:ext cx="19625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0E295413-CA77-EFA7-BDAD-1F5B877E3962}"/>
              </a:ext>
            </a:extLst>
          </p:cNvPr>
          <p:cNvCxnSpPr>
            <a:cxnSpLocks/>
            <a:stCxn id="43" idx="5"/>
            <a:endCxn id="55" idx="0"/>
          </p:cNvCxnSpPr>
          <p:nvPr/>
        </p:nvCxnSpPr>
        <p:spPr>
          <a:xfrm>
            <a:off x="2414114" y="2977215"/>
            <a:ext cx="150056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8CAA93FD-8C9E-4521-3D02-881F174640C9}"/>
              </a:ext>
            </a:extLst>
          </p:cNvPr>
          <p:cNvCxnSpPr>
            <a:cxnSpLocks/>
            <a:stCxn id="25" idx="5"/>
            <a:endCxn id="31" idx="1"/>
          </p:cNvCxnSpPr>
          <p:nvPr/>
        </p:nvCxnSpPr>
        <p:spPr>
          <a:xfrm>
            <a:off x="3516185" y="1482635"/>
            <a:ext cx="477019" cy="48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5E2E8FDC-6D14-9E56-0171-8AB719110993}"/>
              </a:ext>
            </a:extLst>
          </p:cNvPr>
          <p:cNvSpPr/>
          <p:nvPr/>
        </p:nvSpPr>
        <p:spPr>
          <a:xfrm>
            <a:off x="345500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CD979AC7-3D98-E197-FA98-00BA3C3ADF7E}"/>
              </a:ext>
            </a:extLst>
          </p:cNvPr>
          <p:cNvCxnSpPr>
            <a:cxnSpLocks/>
            <a:stCxn id="101" idx="0"/>
            <a:endCxn id="31" idx="3"/>
          </p:cNvCxnSpPr>
          <p:nvPr/>
        </p:nvCxnSpPr>
        <p:spPr>
          <a:xfrm flipV="1">
            <a:off x="3632930" y="2221364"/>
            <a:ext cx="360274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7FA3E1A-5BC9-E741-4B03-567318AE2672}"/>
              </a:ext>
            </a:extLst>
          </p:cNvPr>
          <p:cNvCxnSpPr>
            <a:cxnSpLocks/>
            <a:stCxn id="45" idx="0"/>
            <a:endCxn id="31" idx="4"/>
          </p:cNvCxnSpPr>
          <p:nvPr/>
        </p:nvCxnSpPr>
        <p:spPr>
          <a:xfrm flipV="1">
            <a:off x="4119017" y="2274291"/>
            <a:ext cx="0" cy="3905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E419B805-D0D2-E10E-6D2F-0D460A916025}"/>
              </a:ext>
            </a:extLst>
          </p:cNvPr>
          <p:cNvCxnSpPr>
            <a:cxnSpLocks/>
            <a:stCxn id="47" idx="0"/>
            <a:endCxn id="31" idx="5"/>
          </p:cNvCxnSpPr>
          <p:nvPr/>
        </p:nvCxnSpPr>
        <p:spPr>
          <a:xfrm flipH="1" flipV="1">
            <a:off x="4244829" y="2221364"/>
            <a:ext cx="402899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椭圆 112">
            <a:extLst>
              <a:ext uri="{FF2B5EF4-FFF2-40B4-BE49-F238E27FC236}">
                <a16:creationId xmlns:a16="http://schemas.microsoft.com/office/drawing/2014/main" id="{E156A79B-1F24-4BB0-54F1-D4A691B4BFBA}"/>
              </a:ext>
            </a:extLst>
          </p:cNvPr>
          <p:cNvSpPr/>
          <p:nvPr/>
        </p:nvSpPr>
        <p:spPr>
          <a:xfrm>
            <a:off x="394109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5A17FC59-ECAA-2D27-7841-B76D54B25043}"/>
              </a:ext>
            </a:extLst>
          </p:cNvPr>
          <p:cNvCxnSpPr>
            <a:cxnSpLocks/>
            <a:stCxn id="113" idx="0"/>
            <a:endCxn id="45" idx="4"/>
          </p:cNvCxnSpPr>
          <p:nvPr/>
        </p:nvCxnSpPr>
        <p:spPr>
          <a:xfrm flipV="1">
            <a:off x="4119016" y="3026224"/>
            <a:ext cx="1" cy="2220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CFCF3C51-7F00-266B-7C5B-6D17C54E33DF}"/>
              </a:ext>
            </a:extLst>
          </p:cNvPr>
          <p:cNvSpPr/>
          <p:nvPr/>
        </p:nvSpPr>
        <p:spPr>
          <a:xfrm>
            <a:off x="5922002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5BD41A2C-8F96-E0AE-A5CF-E26932A0A415}"/>
              </a:ext>
            </a:extLst>
          </p:cNvPr>
          <p:cNvSpPr/>
          <p:nvPr/>
        </p:nvSpPr>
        <p:spPr>
          <a:xfrm>
            <a:off x="7919887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C8FF423-C6AB-C41B-2A72-3D065F9F9B8B}"/>
              </a:ext>
            </a:extLst>
          </p:cNvPr>
          <p:cNvCxnSpPr>
            <a:cxnSpLocks/>
            <a:stCxn id="4" idx="5"/>
            <a:endCxn id="27" idx="1"/>
          </p:cNvCxnSpPr>
          <p:nvPr/>
        </p:nvCxnSpPr>
        <p:spPr>
          <a:xfrm>
            <a:off x="5770962" y="704156"/>
            <a:ext cx="2556889" cy="5219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0AB175-448F-BD6E-D93C-3B186D551F7A}"/>
              </a:ext>
            </a:extLst>
          </p:cNvPr>
          <p:cNvCxnSpPr>
            <a:cxnSpLocks/>
            <a:stCxn id="41" idx="7"/>
            <a:endCxn id="27" idx="3"/>
          </p:cNvCxnSpPr>
          <p:nvPr/>
        </p:nvCxnSpPr>
        <p:spPr>
          <a:xfrm flipV="1">
            <a:off x="7286222" y="1481659"/>
            <a:ext cx="1041629" cy="484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AAA1B9F5-6F37-825E-D47D-0BD42C946473}"/>
              </a:ext>
            </a:extLst>
          </p:cNvPr>
          <p:cNvCxnSpPr>
            <a:cxnSpLocks/>
            <a:stCxn id="118" idx="7"/>
            <a:endCxn id="41" idx="3"/>
          </p:cNvCxnSpPr>
          <p:nvPr/>
        </p:nvCxnSpPr>
        <p:spPr>
          <a:xfrm flipV="1">
            <a:off x="6225740" y="2221364"/>
            <a:ext cx="808858" cy="4747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F867B51A-4A1A-348F-9939-FC50B9DFC0E9}"/>
              </a:ext>
            </a:extLst>
          </p:cNvPr>
          <p:cNvSpPr/>
          <p:nvPr/>
        </p:nvSpPr>
        <p:spPr>
          <a:xfrm>
            <a:off x="5415111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DA06A7A9-2F87-2516-0E0E-5643AED2ED3B}"/>
              </a:ext>
            </a:extLst>
          </p:cNvPr>
          <p:cNvSpPr/>
          <p:nvPr/>
        </p:nvSpPr>
        <p:spPr>
          <a:xfrm>
            <a:off x="6336697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2079DEAE-C6AA-6E8B-5ED8-705ACDA3F61B}"/>
              </a:ext>
            </a:extLst>
          </p:cNvPr>
          <p:cNvSpPr/>
          <p:nvPr/>
        </p:nvSpPr>
        <p:spPr>
          <a:xfrm>
            <a:off x="5415110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5B6AE278-2349-8A48-3ABD-25C426635B44}"/>
              </a:ext>
            </a:extLst>
          </p:cNvPr>
          <p:cNvCxnSpPr>
            <a:cxnSpLocks/>
            <a:stCxn id="131" idx="0"/>
            <a:endCxn id="118" idx="3"/>
          </p:cNvCxnSpPr>
          <p:nvPr/>
        </p:nvCxnSpPr>
        <p:spPr>
          <a:xfrm flipV="1">
            <a:off x="5593037" y="2951676"/>
            <a:ext cx="381078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C2E4B8E-5BBA-6C32-8236-49EF596ADC74}"/>
              </a:ext>
            </a:extLst>
          </p:cNvPr>
          <p:cNvCxnSpPr>
            <a:cxnSpLocks/>
            <a:stCxn id="118" idx="5"/>
            <a:endCxn id="133" idx="0"/>
          </p:cNvCxnSpPr>
          <p:nvPr/>
        </p:nvCxnSpPr>
        <p:spPr>
          <a:xfrm>
            <a:off x="6225740" y="2951676"/>
            <a:ext cx="288883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5B17794-D872-53F4-D0C8-407726D56A8C}"/>
              </a:ext>
            </a:extLst>
          </p:cNvPr>
          <p:cNvCxnSpPr>
            <a:cxnSpLocks/>
            <a:stCxn id="131" idx="4"/>
            <a:endCxn id="135" idx="0"/>
          </p:cNvCxnSpPr>
          <p:nvPr/>
        </p:nvCxnSpPr>
        <p:spPr>
          <a:xfrm flipH="1">
            <a:off x="5593036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712BAA2B-3955-3A69-A4EF-1E323B4D91D6}"/>
              </a:ext>
            </a:extLst>
          </p:cNvPr>
          <p:cNvCxnSpPr>
            <a:cxnSpLocks/>
            <a:stCxn id="120" idx="0"/>
            <a:endCxn id="41" idx="5"/>
          </p:cNvCxnSpPr>
          <p:nvPr/>
        </p:nvCxnSpPr>
        <p:spPr>
          <a:xfrm flipH="1" flipV="1">
            <a:off x="7286222" y="2221364"/>
            <a:ext cx="811591" cy="4218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A4647824-7573-38AB-AB13-BDCA8F12F775}"/>
              </a:ext>
            </a:extLst>
          </p:cNvPr>
          <p:cNvSpPr/>
          <p:nvPr/>
        </p:nvSpPr>
        <p:spPr>
          <a:xfrm>
            <a:off x="7338335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85073FFD-28CF-BE36-F2C5-B36727C49320}"/>
              </a:ext>
            </a:extLst>
          </p:cNvPr>
          <p:cNvSpPr/>
          <p:nvPr/>
        </p:nvSpPr>
        <p:spPr>
          <a:xfrm>
            <a:off x="851341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09B10FE0-90BF-6BCE-17EF-CB1CFFA68741}"/>
              </a:ext>
            </a:extLst>
          </p:cNvPr>
          <p:cNvSpPr/>
          <p:nvPr/>
        </p:nvSpPr>
        <p:spPr>
          <a:xfrm>
            <a:off x="7338335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82024064-A1FD-36C6-4F51-F67737635E87}"/>
              </a:ext>
            </a:extLst>
          </p:cNvPr>
          <p:cNvCxnSpPr>
            <a:cxnSpLocks/>
            <a:stCxn id="120" idx="3"/>
            <a:endCxn id="149" idx="0"/>
          </p:cNvCxnSpPr>
          <p:nvPr/>
        </p:nvCxnSpPr>
        <p:spPr>
          <a:xfrm flipH="1">
            <a:off x="7516261" y="2951676"/>
            <a:ext cx="455739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254BEE41-FE46-C893-B596-402C0E46E0B7}"/>
              </a:ext>
            </a:extLst>
          </p:cNvPr>
          <p:cNvCxnSpPr>
            <a:cxnSpLocks/>
            <a:stCxn id="120" idx="5"/>
            <a:endCxn id="151" idx="0"/>
          </p:cNvCxnSpPr>
          <p:nvPr/>
        </p:nvCxnSpPr>
        <p:spPr>
          <a:xfrm>
            <a:off x="8223625" y="2951676"/>
            <a:ext cx="467711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4CCA40DE-64E9-4E39-2E0F-F0FAE1F6CBE1}"/>
              </a:ext>
            </a:extLst>
          </p:cNvPr>
          <p:cNvCxnSpPr>
            <a:cxnSpLocks/>
            <a:stCxn id="149" idx="4"/>
            <a:endCxn id="153" idx="0"/>
          </p:cNvCxnSpPr>
          <p:nvPr/>
        </p:nvCxnSpPr>
        <p:spPr>
          <a:xfrm>
            <a:off x="7516261" y="3609704"/>
            <a:ext cx="0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椭圆 165">
            <a:extLst>
              <a:ext uri="{FF2B5EF4-FFF2-40B4-BE49-F238E27FC236}">
                <a16:creationId xmlns:a16="http://schemas.microsoft.com/office/drawing/2014/main" id="{12CCF921-2383-5A85-628B-02DA4479DBAB}"/>
              </a:ext>
            </a:extLst>
          </p:cNvPr>
          <p:cNvSpPr/>
          <p:nvPr/>
        </p:nvSpPr>
        <p:spPr>
          <a:xfrm>
            <a:off x="9585060" y="26431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7BF20A23-F4A7-3EC2-D571-BEEF95F78457}"/>
              </a:ext>
            </a:extLst>
          </p:cNvPr>
          <p:cNvSpPr/>
          <p:nvPr/>
        </p:nvSpPr>
        <p:spPr>
          <a:xfrm>
            <a:off x="10486730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53C90FD2-44FC-337B-7DD5-C1171DA3D4AD}"/>
              </a:ext>
            </a:extLst>
          </p:cNvPr>
          <p:cNvSpPr/>
          <p:nvPr/>
        </p:nvSpPr>
        <p:spPr>
          <a:xfrm>
            <a:off x="1143119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09F2F940-C655-38B0-60E4-96839C337D3A}"/>
              </a:ext>
            </a:extLst>
          </p:cNvPr>
          <p:cNvSpPr/>
          <p:nvPr/>
        </p:nvSpPr>
        <p:spPr>
          <a:xfrm>
            <a:off x="958505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4" name="椭圆 173">
            <a:extLst>
              <a:ext uri="{FF2B5EF4-FFF2-40B4-BE49-F238E27FC236}">
                <a16:creationId xmlns:a16="http://schemas.microsoft.com/office/drawing/2014/main" id="{12C53CC3-C75D-C35D-BCB4-EF2E02054DDF}"/>
              </a:ext>
            </a:extLst>
          </p:cNvPr>
          <p:cNvSpPr/>
          <p:nvPr/>
        </p:nvSpPr>
        <p:spPr>
          <a:xfrm>
            <a:off x="9585058" y="39254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754C6BB-CD90-5B36-748B-49BF11F022A1}"/>
              </a:ext>
            </a:extLst>
          </p:cNvPr>
          <p:cNvCxnSpPr>
            <a:cxnSpLocks/>
            <a:stCxn id="33" idx="1"/>
            <a:endCxn id="27" idx="5"/>
          </p:cNvCxnSpPr>
          <p:nvPr/>
        </p:nvCxnSpPr>
        <p:spPr>
          <a:xfrm flipH="1" flipV="1">
            <a:off x="8579476" y="1481659"/>
            <a:ext cx="1959367" cy="5053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2E567BDB-B217-7E95-65ED-280FDA8DACB3}"/>
              </a:ext>
            </a:extLst>
          </p:cNvPr>
          <p:cNvCxnSpPr>
            <a:cxnSpLocks/>
            <a:stCxn id="33" idx="3"/>
            <a:endCxn id="166" idx="7"/>
          </p:cNvCxnSpPr>
          <p:nvPr/>
        </p:nvCxnSpPr>
        <p:spPr>
          <a:xfrm flipH="1">
            <a:off x="9888797" y="2242539"/>
            <a:ext cx="650046" cy="4535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FF63EB00-D277-0D5E-7AB0-CBC64960A705}"/>
              </a:ext>
            </a:extLst>
          </p:cNvPr>
          <p:cNvCxnSpPr>
            <a:cxnSpLocks/>
            <a:stCxn id="166" idx="4"/>
            <a:endCxn id="172" idx="0"/>
          </p:cNvCxnSpPr>
          <p:nvPr/>
        </p:nvCxnSpPr>
        <p:spPr>
          <a:xfrm>
            <a:off x="9762985" y="3004603"/>
            <a:ext cx="0" cy="243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CDC67B3F-0F25-5505-4356-230DFA44DAF7}"/>
              </a:ext>
            </a:extLst>
          </p:cNvPr>
          <p:cNvCxnSpPr>
            <a:cxnSpLocks/>
            <a:stCxn id="172" idx="4"/>
            <a:endCxn id="174" idx="0"/>
          </p:cNvCxnSpPr>
          <p:nvPr/>
        </p:nvCxnSpPr>
        <p:spPr>
          <a:xfrm flipH="1">
            <a:off x="9762984" y="3609704"/>
            <a:ext cx="1" cy="315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2F3B9914-B28C-B669-D318-7B1E5BCDCA61}"/>
              </a:ext>
            </a:extLst>
          </p:cNvPr>
          <p:cNvCxnSpPr>
            <a:cxnSpLocks/>
            <a:stCxn id="33" idx="4"/>
            <a:endCxn id="168" idx="0"/>
          </p:cNvCxnSpPr>
          <p:nvPr/>
        </p:nvCxnSpPr>
        <p:spPr>
          <a:xfrm>
            <a:off x="10664656" y="2295466"/>
            <a:ext cx="0" cy="3477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581BDF6-FC85-A79D-B51E-CA2C5EB4BAB2}"/>
              </a:ext>
            </a:extLst>
          </p:cNvPr>
          <p:cNvCxnSpPr>
            <a:cxnSpLocks/>
            <a:stCxn id="33" idx="5"/>
            <a:endCxn id="170" idx="1"/>
          </p:cNvCxnSpPr>
          <p:nvPr/>
        </p:nvCxnSpPr>
        <p:spPr>
          <a:xfrm>
            <a:off x="10790468" y="2242539"/>
            <a:ext cx="692839" cy="4752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椭圆 194">
            <a:extLst>
              <a:ext uri="{FF2B5EF4-FFF2-40B4-BE49-F238E27FC236}">
                <a16:creationId xmlns:a16="http://schemas.microsoft.com/office/drawing/2014/main" id="{337C0E02-446C-2F6E-8BA2-08950B9CD7B4}"/>
              </a:ext>
            </a:extLst>
          </p:cNvPr>
          <p:cNvSpPr/>
          <p:nvPr/>
        </p:nvSpPr>
        <p:spPr>
          <a:xfrm>
            <a:off x="10219793" y="324829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914406A7-AC0B-9945-6CE6-516174F1BE70}"/>
              </a:ext>
            </a:extLst>
          </p:cNvPr>
          <p:cNvSpPr/>
          <p:nvPr/>
        </p:nvSpPr>
        <p:spPr>
          <a:xfrm>
            <a:off x="1074804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C81E62FB-E72C-3661-A6FA-DA0B741B9A4C}"/>
              </a:ext>
            </a:extLst>
          </p:cNvPr>
          <p:cNvCxnSpPr>
            <a:cxnSpLocks/>
            <a:stCxn id="195" idx="0"/>
            <a:endCxn id="168" idx="3"/>
          </p:cNvCxnSpPr>
          <p:nvPr/>
        </p:nvCxnSpPr>
        <p:spPr>
          <a:xfrm flipV="1">
            <a:off x="10397718" y="2951676"/>
            <a:ext cx="141125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FD1E42ED-4FAE-5AED-7A3E-CA3C48B4A9BE}"/>
              </a:ext>
            </a:extLst>
          </p:cNvPr>
          <p:cNvCxnSpPr>
            <a:cxnSpLocks/>
            <a:stCxn id="200" idx="0"/>
            <a:endCxn id="168" idx="5"/>
          </p:cNvCxnSpPr>
          <p:nvPr/>
        </p:nvCxnSpPr>
        <p:spPr>
          <a:xfrm flipH="1" flipV="1">
            <a:off x="10790468" y="2951676"/>
            <a:ext cx="135507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9FBE32CA-8FB2-2040-A726-A9CA89A5DE0C}"/>
              </a:ext>
            </a:extLst>
          </p:cNvPr>
          <p:cNvSpPr txBox="1"/>
          <p:nvPr/>
        </p:nvSpPr>
        <p:spPr>
          <a:xfrm>
            <a:off x="331736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ABCEDF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B736CEEE-BDA9-E43F-BC82-0C904112FE8A}"/>
              </a:ext>
            </a:extLst>
          </p:cNvPr>
          <p:cNvSpPr txBox="1"/>
          <p:nvPr/>
        </p:nvSpPr>
        <p:spPr>
          <a:xfrm>
            <a:off x="2153810" y="3721682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ABDEF</a:t>
            </a:r>
            <a:endParaRPr lang="zh-CN" altLang="en-US" sz="16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677E7516-23BC-E555-30CC-1E224CDDF67C}"/>
              </a:ext>
            </a:extLst>
          </p:cNvPr>
          <p:cNvSpPr txBox="1"/>
          <p:nvPr/>
        </p:nvSpPr>
        <p:spPr>
          <a:xfrm>
            <a:off x="2747170" y="3009265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ABDF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A7B5067-09A5-B79B-5D26-62B18259094E}"/>
              </a:ext>
            </a:extLst>
          </p:cNvPr>
          <p:cNvSpPr txBox="1"/>
          <p:nvPr/>
        </p:nvSpPr>
        <p:spPr>
          <a:xfrm>
            <a:off x="3690106" y="3659099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ABEDF</a:t>
            </a:r>
            <a:endParaRPr lang="zh-CN" altLang="en-US" sz="160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F0B5F6D3-5FA9-A8CD-241E-0A5591E35FB2}"/>
              </a:ext>
            </a:extLst>
          </p:cNvPr>
          <p:cNvSpPr txBox="1"/>
          <p:nvPr/>
        </p:nvSpPr>
        <p:spPr>
          <a:xfrm>
            <a:off x="4321634" y="3004603"/>
            <a:ext cx="6303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ABEF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9A9A761-2D17-10DA-3317-50F86EC786D9}"/>
              </a:ext>
            </a:extLst>
          </p:cNvPr>
          <p:cNvSpPr txBox="1"/>
          <p:nvPr/>
        </p:nvSpPr>
        <p:spPr>
          <a:xfrm>
            <a:off x="5108229" y="436084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ACBDEF</a:t>
            </a:r>
            <a:endParaRPr lang="zh-CN" altLang="en-US" sz="160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6F48A241-36DA-9C71-1292-01EADCD596E2}"/>
              </a:ext>
            </a:extLst>
          </p:cNvPr>
          <p:cNvSpPr txBox="1"/>
          <p:nvPr/>
        </p:nvSpPr>
        <p:spPr>
          <a:xfrm>
            <a:off x="6160414" y="3631193"/>
            <a:ext cx="7954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ACBDF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E220C30-060F-44B6-B7BC-AA3C117A3E7F}"/>
              </a:ext>
            </a:extLst>
          </p:cNvPr>
          <p:cNvSpPr txBox="1"/>
          <p:nvPr/>
        </p:nvSpPr>
        <p:spPr>
          <a:xfrm>
            <a:off x="7120252" y="431111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ACBEDF</a:t>
            </a:r>
            <a:endParaRPr lang="zh-CN" altLang="en-US" sz="160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59F6B9D-3CC0-C697-7F52-1084F5277674}"/>
              </a:ext>
            </a:extLst>
          </p:cNvPr>
          <p:cNvSpPr txBox="1"/>
          <p:nvPr/>
        </p:nvSpPr>
        <p:spPr>
          <a:xfrm>
            <a:off x="8301736" y="3609704"/>
            <a:ext cx="7569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ACBEF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FAAC359F-4CA7-C181-914B-58383028DF0F}"/>
              </a:ext>
            </a:extLst>
          </p:cNvPr>
          <p:cNvSpPr txBox="1"/>
          <p:nvPr/>
        </p:nvSpPr>
        <p:spPr>
          <a:xfrm>
            <a:off x="9342542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ACEBDF</a:t>
            </a:r>
            <a:endParaRPr lang="zh-CN" altLang="en-US" sz="1600"/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0CA9AF31-72FF-976F-5295-C1E8D17AE2C5}"/>
              </a:ext>
            </a:extLst>
          </p:cNvPr>
          <p:cNvSpPr txBox="1"/>
          <p:nvPr/>
        </p:nvSpPr>
        <p:spPr>
          <a:xfrm>
            <a:off x="10486730" y="368093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ACEDBF</a:t>
            </a:r>
            <a:endParaRPr lang="zh-CN" altLang="en-US" sz="160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F4550D5E-3CB4-7D5E-F3DC-BA3D8EBFE0D4}"/>
              </a:ext>
            </a:extLst>
          </p:cNvPr>
          <p:cNvSpPr txBox="1"/>
          <p:nvPr/>
        </p:nvSpPr>
        <p:spPr>
          <a:xfrm>
            <a:off x="11287544" y="3022262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5913D03C-3FEA-E993-C05A-6FF429380F46}"/>
              </a:ext>
            </a:extLst>
          </p:cNvPr>
          <p:cNvSpPr txBox="1"/>
          <p:nvPr/>
        </p:nvSpPr>
        <p:spPr>
          <a:xfrm>
            <a:off x="1092857" y="3648034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20" name="椭圆 219">
            <a:extLst>
              <a:ext uri="{FF2B5EF4-FFF2-40B4-BE49-F238E27FC236}">
                <a16:creationId xmlns:a16="http://schemas.microsoft.com/office/drawing/2014/main" id="{A2033334-0D9C-7F13-D29A-ABC6A4A63ECB}"/>
              </a:ext>
            </a:extLst>
          </p:cNvPr>
          <p:cNvSpPr/>
          <p:nvPr/>
        </p:nvSpPr>
        <p:spPr>
          <a:xfrm>
            <a:off x="2466227" y="564531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096ADFF6-C7D6-E311-3617-7003384EEC05}"/>
              </a:ext>
            </a:extLst>
          </p:cNvPr>
          <p:cNvSpPr/>
          <p:nvPr/>
        </p:nvSpPr>
        <p:spPr>
          <a:xfrm>
            <a:off x="3232764" y="51452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22" name="椭圆 221">
            <a:extLst>
              <a:ext uri="{FF2B5EF4-FFF2-40B4-BE49-F238E27FC236}">
                <a16:creationId xmlns:a16="http://schemas.microsoft.com/office/drawing/2014/main" id="{4D5610CC-F4B8-CA6F-6AC3-6C86732B8342}"/>
              </a:ext>
            </a:extLst>
          </p:cNvPr>
          <p:cNvSpPr/>
          <p:nvPr/>
        </p:nvSpPr>
        <p:spPr>
          <a:xfrm>
            <a:off x="3232763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B50A74DE-D670-EA82-10B5-8657AE13BC73}"/>
              </a:ext>
            </a:extLst>
          </p:cNvPr>
          <p:cNvSpPr/>
          <p:nvPr/>
        </p:nvSpPr>
        <p:spPr>
          <a:xfrm>
            <a:off x="4134435" y="51452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24" name="椭圆 223">
            <a:extLst>
              <a:ext uri="{FF2B5EF4-FFF2-40B4-BE49-F238E27FC236}">
                <a16:creationId xmlns:a16="http://schemas.microsoft.com/office/drawing/2014/main" id="{80C975F9-FCDC-2C43-57F2-83FAE914D7D6}"/>
              </a:ext>
            </a:extLst>
          </p:cNvPr>
          <p:cNvSpPr/>
          <p:nvPr/>
        </p:nvSpPr>
        <p:spPr>
          <a:xfrm>
            <a:off x="4134434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C852BA5D-26F8-3854-3783-14049D98AE10}"/>
              </a:ext>
            </a:extLst>
          </p:cNvPr>
          <p:cNvSpPr/>
          <p:nvPr/>
        </p:nvSpPr>
        <p:spPr>
          <a:xfrm>
            <a:off x="4900973" y="5645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03941B5D-A842-31B8-9603-5B26DACE2083}"/>
              </a:ext>
            </a:extLst>
          </p:cNvPr>
          <p:cNvCxnSpPr>
            <a:cxnSpLocks/>
            <a:stCxn id="220" idx="7"/>
            <a:endCxn id="221" idx="2"/>
          </p:cNvCxnSpPr>
          <p:nvPr/>
        </p:nvCxnSpPr>
        <p:spPr>
          <a:xfrm flipV="1">
            <a:off x="2769964" y="5325986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0621D681-AAFC-3AF6-8BAC-B6C3E6419B2D}"/>
              </a:ext>
            </a:extLst>
          </p:cNvPr>
          <p:cNvCxnSpPr>
            <a:cxnSpLocks/>
            <a:stCxn id="223" idx="2"/>
            <a:endCxn id="221" idx="6"/>
          </p:cNvCxnSpPr>
          <p:nvPr/>
        </p:nvCxnSpPr>
        <p:spPr>
          <a:xfrm flipH="1" flipV="1">
            <a:off x="3588614" y="5325986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92F36E22-584D-A849-36E2-6047702FE4D0}"/>
              </a:ext>
            </a:extLst>
          </p:cNvPr>
          <p:cNvCxnSpPr>
            <a:cxnSpLocks/>
            <a:stCxn id="220" idx="5"/>
            <a:endCxn id="222" idx="2"/>
          </p:cNvCxnSpPr>
          <p:nvPr/>
        </p:nvCxnSpPr>
        <p:spPr>
          <a:xfrm>
            <a:off x="2769964" y="5953791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1652E520-DF4F-605C-2F28-B5D726082D4A}"/>
              </a:ext>
            </a:extLst>
          </p:cNvPr>
          <p:cNvCxnSpPr>
            <a:cxnSpLocks/>
            <a:stCxn id="222" idx="6"/>
            <a:endCxn id="224" idx="2"/>
          </p:cNvCxnSpPr>
          <p:nvPr/>
        </p:nvCxnSpPr>
        <p:spPr>
          <a:xfrm>
            <a:off x="3588614" y="6326042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C7F15B7-893D-B0F5-11D2-980EE9B7DBA5}"/>
              </a:ext>
            </a:extLst>
          </p:cNvPr>
          <p:cNvCxnSpPr>
            <a:cxnSpLocks/>
            <a:stCxn id="224" idx="6"/>
            <a:endCxn id="225" idx="3"/>
          </p:cNvCxnSpPr>
          <p:nvPr/>
        </p:nvCxnSpPr>
        <p:spPr>
          <a:xfrm flipV="1">
            <a:off x="4490285" y="5953791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F423EDE-012B-5290-BF52-E8EB9487DBE7}"/>
              </a:ext>
            </a:extLst>
          </p:cNvPr>
          <p:cNvCxnSpPr>
            <a:cxnSpLocks/>
            <a:stCxn id="225" idx="1"/>
            <a:endCxn id="223" idx="6"/>
          </p:cNvCxnSpPr>
          <p:nvPr/>
        </p:nvCxnSpPr>
        <p:spPr>
          <a:xfrm flipH="1" flipV="1">
            <a:off x="4490286" y="5325987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8047671F-75FB-CEDF-B180-6646FEA39527}"/>
              </a:ext>
            </a:extLst>
          </p:cNvPr>
          <p:cNvCxnSpPr>
            <a:cxnSpLocks/>
            <a:stCxn id="222" idx="0"/>
            <a:endCxn id="221" idx="4"/>
          </p:cNvCxnSpPr>
          <p:nvPr/>
        </p:nvCxnSpPr>
        <p:spPr>
          <a:xfrm flipV="1">
            <a:off x="3410689" y="5506690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70316AD-747A-B74A-13A5-232EDD868460}"/>
              </a:ext>
            </a:extLst>
          </p:cNvPr>
          <p:cNvCxnSpPr>
            <a:cxnSpLocks/>
            <a:stCxn id="224" idx="0"/>
            <a:endCxn id="223" idx="4"/>
          </p:cNvCxnSpPr>
          <p:nvPr/>
        </p:nvCxnSpPr>
        <p:spPr>
          <a:xfrm flipV="1">
            <a:off x="4312360" y="5506691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EDE27B7C-EE9D-0869-8070-4A8069FE63B1}"/>
              </a:ext>
            </a:extLst>
          </p:cNvPr>
          <p:cNvCxnSpPr>
            <a:cxnSpLocks/>
            <a:stCxn id="224" idx="1"/>
            <a:endCxn id="221" idx="5"/>
          </p:cNvCxnSpPr>
          <p:nvPr/>
        </p:nvCxnSpPr>
        <p:spPr>
          <a:xfrm flipH="1" flipV="1">
            <a:off x="3536501" y="5453763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5" name="文本框 234">
            <a:extLst>
              <a:ext uri="{FF2B5EF4-FFF2-40B4-BE49-F238E27FC236}">
                <a16:creationId xmlns:a16="http://schemas.microsoft.com/office/drawing/2014/main" id="{6A6AB774-F942-9C97-3760-CC490E503B04}"/>
              </a:ext>
            </a:extLst>
          </p:cNvPr>
          <p:cNvSpPr txBox="1"/>
          <p:nvPr/>
        </p:nvSpPr>
        <p:spPr>
          <a:xfrm>
            <a:off x="2801855" y="52214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6509A3E3-95CA-F2BB-DD37-DA5E3BA09179}"/>
              </a:ext>
            </a:extLst>
          </p:cNvPr>
          <p:cNvSpPr txBox="1"/>
          <p:nvPr/>
        </p:nvSpPr>
        <p:spPr>
          <a:xfrm>
            <a:off x="2769962" y="607784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4FC55718-2DA8-59D4-35EA-112D43B7116D}"/>
              </a:ext>
            </a:extLst>
          </p:cNvPr>
          <p:cNvSpPr txBox="1"/>
          <p:nvPr/>
        </p:nvSpPr>
        <p:spPr>
          <a:xfrm>
            <a:off x="3149636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8F166E0D-3E19-6C61-4EAE-FA08BFB3330D}"/>
              </a:ext>
            </a:extLst>
          </p:cNvPr>
          <p:cNvSpPr txBox="1"/>
          <p:nvPr/>
        </p:nvSpPr>
        <p:spPr>
          <a:xfrm>
            <a:off x="3661229" y="49919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B82CDAF6-29DA-D2DC-81FD-465B73C336EB}"/>
              </a:ext>
            </a:extLst>
          </p:cNvPr>
          <p:cNvSpPr txBox="1"/>
          <p:nvPr/>
        </p:nvSpPr>
        <p:spPr>
          <a:xfrm>
            <a:off x="3620507" y="56823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C894A8EF-E965-D47F-C3BE-C468AC51FF28}"/>
              </a:ext>
            </a:extLst>
          </p:cNvPr>
          <p:cNvSpPr txBox="1"/>
          <p:nvPr/>
        </p:nvSpPr>
        <p:spPr>
          <a:xfrm>
            <a:off x="4090499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BA53D84A-58A9-26AD-81A2-F5DBE3B00A9A}"/>
              </a:ext>
            </a:extLst>
          </p:cNvPr>
          <p:cNvSpPr txBox="1"/>
          <p:nvPr/>
        </p:nvSpPr>
        <p:spPr>
          <a:xfrm>
            <a:off x="4676873" y="52524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B8FCF153-09EA-CD94-F5C0-9998E4BC7BFF}"/>
              </a:ext>
            </a:extLst>
          </p:cNvPr>
          <p:cNvSpPr txBox="1"/>
          <p:nvPr/>
        </p:nvSpPr>
        <p:spPr>
          <a:xfrm>
            <a:off x="3708277" y="63215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E69A317-2E0E-B1E2-51B4-F032894E60DD}"/>
              </a:ext>
            </a:extLst>
          </p:cNvPr>
          <p:cNvSpPr txBox="1"/>
          <p:nvPr/>
        </p:nvSpPr>
        <p:spPr>
          <a:xfrm>
            <a:off x="4676873" y="6115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9B0F495-AD9D-3A42-6D7A-278114D56E73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69393E3-FF2B-B291-E0C6-C8FF2777E92C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9C51574-6A05-DAD8-383B-525866E9CCE1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27E3A98-BA69-B7A8-5AE4-2BCDB65EE86D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BA420B3F-BDF3-B91A-D984-57E60F93983B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6FEDE69-7FC2-3971-3B16-0CED0D3A093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164D8D-B2B3-688A-4556-243159F5890C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6A3FA-F91F-1486-A549-90DB609530E5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B2C3E82-0DD9-C37D-887C-0BE62618DC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A151E4D-33C4-0B8B-633A-AF09CB287E2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1039B64-0D57-10E9-A75F-EF0DC191D030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3D9F1E-891E-26DB-F99D-A4B75907F70F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AB38F3A-A459-9301-E1F2-EC331049A154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D948956-C5B6-303B-624C-072DA6042A1D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9C12E7F-36E4-DD9A-49DF-1810FEAB34B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0058D59-20A7-CB85-3E1A-3C7D4A6FB471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3AA8978-C730-1745-F4A5-D06C6F071357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063000-CD6F-D06F-D5DE-0805BD8A9F68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1D277B5-2964-7603-3A6B-44784C04632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A8D62C6-A3ED-01ED-4F75-D445424B4C39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F72F649-70E4-F194-5E86-288D70AD6D4C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C7A67E2-3B65-73C8-B5EC-C8B7A91927FC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6BF8224-0519-7B06-17D8-5BFE6DBB52B6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ACC42FF-511A-E9E3-9493-2F5F677BA528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F4F115B1-44B4-1147-DA6A-2270867E8AA8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B9DF07C-5AD0-26CF-1507-549E3F3072F4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E4C29A0-A758-A743-FB98-322A1019B23B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76D249-BBF5-7D1F-52A0-890C0C2F5B1D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4BAF762-245F-B570-8ED6-C4E9B7E43756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FF59E27-27F2-70E7-37FB-9A1EA27315F4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48935F-ED0C-C120-549F-3A80DD99B8B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A12D3E19-88EF-1428-47A3-B7B07247E84C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D9FE0165-8C7D-626A-8928-736FF784041B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E75EB59-C693-3248-9270-4FB8BDBACB20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F402646-79EF-3FB6-F71C-CE486ECD00C7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3271135-695F-4753-2A73-9816C8A34A5D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6582506-1DB7-D137-58D1-81A90B637E6C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1FB597CB-C7A1-BDF3-0963-BA50A6B5FC6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C2CD6DA-D0D1-41CA-FE86-5B4B449E7D74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6EB4269A-8E3C-0720-755C-95E7E2BDECD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4700160-0777-62A4-45B2-5DD785AF38E6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9F73195-2521-A036-E746-1B133F6C22B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2E8E7BA3-5457-9733-DA78-9A9C44214766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00521A4-87A8-2629-B832-302CB23E362A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3C932D-73EA-808B-500C-7041606E86D8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38F611F-A442-CA7F-9CE6-E103788ABD3E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8D217F0-2385-CE0B-A723-217C191EA4A9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C5C735E-307F-8DF4-11C4-3E5C240DAA3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720D9D10-50DF-1F25-A8BB-8BC8C14BB8D6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9CC94BD-385E-4BA1-5117-608D5A14010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6BB1FAD-C8A3-E012-848B-F2C23C087F2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62AE304A-0C19-A867-3C3E-A0651F2C570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F08567AA-B273-BA16-E84B-6A8E8159CA61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1875094-4B2C-17CB-3A48-143D886D86DF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525DC040-2CD7-520B-F57A-64B7AAC9728C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AFE8BEC6-865F-2D19-76D0-C2B088A43B62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D0BC442-11B8-DB03-FBF8-6CE1F4C902D7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A0E9FD5-65C4-34CC-124E-16FCFD652DD4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1BDAE432-CF29-979F-1130-F98DA3AE04FD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4857614-507F-C861-9238-B18497BC465D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A2C4FE26-8034-1559-D71A-753B8ACBDFC1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4238AD7B-AC9E-586B-6053-D5085361AF4F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99F66062-437B-B0DE-991B-104C9E79F29B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7DC45E48-A2FD-6969-DE58-CD01AFA4006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73CF193-5090-AD11-8080-B2D5EDD64929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F680A27-AB69-9B61-0C56-5817C300CF89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2DF96FA7-A2A0-4BE2-081A-219330F08B27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B25BEB65-7C6C-2746-43C7-F27C282214AD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0C483FCD-625E-AEBE-B240-071AD429EE70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41D9996-D883-5736-9205-8136B9B7425D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C4B203B2-CC4F-84D2-6967-D2318B1C6F8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513C2FC-252E-B71F-DEA0-9290319B4B9E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8C01DCC-E9C2-517F-C441-4978B01FEB13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8002460D-6B37-603D-692C-3D41D594D286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22B1045D-D6C6-CA89-773B-354D6FC38C6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D7C9CB3-A85B-4DC8-B2F1-6097EF9A555F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E8EC0D54-0A60-F7E5-AC69-D72C6C34D362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3B23EE5-9A33-C251-437E-24B80350933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8A34D8-B561-6827-D2D9-AF2BACB906D1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3DF3F9E-60B5-60D0-5F3F-036021BD78A8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9E8A39E-FE75-EF39-011C-285DEC9FDD68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FA209B5-ABC8-78BF-6B6E-6C58ADCD223F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AE8F19E9-5A89-3CF1-118B-9D8EAC78031A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D39D667A-99AB-0294-2468-CB2D82C71C48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CE3D79D-BA3D-6C91-2921-8FB3C4546B6C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1CCF7D-1447-9392-E7AA-65CF1B5F202C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2CF6BD7-1BDE-97BE-69AD-DEC73341C39A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3600F0E-1C46-1DAB-F03E-1A3BE9B362C1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56FEC18-F226-A9CE-A8BF-B3DBDBFCF67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E4992AD4-E3FD-A91D-09D1-E94B7BBF1D2B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8E18AC92-97AE-9208-0B75-F6E6BC77193B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5D1CF91-3954-74D8-1230-D2763EDFA17E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BEDA188-C4E0-BF0A-CAEE-8012AF555CD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BD788B1-08E8-8E5B-61BF-417FEC23CCEB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734938C6-C65E-A922-E72B-DC335810AD46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3E1B7AB-6000-7741-182D-5AF697272F1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287E5E5F-A0E1-99F2-FAFF-504843A81E0C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A5ED3362-26D0-47CF-2D63-88616DFAA91F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74C8C6C4-246E-19D5-318B-B0A513DFD7E7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BA8B1006-948F-BB11-3A78-A2C02312A86C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3B3BBF24-588D-DE69-AADA-170668109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491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04B9D1FB-6089-9A55-32DD-2E42AB6ABFC4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526AD08-7517-10B8-89F1-48E2BD9E15B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47605DCD-9379-88F8-4CF4-4EE7D728E6C0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39C59A62-9B7E-795F-02E3-48D047B2ADE5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715D9B-FF4A-651C-2D0A-929CE3CFF626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01C2C67C-597D-284D-5FAB-0E7F8F6BA2AF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4017</TotalTime>
  <Words>830</Words>
  <Application>Microsoft Office PowerPoint</Application>
  <PresentationFormat>宽屏</PresentationFormat>
  <Paragraphs>596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0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153</cp:revision>
  <dcterms:created xsi:type="dcterms:W3CDTF">2026-10-19T11:14:20Z</dcterms:created>
  <dcterms:modified xsi:type="dcterms:W3CDTF">2026-10-24T11:39:39Z</dcterms:modified>
</cp:coreProperties>
</file>