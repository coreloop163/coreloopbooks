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73" r:id="rId6"/>
    <p:sldId id="262" r:id="rId7"/>
    <p:sldId id="274" r:id="rId8"/>
    <p:sldId id="264" r:id="rId9"/>
    <p:sldId id="256" r:id="rId10"/>
    <p:sldId id="275" r:id="rId11"/>
    <p:sldId id="276" r:id="rId12"/>
    <p:sldId id="265" r:id="rId13"/>
    <p:sldId id="266" r:id="rId14"/>
    <p:sldId id="280" r:id="rId15"/>
    <p:sldId id="277" r:id="rId16"/>
    <p:sldId id="278" r:id="rId17"/>
    <p:sldId id="279" r:id="rId18"/>
    <p:sldId id="267" r:id="rId19"/>
    <p:sldId id="268" r:id="rId20"/>
    <p:sldId id="281" r:id="rId21"/>
    <p:sldId id="282" r:id="rId22"/>
    <p:sldId id="269" r:id="rId23"/>
    <p:sldId id="270" r:id="rId24"/>
    <p:sldId id="271" r:id="rId25"/>
    <p:sldId id="283" r:id="rId26"/>
    <p:sldId id="284" r:id="rId27"/>
    <p:sldId id="285" r:id="rId28"/>
    <p:sldId id="286" r:id="rId29"/>
    <p:sldId id="291" r:id="rId30"/>
    <p:sldId id="272" r:id="rId31"/>
    <p:sldId id="292" r:id="rId32"/>
    <p:sldId id="287" r:id="rId33"/>
    <p:sldId id="288" r:id="rId34"/>
    <p:sldId id="290" r:id="rId35"/>
    <p:sldId id="297" r:id="rId36"/>
    <p:sldId id="295" r:id="rId37"/>
    <p:sldId id="298" r:id="rId38"/>
    <p:sldId id="299" r:id="rId39"/>
    <p:sldId id="296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263" r:id="rId5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59" autoAdjust="0"/>
    <p:restoredTop sz="94660"/>
  </p:normalViewPr>
  <p:slideViewPr>
    <p:cSldViewPr snapToGrid="0">
      <p:cViewPr varScale="1">
        <p:scale>
          <a:sx n="94" d="100"/>
          <a:sy n="94" d="100"/>
        </p:scale>
        <p:origin x="64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B84B0C-A279-BF27-3F6E-F7B0721C73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F2CBD5D-5D95-9771-C7B1-B11F26146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C4F4DE-AA49-C96A-2611-AA0473342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0189-6217-4F19-BF89-3F69E344DAC1}" type="datetimeFigureOut">
              <a:rPr lang="zh-CN" altLang="en-US" smtClean="0"/>
              <a:t>2026/10/30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386AFC-377D-8D2D-CB0C-1B616E57A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DFBD38-B79D-2C80-6EA3-4AE387957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CDA1-539B-4E7F-83FC-2B7BD1A368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61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536C17-81D8-D39C-2D25-724D55C2B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7DDBD7-6B99-EEEE-F98A-389981C8C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54F382-992C-5266-BFF3-ACA4434CA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0189-6217-4F19-BF89-3F69E344DAC1}" type="datetimeFigureOut">
              <a:rPr lang="zh-CN" altLang="en-US" smtClean="0"/>
              <a:t>2026/10/30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B1F95A-A8E7-0CE3-2F47-67336A40F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B0B25E-1693-1A2F-6828-D29C80210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CDA1-539B-4E7F-83FC-2B7BD1A368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794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183A8E-2225-6E83-8C1C-74B369DC6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DF7EEF-888D-2B57-B659-4A476D90E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8831A9-9DDB-15A7-C892-471DBC464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0189-6217-4F19-BF89-3F69E344DAC1}" type="datetimeFigureOut">
              <a:rPr lang="zh-CN" altLang="en-US" smtClean="0"/>
              <a:t>2026/10/30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1A828A-348E-82A8-1CC3-4CEEBF1C8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9935E1-680C-221A-7F20-A1B09EB1A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CDA1-539B-4E7F-83FC-2B7BD1A368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554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7DD516-6553-9202-53DA-ADFB96AF6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3C1C63-59D4-1A82-4D9D-B91094806E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969623-80DA-32B3-B4D1-EF057E36D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5D2C2E-75BC-A8B7-0CED-7D1D39C73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0189-6217-4F19-BF89-3F69E344DAC1}" type="datetimeFigureOut">
              <a:rPr lang="zh-CN" altLang="en-US" smtClean="0"/>
              <a:t>2026/10/30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5BF4C5-60AE-5D59-034B-C5B7E87BF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3AC2F2-D264-56CE-37F7-29B3F38D5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CDA1-539B-4E7F-83FC-2B7BD1A368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368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830033-5966-75CB-4F8F-D1BF0F91F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6E1CC9-2154-9346-6539-C4C16CE1C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97DDF3-3B3A-EB21-6C98-B2321EA7F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F2AE116-708D-C27B-8B72-EF2B20A517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0F6ACCA-68A6-6E40-648B-D38A6A7A9C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B83314F-DA69-FB34-EA5E-7983A0607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0189-6217-4F19-BF89-3F69E344DAC1}" type="datetimeFigureOut">
              <a:rPr lang="zh-CN" altLang="en-US" smtClean="0"/>
              <a:t>2026/10/30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375E30-85BD-50D6-4C11-E7C5A47E6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078BF80-E5AA-1662-4D79-D6C0A3BF8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CDA1-539B-4E7F-83FC-2B7BD1A368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088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DA95E1-1A11-FD6E-16B2-C78FD163E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2B35A8E-03C0-C0D6-2321-10DE0E581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0189-6217-4F19-BF89-3F69E344DAC1}" type="datetimeFigureOut">
              <a:rPr lang="zh-CN" altLang="en-US" smtClean="0"/>
              <a:t>2026/10/30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169AED-F4DA-5AAF-1458-16FA9C487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11AFD5-2E46-2A65-833D-0560FD457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CDA1-539B-4E7F-83FC-2B7BD1A368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382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C378326-3962-759A-2CCA-0B366E318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0189-6217-4F19-BF89-3F69E344DAC1}" type="datetimeFigureOut">
              <a:rPr lang="zh-CN" altLang="en-US" smtClean="0"/>
              <a:t>2026/10/30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FE690A9-B133-F9B6-AE90-168BAF202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91A994-A23F-6388-C2CC-DD0C1B00B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CDA1-539B-4E7F-83FC-2B7BD1A368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854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6A58DD-4ADC-1C0C-9AB0-5A8F5DF84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2BDD2C-855B-3722-6B10-6B93587FA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652B7D-8FA3-AEE7-6AD6-1D3440BA1C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6A4A4C-26EE-5B49-DF16-9FB0E7004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0189-6217-4F19-BF89-3F69E344DAC1}" type="datetimeFigureOut">
              <a:rPr lang="zh-CN" altLang="en-US" smtClean="0"/>
              <a:t>2026/10/30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DF7880-1163-4D92-45D9-5848B3CD3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7C444B-DFE4-9ED5-15A1-8A7E19721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CDA1-539B-4E7F-83FC-2B7BD1A368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659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AEB31-5834-5FB4-EE0C-D8CFB0601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FFF9ECE-6466-26E4-5123-54EEE6EF913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EB84907-45EF-FE92-AB9B-A7D3E4E86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4901EE-812F-D26A-13F8-F73CC176B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0189-6217-4F19-BF89-3F69E344DAC1}" type="datetimeFigureOut">
              <a:rPr lang="zh-CN" altLang="en-US" smtClean="0"/>
              <a:t>2026/10/30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52DE2E-735E-FB29-871D-AC32DDD48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7F5732-DD88-F4A6-C96D-17201A385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CDA1-539B-4E7F-83FC-2B7BD1A368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93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FD66C1-32F8-6EC5-31C1-268287807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0469A5-B8D4-DCBE-2E77-1B020701F9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9A9E42-EE72-3625-2D47-B579F954F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0189-6217-4F19-BF89-3F69E344DAC1}" type="datetimeFigureOut">
              <a:rPr lang="zh-CN" altLang="en-US" smtClean="0"/>
              <a:t>2026/10/30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F80F3F-95AD-C999-0763-05105F31F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6569B5-D03A-CB2D-6485-E644B12B2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CDA1-539B-4E7F-83FC-2B7BD1A368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931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A06F4E1-F968-386B-8EC6-114BE3DA4E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C8057A-09D1-89F0-C550-EB1A721088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5FD2EB-8866-6714-E23E-B3C214713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0189-6217-4F19-BF89-3F69E344DAC1}" type="datetimeFigureOut">
              <a:rPr lang="zh-CN" altLang="en-US" smtClean="0"/>
              <a:t>2026/10/30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DBBDD6-B248-D6EC-0EF3-6416DB697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64D969-5BEC-A448-946D-ACA2D56C5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CDA1-539B-4E7F-83FC-2B7BD1A368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1973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1EA6D4-982A-31C0-8DF3-A1B380041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B6E122-3A38-4533-4D6B-CA06DDBED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373D3F-C94B-3060-5CD0-8F64A199C9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B0189-6217-4F19-BF89-3F69E344DAC1}" type="datetimeFigureOut">
              <a:rPr lang="zh-CN" altLang="en-US" smtClean="0"/>
              <a:t>2026/10/30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B03103-4E65-730C-E067-F5389318C8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6EC528-D1F4-F9BC-6636-DF9058E8A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4CDA1-539B-4E7F-83FC-2B7BD1A368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482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5D121-F3D7-077F-A6D0-879AC65A8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7591B9D4-52B3-C732-597A-8FF297ED5ACA}"/>
              </a:ext>
            </a:extLst>
          </p:cNvPr>
          <p:cNvSpPr/>
          <p:nvPr/>
        </p:nvSpPr>
        <p:spPr>
          <a:xfrm>
            <a:off x="688429" y="427170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39E7402-FA3E-4CD0-6309-F335C8C1EFA2}"/>
              </a:ext>
            </a:extLst>
          </p:cNvPr>
          <p:cNvSpPr/>
          <p:nvPr/>
        </p:nvSpPr>
        <p:spPr>
          <a:xfrm>
            <a:off x="2012732" y="427170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3A3F1A3-3650-8008-F46D-98577A189067}"/>
              </a:ext>
            </a:extLst>
          </p:cNvPr>
          <p:cNvSpPr/>
          <p:nvPr/>
        </p:nvSpPr>
        <p:spPr>
          <a:xfrm>
            <a:off x="1377607" y="1035268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59E58D0-65E4-D3EF-C8DD-A703A3587758}"/>
              </a:ext>
            </a:extLst>
          </p:cNvPr>
          <p:cNvSpPr/>
          <p:nvPr/>
        </p:nvSpPr>
        <p:spPr>
          <a:xfrm>
            <a:off x="688429" y="182354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EAE16A1-351F-9756-A8FE-292FAF844595}"/>
              </a:ext>
            </a:extLst>
          </p:cNvPr>
          <p:cNvSpPr/>
          <p:nvPr/>
        </p:nvSpPr>
        <p:spPr>
          <a:xfrm>
            <a:off x="2012732" y="182354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6664C16-7B5A-C876-1740-91DD2AB90E23}"/>
              </a:ext>
            </a:extLst>
          </p:cNvPr>
          <p:cNvSpPr/>
          <p:nvPr/>
        </p:nvSpPr>
        <p:spPr>
          <a:xfrm>
            <a:off x="3854296" y="498489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D1F1148-3A3C-2BE8-1827-703C2FD419C4}"/>
              </a:ext>
            </a:extLst>
          </p:cNvPr>
          <p:cNvSpPr/>
          <p:nvPr/>
        </p:nvSpPr>
        <p:spPr>
          <a:xfrm>
            <a:off x="5178599" y="498489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286D7B9-2398-9C5F-E98E-C489391F669A}"/>
              </a:ext>
            </a:extLst>
          </p:cNvPr>
          <p:cNvSpPr/>
          <p:nvPr/>
        </p:nvSpPr>
        <p:spPr>
          <a:xfrm>
            <a:off x="4529961" y="1035268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679E358D-BECF-7AA6-3F2E-A114387AC29A}"/>
              </a:ext>
            </a:extLst>
          </p:cNvPr>
          <p:cNvSpPr/>
          <p:nvPr/>
        </p:nvSpPr>
        <p:spPr>
          <a:xfrm>
            <a:off x="5217636" y="1525499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E261F9E6-C4B2-B906-4837-753074382E6F}"/>
              </a:ext>
            </a:extLst>
          </p:cNvPr>
          <p:cNvSpPr/>
          <p:nvPr/>
        </p:nvSpPr>
        <p:spPr>
          <a:xfrm>
            <a:off x="3893333" y="1525499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55D6794C-AFE3-97C6-116C-D3E4398FFDE8}"/>
              </a:ext>
            </a:extLst>
          </p:cNvPr>
          <p:cNvSpPr/>
          <p:nvPr/>
        </p:nvSpPr>
        <p:spPr>
          <a:xfrm>
            <a:off x="5938345" y="1035268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553F2ADA-B811-B4CD-0FD1-6DFC3DA568CC}"/>
              </a:ext>
            </a:extLst>
          </p:cNvPr>
          <p:cNvSpPr/>
          <p:nvPr/>
        </p:nvSpPr>
        <p:spPr>
          <a:xfrm>
            <a:off x="7060702" y="498489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5997B5EA-32E8-D95A-9998-1B5DD9661772}"/>
              </a:ext>
            </a:extLst>
          </p:cNvPr>
          <p:cNvSpPr/>
          <p:nvPr/>
        </p:nvSpPr>
        <p:spPr>
          <a:xfrm>
            <a:off x="8385005" y="498489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D83EBC85-DA0F-8180-E682-472D9E789704}"/>
              </a:ext>
            </a:extLst>
          </p:cNvPr>
          <p:cNvSpPr/>
          <p:nvPr/>
        </p:nvSpPr>
        <p:spPr>
          <a:xfrm>
            <a:off x="7060702" y="167339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93FB4DAC-3B58-E7DF-3599-4FB90BD7675A}"/>
              </a:ext>
            </a:extLst>
          </p:cNvPr>
          <p:cNvSpPr/>
          <p:nvPr/>
        </p:nvSpPr>
        <p:spPr>
          <a:xfrm>
            <a:off x="8344466" y="167339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7E4DC363-2215-E972-E479-7BD18E0305E0}"/>
              </a:ext>
            </a:extLst>
          </p:cNvPr>
          <p:cNvCxnSpPr>
            <a:stCxn id="9" idx="6"/>
            <a:endCxn id="11" idx="2"/>
          </p:cNvCxnSpPr>
          <p:nvPr/>
        </p:nvCxnSpPr>
        <p:spPr>
          <a:xfrm>
            <a:off x="1066801" y="2012730"/>
            <a:ext cx="9459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AEF4470-FEB8-AC78-9B18-909FEE0F99DC}"/>
              </a:ext>
            </a:extLst>
          </p:cNvPr>
          <p:cNvCxnSpPr>
            <a:cxnSpLocks/>
            <a:stCxn id="7" idx="1"/>
            <a:endCxn id="3" idx="5"/>
          </p:cNvCxnSpPr>
          <p:nvPr/>
        </p:nvCxnSpPr>
        <p:spPr>
          <a:xfrm flipH="1" flipV="1">
            <a:off x="1011390" y="750131"/>
            <a:ext cx="421628" cy="3405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8CFA2C0-3287-80EA-2778-002F5F02C25A}"/>
              </a:ext>
            </a:extLst>
          </p:cNvPr>
          <p:cNvCxnSpPr>
            <a:cxnSpLocks/>
            <a:stCxn id="7" idx="7"/>
            <a:endCxn id="5" idx="3"/>
          </p:cNvCxnSpPr>
          <p:nvPr/>
        </p:nvCxnSpPr>
        <p:spPr>
          <a:xfrm flipV="1">
            <a:off x="1700568" y="750131"/>
            <a:ext cx="367575" cy="3405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AF4556F7-DB9E-DE39-1B85-D81A35030177}"/>
              </a:ext>
            </a:extLst>
          </p:cNvPr>
          <p:cNvCxnSpPr>
            <a:cxnSpLocks/>
            <a:stCxn id="3" idx="6"/>
            <a:endCxn id="5" idx="2"/>
          </p:cNvCxnSpPr>
          <p:nvPr/>
        </p:nvCxnSpPr>
        <p:spPr>
          <a:xfrm>
            <a:off x="1066801" y="616356"/>
            <a:ext cx="9459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FC2918DB-BE99-1260-436B-9924F617CE43}"/>
              </a:ext>
            </a:extLst>
          </p:cNvPr>
          <p:cNvCxnSpPr>
            <a:cxnSpLocks/>
            <a:stCxn id="13" idx="6"/>
            <a:endCxn id="15" idx="2"/>
          </p:cNvCxnSpPr>
          <p:nvPr/>
        </p:nvCxnSpPr>
        <p:spPr>
          <a:xfrm>
            <a:off x="4232668" y="687675"/>
            <a:ext cx="9459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7902B9D8-1565-5AB2-9867-F0EC299BEAD2}"/>
              </a:ext>
            </a:extLst>
          </p:cNvPr>
          <p:cNvCxnSpPr>
            <a:cxnSpLocks/>
            <a:stCxn id="23" idx="1"/>
            <a:endCxn id="15" idx="6"/>
          </p:cNvCxnSpPr>
          <p:nvPr/>
        </p:nvCxnSpPr>
        <p:spPr>
          <a:xfrm flipH="1" flipV="1">
            <a:off x="5556971" y="687675"/>
            <a:ext cx="436785" cy="4030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808AC649-0EB5-DB73-9C42-F77D5F1FE9BA}"/>
              </a:ext>
            </a:extLst>
          </p:cNvPr>
          <p:cNvCxnSpPr>
            <a:cxnSpLocks/>
            <a:stCxn id="19" idx="6"/>
            <a:endCxn id="23" idx="3"/>
          </p:cNvCxnSpPr>
          <p:nvPr/>
        </p:nvCxnSpPr>
        <p:spPr>
          <a:xfrm flipV="1">
            <a:off x="5596008" y="1358229"/>
            <a:ext cx="397748" cy="3564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0D54E287-99E1-C550-E7FA-B6850B56A57B}"/>
              </a:ext>
            </a:extLst>
          </p:cNvPr>
          <p:cNvCxnSpPr>
            <a:cxnSpLocks/>
            <a:stCxn id="17" idx="5"/>
            <a:endCxn id="19" idx="2"/>
          </p:cNvCxnSpPr>
          <p:nvPr/>
        </p:nvCxnSpPr>
        <p:spPr>
          <a:xfrm>
            <a:off x="4852922" y="1358229"/>
            <a:ext cx="364714" cy="3564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E99E2D1E-BE39-3F7A-0E28-511CEAA6E0AF}"/>
              </a:ext>
            </a:extLst>
          </p:cNvPr>
          <p:cNvCxnSpPr>
            <a:cxnSpLocks/>
            <a:stCxn id="17" idx="2"/>
            <a:endCxn id="21" idx="7"/>
          </p:cNvCxnSpPr>
          <p:nvPr/>
        </p:nvCxnSpPr>
        <p:spPr>
          <a:xfrm flipH="1">
            <a:off x="4216294" y="1224454"/>
            <a:ext cx="313667" cy="3564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F594A32F-4C22-93F2-5FAE-17E42ACD1996}"/>
              </a:ext>
            </a:extLst>
          </p:cNvPr>
          <p:cNvCxnSpPr>
            <a:cxnSpLocks/>
            <a:stCxn id="21" idx="0"/>
            <a:endCxn id="13" idx="4"/>
          </p:cNvCxnSpPr>
          <p:nvPr/>
        </p:nvCxnSpPr>
        <p:spPr>
          <a:xfrm flipH="1" flipV="1">
            <a:off x="4043482" y="876861"/>
            <a:ext cx="39037" cy="6486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B6354E04-F752-7AF0-445A-C35F67DFD7EC}"/>
              </a:ext>
            </a:extLst>
          </p:cNvPr>
          <p:cNvCxnSpPr>
            <a:stCxn id="25" idx="6"/>
            <a:endCxn id="27" idx="2"/>
          </p:cNvCxnSpPr>
          <p:nvPr/>
        </p:nvCxnSpPr>
        <p:spPr>
          <a:xfrm>
            <a:off x="7439074" y="687675"/>
            <a:ext cx="945931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236364BB-4D6B-7AD6-FB01-A9E107133DCC}"/>
              </a:ext>
            </a:extLst>
          </p:cNvPr>
          <p:cNvCxnSpPr>
            <a:cxnSpLocks/>
          </p:cNvCxnSpPr>
          <p:nvPr/>
        </p:nvCxnSpPr>
        <p:spPr>
          <a:xfrm>
            <a:off x="7398535" y="1966183"/>
            <a:ext cx="98647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D8EA8BA0-21D5-2DEB-7633-C7A5D29EF311}"/>
              </a:ext>
            </a:extLst>
          </p:cNvPr>
          <p:cNvCxnSpPr>
            <a:cxnSpLocks/>
          </p:cNvCxnSpPr>
          <p:nvPr/>
        </p:nvCxnSpPr>
        <p:spPr>
          <a:xfrm>
            <a:off x="7402292" y="1723693"/>
            <a:ext cx="986470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椭圆 70">
            <a:extLst>
              <a:ext uri="{FF2B5EF4-FFF2-40B4-BE49-F238E27FC236}">
                <a16:creationId xmlns:a16="http://schemas.microsoft.com/office/drawing/2014/main" id="{E597E0ED-AE2C-B8E1-CA72-92E41FCE087A}"/>
              </a:ext>
            </a:extLst>
          </p:cNvPr>
          <p:cNvSpPr/>
          <p:nvPr/>
        </p:nvSpPr>
        <p:spPr>
          <a:xfrm>
            <a:off x="9628230" y="72821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5D19E722-387A-3E01-691E-21130C4E28A3}"/>
              </a:ext>
            </a:extLst>
          </p:cNvPr>
          <p:cNvSpPr/>
          <p:nvPr/>
        </p:nvSpPr>
        <p:spPr>
          <a:xfrm>
            <a:off x="10902903" y="699991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CD81B7C1-F0DA-995F-CEB9-85712AA4DB31}"/>
              </a:ext>
            </a:extLst>
          </p:cNvPr>
          <p:cNvSpPr/>
          <p:nvPr/>
        </p:nvSpPr>
        <p:spPr>
          <a:xfrm>
            <a:off x="10331382" y="1295023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5E10075C-B10F-E991-5B49-E3784AFC0AEC}"/>
              </a:ext>
            </a:extLst>
          </p:cNvPr>
          <p:cNvCxnSpPr>
            <a:cxnSpLocks/>
          </p:cNvCxnSpPr>
          <p:nvPr/>
        </p:nvCxnSpPr>
        <p:spPr>
          <a:xfrm flipH="1" flipV="1">
            <a:off x="9981787" y="1014674"/>
            <a:ext cx="430651" cy="320279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2FAD55DB-1C63-2DBF-AB16-CEF5D505F06F}"/>
              </a:ext>
            </a:extLst>
          </p:cNvPr>
          <p:cNvCxnSpPr>
            <a:cxnSpLocks/>
          </p:cNvCxnSpPr>
          <p:nvPr/>
        </p:nvCxnSpPr>
        <p:spPr>
          <a:xfrm flipV="1">
            <a:off x="10612906" y="1017300"/>
            <a:ext cx="353601" cy="299258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1CD829A7-C8AD-0573-1676-5976F9256100}"/>
              </a:ext>
            </a:extLst>
          </p:cNvPr>
          <p:cNvCxnSpPr>
            <a:cxnSpLocks/>
          </p:cNvCxnSpPr>
          <p:nvPr/>
        </p:nvCxnSpPr>
        <p:spPr>
          <a:xfrm>
            <a:off x="9981787" y="805542"/>
            <a:ext cx="945931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F577310C-97C2-444A-CEB1-4D77946F0AB3}"/>
              </a:ext>
            </a:extLst>
          </p:cNvPr>
          <p:cNvCxnSpPr>
            <a:cxnSpLocks/>
          </p:cNvCxnSpPr>
          <p:nvPr/>
        </p:nvCxnSpPr>
        <p:spPr>
          <a:xfrm flipH="1" flipV="1">
            <a:off x="9909754" y="1091677"/>
            <a:ext cx="421628" cy="340548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10CB8172-A2E5-7C1F-CDA8-EBC1D7BF0504}"/>
              </a:ext>
            </a:extLst>
          </p:cNvPr>
          <p:cNvCxnSpPr>
            <a:cxnSpLocks/>
          </p:cNvCxnSpPr>
          <p:nvPr/>
        </p:nvCxnSpPr>
        <p:spPr>
          <a:xfrm flipV="1">
            <a:off x="10695780" y="1096414"/>
            <a:ext cx="353601" cy="299258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4942E346-28EA-E171-E35B-37B0A9BBE42F}"/>
              </a:ext>
            </a:extLst>
          </p:cNvPr>
          <p:cNvCxnSpPr>
            <a:cxnSpLocks/>
          </p:cNvCxnSpPr>
          <p:nvPr/>
        </p:nvCxnSpPr>
        <p:spPr>
          <a:xfrm>
            <a:off x="10012929" y="917401"/>
            <a:ext cx="889974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996FFDFD-47DB-419C-4599-31C4A91FAF6B}"/>
              </a:ext>
            </a:extLst>
          </p:cNvPr>
          <p:cNvSpPr txBox="1"/>
          <p:nvPr/>
        </p:nvSpPr>
        <p:spPr>
          <a:xfrm>
            <a:off x="1377607" y="2534672"/>
            <a:ext cx="447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/>
              <a:t>G</a:t>
            </a:r>
            <a:r>
              <a:rPr lang="en-US" altLang="zh-CN" sz="2000" baseline="-25000"/>
              <a:t>1</a:t>
            </a:r>
            <a:endParaRPr lang="zh-CN" altLang="en-US" sz="2000" baseline="-2500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6DC932EF-890C-D67B-7187-8B7E061F2193}"/>
              </a:ext>
            </a:extLst>
          </p:cNvPr>
          <p:cNvSpPr txBox="1"/>
          <p:nvPr/>
        </p:nvSpPr>
        <p:spPr>
          <a:xfrm>
            <a:off x="4719147" y="2534672"/>
            <a:ext cx="447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/>
              <a:t>G</a:t>
            </a:r>
            <a:r>
              <a:rPr lang="en-US" altLang="zh-CN" sz="2000" baseline="-25000"/>
              <a:t>2</a:t>
            </a:r>
            <a:endParaRPr lang="zh-CN" altLang="en-US" sz="2000" baseline="-2500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3A4B4A1F-3F22-AA8B-14EA-92F13A3C0694}"/>
              </a:ext>
            </a:extLst>
          </p:cNvPr>
          <p:cNvSpPr txBox="1"/>
          <p:nvPr/>
        </p:nvSpPr>
        <p:spPr>
          <a:xfrm>
            <a:off x="7750630" y="2534672"/>
            <a:ext cx="447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/>
              <a:t>G</a:t>
            </a:r>
            <a:r>
              <a:rPr lang="en-US" altLang="zh-CN" sz="2000" baseline="-25000"/>
              <a:t>3</a:t>
            </a:r>
            <a:endParaRPr lang="zh-CN" altLang="en-US" sz="2000" baseline="-25000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5B4A98A1-A76C-C293-DE99-141296D3D1F1}"/>
              </a:ext>
            </a:extLst>
          </p:cNvPr>
          <p:cNvSpPr txBox="1"/>
          <p:nvPr/>
        </p:nvSpPr>
        <p:spPr>
          <a:xfrm>
            <a:off x="10326416" y="2534672"/>
            <a:ext cx="447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/>
              <a:t>G</a:t>
            </a:r>
            <a:r>
              <a:rPr lang="en-US" altLang="zh-CN" sz="2000" baseline="-25000"/>
              <a:t>4</a:t>
            </a:r>
            <a:endParaRPr lang="zh-CN" altLang="en-US" sz="2000" baseline="-25000"/>
          </a:p>
        </p:txBody>
      </p: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4275CFEA-ADF3-F661-87BA-0CE49AC9B488}"/>
              </a:ext>
            </a:extLst>
          </p:cNvPr>
          <p:cNvCxnSpPr>
            <a:stCxn id="13" idx="5"/>
            <a:endCxn id="17" idx="1"/>
          </p:cNvCxnSpPr>
          <p:nvPr/>
        </p:nvCxnSpPr>
        <p:spPr>
          <a:xfrm>
            <a:off x="4177257" y="821450"/>
            <a:ext cx="408115" cy="2692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E4441707-AE78-500D-613D-4D0824580931}"/>
              </a:ext>
            </a:extLst>
          </p:cNvPr>
          <p:cNvCxnSpPr>
            <a:stCxn id="17" idx="7"/>
            <a:endCxn id="15" idx="3"/>
          </p:cNvCxnSpPr>
          <p:nvPr/>
        </p:nvCxnSpPr>
        <p:spPr>
          <a:xfrm flipV="1">
            <a:off x="4852922" y="821450"/>
            <a:ext cx="381088" cy="2692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57DD80DF-0755-6225-804C-B61811C8FDF8}"/>
              </a:ext>
            </a:extLst>
          </p:cNvPr>
          <p:cNvSpPr txBox="1"/>
          <p:nvPr/>
        </p:nvSpPr>
        <p:spPr>
          <a:xfrm>
            <a:off x="1404700" y="253202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e</a:t>
            </a:r>
            <a:r>
              <a:rPr lang="en-US" altLang="zh-CN" sz="1600" baseline="-25000"/>
              <a:t>1</a:t>
            </a:r>
            <a:endParaRPr lang="zh-CN" altLang="en-US" sz="1600" baseline="-250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F8A873-9BBE-3712-E449-9C60D95447C3}"/>
              </a:ext>
            </a:extLst>
          </p:cNvPr>
          <p:cNvSpPr txBox="1"/>
          <p:nvPr/>
        </p:nvSpPr>
        <p:spPr>
          <a:xfrm>
            <a:off x="905365" y="825451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e</a:t>
            </a:r>
            <a:r>
              <a:rPr lang="en-US" altLang="zh-CN" sz="1600" baseline="-25000"/>
              <a:t>2</a:t>
            </a:r>
            <a:endParaRPr lang="zh-CN" altLang="en-US" sz="1600" baseline="-2500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5418A43-AC9A-3A65-13C6-A571485135C0}"/>
              </a:ext>
            </a:extLst>
          </p:cNvPr>
          <p:cNvSpPr txBox="1"/>
          <p:nvPr/>
        </p:nvSpPr>
        <p:spPr>
          <a:xfrm>
            <a:off x="1901623" y="819443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e</a:t>
            </a:r>
            <a:r>
              <a:rPr lang="en-US" altLang="zh-CN" sz="1600" baseline="-25000"/>
              <a:t>3</a:t>
            </a:r>
            <a:endParaRPr lang="zh-CN" altLang="en-US" sz="1600" baseline="-250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775BC18-4581-A07B-4A6B-5142249D5E69}"/>
              </a:ext>
            </a:extLst>
          </p:cNvPr>
          <p:cNvSpPr txBox="1"/>
          <p:nvPr/>
        </p:nvSpPr>
        <p:spPr>
          <a:xfrm>
            <a:off x="1381623" y="1654267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e</a:t>
            </a:r>
            <a:r>
              <a:rPr lang="en-US" altLang="zh-CN" sz="1600" baseline="-25000"/>
              <a:t>4</a:t>
            </a:r>
            <a:endParaRPr lang="zh-CN" altLang="en-US" sz="1600" baseline="-2500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8133828-D700-64A1-A5FD-7E14548C9491}"/>
              </a:ext>
            </a:extLst>
          </p:cNvPr>
          <p:cNvSpPr txBox="1"/>
          <p:nvPr/>
        </p:nvSpPr>
        <p:spPr>
          <a:xfrm>
            <a:off x="3725691" y="1005536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e</a:t>
            </a:r>
            <a:r>
              <a:rPr lang="en-US" altLang="zh-CN" sz="1600" baseline="-25000"/>
              <a:t>1</a:t>
            </a:r>
            <a:endParaRPr lang="zh-CN" altLang="en-US" sz="1600" baseline="-250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7D2B870-A03A-03FE-5850-D518543539AD}"/>
              </a:ext>
            </a:extLst>
          </p:cNvPr>
          <p:cNvSpPr txBox="1"/>
          <p:nvPr/>
        </p:nvSpPr>
        <p:spPr>
          <a:xfrm>
            <a:off x="4306908" y="1344090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e</a:t>
            </a:r>
            <a:r>
              <a:rPr lang="en-US" altLang="zh-CN" sz="1600" baseline="-25000"/>
              <a:t>2</a:t>
            </a:r>
            <a:endParaRPr lang="zh-CN" altLang="en-US" sz="1600" baseline="-250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25C5069-3D3F-1116-DB32-4BE894041C3E}"/>
              </a:ext>
            </a:extLst>
          </p:cNvPr>
          <p:cNvSpPr txBox="1"/>
          <p:nvPr/>
        </p:nvSpPr>
        <p:spPr>
          <a:xfrm>
            <a:off x="4205640" y="882419"/>
            <a:ext cx="362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e</a:t>
            </a:r>
            <a:r>
              <a:rPr lang="en-US" altLang="zh-CN" sz="1600" baseline="-25000"/>
              <a:t>3</a:t>
            </a:r>
            <a:endParaRPr lang="zh-CN" altLang="en-US" sz="1600" baseline="-25000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85279753-2A16-029A-85BE-F78EDC6979C9}"/>
              </a:ext>
            </a:extLst>
          </p:cNvPr>
          <p:cNvSpPr/>
          <p:nvPr/>
        </p:nvSpPr>
        <p:spPr>
          <a:xfrm>
            <a:off x="2532996" y="475893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B5DBCF1-6F4F-E9EA-1B21-6DD0F080B3E9}"/>
              </a:ext>
            </a:extLst>
          </p:cNvPr>
          <p:cNvSpPr/>
          <p:nvPr/>
        </p:nvSpPr>
        <p:spPr>
          <a:xfrm>
            <a:off x="3665110" y="475560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6C1397CD-E3CB-D175-08EE-C3C551631E28}"/>
              </a:ext>
            </a:extLst>
          </p:cNvPr>
          <p:cNvSpPr/>
          <p:nvPr/>
        </p:nvSpPr>
        <p:spPr>
          <a:xfrm>
            <a:off x="4908333" y="476494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21753FED-524D-87AE-7E8E-E6BF694D75AE}"/>
              </a:ext>
            </a:extLst>
          </p:cNvPr>
          <p:cNvSpPr/>
          <p:nvPr/>
        </p:nvSpPr>
        <p:spPr>
          <a:xfrm>
            <a:off x="6192097" y="476494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F032D237-F2B2-3676-BCE9-C22605B8581D}"/>
              </a:ext>
            </a:extLst>
          </p:cNvPr>
          <p:cNvCxnSpPr>
            <a:cxnSpLocks/>
          </p:cNvCxnSpPr>
          <p:nvPr/>
        </p:nvCxnSpPr>
        <p:spPr>
          <a:xfrm>
            <a:off x="5246166" y="5057732"/>
            <a:ext cx="98647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14D15BC2-AF02-890C-F0BF-DFADAE033075}"/>
              </a:ext>
            </a:extLst>
          </p:cNvPr>
          <p:cNvCxnSpPr>
            <a:cxnSpLocks/>
          </p:cNvCxnSpPr>
          <p:nvPr/>
        </p:nvCxnSpPr>
        <p:spPr>
          <a:xfrm>
            <a:off x="5249923" y="4815242"/>
            <a:ext cx="986470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334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E70E3-6547-87F8-A822-3765A6358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7BCB66E5-D2FF-C89D-CFCA-CB01920F0F4B}"/>
              </a:ext>
            </a:extLst>
          </p:cNvPr>
          <p:cNvSpPr/>
          <p:nvPr/>
        </p:nvSpPr>
        <p:spPr>
          <a:xfrm>
            <a:off x="2974431" y="1267996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B27D59F-1C2E-05CB-83B8-ECA170376EBB}"/>
              </a:ext>
            </a:extLst>
          </p:cNvPr>
          <p:cNvSpPr/>
          <p:nvPr/>
        </p:nvSpPr>
        <p:spPr>
          <a:xfrm>
            <a:off x="4106545" y="1264668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C2A584EF-A6DF-D491-76B3-EC7E32A0B1AD}"/>
              </a:ext>
            </a:extLst>
          </p:cNvPr>
          <p:cNvSpPr/>
          <p:nvPr/>
        </p:nvSpPr>
        <p:spPr>
          <a:xfrm>
            <a:off x="5349768" y="1274008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A29E73B-301B-7D74-36E6-56703AA1663F}"/>
              </a:ext>
            </a:extLst>
          </p:cNvPr>
          <p:cNvSpPr/>
          <p:nvPr/>
        </p:nvSpPr>
        <p:spPr>
          <a:xfrm>
            <a:off x="6633532" y="1274008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BAD4110-18F7-97FA-3768-6B94F026C7E6}"/>
              </a:ext>
            </a:extLst>
          </p:cNvPr>
          <p:cNvCxnSpPr>
            <a:cxnSpLocks/>
          </p:cNvCxnSpPr>
          <p:nvPr/>
        </p:nvCxnSpPr>
        <p:spPr>
          <a:xfrm>
            <a:off x="5687601" y="1566796"/>
            <a:ext cx="98647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7FBBD6C-3618-C886-1CD9-35F515C70108}"/>
              </a:ext>
            </a:extLst>
          </p:cNvPr>
          <p:cNvCxnSpPr>
            <a:cxnSpLocks/>
          </p:cNvCxnSpPr>
          <p:nvPr/>
        </p:nvCxnSpPr>
        <p:spPr>
          <a:xfrm>
            <a:off x="5691358" y="1324306"/>
            <a:ext cx="986470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7208EBB-5AC0-80E4-9498-82C524966696}"/>
              </a:ext>
            </a:extLst>
          </p:cNvPr>
          <p:cNvSpPr txBox="1"/>
          <p:nvPr/>
        </p:nvSpPr>
        <p:spPr>
          <a:xfrm>
            <a:off x="2671129" y="18648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713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19BD9-7BC7-152B-DB8F-34A21FD1A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B71A0050-D480-A230-11CA-85F357355D4C}"/>
              </a:ext>
            </a:extLst>
          </p:cNvPr>
          <p:cNvSpPr/>
          <p:nvPr/>
        </p:nvSpPr>
        <p:spPr>
          <a:xfrm>
            <a:off x="1462442" y="72821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79B84B1-BE6B-0590-4115-A4F468B6DE04}"/>
              </a:ext>
            </a:extLst>
          </p:cNvPr>
          <p:cNvSpPr/>
          <p:nvPr/>
        </p:nvSpPr>
        <p:spPr>
          <a:xfrm>
            <a:off x="2786745" y="72821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4837A02-BA8F-F346-7957-7EF76FA6A616}"/>
              </a:ext>
            </a:extLst>
          </p:cNvPr>
          <p:cNvSpPr/>
          <p:nvPr/>
        </p:nvSpPr>
        <p:spPr>
          <a:xfrm>
            <a:off x="2138107" y="126499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635402F-8018-141E-14D3-5A2FAD0C4006}"/>
              </a:ext>
            </a:extLst>
          </p:cNvPr>
          <p:cNvSpPr/>
          <p:nvPr/>
        </p:nvSpPr>
        <p:spPr>
          <a:xfrm>
            <a:off x="2825782" y="175522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90063FA-25B1-5C57-1D29-FEA3F5A0F601}"/>
              </a:ext>
            </a:extLst>
          </p:cNvPr>
          <p:cNvSpPr/>
          <p:nvPr/>
        </p:nvSpPr>
        <p:spPr>
          <a:xfrm>
            <a:off x="1501479" y="175522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E6A6751-52F7-3D65-CEE5-5626517F1B08}"/>
              </a:ext>
            </a:extLst>
          </p:cNvPr>
          <p:cNvSpPr/>
          <p:nvPr/>
        </p:nvSpPr>
        <p:spPr>
          <a:xfrm>
            <a:off x="3546491" y="126499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670179E-3BDE-ED38-6BDA-AFB8236840D2}"/>
              </a:ext>
            </a:extLst>
          </p:cNvPr>
          <p:cNvCxnSpPr>
            <a:cxnSpLocks/>
            <a:stCxn id="2" idx="6"/>
            <a:endCxn id="3" idx="2"/>
          </p:cNvCxnSpPr>
          <p:nvPr/>
        </p:nvCxnSpPr>
        <p:spPr>
          <a:xfrm>
            <a:off x="1840814" y="917401"/>
            <a:ext cx="9459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D4EAA1C-490A-C7F8-9B9F-7A4F7FEB76FE}"/>
              </a:ext>
            </a:extLst>
          </p:cNvPr>
          <p:cNvCxnSpPr>
            <a:cxnSpLocks/>
            <a:stCxn id="7" idx="1"/>
            <a:endCxn id="3" idx="6"/>
          </p:cNvCxnSpPr>
          <p:nvPr/>
        </p:nvCxnSpPr>
        <p:spPr>
          <a:xfrm flipH="1" flipV="1">
            <a:off x="3165117" y="917401"/>
            <a:ext cx="436785" cy="4030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F16B025-9DEB-F9DC-A3F2-E5DD18BBDC41}"/>
              </a:ext>
            </a:extLst>
          </p:cNvPr>
          <p:cNvCxnSpPr>
            <a:cxnSpLocks/>
            <a:stCxn id="5" idx="6"/>
            <a:endCxn id="7" idx="3"/>
          </p:cNvCxnSpPr>
          <p:nvPr/>
        </p:nvCxnSpPr>
        <p:spPr>
          <a:xfrm flipV="1">
            <a:off x="3204154" y="1587955"/>
            <a:ext cx="397748" cy="3564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E1F95FE-B19B-505A-F68C-C1AED22A6C73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2461068" y="1587955"/>
            <a:ext cx="364714" cy="3564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0D04E9C-6149-26AB-1D9B-8BDB18E7C3C4}"/>
              </a:ext>
            </a:extLst>
          </p:cNvPr>
          <p:cNvCxnSpPr>
            <a:cxnSpLocks/>
            <a:stCxn id="4" idx="2"/>
            <a:endCxn id="6" idx="7"/>
          </p:cNvCxnSpPr>
          <p:nvPr/>
        </p:nvCxnSpPr>
        <p:spPr>
          <a:xfrm flipH="1">
            <a:off x="1824440" y="1454180"/>
            <a:ext cx="313667" cy="3564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CB334B7-C365-B0DF-F341-C2B7613E2A4E}"/>
              </a:ext>
            </a:extLst>
          </p:cNvPr>
          <p:cNvCxnSpPr>
            <a:cxnSpLocks/>
            <a:stCxn id="6" idx="0"/>
            <a:endCxn id="2" idx="4"/>
          </p:cNvCxnSpPr>
          <p:nvPr/>
        </p:nvCxnSpPr>
        <p:spPr>
          <a:xfrm flipH="1" flipV="1">
            <a:off x="1651628" y="1106587"/>
            <a:ext cx="39037" cy="6486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C426629-B434-B5A5-24A8-2BA4FFC5E0CB}"/>
              </a:ext>
            </a:extLst>
          </p:cNvPr>
          <p:cNvCxnSpPr>
            <a:stCxn id="2" idx="5"/>
            <a:endCxn id="4" idx="1"/>
          </p:cNvCxnSpPr>
          <p:nvPr/>
        </p:nvCxnSpPr>
        <p:spPr>
          <a:xfrm>
            <a:off x="1785403" y="1051176"/>
            <a:ext cx="408115" cy="2692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8DD3CBD-0066-8CC3-8F00-0BF23860512C}"/>
              </a:ext>
            </a:extLst>
          </p:cNvPr>
          <p:cNvCxnSpPr>
            <a:stCxn id="4" idx="7"/>
            <a:endCxn id="3" idx="3"/>
          </p:cNvCxnSpPr>
          <p:nvPr/>
        </p:nvCxnSpPr>
        <p:spPr>
          <a:xfrm flipV="1">
            <a:off x="2461068" y="1051176"/>
            <a:ext cx="381088" cy="2692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椭圆 18">
            <a:extLst>
              <a:ext uri="{FF2B5EF4-FFF2-40B4-BE49-F238E27FC236}">
                <a16:creationId xmlns:a16="http://schemas.microsoft.com/office/drawing/2014/main" id="{92A8ADF1-65C6-B95F-71D2-326A9B733AEE}"/>
              </a:ext>
            </a:extLst>
          </p:cNvPr>
          <p:cNvSpPr/>
          <p:nvPr/>
        </p:nvSpPr>
        <p:spPr>
          <a:xfrm>
            <a:off x="5628292" y="72821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772313C9-7976-BF47-26BB-D20AC685918C}"/>
              </a:ext>
            </a:extLst>
          </p:cNvPr>
          <p:cNvSpPr/>
          <p:nvPr/>
        </p:nvSpPr>
        <p:spPr>
          <a:xfrm>
            <a:off x="6952595" y="72821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B020F069-90B4-95A5-52A6-F18AF2EBA7F4}"/>
              </a:ext>
            </a:extLst>
          </p:cNvPr>
          <p:cNvSpPr/>
          <p:nvPr/>
        </p:nvSpPr>
        <p:spPr>
          <a:xfrm>
            <a:off x="6303957" y="126499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663F22C4-CFA6-45AA-0F09-08269C9788BB}"/>
              </a:ext>
            </a:extLst>
          </p:cNvPr>
          <p:cNvSpPr/>
          <p:nvPr/>
        </p:nvSpPr>
        <p:spPr>
          <a:xfrm>
            <a:off x="6991632" y="175522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A40F4BE1-DFEE-A89D-BB16-52C5F7A4D51D}"/>
              </a:ext>
            </a:extLst>
          </p:cNvPr>
          <p:cNvSpPr/>
          <p:nvPr/>
        </p:nvSpPr>
        <p:spPr>
          <a:xfrm>
            <a:off x="5667329" y="175522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B3696755-B4B2-28EC-E065-8D73E11F43FE}"/>
              </a:ext>
            </a:extLst>
          </p:cNvPr>
          <p:cNvSpPr/>
          <p:nvPr/>
        </p:nvSpPr>
        <p:spPr>
          <a:xfrm>
            <a:off x="7712341" y="126499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BDAB88A-18B9-9FD7-9182-C9796CB80ACE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6006664" y="917401"/>
            <a:ext cx="945931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6EB6E59-E801-07D8-17D9-E40E59150345}"/>
              </a:ext>
            </a:extLst>
          </p:cNvPr>
          <p:cNvCxnSpPr>
            <a:cxnSpLocks/>
            <a:stCxn id="24" idx="1"/>
            <a:endCxn id="20" idx="6"/>
          </p:cNvCxnSpPr>
          <p:nvPr/>
        </p:nvCxnSpPr>
        <p:spPr>
          <a:xfrm flipH="1" flipV="1">
            <a:off x="7330967" y="917401"/>
            <a:ext cx="436785" cy="403004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93A75329-38AE-B3D2-2819-F5E40841D329}"/>
              </a:ext>
            </a:extLst>
          </p:cNvPr>
          <p:cNvCxnSpPr>
            <a:cxnSpLocks/>
            <a:stCxn id="22" idx="6"/>
            <a:endCxn id="24" idx="3"/>
          </p:cNvCxnSpPr>
          <p:nvPr/>
        </p:nvCxnSpPr>
        <p:spPr>
          <a:xfrm flipV="1">
            <a:off x="7370004" y="1587955"/>
            <a:ext cx="397748" cy="356456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585885C-203A-DED9-2CB2-76ECFF7C2D33}"/>
              </a:ext>
            </a:extLst>
          </p:cNvPr>
          <p:cNvCxnSpPr>
            <a:cxnSpLocks/>
            <a:stCxn id="21" idx="5"/>
            <a:endCxn id="22" idx="2"/>
          </p:cNvCxnSpPr>
          <p:nvPr/>
        </p:nvCxnSpPr>
        <p:spPr>
          <a:xfrm>
            <a:off x="6626918" y="1587955"/>
            <a:ext cx="364714" cy="356456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9BEF98F4-1A91-FB1F-E750-577A6CF48B29}"/>
              </a:ext>
            </a:extLst>
          </p:cNvPr>
          <p:cNvCxnSpPr>
            <a:cxnSpLocks/>
            <a:stCxn id="21" idx="2"/>
            <a:endCxn id="23" idx="7"/>
          </p:cNvCxnSpPr>
          <p:nvPr/>
        </p:nvCxnSpPr>
        <p:spPr>
          <a:xfrm flipH="1">
            <a:off x="5990290" y="1454180"/>
            <a:ext cx="313667" cy="356456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726803E-E97C-B895-D1EF-EED984B778F3}"/>
              </a:ext>
            </a:extLst>
          </p:cNvPr>
          <p:cNvCxnSpPr>
            <a:cxnSpLocks/>
            <a:stCxn id="23" idx="0"/>
            <a:endCxn id="19" idx="4"/>
          </p:cNvCxnSpPr>
          <p:nvPr/>
        </p:nvCxnSpPr>
        <p:spPr>
          <a:xfrm flipH="1" flipV="1">
            <a:off x="5817478" y="1106587"/>
            <a:ext cx="39037" cy="648638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F73FB80D-17BF-B244-3315-5A7FDE58D19E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6006664" y="971972"/>
            <a:ext cx="352704" cy="348433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F3364986-3547-C90D-856A-E8A93E5B718E}"/>
              </a:ext>
            </a:extLst>
          </p:cNvPr>
          <p:cNvCxnSpPr>
            <a:cxnSpLocks/>
          </p:cNvCxnSpPr>
          <p:nvPr/>
        </p:nvCxnSpPr>
        <p:spPr>
          <a:xfrm flipV="1">
            <a:off x="6642754" y="1055608"/>
            <a:ext cx="381088" cy="269229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C5244AC7-D033-3456-5DCE-D6B250C95A9B}"/>
              </a:ext>
            </a:extLst>
          </p:cNvPr>
          <p:cNvCxnSpPr>
            <a:cxnSpLocks/>
          </p:cNvCxnSpPr>
          <p:nvPr/>
        </p:nvCxnSpPr>
        <p:spPr>
          <a:xfrm>
            <a:off x="5947713" y="1051176"/>
            <a:ext cx="352704" cy="348433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E9F10579-1FBA-6A9E-2D3A-59E479826332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7298219" y="1454180"/>
            <a:ext cx="414122" cy="356456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A96A12C6-3555-3057-ABA0-2907348956E5}"/>
              </a:ext>
            </a:extLst>
          </p:cNvPr>
          <p:cNvSpPr txBox="1"/>
          <p:nvPr/>
        </p:nvSpPr>
        <p:spPr>
          <a:xfrm>
            <a:off x="5334539" y="420022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0DD0526-AB85-25C7-391C-7F7E4098BC12}"/>
              </a:ext>
            </a:extLst>
          </p:cNvPr>
          <p:cNvSpPr txBox="1"/>
          <p:nvPr/>
        </p:nvSpPr>
        <p:spPr>
          <a:xfrm>
            <a:off x="7184083" y="420022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93570C6-AE4E-CE68-052D-318B3712449E}"/>
              </a:ext>
            </a:extLst>
          </p:cNvPr>
          <p:cNvSpPr txBox="1"/>
          <p:nvPr/>
        </p:nvSpPr>
        <p:spPr>
          <a:xfrm>
            <a:off x="8053854" y="130538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995EE14-BBBB-392C-5C1A-D5DBB0598C68}"/>
              </a:ext>
            </a:extLst>
          </p:cNvPr>
          <p:cNvSpPr txBox="1"/>
          <p:nvPr/>
        </p:nvSpPr>
        <p:spPr>
          <a:xfrm>
            <a:off x="7167353" y="205635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27E3E3A8-6D00-7A43-DE6C-B31B7D0F3E04}"/>
              </a:ext>
            </a:extLst>
          </p:cNvPr>
          <p:cNvSpPr txBox="1"/>
          <p:nvPr/>
        </p:nvSpPr>
        <p:spPr>
          <a:xfrm>
            <a:off x="6320473" y="1581517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0DC4845-FCDE-D121-5CD2-8A18126EB23D}"/>
              </a:ext>
            </a:extLst>
          </p:cNvPr>
          <p:cNvSpPr txBox="1"/>
          <p:nvPr/>
        </p:nvSpPr>
        <p:spPr>
          <a:xfrm>
            <a:off x="5351291" y="205635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zh-CN" altLang="en-US" baseline="-25000"/>
          </a:p>
        </p:txBody>
      </p:sp>
      <p:sp>
        <p:nvSpPr>
          <p:cNvPr id="52" name="左中括号 51">
            <a:extLst>
              <a:ext uri="{FF2B5EF4-FFF2-40B4-BE49-F238E27FC236}">
                <a16:creationId xmlns:a16="http://schemas.microsoft.com/office/drawing/2014/main" id="{E0E26958-D139-6C1E-3CB3-ED65CB938D0A}"/>
              </a:ext>
            </a:extLst>
          </p:cNvPr>
          <p:cNvSpPr/>
          <p:nvPr/>
        </p:nvSpPr>
        <p:spPr>
          <a:xfrm>
            <a:off x="1743235" y="2910859"/>
            <a:ext cx="121620" cy="2297261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右中括号 53">
            <a:extLst>
              <a:ext uri="{FF2B5EF4-FFF2-40B4-BE49-F238E27FC236}">
                <a16:creationId xmlns:a16="http://schemas.microsoft.com/office/drawing/2014/main" id="{A93254B9-45BE-E512-4E06-BE947055690D}"/>
              </a:ext>
            </a:extLst>
          </p:cNvPr>
          <p:cNvSpPr/>
          <p:nvPr/>
        </p:nvSpPr>
        <p:spPr>
          <a:xfrm>
            <a:off x="3665349" y="2910859"/>
            <a:ext cx="130235" cy="2297261"/>
          </a:xfrm>
          <a:prstGeom prst="righ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F136DD0-32F5-C0AC-E268-9ED907351307}"/>
              </a:ext>
            </a:extLst>
          </p:cNvPr>
          <p:cNvSpPr txBox="1"/>
          <p:nvPr/>
        </p:nvSpPr>
        <p:spPr>
          <a:xfrm>
            <a:off x="1117903" y="420022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1BEE861D-20E6-7BD3-421B-112F301A3DB9}"/>
              </a:ext>
            </a:extLst>
          </p:cNvPr>
          <p:cNvSpPr txBox="1"/>
          <p:nvPr/>
        </p:nvSpPr>
        <p:spPr>
          <a:xfrm>
            <a:off x="2938174" y="420022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5F47CFF1-41FB-17F9-47E7-DFC4D8C45D77}"/>
              </a:ext>
            </a:extLst>
          </p:cNvPr>
          <p:cNvSpPr txBox="1"/>
          <p:nvPr/>
        </p:nvSpPr>
        <p:spPr>
          <a:xfrm>
            <a:off x="3816303" y="1490054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A495AA6-C181-089E-53F3-17D5F25448B6}"/>
              </a:ext>
            </a:extLst>
          </p:cNvPr>
          <p:cNvSpPr txBox="1"/>
          <p:nvPr/>
        </p:nvSpPr>
        <p:spPr>
          <a:xfrm>
            <a:off x="2959462" y="2056358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D6FF7F42-73A2-B8DC-E349-7953344A3D4D}"/>
              </a:ext>
            </a:extLst>
          </p:cNvPr>
          <p:cNvSpPr txBox="1"/>
          <p:nvPr/>
        </p:nvSpPr>
        <p:spPr>
          <a:xfrm>
            <a:off x="2163382" y="1546702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BB937903-3723-C7CB-BA41-16E39B62B264}"/>
              </a:ext>
            </a:extLst>
          </p:cNvPr>
          <p:cNvSpPr txBox="1"/>
          <p:nvPr/>
        </p:nvSpPr>
        <p:spPr>
          <a:xfrm>
            <a:off x="1192106" y="2069266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zh-CN" altLang="en-US" baseline="-2500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FC203C3A-FF66-A4E6-5CEB-FE29B31CB2C5}"/>
              </a:ext>
            </a:extLst>
          </p:cNvPr>
          <p:cNvSpPr txBox="1"/>
          <p:nvPr/>
        </p:nvSpPr>
        <p:spPr>
          <a:xfrm>
            <a:off x="2225093" y="61434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6EA38F64-2B9A-1AB0-F6D8-059570042DB1}"/>
              </a:ext>
            </a:extLst>
          </p:cNvPr>
          <p:cNvSpPr txBox="1"/>
          <p:nvPr/>
        </p:nvSpPr>
        <p:spPr>
          <a:xfrm>
            <a:off x="1410611" y="123835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014868E5-406B-68F5-A920-D29099CDA5D0}"/>
              </a:ext>
            </a:extLst>
          </p:cNvPr>
          <p:cNvSpPr txBox="1"/>
          <p:nvPr/>
        </p:nvSpPr>
        <p:spPr>
          <a:xfrm>
            <a:off x="1852005" y="101366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0694069D-105B-6311-B159-EF4D92B7F326}"/>
              </a:ext>
            </a:extLst>
          </p:cNvPr>
          <p:cNvSpPr txBox="1"/>
          <p:nvPr/>
        </p:nvSpPr>
        <p:spPr>
          <a:xfrm>
            <a:off x="2582815" y="105720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3A2B3E82-1121-CCD2-0F46-8FF4F299E1FB}"/>
              </a:ext>
            </a:extLst>
          </p:cNvPr>
          <p:cNvSpPr txBox="1"/>
          <p:nvPr/>
        </p:nvSpPr>
        <p:spPr>
          <a:xfrm>
            <a:off x="3332881" y="87154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76DA078E-0D5C-6F8D-9306-0BF51A7F2FF3}"/>
              </a:ext>
            </a:extLst>
          </p:cNvPr>
          <p:cNvSpPr txBox="1"/>
          <p:nvPr/>
        </p:nvSpPr>
        <p:spPr>
          <a:xfrm>
            <a:off x="2562481" y="149995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D60BC087-0B49-BEE7-1CE5-1382DC7DC256}"/>
              </a:ext>
            </a:extLst>
          </p:cNvPr>
          <p:cNvSpPr txBox="1"/>
          <p:nvPr/>
        </p:nvSpPr>
        <p:spPr>
          <a:xfrm>
            <a:off x="3335049" y="169010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BC95A359-E2BB-E84C-3E33-84C2CB7E99AB}"/>
              </a:ext>
            </a:extLst>
          </p:cNvPr>
          <p:cNvSpPr txBox="1"/>
          <p:nvPr/>
        </p:nvSpPr>
        <p:spPr>
          <a:xfrm>
            <a:off x="1288025" y="291085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95268E2E-9E8A-6084-ED1E-51030AFA15F7}"/>
              </a:ext>
            </a:extLst>
          </p:cNvPr>
          <p:cNvSpPr txBox="1"/>
          <p:nvPr/>
        </p:nvSpPr>
        <p:spPr>
          <a:xfrm>
            <a:off x="1288025" y="328848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451EABC7-9892-8E9C-FCE4-E16F8E1BBBAB}"/>
              </a:ext>
            </a:extLst>
          </p:cNvPr>
          <p:cNvSpPr txBox="1"/>
          <p:nvPr/>
        </p:nvSpPr>
        <p:spPr>
          <a:xfrm>
            <a:off x="1288025" y="366610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846DE7C9-6789-76A6-70ED-D95958062DA4}"/>
              </a:ext>
            </a:extLst>
          </p:cNvPr>
          <p:cNvSpPr txBox="1"/>
          <p:nvPr/>
        </p:nvSpPr>
        <p:spPr>
          <a:xfrm>
            <a:off x="1288025" y="404372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3A488B6A-A424-D124-9B14-AD3B86E1170B}"/>
              </a:ext>
            </a:extLst>
          </p:cNvPr>
          <p:cNvSpPr txBox="1"/>
          <p:nvPr/>
        </p:nvSpPr>
        <p:spPr>
          <a:xfrm>
            <a:off x="1288025" y="442134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8900A5CE-E284-3546-8135-6CB49C60AB1E}"/>
              </a:ext>
            </a:extLst>
          </p:cNvPr>
          <p:cNvSpPr txBox="1"/>
          <p:nvPr/>
        </p:nvSpPr>
        <p:spPr>
          <a:xfrm>
            <a:off x="1288025" y="479896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32E9C8A-D224-7AE4-7D72-04EDD92CAC38}"/>
              </a:ext>
            </a:extLst>
          </p:cNvPr>
          <p:cNvSpPr txBox="1"/>
          <p:nvPr/>
        </p:nvSpPr>
        <p:spPr>
          <a:xfrm>
            <a:off x="1748102" y="523344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29054B69-28AE-0F32-6CF2-FD9C4E5BA27C}"/>
              </a:ext>
            </a:extLst>
          </p:cNvPr>
          <p:cNvSpPr txBox="1"/>
          <p:nvPr/>
        </p:nvSpPr>
        <p:spPr>
          <a:xfrm>
            <a:off x="2080819" y="523344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E2A04500-6899-616F-532A-2B04252D7A13}"/>
              </a:ext>
            </a:extLst>
          </p:cNvPr>
          <p:cNvSpPr txBox="1"/>
          <p:nvPr/>
        </p:nvSpPr>
        <p:spPr>
          <a:xfrm>
            <a:off x="2413536" y="523344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5F5D3D14-F652-C98F-0800-CE51843FFAAD}"/>
              </a:ext>
            </a:extLst>
          </p:cNvPr>
          <p:cNvSpPr txBox="1"/>
          <p:nvPr/>
        </p:nvSpPr>
        <p:spPr>
          <a:xfrm>
            <a:off x="2746253" y="523344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4B854934-DB6D-1E6E-0978-A19AD585DE1D}"/>
              </a:ext>
            </a:extLst>
          </p:cNvPr>
          <p:cNvSpPr txBox="1"/>
          <p:nvPr/>
        </p:nvSpPr>
        <p:spPr>
          <a:xfrm>
            <a:off x="3078970" y="523344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50C67F8B-3B4A-33C7-221B-4F5277290490}"/>
              </a:ext>
            </a:extLst>
          </p:cNvPr>
          <p:cNvSpPr txBox="1"/>
          <p:nvPr/>
        </p:nvSpPr>
        <p:spPr>
          <a:xfrm>
            <a:off x="3411687" y="523344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96F3EFF4-F37D-FEDE-3F7D-1EDBA442BF3E}"/>
              </a:ext>
            </a:extLst>
          </p:cNvPr>
          <p:cNvSpPr txBox="1"/>
          <p:nvPr/>
        </p:nvSpPr>
        <p:spPr>
          <a:xfrm>
            <a:off x="1748102" y="291085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FB24B94E-D15D-D1CD-B197-81A2A7567AAE}"/>
              </a:ext>
            </a:extLst>
          </p:cNvPr>
          <p:cNvSpPr txBox="1"/>
          <p:nvPr/>
        </p:nvSpPr>
        <p:spPr>
          <a:xfrm>
            <a:off x="2087794" y="291085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24689BA4-20A8-BE52-5148-3D5DF65BD67C}"/>
              </a:ext>
            </a:extLst>
          </p:cNvPr>
          <p:cNvSpPr txBox="1"/>
          <p:nvPr/>
        </p:nvSpPr>
        <p:spPr>
          <a:xfrm>
            <a:off x="2411316" y="2910859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2FABDD96-A290-F6BA-4820-21B1A2F4D19D}"/>
              </a:ext>
            </a:extLst>
          </p:cNvPr>
          <p:cNvSpPr txBox="1"/>
          <p:nvPr/>
        </p:nvSpPr>
        <p:spPr>
          <a:xfrm>
            <a:off x="2746253" y="2910859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329BFCCF-327E-202B-792F-88BFB95936B3}"/>
              </a:ext>
            </a:extLst>
          </p:cNvPr>
          <p:cNvSpPr txBox="1"/>
          <p:nvPr/>
        </p:nvSpPr>
        <p:spPr>
          <a:xfrm>
            <a:off x="3071233" y="2910859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4721B2B5-FEF6-1B00-97D2-62E69FE06D4D}"/>
              </a:ext>
            </a:extLst>
          </p:cNvPr>
          <p:cNvSpPr txBox="1"/>
          <p:nvPr/>
        </p:nvSpPr>
        <p:spPr>
          <a:xfrm>
            <a:off x="3402751" y="2910859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31B17A79-430C-4181-1F20-0AB1B2168E05}"/>
              </a:ext>
            </a:extLst>
          </p:cNvPr>
          <p:cNvSpPr txBox="1"/>
          <p:nvPr/>
        </p:nvSpPr>
        <p:spPr>
          <a:xfrm>
            <a:off x="1748102" y="328848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91FAA596-68A7-D872-CE34-B91F6D7D788E}"/>
              </a:ext>
            </a:extLst>
          </p:cNvPr>
          <p:cNvSpPr txBox="1"/>
          <p:nvPr/>
        </p:nvSpPr>
        <p:spPr>
          <a:xfrm>
            <a:off x="2080819" y="3288481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95EFEC2C-21DD-DEE0-EF4F-AE3FBF966A0D}"/>
              </a:ext>
            </a:extLst>
          </p:cNvPr>
          <p:cNvSpPr txBox="1"/>
          <p:nvPr/>
        </p:nvSpPr>
        <p:spPr>
          <a:xfrm>
            <a:off x="2413536" y="3666103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49DCAC9D-7AEB-84E3-AD04-DC355CDE1C07}"/>
              </a:ext>
            </a:extLst>
          </p:cNvPr>
          <p:cNvSpPr txBox="1"/>
          <p:nvPr/>
        </p:nvSpPr>
        <p:spPr>
          <a:xfrm>
            <a:off x="2745734" y="4043725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1FEDA35D-BD5F-36EA-4CDC-F838EDDB2B6A}"/>
              </a:ext>
            </a:extLst>
          </p:cNvPr>
          <p:cNvSpPr txBox="1"/>
          <p:nvPr/>
        </p:nvSpPr>
        <p:spPr>
          <a:xfrm>
            <a:off x="3078970" y="4422928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CE861356-2E27-8353-11E2-7B7C59863D99}"/>
              </a:ext>
            </a:extLst>
          </p:cNvPr>
          <p:cNvSpPr txBox="1"/>
          <p:nvPr/>
        </p:nvSpPr>
        <p:spPr>
          <a:xfrm>
            <a:off x="3417900" y="4798969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641B4014-6843-A3FB-7760-123FD85C3AE2}"/>
              </a:ext>
            </a:extLst>
          </p:cNvPr>
          <p:cNvSpPr txBox="1"/>
          <p:nvPr/>
        </p:nvSpPr>
        <p:spPr>
          <a:xfrm>
            <a:off x="2413536" y="3280469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171" name="文本框 170">
            <a:extLst>
              <a:ext uri="{FF2B5EF4-FFF2-40B4-BE49-F238E27FC236}">
                <a16:creationId xmlns:a16="http://schemas.microsoft.com/office/drawing/2014/main" id="{9FA68DE1-6569-7D5F-CF7D-7C6DA27A4EAE}"/>
              </a:ext>
            </a:extLst>
          </p:cNvPr>
          <p:cNvSpPr txBox="1"/>
          <p:nvPr/>
        </p:nvSpPr>
        <p:spPr>
          <a:xfrm>
            <a:off x="2746253" y="3288481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B50E6819-4A49-2E0F-F2AF-434697326967}"/>
              </a:ext>
            </a:extLst>
          </p:cNvPr>
          <p:cNvSpPr txBox="1"/>
          <p:nvPr/>
        </p:nvSpPr>
        <p:spPr>
          <a:xfrm>
            <a:off x="3069807" y="3288481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6D7FAF51-6BFB-6871-469A-441FB33182B4}"/>
              </a:ext>
            </a:extLst>
          </p:cNvPr>
          <p:cNvSpPr txBox="1"/>
          <p:nvPr/>
        </p:nvSpPr>
        <p:spPr>
          <a:xfrm>
            <a:off x="3411687" y="3288481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8A908585-FB55-0E41-EF6C-DC009ACE3C68}"/>
              </a:ext>
            </a:extLst>
          </p:cNvPr>
          <p:cNvSpPr txBox="1"/>
          <p:nvPr/>
        </p:nvSpPr>
        <p:spPr>
          <a:xfrm>
            <a:off x="1748102" y="3666103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B8C29067-3A95-BBE9-D1E7-6481BC551F54}"/>
              </a:ext>
            </a:extLst>
          </p:cNvPr>
          <p:cNvSpPr txBox="1"/>
          <p:nvPr/>
        </p:nvSpPr>
        <p:spPr>
          <a:xfrm>
            <a:off x="2091439" y="366084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14A05F5D-C7B0-9FBA-CCC8-2937167F9EF0}"/>
              </a:ext>
            </a:extLst>
          </p:cNvPr>
          <p:cNvSpPr txBox="1"/>
          <p:nvPr/>
        </p:nvSpPr>
        <p:spPr>
          <a:xfrm>
            <a:off x="1748102" y="480077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CA925790-63FB-507B-8863-AA4C39F602E1}"/>
              </a:ext>
            </a:extLst>
          </p:cNvPr>
          <p:cNvSpPr txBox="1"/>
          <p:nvPr/>
        </p:nvSpPr>
        <p:spPr>
          <a:xfrm>
            <a:off x="1752509" y="442134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D971EA5F-6799-BC5B-6307-0BBC5962DF44}"/>
              </a:ext>
            </a:extLst>
          </p:cNvPr>
          <p:cNvSpPr txBox="1"/>
          <p:nvPr/>
        </p:nvSpPr>
        <p:spPr>
          <a:xfrm>
            <a:off x="3074624" y="404372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7B66C7E6-E9E3-FCA9-124A-D38126524587}"/>
              </a:ext>
            </a:extLst>
          </p:cNvPr>
          <p:cNvSpPr txBox="1"/>
          <p:nvPr/>
        </p:nvSpPr>
        <p:spPr>
          <a:xfrm>
            <a:off x="2729706" y="442509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3C4A07BF-126C-B81A-D994-080B92E60011}"/>
              </a:ext>
            </a:extLst>
          </p:cNvPr>
          <p:cNvSpPr txBox="1"/>
          <p:nvPr/>
        </p:nvSpPr>
        <p:spPr>
          <a:xfrm>
            <a:off x="2091618" y="442134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FDF85B20-1C07-4DD5-042A-EC2803E4ED75}"/>
              </a:ext>
            </a:extLst>
          </p:cNvPr>
          <p:cNvSpPr txBox="1"/>
          <p:nvPr/>
        </p:nvSpPr>
        <p:spPr>
          <a:xfrm>
            <a:off x="2746253" y="366610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F033F563-602D-0E35-BD08-7593859867B9}"/>
              </a:ext>
            </a:extLst>
          </p:cNvPr>
          <p:cNvSpPr txBox="1"/>
          <p:nvPr/>
        </p:nvSpPr>
        <p:spPr>
          <a:xfrm>
            <a:off x="2403205" y="404372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2C9029B9-D828-E80C-4BAA-EC612D53B078}"/>
              </a:ext>
            </a:extLst>
          </p:cNvPr>
          <p:cNvSpPr txBox="1"/>
          <p:nvPr/>
        </p:nvSpPr>
        <p:spPr>
          <a:xfrm>
            <a:off x="1748102" y="4043725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C944433D-3142-B7AB-3DC7-E0EF36CB0D4E}"/>
              </a:ext>
            </a:extLst>
          </p:cNvPr>
          <p:cNvSpPr txBox="1"/>
          <p:nvPr/>
        </p:nvSpPr>
        <p:spPr>
          <a:xfrm>
            <a:off x="2091618" y="4041472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AE206D77-296A-D696-4087-6A5404670721}"/>
              </a:ext>
            </a:extLst>
          </p:cNvPr>
          <p:cNvSpPr txBox="1"/>
          <p:nvPr/>
        </p:nvSpPr>
        <p:spPr>
          <a:xfrm>
            <a:off x="3069807" y="3666103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5761E9BB-4C56-41A1-553D-2C886BE6B710}"/>
              </a:ext>
            </a:extLst>
          </p:cNvPr>
          <p:cNvSpPr txBox="1"/>
          <p:nvPr/>
        </p:nvSpPr>
        <p:spPr>
          <a:xfrm>
            <a:off x="3411687" y="3666103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6F1D5C87-111F-74D0-EC81-CE2129620077}"/>
              </a:ext>
            </a:extLst>
          </p:cNvPr>
          <p:cNvSpPr txBox="1"/>
          <p:nvPr/>
        </p:nvSpPr>
        <p:spPr>
          <a:xfrm>
            <a:off x="3411687" y="4043725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6708D284-E69F-9C06-12B0-E36C4E4FBAE3}"/>
              </a:ext>
            </a:extLst>
          </p:cNvPr>
          <p:cNvSpPr txBox="1"/>
          <p:nvPr/>
        </p:nvSpPr>
        <p:spPr>
          <a:xfrm>
            <a:off x="3421496" y="4421347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9</a:t>
            </a:r>
            <a:endParaRPr lang="zh-CN" altLang="en-US" sz="1600"/>
          </a:p>
        </p:txBody>
      </p:sp>
      <p:sp>
        <p:nvSpPr>
          <p:cNvPr id="206" name="文本框 205">
            <a:extLst>
              <a:ext uri="{FF2B5EF4-FFF2-40B4-BE49-F238E27FC236}">
                <a16:creationId xmlns:a16="http://schemas.microsoft.com/office/drawing/2014/main" id="{834EBFFE-D00D-75DC-483F-505A5E7A70E6}"/>
              </a:ext>
            </a:extLst>
          </p:cNvPr>
          <p:cNvSpPr txBox="1"/>
          <p:nvPr/>
        </p:nvSpPr>
        <p:spPr>
          <a:xfrm>
            <a:off x="1872847" y="146313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9</a:t>
            </a:r>
            <a:endParaRPr lang="zh-CN" altLang="en-US" sz="1600"/>
          </a:p>
        </p:txBody>
      </p:sp>
      <p:sp>
        <p:nvSpPr>
          <p:cNvPr id="208" name="文本框 207">
            <a:extLst>
              <a:ext uri="{FF2B5EF4-FFF2-40B4-BE49-F238E27FC236}">
                <a16:creationId xmlns:a16="http://schemas.microsoft.com/office/drawing/2014/main" id="{C42C1178-85BA-506D-885A-855CD6523D30}"/>
              </a:ext>
            </a:extLst>
          </p:cNvPr>
          <p:cNvSpPr txBox="1"/>
          <p:nvPr/>
        </p:nvSpPr>
        <p:spPr>
          <a:xfrm>
            <a:off x="2400452" y="442134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10" name="文本框 209">
            <a:extLst>
              <a:ext uri="{FF2B5EF4-FFF2-40B4-BE49-F238E27FC236}">
                <a16:creationId xmlns:a16="http://schemas.microsoft.com/office/drawing/2014/main" id="{2D86D292-2059-594D-DC0F-C4FAD97A77A7}"/>
              </a:ext>
            </a:extLst>
          </p:cNvPr>
          <p:cNvSpPr txBox="1"/>
          <p:nvPr/>
        </p:nvSpPr>
        <p:spPr>
          <a:xfrm>
            <a:off x="3078970" y="4798969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9</a:t>
            </a:r>
            <a:endParaRPr lang="zh-CN" altLang="en-US" sz="1600"/>
          </a:p>
        </p:txBody>
      </p:sp>
      <p:sp>
        <p:nvSpPr>
          <p:cNvPr id="212" name="文本框 211">
            <a:extLst>
              <a:ext uri="{FF2B5EF4-FFF2-40B4-BE49-F238E27FC236}">
                <a16:creationId xmlns:a16="http://schemas.microsoft.com/office/drawing/2014/main" id="{4C3AC032-AB5B-89FE-8E3D-667D6E823756}"/>
              </a:ext>
            </a:extLst>
          </p:cNvPr>
          <p:cNvSpPr txBox="1"/>
          <p:nvPr/>
        </p:nvSpPr>
        <p:spPr>
          <a:xfrm>
            <a:off x="2080819" y="4798969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14" name="文本框 213">
            <a:extLst>
              <a:ext uri="{FF2B5EF4-FFF2-40B4-BE49-F238E27FC236}">
                <a16:creationId xmlns:a16="http://schemas.microsoft.com/office/drawing/2014/main" id="{0E6D2A19-00C0-A3A4-EA7B-E01F4BCA392F}"/>
              </a:ext>
            </a:extLst>
          </p:cNvPr>
          <p:cNvSpPr txBox="1"/>
          <p:nvPr/>
        </p:nvSpPr>
        <p:spPr>
          <a:xfrm>
            <a:off x="2415613" y="4798969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B6AE5C3A-0A86-CFEC-EB8C-1580217CED7A}"/>
              </a:ext>
            </a:extLst>
          </p:cNvPr>
          <p:cNvSpPr txBox="1"/>
          <p:nvPr/>
        </p:nvSpPr>
        <p:spPr>
          <a:xfrm>
            <a:off x="2731353" y="4798969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cxnSp>
        <p:nvCxnSpPr>
          <p:cNvPr id="218" name="直接连接符 217">
            <a:extLst>
              <a:ext uri="{FF2B5EF4-FFF2-40B4-BE49-F238E27FC236}">
                <a16:creationId xmlns:a16="http://schemas.microsoft.com/office/drawing/2014/main" id="{41A32D7C-10E8-3EFE-2D4A-5F6DFBF65776}"/>
              </a:ext>
            </a:extLst>
          </p:cNvPr>
          <p:cNvCxnSpPr>
            <a:cxnSpLocks/>
          </p:cNvCxnSpPr>
          <p:nvPr/>
        </p:nvCxnSpPr>
        <p:spPr>
          <a:xfrm>
            <a:off x="1580093" y="2739731"/>
            <a:ext cx="2461043" cy="279290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4" name="左中括号 223">
            <a:extLst>
              <a:ext uri="{FF2B5EF4-FFF2-40B4-BE49-F238E27FC236}">
                <a16:creationId xmlns:a16="http://schemas.microsoft.com/office/drawing/2014/main" id="{03115961-2A71-80E1-4153-2B134294AB51}"/>
              </a:ext>
            </a:extLst>
          </p:cNvPr>
          <p:cNvSpPr/>
          <p:nvPr/>
        </p:nvSpPr>
        <p:spPr>
          <a:xfrm>
            <a:off x="6001505" y="2910370"/>
            <a:ext cx="121620" cy="2297261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" name="右中括号 224">
            <a:extLst>
              <a:ext uri="{FF2B5EF4-FFF2-40B4-BE49-F238E27FC236}">
                <a16:creationId xmlns:a16="http://schemas.microsoft.com/office/drawing/2014/main" id="{99C4F401-766D-8061-CDDF-7B4EFD4290EE}"/>
              </a:ext>
            </a:extLst>
          </p:cNvPr>
          <p:cNvSpPr/>
          <p:nvPr/>
        </p:nvSpPr>
        <p:spPr>
          <a:xfrm>
            <a:off x="7923619" y="2910370"/>
            <a:ext cx="130235" cy="2297261"/>
          </a:xfrm>
          <a:prstGeom prst="righ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文本框 225">
            <a:extLst>
              <a:ext uri="{FF2B5EF4-FFF2-40B4-BE49-F238E27FC236}">
                <a16:creationId xmlns:a16="http://schemas.microsoft.com/office/drawing/2014/main" id="{70121597-ED35-DD78-E6B6-EC3C7B3BB1B1}"/>
              </a:ext>
            </a:extLst>
          </p:cNvPr>
          <p:cNvSpPr txBox="1"/>
          <p:nvPr/>
        </p:nvSpPr>
        <p:spPr>
          <a:xfrm>
            <a:off x="5546295" y="291037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27" name="文本框 226">
            <a:extLst>
              <a:ext uri="{FF2B5EF4-FFF2-40B4-BE49-F238E27FC236}">
                <a16:creationId xmlns:a16="http://schemas.microsoft.com/office/drawing/2014/main" id="{EF530964-C5FA-DF3F-623D-9413644F6AA5}"/>
              </a:ext>
            </a:extLst>
          </p:cNvPr>
          <p:cNvSpPr txBox="1"/>
          <p:nvPr/>
        </p:nvSpPr>
        <p:spPr>
          <a:xfrm>
            <a:off x="5546295" y="328799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9DD83B6E-80AA-DC34-26F2-4C76DBDD0019}"/>
              </a:ext>
            </a:extLst>
          </p:cNvPr>
          <p:cNvSpPr txBox="1"/>
          <p:nvPr/>
        </p:nvSpPr>
        <p:spPr>
          <a:xfrm>
            <a:off x="5546295" y="366561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229" name="文本框 228">
            <a:extLst>
              <a:ext uri="{FF2B5EF4-FFF2-40B4-BE49-F238E27FC236}">
                <a16:creationId xmlns:a16="http://schemas.microsoft.com/office/drawing/2014/main" id="{8C5AFEA7-EFB8-423F-BCA8-1562B9300D67}"/>
              </a:ext>
            </a:extLst>
          </p:cNvPr>
          <p:cNvSpPr txBox="1"/>
          <p:nvPr/>
        </p:nvSpPr>
        <p:spPr>
          <a:xfrm>
            <a:off x="5546295" y="404323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230" name="文本框 229">
            <a:extLst>
              <a:ext uri="{FF2B5EF4-FFF2-40B4-BE49-F238E27FC236}">
                <a16:creationId xmlns:a16="http://schemas.microsoft.com/office/drawing/2014/main" id="{6585ADBB-6F00-6A0C-E461-BAA66B52F310}"/>
              </a:ext>
            </a:extLst>
          </p:cNvPr>
          <p:cNvSpPr txBox="1"/>
          <p:nvPr/>
        </p:nvSpPr>
        <p:spPr>
          <a:xfrm>
            <a:off x="5546295" y="442085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231" name="文本框 230">
            <a:extLst>
              <a:ext uri="{FF2B5EF4-FFF2-40B4-BE49-F238E27FC236}">
                <a16:creationId xmlns:a16="http://schemas.microsoft.com/office/drawing/2014/main" id="{8442384E-5324-91DF-6F7C-887589D75EF2}"/>
              </a:ext>
            </a:extLst>
          </p:cNvPr>
          <p:cNvSpPr txBox="1"/>
          <p:nvPr/>
        </p:nvSpPr>
        <p:spPr>
          <a:xfrm>
            <a:off x="5546295" y="479848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232" name="文本框 231">
            <a:extLst>
              <a:ext uri="{FF2B5EF4-FFF2-40B4-BE49-F238E27FC236}">
                <a16:creationId xmlns:a16="http://schemas.microsoft.com/office/drawing/2014/main" id="{D08A4CD4-039E-A4C7-280E-44BEBD101E5D}"/>
              </a:ext>
            </a:extLst>
          </p:cNvPr>
          <p:cNvSpPr txBox="1"/>
          <p:nvPr/>
        </p:nvSpPr>
        <p:spPr>
          <a:xfrm>
            <a:off x="6006372" y="523295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33" name="文本框 232">
            <a:extLst>
              <a:ext uri="{FF2B5EF4-FFF2-40B4-BE49-F238E27FC236}">
                <a16:creationId xmlns:a16="http://schemas.microsoft.com/office/drawing/2014/main" id="{113EBD19-5C75-2B38-2B45-F4060C92397E}"/>
              </a:ext>
            </a:extLst>
          </p:cNvPr>
          <p:cNvSpPr txBox="1"/>
          <p:nvPr/>
        </p:nvSpPr>
        <p:spPr>
          <a:xfrm>
            <a:off x="6339089" y="523295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234" name="文本框 233">
            <a:extLst>
              <a:ext uri="{FF2B5EF4-FFF2-40B4-BE49-F238E27FC236}">
                <a16:creationId xmlns:a16="http://schemas.microsoft.com/office/drawing/2014/main" id="{EF4CE0B7-804A-AEE8-D00C-A849D24B84E3}"/>
              </a:ext>
            </a:extLst>
          </p:cNvPr>
          <p:cNvSpPr txBox="1"/>
          <p:nvPr/>
        </p:nvSpPr>
        <p:spPr>
          <a:xfrm>
            <a:off x="6671806" y="523295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235" name="文本框 234">
            <a:extLst>
              <a:ext uri="{FF2B5EF4-FFF2-40B4-BE49-F238E27FC236}">
                <a16:creationId xmlns:a16="http://schemas.microsoft.com/office/drawing/2014/main" id="{0CE7BF37-38BE-895E-E002-3E54BF062BA0}"/>
              </a:ext>
            </a:extLst>
          </p:cNvPr>
          <p:cNvSpPr txBox="1"/>
          <p:nvPr/>
        </p:nvSpPr>
        <p:spPr>
          <a:xfrm>
            <a:off x="7004523" y="523295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236" name="文本框 235">
            <a:extLst>
              <a:ext uri="{FF2B5EF4-FFF2-40B4-BE49-F238E27FC236}">
                <a16:creationId xmlns:a16="http://schemas.microsoft.com/office/drawing/2014/main" id="{D2DE8688-8043-8CD9-DCC8-D6702857755C}"/>
              </a:ext>
            </a:extLst>
          </p:cNvPr>
          <p:cNvSpPr txBox="1"/>
          <p:nvPr/>
        </p:nvSpPr>
        <p:spPr>
          <a:xfrm>
            <a:off x="7337240" y="523295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237" name="文本框 236">
            <a:extLst>
              <a:ext uri="{FF2B5EF4-FFF2-40B4-BE49-F238E27FC236}">
                <a16:creationId xmlns:a16="http://schemas.microsoft.com/office/drawing/2014/main" id="{7BF3D356-9AE8-7AEF-AC2C-9269F4C7DF69}"/>
              </a:ext>
            </a:extLst>
          </p:cNvPr>
          <p:cNvSpPr txBox="1"/>
          <p:nvPr/>
        </p:nvSpPr>
        <p:spPr>
          <a:xfrm>
            <a:off x="7669957" y="523295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238" name="文本框 237">
            <a:extLst>
              <a:ext uri="{FF2B5EF4-FFF2-40B4-BE49-F238E27FC236}">
                <a16:creationId xmlns:a16="http://schemas.microsoft.com/office/drawing/2014/main" id="{6BA6F86C-9DDF-775D-01EA-F0E04339A6AA}"/>
              </a:ext>
            </a:extLst>
          </p:cNvPr>
          <p:cNvSpPr txBox="1"/>
          <p:nvPr/>
        </p:nvSpPr>
        <p:spPr>
          <a:xfrm>
            <a:off x="6006372" y="291037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39" name="文本框 238">
            <a:extLst>
              <a:ext uri="{FF2B5EF4-FFF2-40B4-BE49-F238E27FC236}">
                <a16:creationId xmlns:a16="http://schemas.microsoft.com/office/drawing/2014/main" id="{AE7D6119-7FFD-2B7E-EBB5-CE47CB361241}"/>
              </a:ext>
            </a:extLst>
          </p:cNvPr>
          <p:cNvSpPr txBox="1"/>
          <p:nvPr/>
        </p:nvSpPr>
        <p:spPr>
          <a:xfrm>
            <a:off x="6346064" y="291037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240" name="文本框 239">
            <a:extLst>
              <a:ext uri="{FF2B5EF4-FFF2-40B4-BE49-F238E27FC236}">
                <a16:creationId xmlns:a16="http://schemas.microsoft.com/office/drawing/2014/main" id="{5A76FF72-9FAA-390B-8F97-8D60BD5EDA10}"/>
              </a:ext>
            </a:extLst>
          </p:cNvPr>
          <p:cNvSpPr txBox="1"/>
          <p:nvPr/>
        </p:nvSpPr>
        <p:spPr>
          <a:xfrm>
            <a:off x="6669586" y="2910370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41" name="文本框 240">
            <a:extLst>
              <a:ext uri="{FF2B5EF4-FFF2-40B4-BE49-F238E27FC236}">
                <a16:creationId xmlns:a16="http://schemas.microsoft.com/office/drawing/2014/main" id="{581A9483-C96D-44D4-AD2C-87F89B682948}"/>
              </a:ext>
            </a:extLst>
          </p:cNvPr>
          <p:cNvSpPr txBox="1"/>
          <p:nvPr/>
        </p:nvSpPr>
        <p:spPr>
          <a:xfrm>
            <a:off x="7004523" y="2910370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42" name="文本框 241">
            <a:extLst>
              <a:ext uri="{FF2B5EF4-FFF2-40B4-BE49-F238E27FC236}">
                <a16:creationId xmlns:a16="http://schemas.microsoft.com/office/drawing/2014/main" id="{A46D2D98-B612-E1DD-D0BD-9543745A8B29}"/>
              </a:ext>
            </a:extLst>
          </p:cNvPr>
          <p:cNvSpPr txBox="1"/>
          <p:nvPr/>
        </p:nvSpPr>
        <p:spPr>
          <a:xfrm>
            <a:off x="7330967" y="2910859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BAEE9AEA-663A-1343-72CF-BB6FCD206287}"/>
              </a:ext>
            </a:extLst>
          </p:cNvPr>
          <p:cNvSpPr txBox="1"/>
          <p:nvPr/>
        </p:nvSpPr>
        <p:spPr>
          <a:xfrm>
            <a:off x="7661021" y="2910370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44" name="文本框 243">
            <a:extLst>
              <a:ext uri="{FF2B5EF4-FFF2-40B4-BE49-F238E27FC236}">
                <a16:creationId xmlns:a16="http://schemas.microsoft.com/office/drawing/2014/main" id="{62BEBFD5-AA64-7E99-C39A-1F2D1696AA11}"/>
              </a:ext>
            </a:extLst>
          </p:cNvPr>
          <p:cNvSpPr txBox="1"/>
          <p:nvPr/>
        </p:nvSpPr>
        <p:spPr>
          <a:xfrm>
            <a:off x="6006372" y="328799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45" name="文本框 244">
            <a:extLst>
              <a:ext uri="{FF2B5EF4-FFF2-40B4-BE49-F238E27FC236}">
                <a16:creationId xmlns:a16="http://schemas.microsoft.com/office/drawing/2014/main" id="{C3A58F2A-3F33-781E-A54E-8F71836E22DF}"/>
              </a:ext>
            </a:extLst>
          </p:cNvPr>
          <p:cNvSpPr txBox="1"/>
          <p:nvPr/>
        </p:nvSpPr>
        <p:spPr>
          <a:xfrm>
            <a:off x="6339089" y="3287992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A5772F71-2661-FAA4-1461-BCA2C6AD29B4}"/>
              </a:ext>
            </a:extLst>
          </p:cNvPr>
          <p:cNvSpPr txBox="1"/>
          <p:nvPr/>
        </p:nvSpPr>
        <p:spPr>
          <a:xfrm>
            <a:off x="6671806" y="3665614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47" name="文本框 246">
            <a:extLst>
              <a:ext uri="{FF2B5EF4-FFF2-40B4-BE49-F238E27FC236}">
                <a16:creationId xmlns:a16="http://schemas.microsoft.com/office/drawing/2014/main" id="{B819A244-56AA-E795-B3C6-5B8ADBA4D0E3}"/>
              </a:ext>
            </a:extLst>
          </p:cNvPr>
          <p:cNvSpPr txBox="1"/>
          <p:nvPr/>
        </p:nvSpPr>
        <p:spPr>
          <a:xfrm>
            <a:off x="7004004" y="4043236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48" name="文本框 247">
            <a:extLst>
              <a:ext uri="{FF2B5EF4-FFF2-40B4-BE49-F238E27FC236}">
                <a16:creationId xmlns:a16="http://schemas.microsoft.com/office/drawing/2014/main" id="{051A46D9-A4A8-855A-736F-BB4BA581C7BB}"/>
              </a:ext>
            </a:extLst>
          </p:cNvPr>
          <p:cNvSpPr txBox="1"/>
          <p:nvPr/>
        </p:nvSpPr>
        <p:spPr>
          <a:xfrm>
            <a:off x="7337240" y="4422439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49" name="文本框 248">
            <a:extLst>
              <a:ext uri="{FF2B5EF4-FFF2-40B4-BE49-F238E27FC236}">
                <a16:creationId xmlns:a16="http://schemas.microsoft.com/office/drawing/2014/main" id="{47A33A2F-5E9F-74D5-633C-864BDD8C96A6}"/>
              </a:ext>
            </a:extLst>
          </p:cNvPr>
          <p:cNvSpPr txBox="1"/>
          <p:nvPr/>
        </p:nvSpPr>
        <p:spPr>
          <a:xfrm>
            <a:off x="7676170" y="4798480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50" name="文本框 249">
            <a:extLst>
              <a:ext uri="{FF2B5EF4-FFF2-40B4-BE49-F238E27FC236}">
                <a16:creationId xmlns:a16="http://schemas.microsoft.com/office/drawing/2014/main" id="{B81C4E5F-E4D0-F493-F6E8-E09F4D621366}"/>
              </a:ext>
            </a:extLst>
          </p:cNvPr>
          <p:cNvSpPr txBox="1"/>
          <p:nvPr/>
        </p:nvSpPr>
        <p:spPr>
          <a:xfrm>
            <a:off x="6671806" y="3279980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51" name="文本框 250">
            <a:extLst>
              <a:ext uri="{FF2B5EF4-FFF2-40B4-BE49-F238E27FC236}">
                <a16:creationId xmlns:a16="http://schemas.microsoft.com/office/drawing/2014/main" id="{4822210C-453C-266A-0902-77FDF9D08B24}"/>
              </a:ext>
            </a:extLst>
          </p:cNvPr>
          <p:cNvSpPr txBox="1"/>
          <p:nvPr/>
        </p:nvSpPr>
        <p:spPr>
          <a:xfrm>
            <a:off x="7004523" y="3287992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52" name="文本框 251">
            <a:extLst>
              <a:ext uri="{FF2B5EF4-FFF2-40B4-BE49-F238E27FC236}">
                <a16:creationId xmlns:a16="http://schemas.microsoft.com/office/drawing/2014/main" id="{7A3DCC2D-AB14-5FB9-3727-3B3A3D5BE1B2}"/>
              </a:ext>
            </a:extLst>
          </p:cNvPr>
          <p:cNvSpPr txBox="1"/>
          <p:nvPr/>
        </p:nvSpPr>
        <p:spPr>
          <a:xfrm>
            <a:off x="7328077" y="3287992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53" name="文本框 252">
            <a:extLst>
              <a:ext uri="{FF2B5EF4-FFF2-40B4-BE49-F238E27FC236}">
                <a16:creationId xmlns:a16="http://schemas.microsoft.com/office/drawing/2014/main" id="{258E84EA-441C-18AA-5C07-7F5E3E62E678}"/>
              </a:ext>
            </a:extLst>
          </p:cNvPr>
          <p:cNvSpPr txBox="1"/>
          <p:nvPr/>
        </p:nvSpPr>
        <p:spPr>
          <a:xfrm>
            <a:off x="7669957" y="3287992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54" name="文本框 253">
            <a:extLst>
              <a:ext uri="{FF2B5EF4-FFF2-40B4-BE49-F238E27FC236}">
                <a16:creationId xmlns:a16="http://schemas.microsoft.com/office/drawing/2014/main" id="{12A78589-B4BD-CEF3-B996-EC4D0FB623D1}"/>
              </a:ext>
            </a:extLst>
          </p:cNvPr>
          <p:cNvSpPr txBox="1"/>
          <p:nvPr/>
        </p:nvSpPr>
        <p:spPr>
          <a:xfrm>
            <a:off x="6006372" y="3665614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55" name="文本框 254">
            <a:extLst>
              <a:ext uri="{FF2B5EF4-FFF2-40B4-BE49-F238E27FC236}">
                <a16:creationId xmlns:a16="http://schemas.microsoft.com/office/drawing/2014/main" id="{DC0CEA61-C2E2-F999-29BF-CB572D9BE3D3}"/>
              </a:ext>
            </a:extLst>
          </p:cNvPr>
          <p:cNvSpPr txBox="1"/>
          <p:nvPr/>
        </p:nvSpPr>
        <p:spPr>
          <a:xfrm>
            <a:off x="6349709" y="366035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256" name="文本框 255">
            <a:extLst>
              <a:ext uri="{FF2B5EF4-FFF2-40B4-BE49-F238E27FC236}">
                <a16:creationId xmlns:a16="http://schemas.microsoft.com/office/drawing/2014/main" id="{AFA869E4-2F71-0E81-5D0A-794A1D419590}"/>
              </a:ext>
            </a:extLst>
          </p:cNvPr>
          <p:cNvSpPr txBox="1"/>
          <p:nvPr/>
        </p:nvSpPr>
        <p:spPr>
          <a:xfrm>
            <a:off x="6006372" y="480028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257" name="文本框 256">
            <a:extLst>
              <a:ext uri="{FF2B5EF4-FFF2-40B4-BE49-F238E27FC236}">
                <a16:creationId xmlns:a16="http://schemas.microsoft.com/office/drawing/2014/main" id="{3F1B951E-5CFA-45A8-9192-B1B7453EB64C}"/>
              </a:ext>
            </a:extLst>
          </p:cNvPr>
          <p:cNvSpPr txBox="1"/>
          <p:nvPr/>
        </p:nvSpPr>
        <p:spPr>
          <a:xfrm>
            <a:off x="6010779" y="442085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258" name="文本框 257">
            <a:extLst>
              <a:ext uri="{FF2B5EF4-FFF2-40B4-BE49-F238E27FC236}">
                <a16:creationId xmlns:a16="http://schemas.microsoft.com/office/drawing/2014/main" id="{67302CF9-F1F5-C074-B3EF-C82F7C8196FB}"/>
              </a:ext>
            </a:extLst>
          </p:cNvPr>
          <p:cNvSpPr txBox="1"/>
          <p:nvPr/>
        </p:nvSpPr>
        <p:spPr>
          <a:xfrm>
            <a:off x="7332894" y="404323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3B37AFDA-6E6F-41E8-6DDC-3E3FCCE3BB3A}"/>
              </a:ext>
            </a:extLst>
          </p:cNvPr>
          <p:cNvSpPr txBox="1"/>
          <p:nvPr/>
        </p:nvSpPr>
        <p:spPr>
          <a:xfrm>
            <a:off x="6987976" y="442460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60" name="文本框 259">
            <a:extLst>
              <a:ext uri="{FF2B5EF4-FFF2-40B4-BE49-F238E27FC236}">
                <a16:creationId xmlns:a16="http://schemas.microsoft.com/office/drawing/2014/main" id="{9146FA26-09C1-7F39-2396-E0E5E977D8A0}"/>
              </a:ext>
            </a:extLst>
          </p:cNvPr>
          <p:cNvSpPr txBox="1"/>
          <p:nvPr/>
        </p:nvSpPr>
        <p:spPr>
          <a:xfrm>
            <a:off x="6349888" y="442085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C2C6A7F8-D4DC-B70A-F118-7B2C85B98453}"/>
              </a:ext>
            </a:extLst>
          </p:cNvPr>
          <p:cNvSpPr txBox="1"/>
          <p:nvPr/>
        </p:nvSpPr>
        <p:spPr>
          <a:xfrm>
            <a:off x="7004523" y="366561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262" name="文本框 261">
            <a:extLst>
              <a:ext uri="{FF2B5EF4-FFF2-40B4-BE49-F238E27FC236}">
                <a16:creationId xmlns:a16="http://schemas.microsoft.com/office/drawing/2014/main" id="{28E6947B-5B49-13F4-62E8-6CD242B04486}"/>
              </a:ext>
            </a:extLst>
          </p:cNvPr>
          <p:cNvSpPr txBox="1"/>
          <p:nvPr/>
        </p:nvSpPr>
        <p:spPr>
          <a:xfrm>
            <a:off x="6661475" y="404323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263" name="文本框 262">
            <a:extLst>
              <a:ext uri="{FF2B5EF4-FFF2-40B4-BE49-F238E27FC236}">
                <a16:creationId xmlns:a16="http://schemas.microsoft.com/office/drawing/2014/main" id="{7B5EFE79-4992-07BB-1440-88960282A836}"/>
              </a:ext>
            </a:extLst>
          </p:cNvPr>
          <p:cNvSpPr txBox="1"/>
          <p:nvPr/>
        </p:nvSpPr>
        <p:spPr>
          <a:xfrm>
            <a:off x="6006372" y="4043236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64" name="文本框 263">
            <a:extLst>
              <a:ext uri="{FF2B5EF4-FFF2-40B4-BE49-F238E27FC236}">
                <a16:creationId xmlns:a16="http://schemas.microsoft.com/office/drawing/2014/main" id="{081910FA-C6AE-A87F-CA43-1547FE70A876}"/>
              </a:ext>
            </a:extLst>
          </p:cNvPr>
          <p:cNvSpPr txBox="1"/>
          <p:nvPr/>
        </p:nvSpPr>
        <p:spPr>
          <a:xfrm>
            <a:off x="6349888" y="4040983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65" name="文本框 264">
            <a:extLst>
              <a:ext uri="{FF2B5EF4-FFF2-40B4-BE49-F238E27FC236}">
                <a16:creationId xmlns:a16="http://schemas.microsoft.com/office/drawing/2014/main" id="{BB193611-714B-56EF-3F56-26532C532000}"/>
              </a:ext>
            </a:extLst>
          </p:cNvPr>
          <p:cNvSpPr txBox="1"/>
          <p:nvPr/>
        </p:nvSpPr>
        <p:spPr>
          <a:xfrm>
            <a:off x="7328077" y="3665614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66" name="文本框 265">
            <a:extLst>
              <a:ext uri="{FF2B5EF4-FFF2-40B4-BE49-F238E27FC236}">
                <a16:creationId xmlns:a16="http://schemas.microsoft.com/office/drawing/2014/main" id="{42473A6B-68D7-8E7C-4392-9EBFD27D8153}"/>
              </a:ext>
            </a:extLst>
          </p:cNvPr>
          <p:cNvSpPr txBox="1"/>
          <p:nvPr/>
        </p:nvSpPr>
        <p:spPr>
          <a:xfrm>
            <a:off x="7669957" y="3665614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67" name="文本框 266">
            <a:extLst>
              <a:ext uri="{FF2B5EF4-FFF2-40B4-BE49-F238E27FC236}">
                <a16:creationId xmlns:a16="http://schemas.microsoft.com/office/drawing/2014/main" id="{53F2B40A-6233-50D3-5B79-C6FCE3E3CA05}"/>
              </a:ext>
            </a:extLst>
          </p:cNvPr>
          <p:cNvSpPr txBox="1"/>
          <p:nvPr/>
        </p:nvSpPr>
        <p:spPr>
          <a:xfrm>
            <a:off x="7669957" y="4043236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68" name="文本框 267">
            <a:extLst>
              <a:ext uri="{FF2B5EF4-FFF2-40B4-BE49-F238E27FC236}">
                <a16:creationId xmlns:a16="http://schemas.microsoft.com/office/drawing/2014/main" id="{8689B23D-3872-FBB6-DB30-1E6F37697982}"/>
              </a:ext>
            </a:extLst>
          </p:cNvPr>
          <p:cNvSpPr txBox="1"/>
          <p:nvPr/>
        </p:nvSpPr>
        <p:spPr>
          <a:xfrm>
            <a:off x="7679766" y="4420858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269" name="文本框 268">
            <a:extLst>
              <a:ext uri="{FF2B5EF4-FFF2-40B4-BE49-F238E27FC236}">
                <a16:creationId xmlns:a16="http://schemas.microsoft.com/office/drawing/2014/main" id="{1357918C-8B84-0D04-5F09-8450BB7FF07D}"/>
              </a:ext>
            </a:extLst>
          </p:cNvPr>
          <p:cNvSpPr txBox="1"/>
          <p:nvPr/>
        </p:nvSpPr>
        <p:spPr>
          <a:xfrm>
            <a:off x="6658722" y="442085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70" name="文本框 269">
            <a:extLst>
              <a:ext uri="{FF2B5EF4-FFF2-40B4-BE49-F238E27FC236}">
                <a16:creationId xmlns:a16="http://schemas.microsoft.com/office/drawing/2014/main" id="{59ABA70B-E343-9A0A-C58A-DCD2B7CBD8AC}"/>
              </a:ext>
            </a:extLst>
          </p:cNvPr>
          <p:cNvSpPr txBox="1"/>
          <p:nvPr/>
        </p:nvSpPr>
        <p:spPr>
          <a:xfrm>
            <a:off x="7337240" y="4798480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71" name="文本框 270">
            <a:extLst>
              <a:ext uri="{FF2B5EF4-FFF2-40B4-BE49-F238E27FC236}">
                <a16:creationId xmlns:a16="http://schemas.microsoft.com/office/drawing/2014/main" id="{EAC342D2-8EA7-828D-65F1-65ECCED82F3A}"/>
              </a:ext>
            </a:extLst>
          </p:cNvPr>
          <p:cNvSpPr txBox="1"/>
          <p:nvPr/>
        </p:nvSpPr>
        <p:spPr>
          <a:xfrm>
            <a:off x="6339089" y="4798480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72" name="文本框 271">
            <a:extLst>
              <a:ext uri="{FF2B5EF4-FFF2-40B4-BE49-F238E27FC236}">
                <a16:creationId xmlns:a16="http://schemas.microsoft.com/office/drawing/2014/main" id="{1952D4B1-AF76-FBA1-6D30-355EDAE5A578}"/>
              </a:ext>
            </a:extLst>
          </p:cNvPr>
          <p:cNvSpPr txBox="1"/>
          <p:nvPr/>
        </p:nvSpPr>
        <p:spPr>
          <a:xfrm>
            <a:off x="6673883" y="4798480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73" name="文本框 272">
            <a:extLst>
              <a:ext uri="{FF2B5EF4-FFF2-40B4-BE49-F238E27FC236}">
                <a16:creationId xmlns:a16="http://schemas.microsoft.com/office/drawing/2014/main" id="{4C92A53A-55EC-E9B5-4344-F9847C09C468}"/>
              </a:ext>
            </a:extLst>
          </p:cNvPr>
          <p:cNvSpPr txBox="1"/>
          <p:nvPr/>
        </p:nvSpPr>
        <p:spPr>
          <a:xfrm>
            <a:off x="6989623" y="4798480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cxnSp>
        <p:nvCxnSpPr>
          <p:cNvPr id="274" name="直接连接符 273">
            <a:extLst>
              <a:ext uri="{FF2B5EF4-FFF2-40B4-BE49-F238E27FC236}">
                <a16:creationId xmlns:a16="http://schemas.microsoft.com/office/drawing/2014/main" id="{568C7FCA-78A6-A4F2-1A55-825CEAC2B9F1}"/>
              </a:ext>
            </a:extLst>
          </p:cNvPr>
          <p:cNvCxnSpPr>
            <a:cxnSpLocks/>
          </p:cNvCxnSpPr>
          <p:nvPr/>
        </p:nvCxnSpPr>
        <p:spPr>
          <a:xfrm>
            <a:off x="5838363" y="2739242"/>
            <a:ext cx="2461043" cy="279290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6" name="文本框 275">
            <a:extLst>
              <a:ext uri="{FF2B5EF4-FFF2-40B4-BE49-F238E27FC236}">
                <a16:creationId xmlns:a16="http://schemas.microsoft.com/office/drawing/2014/main" id="{05262DEC-7FED-EFEE-C5B3-5AEF1DABCDEC}"/>
              </a:ext>
            </a:extLst>
          </p:cNvPr>
          <p:cNvSpPr txBox="1"/>
          <p:nvPr/>
        </p:nvSpPr>
        <p:spPr>
          <a:xfrm>
            <a:off x="830947" y="5817766"/>
            <a:ext cx="4121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</a:t>
            </a:r>
            <a:r>
              <a:rPr lang="zh-CN" altLang="en-US"/>
              <a:t>）无向图及其临接矩阵</a:t>
            </a:r>
            <a:r>
              <a:rPr lang="en-US" altLang="zh-CN"/>
              <a:t>AdjM(</a:t>
            </a:r>
            <a:r>
              <a:rPr lang="zh-CN" altLang="en-US"/>
              <a:t>边带权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278" name="文本框 277">
            <a:extLst>
              <a:ext uri="{FF2B5EF4-FFF2-40B4-BE49-F238E27FC236}">
                <a16:creationId xmlns:a16="http://schemas.microsoft.com/office/drawing/2014/main" id="{EAB70522-49CA-A341-06F1-6DF29FC27366}"/>
              </a:ext>
            </a:extLst>
          </p:cNvPr>
          <p:cNvSpPr txBox="1"/>
          <p:nvPr/>
        </p:nvSpPr>
        <p:spPr>
          <a:xfrm>
            <a:off x="5351291" y="5802392"/>
            <a:ext cx="4216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b</a:t>
            </a:r>
            <a:r>
              <a:rPr lang="zh-CN" altLang="en-US"/>
              <a:t>）有向图及其临接矩阵</a:t>
            </a:r>
            <a:r>
              <a:rPr lang="en-US" altLang="zh-CN"/>
              <a:t>AdjM(</a:t>
            </a:r>
            <a:r>
              <a:rPr lang="zh-CN" altLang="en-US"/>
              <a:t>边不带权</a:t>
            </a:r>
            <a:r>
              <a:rPr lang="en-US" altLang="zh-CN"/>
              <a:t>)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244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D3411-81CE-7B9B-59B1-793140E86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2F6AFFB9-7BDA-24D3-F7B7-F9210A1A86FA}"/>
              </a:ext>
            </a:extLst>
          </p:cNvPr>
          <p:cNvSpPr/>
          <p:nvPr/>
        </p:nvSpPr>
        <p:spPr>
          <a:xfrm>
            <a:off x="5214635" y="1247767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1F181FA2-E5BB-5C40-4F1F-6219647D0C79}"/>
              </a:ext>
            </a:extLst>
          </p:cNvPr>
          <p:cNvSpPr/>
          <p:nvPr/>
        </p:nvSpPr>
        <p:spPr>
          <a:xfrm>
            <a:off x="4456922" y="172913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37933D7-A604-4EBE-4A7D-CF26C3A548C8}"/>
              </a:ext>
            </a:extLst>
          </p:cNvPr>
          <p:cNvSpPr/>
          <p:nvPr/>
        </p:nvSpPr>
        <p:spPr>
          <a:xfrm>
            <a:off x="5202405" y="222000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FB021B0-9489-AD67-515F-98FF2694AA43}"/>
              </a:ext>
            </a:extLst>
          </p:cNvPr>
          <p:cNvSpPr/>
          <p:nvPr/>
        </p:nvSpPr>
        <p:spPr>
          <a:xfrm>
            <a:off x="5960868" y="1696439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36A3F0B-9C3D-4227-4422-536F480367EF}"/>
              </a:ext>
            </a:extLst>
          </p:cNvPr>
          <p:cNvCxnSpPr>
            <a:cxnSpLocks/>
            <a:stCxn id="7" idx="1"/>
            <a:endCxn id="3" idx="6"/>
          </p:cNvCxnSpPr>
          <p:nvPr/>
        </p:nvCxnSpPr>
        <p:spPr>
          <a:xfrm flipH="1" flipV="1">
            <a:off x="5593007" y="1436953"/>
            <a:ext cx="423272" cy="3148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2DC4834-46D8-E02B-9C83-6620A597AD12}"/>
              </a:ext>
            </a:extLst>
          </p:cNvPr>
          <p:cNvCxnSpPr>
            <a:cxnSpLocks/>
            <a:stCxn id="5" idx="6"/>
            <a:endCxn id="7" idx="3"/>
          </p:cNvCxnSpPr>
          <p:nvPr/>
        </p:nvCxnSpPr>
        <p:spPr>
          <a:xfrm flipV="1">
            <a:off x="5580777" y="2019400"/>
            <a:ext cx="435502" cy="3897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7FAFD77-59FD-AB6E-0B82-FD94D86F4477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4779883" y="2052096"/>
            <a:ext cx="422522" cy="3570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0D2A630-B415-7D0D-F8F9-7DCC9BC7F6F0}"/>
              </a:ext>
            </a:extLst>
          </p:cNvPr>
          <p:cNvCxnSpPr>
            <a:cxnSpLocks/>
            <a:stCxn id="4" idx="7"/>
            <a:endCxn id="3" idx="2"/>
          </p:cNvCxnSpPr>
          <p:nvPr/>
        </p:nvCxnSpPr>
        <p:spPr>
          <a:xfrm flipV="1">
            <a:off x="4779883" y="1436953"/>
            <a:ext cx="434752" cy="3475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36020E88-B0E1-E255-380C-CE9DD3431D78}"/>
              </a:ext>
            </a:extLst>
          </p:cNvPr>
          <p:cNvSpPr txBox="1"/>
          <p:nvPr/>
        </p:nvSpPr>
        <p:spPr>
          <a:xfrm>
            <a:off x="4474512" y="1701302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3AAD730-7C65-3E78-4341-6B7CA12BCFA9}"/>
              </a:ext>
            </a:extLst>
          </p:cNvPr>
          <p:cNvSpPr txBox="1"/>
          <p:nvPr/>
        </p:nvSpPr>
        <p:spPr>
          <a:xfrm>
            <a:off x="5251445" y="1205916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D3527D3-FFD2-8ED7-6769-F76CE0DBA28B}"/>
              </a:ext>
            </a:extLst>
          </p:cNvPr>
          <p:cNvSpPr txBox="1"/>
          <p:nvPr/>
        </p:nvSpPr>
        <p:spPr>
          <a:xfrm>
            <a:off x="5990850" y="1671202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v</a:t>
            </a:r>
            <a:r>
              <a:rPr lang="en-US" altLang="zh-CN" b="1" baseline="-25000"/>
              <a:t>2</a:t>
            </a:r>
            <a:endParaRPr lang="zh-CN" altLang="en-US" b="1" baseline="-2500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7C65EF9-E908-8F21-7BF7-FD8AB6D85974}"/>
              </a:ext>
            </a:extLst>
          </p:cNvPr>
          <p:cNvSpPr txBox="1"/>
          <p:nvPr/>
        </p:nvSpPr>
        <p:spPr>
          <a:xfrm>
            <a:off x="5216702" y="2193743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9A07A65-533C-49A1-4716-7B85EB5A5E96}"/>
              </a:ext>
            </a:extLst>
          </p:cNvPr>
          <p:cNvSpPr txBox="1"/>
          <p:nvPr/>
        </p:nvSpPr>
        <p:spPr>
          <a:xfrm>
            <a:off x="4788057" y="130890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49B724D-4A82-2723-41DA-CE129117C2E7}"/>
              </a:ext>
            </a:extLst>
          </p:cNvPr>
          <p:cNvSpPr txBox="1"/>
          <p:nvPr/>
        </p:nvSpPr>
        <p:spPr>
          <a:xfrm>
            <a:off x="5798528" y="136046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DAEFEAA-4FF5-C79F-0016-73829CE16F80}"/>
              </a:ext>
            </a:extLst>
          </p:cNvPr>
          <p:cNvSpPr txBox="1"/>
          <p:nvPr/>
        </p:nvSpPr>
        <p:spPr>
          <a:xfrm>
            <a:off x="4661422" y="221429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532609F-63EB-A005-56C6-BB20DC45691B}"/>
              </a:ext>
            </a:extLst>
          </p:cNvPr>
          <p:cNvSpPr txBox="1"/>
          <p:nvPr/>
        </p:nvSpPr>
        <p:spPr>
          <a:xfrm>
            <a:off x="5650611" y="225982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F3D65F39-CA75-E4FD-26F0-690B9A446816}"/>
              </a:ext>
            </a:extLst>
          </p:cNvPr>
          <p:cNvSpPr/>
          <p:nvPr/>
        </p:nvSpPr>
        <p:spPr>
          <a:xfrm>
            <a:off x="6859945" y="1723878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C088F2D-D5E3-B76E-3A04-EC59E32FBBAC}"/>
              </a:ext>
            </a:extLst>
          </p:cNvPr>
          <p:cNvSpPr txBox="1"/>
          <p:nvPr/>
        </p:nvSpPr>
        <p:spPr>
          <a:xfrm>
            <a:off x="6864497" y="1710149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D694231C-B2F4-A6F5-3EF7-653510D87029}"/>
              </a:ext>
            </a:extLst>
          </p:cNvPr>
          <p:cNvCxnSpPr>
            <a:cxnSpLocks/>
            <a:stCxn id="40" idx="1"/>
            <a:endCxn id="7" idx="6"/>
          </p:cNvCxnSpPr>
          <p:nvPr/>
        </p:nvCxnSpPr>
        <p:spPr>
          <a:xfrm flipH="1" flipV="1">
            <a:off x="6339240" y="1885625"/>
            <a:ext cx="525257" cy="91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74A672D2-EFBC-69DC-1CD4-EC3E107D4587}"/>
              </a:ext>
            </a:extLst>
          </p:cNvPr>
          <p:cNvSpPr txBox="1"/>
          <p:nvPr/>
        </p:nvSpPr>
        <p:spPr>
          <a:xfrm>
            <a:off x="6470687" y="154983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56AB582-2DCA-EA35-C013-9ED10F64F96F}"/>
              </a:ext>
            </a:extLst>
          </p:cNvPr>
          <p:cNvSpPr/>
          <p:nvPr/>
        </p:nvSpPr>
        <p:spPr>
          <a:xfrm>
            <a:off x="3848348" y="5610233"/>
            <a:ext cx="999984" cy="5180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u: 1 weight: 8</a:t>
            </a:r>
            <a:endParaRPr lang="zh-CN" altLang="en-US" sz="160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D7A65310-D03C-F0DD-8D08-C5C7A7108CD5}"/>
              </a:ext>
            </a:extLst>
          </p:cNvPr>
          <p:cNvSpPr txBox="1"/>
          <p:nvPr/>
        </p:nvSpPr>
        <p:spPr>
          <a:xfrm>
            <a:off x="2802533" y="5707092"/>
            <a:ext cx="11587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zh-CN" altLang="zh-CN" sz="1600" b="0">
                <a:solidFill>
                  <a:schemeClr val="tx1"/>
                </a:solidFill>
                <a:effectLst/>
                <a:latin typeface="+mn-lt"/>
              </a:rPr>
              <a:t>AdjL_v2</a:t>
            </a:r>
            <a:endParaRPr lang="zh-CN" altLang="zh-CN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20C37E31-03B8-4032-181D-060AB9927E85}"/>
              </a:ext>
            </a:extLst>
          </p:cNvPr>
          <p:cNvSpPr/>
          <p:nvPr/>
        </p:nvSpPr>
        <p:spPr>
          <a:xfrm>
            <a:off x="5582786" y="5610233"/>
            <a:ext cx="999984" cy="5180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u:4 weight: 5</a:t>
            </a:r>
            <a:endParaRPr lang="zh-CN" altLang="en-US" sz="1600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1B3A4AD0-96D0-4E38-60C2-5076D2A21F44}"/>
              </a:ext>
            </a:extLst>
          </p:cNvPr>
          <p:cNvSpPr/>
          <p:nvPr/>
        </p:nvSpPr>
        <p:spPr>
          <a:xfrm>
            <a:off x="7317224" y="5617364"/>
            <a:ext cx="999984" cy="5180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u:3 weight: 1</a:t>
            </a:r>
            <a:endParaRPr lang="zh-CN" altLang="en-US" sz="1600"/>
          </a:p>
        </p:txBody>
      </p: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A06B9ADD-2965-49F1-71F1-9E0273B13BA2}"/>
              </a:ext>
            </a:extLst>
          </p:cNvPr>
          <p:cNvCxnSpPr>
            <a:stCxn id="54" idx="3"/>
            <a:endCxn id="79" idx="1"/>
          </p:cNvCxnSpPr>
          <p:nvPr/>
        </p:nvCxnSpPr>
        <p:spPr>
          <a:xfrm>
            <a:off x="4848332" y="5869238"/>
            <a:ext cx="7344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4F2E83F4-4611-8056-056F-4189F78B6D4A}"/>
              </a:ext>
            </a:extLst>
          </p:cNvPr>
          <p:cNvCxnSpPr>
            <a:cxnSpLocks/>
            <a:stCxn id="79" idx="3"/>
            <a:endCxn id="81" idx="1"/>
          </p:cNvCxnSpPr>
          <p:nvPr/>
        </p:nvCxnSpPr>
        <p:spPr>
          <a:xfrm>
            <a:off x="6582770" y="5869238"/>
            <a:ext cx="734454" cy="7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矩形 88">
            <a:extLst>
              <a:ext uri="{FF2B5EF4-FFF2-40B4-BE49-F238E27FC236}">
                <a16:creationId xmlns:a16="http://schemas.microsoft.com/office/drawing/2014/main" id="{1A28124C-FC30-7134-8BDF-7BBBCE04BFA3}"/>
              </a:ext>
            </a:extLst>
          </p:cNvPr>
          <p:cNvSpPr/>
          <p:nvPr/>
        </p:nvSpPr>
        <p:spPr>
          <a:xfrm>
            <a:off x="4334680" y="3152648"/>
            <a:ext cx="999984" cy="5180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u: 1 weight: 8</a:t>
            </a:r>
            <a:endParaRPr lang="zh-CN" altLang="en-US" sz="1600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C97FAD4E-AE41-13D0-2463-87EDB75FCDE1}"/>
              </a:ext>
            </a:extLst>
          </p:cNvPr>
          <p:cNvSpPr txBox="1"/>
          <p:nvPr/>
        </p:nvSpPr>
        <p:spPr>
          <a:xfrm>
            <a:off x="3288865" y="3249507"/>
            <a:ext cx="11587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zh-CN" altLang="zh-CN" sz="1600" b="0">
                <a:solidFill>
                  <a:schemeClr val="tx1"/>
                </a:solidFill>
                <a:effectLst/>
                <a:latin typeface="+mn-lt"/>
              </a:rPr>
              <a:t>AdjL_v2</a:t>
            </a:r>
            <a:endParaRPr lang="zh-CN" altLang="zh-CN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74A7E5C1-2A72-9BF3-CA31-AC378A17018D}"/>
              </a:ext>
            </a:extLst>
          </p:cNvPr>
          <p:cNvSpPr/>
          <p:nvPr/>
        </p:nvSpPr>
        <p:spPr>
          <a:xfrm>
            <a:off x="5339256" y="3150603"/>
            <a:ext cx="999984" cy="5180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u:4 weight: 5</a:t>
            </a:r>
            <a:endParaRPr lang="zh-CN" altLang="en-US" sz="1600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8C25EEBA-CA50-19B4-8EA7-B7EFD4479E06}"/>
              </a:ext>
            </a:extLst>
          </p:cNvPr>
          <p:cNvSpPr/>
          <p:nvPr/>
        </p:nvSpPr>
        <p:spPr>
          <a:xfrm>
            <a:off x="6339240" y="3150603"/>
            <a:ext cx="999984" cy="5180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u:3 weight: 1</a:t>
            </a:r>
            <a:endParaRPr lang="zh-CN" altLang="en-US" sz="160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3E363C96-2E92-4EE5-3433-5E3473C5F3A6}"/>
              </a:ext>
            </a:extLst>
          </p:cNvPr>
          <p:cNvSpPr txBox="1"/>
          <p:nvPr/>
        </p:nvSpPr>
        <p:spPr>
          <a:xfrm>
            <a:off x="4241708" y="368488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249EC28A-2E93-2514-A3ED-CCF1A8EC554B}"/>
              </a:ext>
            </a:extLst>
          </p:cNvPr>
          <p:cNvSpPr txBox="1"/>
          <p:nvPr/>
        </p:nvSpPr>
        <p:spPr>
          <a:xfrm>
            <a:off x="5241692" y="368488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B7FD689F-7330-4CEF-34CB-5EC552025125}"/>
              </a:ext>
            </a:extLst>
          </p:cNvPr>
          <p:cNvSpPr txBox="1"/>
          <p:nvPr/>
        </p:nvSpPr>
        <p:spPr>
          <a:xfrm>
            <a:off x="6256392" y="368618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517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D1D4D-4212-F0DB-9F83-256EE9D98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B5E59464-85B8-CCC5-A3A6-72FA5AE6D655}"/>
              </a:ext>
            </a:extLst>
          </p:cNvPr>
          <p:cNvSpPr/>
          <p:nvPr/>
        </p:nvSpPr>
        <p:spPr>
          <a:xfrm>
            <a:off x="867856" y="371140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C3674C1C-61E5-6DFC-6DC1-DD5140BCFE5A}"/>
              </a:ext>
            </a:extLst>
          </p:cNvPr>
          <p:cNvSpPr/>
          <p:nvPr/>
        </p:nvSpPr>
        <p:spPr>
          <a:xfrm>
            <a:off x="110143" y="852508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8DDDABC-C34A-524C-BD80-CC18CC8E871C}"/>
              </a:ext>
            </a:extLst>
          </p:cNvPr>
          <p:cNvSpPr/>
          <p:nvPr/>
        </p:nvSpPr>
        <p:spPr>
          <a:xfrm>
            <a:off x="855626" y="134337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79C6A17-E474-24E3-B291-76290EC5405F}"/>
              </a:ext>
            </a:extLst>
          </p:cNvPr>
          <p:cNvSpPr/>
          <p:nvPr/>
        </p:nvSpPr>
        <p:spPr>
          <a:xfrm>
            <a:off x="1614089" y="81981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749326D-5ECF-F893-A421-82CC8AFF363C}"/>
              </a:ext>
            </a:extLst>
          </p:cNvPr>
          <p:cNvCxnSpPr>
            <a:cxnSpLocks/>
            <a:stCxn id="7" idx="1"/>
            <a:endCxn id="3" idx="6"/>
          </p:cNvCxnSpPr>
          <p:nvPr/>
        </p:nvCxnSpPr>
        <p:spPr>
          <a:xfrm flipH="1" flipV="1">
            <a:off x="1246228" y="560326"/>
            <a:ext cx="423272" cy="3148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185E22A-5202-854A-0FA3-51B0D474259F}"/>
              </a:ext>
            </a:extLst>
          </p:cNvPr>
          <p:cNvCxnSpPr>
            <a:cxnSpLocks/>
            <a:stCxn id="5" idx="6"/>
            <a:endCxn id="7" idx="3"/>
          </p:cNvCxnSpPr>
          <p:nvPr/>
        </p:nvCxnSpPr>
        <p:spPr>
          <a:xfrm flipV="1">
            <a:off x="1233998" y="1142773"/>
            <a:ext cx="435502" cy="3897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4B6C2E8-8C64-1926-D9EA-C6C4C0048329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433104" y="1175469"/>
            <a:ext cx="422522" cy="3570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44F8F6B-0B1E-ADD8-678D-E93BEDDF5AD6}"/>
              </a:ext>
            </a:extLst>
          </p:cNvPr>
          <p:cNvCxnSpPr>
            <a:cxnSpLocks/>
            <a:stCxn id="4" idx="7"/>
            <a:endCxn id="3" idx="2"/>
          </p:cNvCxnSpPr>
          <p:nvPr/>
        </p:nvCxnSpPr>
        <p:spPr>
          <a:xfrm flipV="1">
            <a:off x="433104" y="560326"/>
            <a:ext cx="434752" cy="3475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5B140BC6-8607-B4EA-88EE-470D1656E068}"/>
              </a:ext>
            </a:extLst>
          </p:cNvPr>
          <p:cNvSpPr txBox="1"/>
          <p:nvPr/>
        </p:nvSpPr>
        <p:spPr>
          <a:xfrm>
            <a:off x="127733" y="824675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40CDF72-CF55-A4F3-B2AE-D5110F270584}"/>
              </a:ext>
            </a:extLst>
          </p:cNvPr>
          <p:cNvSpPr txBox="1"/>
          <p:nvPr/>
        </p:nvSpPr>
        <p:spPr>
          <a:xfrm>
            <a:off x="904666" y="32928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002BFA3-61FB-91C3-9836-687D12F245AC}"/>
              </a:ext>
            </a:extLst>
          </p:cNvPr>
          <p:cNvSpPr txBox="1"/>
          <p:nvPr/>
        </p:nvSpPr>
        <p:spPr>
          <a:xfrm>
            <a:off x="1644071" y="794575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v</a:t>
            </a:r>
            <a:r>
              <a:rPr lang="en-US" altLang="zh-CN" b="1" baseline="-25000"/>
              <a:t>2</a:t>
            </a:r>
            <a:endParaRPr lang="zh-CN" altLang="en-US" b="1" baseline="-2500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36FACF6-F417-2AD9-71E3-D792049F352F}"/>
              </a:ext>
            </a:extLst>
          </p:cNvPr>
          <p:cNvSpPr txBox="1"/>
          <p:nvPr/>
        </p:nvSpPr>
        <p:spPr>
          <a:xfrm>
            <a:off x="869923" y="1317116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5F29AD9-A6D9-BC68-8676-6F4CD05331C0}"/>
              </a:ext>
            </a:extLst>
          </p:cNvPr>
          <p:cNvSpPr txBox="1"/>
          <p:nvPr/>
        </p:nvSpPr>
        <p:spPr>
          <a:xfrm>
            <a:off x="441278" y="43227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AA0B71A-83C9-0D49-FBB1-7501417DC485}"/>
              </a:ext>
            </a:extLst>
          </p:cNvPr>
          <p:cNvSpPr txBox="1"/>
          <p:nvPr/>
        </p:nvSpPr>
        <p:spPr>
          <a:xfrm>
            <a:off x="1451749" y="48383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571FAA1-A410-8B3F-E677-672393415DD4}"/>
              </a:ext>
            </a:extLst>
          </p:cNvPr>
          <p:cNvSpPr txBox="1"/>
          <p:nvPr/>
        </p:nvSpPr>
        <p:spPr>
          <a:xfrm>
            <a:off x="314643" y="133766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CA31750-0101-FC5D-DA4C-13385F0852C1}"/>
              </a:ext>
            </a:extLst>
          </p:cNvPr>
          <p:cNvSpPr txBox="1"/>
          <p:nvPr/>
        </p:nvSpPr>
        <p:spPr>
          <a:xfrm>
            <a:off x="1303832" y="138319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785A9F0E-950B-5CE6-9163-CE15F55B0876}"/>
              </a:ext>
            </a:extLst>
          </p:cNvPr>
          <p:cNvSpPr/>
          <p:nvPr/>
        </p:nvSpPr>
        <p:spPr>
          <a:xfrm>
            <a:off x="2513166" y="847251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7859297-2125-B14A-21D2-783BC5B8130B}"/>
              </a:ext>
            </a:extLst>
          </p:cNvPr>
          <p:cNvSpPr txBox="1"/>
          <p:nvPr/>
        </p:nvSpPr>
        <p:spPr>
          <a:xfrm>
            <a:off x="2517718" y="833522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0CD1BF70-E7DE-E638-78BC-AED003B8948F}"/>
              </a:ext>
            </a:extLst>
          </p:cNvPr>
          <p:cNvCxnSpPr>
            <a:cxnSpLocks/>
            <a:stCxn id="40" idx="1"/>
            <a:endCxn id="7" idx="6"/>
          </p:cNvCxnSpPr>
          <p:nvPr/>
        </p:nvCxnSpPr>
        <p:spPr>
          <a:xfrm flipH="1" flipV="1">
            <a:off x="1992461" y="1008998"/>
            <a:ext cx="525257" cy="91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7C83EF08-5E5C-52E5-7CC8-514DB681906B}"/>
              </a:ext>
            </a:extLst>
          </p:cNvPr>
          <p:cNvSpPr txBox="1"/>
          <p:nvPr/>
        </p:nvSpPr>
        <p:spPr>
          <a:xfrm>
            <a:off x="2123908" y="67321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5B5A6144-525F-454B-A70A-38082759BEEF}"/>
              </a:ext>
            </a:extLst>
          </p:cNvPr>
          <p:cNvSpPr/>
          <p:nvPr/>
        </p:nvSpPr>
        <p:spPr>
          <a:xfrm>
            <a:off x="7501047" y="209973"/>
            <a:ext cx="999984" cy="5180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u: 1 weight: 8</a:t>
            </a:r>
            <a:endParaRPr lang="zh-CN" altLang="en-US" sz="1600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441ADD26-4089-C93A-E900-E85E1E0BEA93}"/>
              </a:ext>
            </a:extLst>
          </p:cNvPr>
          <p:cNvSpPr txBox="1"/>
          <p:nvPr/>
        </p:nvSpPr>
        <p:spPr>
          <a:xfrm>
            <a:off x="6455232" y="306832"/>
            <a:ext cx="11587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/>
              <a:t>AdjList</a:t>
            </a:r>
            <a:r>
              <a:rPr lang="en-US" altLang="zh-CN" sz="1600"/>
              <a:t>[2]</a:t>
            </a:r>
            <a:endParaRPr lang="zh-CN" altLang="zh-CN" sz="1600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8EBC15D1-3ADB-060C-6D00-A7B4650F4F25}"/>
              </a:ext>
            </a:extLst>
          </p:cNvPr>
          <p:cNvSpPr/>
          <p:nvPr/>
        </p:nvSpPr>
        <p:spPr>
          <a:xfrm>
            <a:off x="8505623" y="207928"/>
            <a:ext cx="999984" cy="5180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u:4 weight: 5</a:t>
            </a:r>
            <a:endParaRPr lang="zh-CN" altLang="en-US" sz="1600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30BA4D84-7559-6B0E-4285-1668F1C0F71C}"/>
              </a:ext>
            </a:extLst>
          </p:cNvPr>
          <p:cNvSpPr/>
          <p:nvPr/>
        </p:nvSpPr>
        <p:spPr>
          <a:xfrm>
            <a:off x="9505607" y="207928"/>
            <a:ext cx="999984" cy="5180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u:3 weight: 1</a:t>
            </a:r>
            <a:endParaRPr lang="zh-CN" altLang="en-US" sz="16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092B84-809D-E9C6-CB08-0692FE825402}"/>
              </a:ext>
            </a:extLst>
          </p:cNvPr>
          <p:cNvSpPr/>
          <p:nvPr/>
        </p:nvSpPr>
        <p:spPr>
          <a:xfrm>
            <a:off x="4173393" y="209973"/>
            <a:ext cx="999984" cy="5180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u: 1 weight: 6</a:t>
            </a:r>
            <a:endParaRPr lang="zh-CN" altLang="en-US" sz="16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EF84276-26E1-C67B-2661-108F84AB7F87}"/>
              </a:ext>
            </a:extLst>
          </p:cNvPr>
          <p:cNvSpPr txBox="1"/>
          <p:nvPr/>
        </p:nvSpPr>
        <p:spPr>
          <a:xfrm>
            <a:off x="3127578" y="306832"/>
            <a:ext cx="11587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/>
              <a:t>AdjList</a:t>
            </a:r>
            <a:r>
              <a:rPr lang="en-US" altLang="zh-CN" sz="1600"/>
              <a:t>[0]</a:t>
            </a:r>
            <a:endParaRPr lang="zh-CN" altLang="zh-CN" sz="160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5E1C645-FEEB-3E70-43F5-F85C6F835815}"/>
              </a:ext>
            </a:extLst>
          </p:cNvPr>
          <p:cNvSpPr/>
          <p:nvPr/>
        </p:nvSpPr>
        <p:spPr>
          <a:xfrm>
            <a:off x="5177969" y="207928"/>
            <a:ext cx="999984" cy="5180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u:3 weight: 2</a:t>
            </a:r>
            <a:endParaRPr lang="zh-CN" altLang="en-US" sz="160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C4BE239-D28A-C824-1226-5054FF08449C}"/>
              </a:ext>
            </a:extLst>
          </p:cNvPr>
          <p:cNvSpPr/>
          <p:nvPr/>
        </p:nvSpPr>
        <p:spPr>
          <a:xfrm>
            <a:off x="7501047" y="1116300"/>
            <a:ext cx="999984" cy="5180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u: 0 weight: 2</a:t>
            </a:r>
            <a:endParaRPr lang="zh-CN" altLang="en-US" sz="160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44F0BEC-6C88-E406-5DF5-159D8B02AE4C}"/>
              </a:ext>
            </a:extLst>
          </p:cNvPr>
          <p:cNvSpPr txBox="1"/>
          <p:nvPr/>
        </p:nvSpPr>
        <p:spPr>
          <a:xfrm>
            <a:off x="6455232" y="1213159"/>
            <a:ext cx="11587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/>
              <a:t>AdjList</a:t>
            </a:r>
            <a:r>
              <a:rPr lang="en-US" altLang="zh-CN" sz="1600"/>
              <a:t>[3]</a:t>
            </a:r>
            <a:endParaRPr lang="zh-CN" altLang="zh-CN" sz="160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67AFEF6-E3FB-25B1-5DDA-A3F0C1A6BBED}"/>
              </a:ext>
            </a:extLst>
          </p:cNvPr>
          <p:cNvSpPr/>
          <p:nvPr/>
        </p:nvSpPr>
        <p:spPr>
          <a:xfrm>
            <a:off x="8505623" y="1114255"/>
            <a:ext cx="999984" cy="5180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u:2 weight: 1</a:t>
            </a:r>
            <a:endParaRPr lang="zh-CN" altLang="en-US" sz="1600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D7FBADA-04FA-A848-7912-373B827F9078}"/>
              </a:ext>
            </a:extLst>
          </p:cNvPr>
          <p:cNvSpPr/>
          <p:nvPr/>
        </p:nvSpPr>
        <p:spPr>
          <a:xfrm>
            <a:off x="7501047" y="2085120"/>
            <a:ext cx="999984" cy="5180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u: 2 weight: 5</a:t>
            </a:r>
            <a:endParaRPr lang="zh-CN" altLang="en-US" sz="160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3835D3A5-35F6-33CF-9052-FD77D6AC9A20}"/>
              </a:ext>
            </a:extLst>
          </p:cNvPr>
          <p:cNvSpPr txBox="1"/>
          <p:nvPr/>
        </p:nvSpPr>
        <p:spPr>
          <a:xfrm>
            <a:off x="6455232" y="2181979"/>
            <a:ext cx="11587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/>
              <a:t>AdjList</a:t>
            </a:r>
            <a:r>
              <a:rPr lang="en-US" altLang="zh-CN" sz="1600"/>
              <a:t>[4]</a:t>
            </a:r>
            <a:endParaRPr lang="zh-CN" altLang="zh-CN" sz="1600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EBA5A6F2-2A38-B49A-94FD-CB197E8F843F}"/>
              </a:ext>
            </a:extLst>
          </p:cNvPr>
          <p:cNvSpPr/>
          <p:nvPr/>
        </p:nvSpPr>
        <p:spPr>
          <a:xfrm>
            <a:off x="4173393" y="1126719"/>
            <a:ext cx="999984" cy="5180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u: 0 weight: 6</a:t>
            </a:r>
            <a:endParaRPr lang="zh-CN" altLang="en-US" sz="1600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F3F19EFF-291F-63E3-AE7E-B7BAD5101988}"/>
              </a:ext>
            </a:extLst>
          </p:cNvPr>
          <p:cNvSpPr txBox="1"/>
          <p:nvPr/>
        </p:nvSpPr>
        <p:spPr>
          <a:xfrm>
            <a:off x="3127578" y="1223578"/>
            <a:ext cx="11587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/>
              <a:t>AdjList</a:t>
            </a:r>
            <a:r>
              <a:rPr lang="en-US" altLang="zh-CN" sz="1600"/>
              <a:t>[1]</a:t>
            </a:r>
            <a:endParaRPr lang="zh-CN" altLang="zh-CN" sz="1600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58DC1A20-4012-F1AE-A3DC-242E00D9141A}"/>
              </a:ext>
            </a:extLst>
          </p:cNvPr>
          <p:cNvSpPr/>
          <p:nvPr/>
        </p:nvSpPr>
        <p:spPr>
          <a:xfrm>
            <a:off x="5177969" y="1124674"/>
            <a:ext cx="999984" cy="5180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u:2 weight: 8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4123181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C39A4-EC0C-93A1-02A2-E276C72C7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7BF13F4-E6E6-8413-A598-AD5BB5F8B310}"/>
              </a:ext>
            </a:extLst>
          </p:cNvPr>
          <p:cNvSpPr/>
          <p:nvPr/>
        </p:nvSpPr>
        <p:spPr>
          <a:xfrm>
            <a:off x="1287015" y="322330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EEE3D4A-3EC6-979B-3FB9-C754B191CD92}"/>
              </a:ext>
            </a:extLst>
          </p:cNvPr>
          <p:cNvSpPr/>
          <p:nvPr/>
        </p:nvSpPr>
        <p:spPr>
          <a:xfrm>
            <a:off x="529302" y="803698"/>
            <a:ext cx="378372" cy="37837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EB5F60A3-B338-1200-7FC6-181DB3899B07}"/>
              </a:ext>
            </a:extLst>
          </p:cNvPr>
          <p:cNvSpPr/>
          <p:nvPr/>
        </p:nvSpPr>
        <p:spPr>
          <a:xfrm>
            <a:off x="1274785" y="129456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EE8D23F-1124-4A39-EFB9-43A77CCCF200}"/>
              </a:ext>
            </a:extLst>
          </p:cNvPr>
          <p:cNvSpPr/>
          <p:nvPr/>
        </p:nvSpPr>
        <p:spPr>
          <a:xfrm>
            <a:off x="2033248" y="77100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A0BA600-C55C-E24E-0CC4-D7F110BFCCF1}"/>
              </a:ext>
            </a:extLst>
          </p:cNvPr>
          <p:cNvCxnSpPr>
            <a:cxnSpLocks/>
            <a:stCxn id="5" idx="1"/>
            <a:endCxn id="2" idx="6"/>
          </p:cNvCxnSpPr>
          <p:nvPr/>
        </p:nvCxnSpPr>
        <p:spPr>
          <a:xfrm flipH="1" flipV="1">
            <a:off x="1665387" y="511516"/>
            <a:ext cx="423272" cy="3148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C31F93A-0C3E-19DC-FFA5-E7AB3449660C}"/>
              </a:ext>
            </a:extLst>
          </p:cNvPr>
          <p:cNvCxnSpPr>
            <a:cxnSpLocks/>
            <a:stCxn id="4" idx="6"/>
            <a:endCxn id="5" idx="3"/>
          </p:cNvCxnSpPr>
          <p:nvPr/>
        </p:nvCxnSpPr>
        <p:spPr>
          <a:xfrm flipV="1">
            <a:off x="1653157" y="1093963"/>
            <a:ext cx="435502" cy="3897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C2EF97C-1A09-77DD-71E5-607F30A29BBD}"/>
              </a:ext>
            </a:extLst>
          </p:cNvPr>
          <p:cNvCxnSpPr>
            <a:cxnSpLocks/>
            <a:stCxn id="3" idx="5"/>
            <a:endCxn id="4" idx="2"/>
          </p:cNvCxnSpPr>
          <p:nvPr/>
        </p:nvCxnSpPr>
        <p:spPr>
          <a:xfrm>
            <a:off x="852263" y="1126659"/>
            <a:ext cx="422522" cy="3570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04A9081-A135-96B0-5265-7B70233B407A}"/>
              </a:ext>
            </a:extLst>
          </p:cNvPr>
          <p:cNvCxnSpPr>
            <a:cxnSpLocks/>
            <a:stCxn id="3" idx="7"/>
            <a:endCxn id="2" idx="2"/>
          </p:cNvCxnSpPr>
          <p:nvPr/>
        </p:nvCxnSpPr>
        <p:spPr>
          <a:xfrm flipV="1">
            <a:off x="852263" y="511516"/>
            <a:ext cx="434752" cy="3475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F6A57F7E-32B6-2A6C-99FD-59540E6E135F}"/>
              </a:ext>
            </a:extLst>
          </p:cNvPr>
          <p:cNvSpPr txBox="1"/>
          <p:nvPr/>
        </p:nvSpPr>
        <p:spPr>
          <a:xfrm>
            <a:off x="530500" y="768114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4A7F320-153D-34DA-F99B-C91E857A7C18}"/>
              </a:ext>
            </a:extLst>
          </p:cNvPr>
          <p:cNvSpPr txBox="1"/>
          <p:nvPr/>
        </p:nvSpPr>
        <p:spPr>
          <a:xfrm>
            <a:off x="1323825" y="28047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BA80EC5-1497-924A-C0E3-8E28053CDD63}"/>
              </a:ext>
            </a:extLst>
          </p:cNvPr>
          <p:cNvSpPr txBox="1"/>
          <p:nvPr/>
        </p:nvSpPr>
        <p:spPr>
          <a:xfrm>
            <a:off x="2063230" y="745765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6C771DC-70E2-73E6-6868-6E456C034F80}"/>
              </a:ext>
            </a:extLst>
          </p:cNvPr>
          <p:cNvSpPr txBox="1"/>
          <p:nvPr/>
        </p:nvSpPr>
        <p:spPr>
          <a:xfrm>
            <a:off x="1289082" y="1268306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52DA8038-25CC-BB19-A6B3-6282EF3A22E3}"/>
              </a:ext>
            </a:extLst>
          </p:cNvPr>
          <p:cNvSpPr/>
          <p:nvPr/>
        </p:nvSpPr>
        <p:spPr>
          <a:xfrm>
            <a:off x="2932325" y="798441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CB622AB-FCE4-AFCA-558D-1F405A8A094F}"/>
              </a:ext>
            </a:extLst>
          </p:cNvPr>
          <p:cNvSpPr txBox="1"/>
          <p:nvPr/>
        </p:nvSpPr>
        <p:spPr>
          <a:xfrm>
            <a:off x="2936877" y="784712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B64E183-7EC2-0D84-31C6-C17A25E34B25}"/>
              </a:ext>
            </a:extLst>
          </p:cNvPr>
          <p:cNvCxnSpPr>
            <a:cxnSpLocks/>
            <a:stCxn id="19" idx="1"/>
            <a:endCxn id="5" idx="6"/>
          </p:cNvCxnSpPr>
          <p:nvPr/>
        </p:nvCxnSpPr>
        <p:spPr>
          <a:xfrm flipH="1" flipV="1">
            <a:off x="2411620" y="960188"/>
            <a:ext cx="525257" cy="91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椭圆 22">
            <a:extLst>
              <a:ext uri="{FF2B5EF4-FFF2-40B4-BE49-F238E27FC236}">
                <a16:creationId xmlns:a16="http://schemas.microsoft.com/office/drawing/2014/main" id="{D21BEB4F-ABA5-C3C8-0303-CB2D6DED7532}"/>
              </a:ext>
            </a:extLst>
          </p:cNvPr>
          <p:cNvSpPr/>
          <p:nvPr/>
        </p:nvSpPr>
        <p:spPr>
          <a:xfrm>
            <a:off x="2033248" y="1611666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883E0B8-9C35-8807-643C-64CD70D8F961}"/>
              </a:ext>
            </a:extLst>
          </p:cNvPr>
          <p:cNvSpPr txBox="1"/>
          <p:nvPr/>
        </p:nvSpPr>
        <p:spPr>
          <a:xfrm>
            <a:off x="2042993" y="157738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zh-CN" altLang="en-US" baseline="-25000"/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F3193F2-07D7-808D-077C-F61A61EEBBD8}"/>
              </a:ext>
            </a:extLst>
          </p:cNvPr>
          <p:cNvCxnSpPr>
            <a:cxnSpLocks/>
            <a:stCxn id="5" idx="4"/>
            <a:endCxn id="23" idx="0"/>
          </p:cNvCxnSpPr>
          <p:nvPr/>
        </p:nvCxnSpPr>
        <p:spPr>
          <a:xfrm>
            <a:off x="2222434" y="1149374"/>
            <a:ext cx="0" cy="462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椭圆 38">
            <a:extLst>
              <a:ext uri="{FF2B5EF4-FFF2-40B4-BE49-F238E27FC236}">
                <a16:creationId xmlns:a16="http://schemas.microsoft.com/office/drawing/2014/main" id="{FF23180B-16F1-BBC4-0F08-983ACD6F0927}"/>
              </a:ext>
            </a:extLst>
          </p:cNvPr>
          <p:cNvSpPr/>
          <p:nvPr/>
        </p:nvSpPr>
        <p:spPr>
          <a:xfrm>
            <a:off x="1274785" y="2129253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E2FFDB48-F248-7CE5-8954-6696D8F4F92D}"/>
              </a:ext>
            </a:extLst>
          </p:cNvPr>
          <p:cNvCxnSpPr>
            <a:cxnSpLocks/>
            <a:stCxn id="4" idx="4"/>
            <a:endCxn id="39" idx="0"/>
          </p:cNvCxnSpPr>
          <p:nvPr/>
        </p:nvCxnSpPr>
        <p:spPr>
          <a:xfrm>
            <a:off x="1463971" y="1672937"/>
            <a:ext cx="0" cy="4563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4AB4E0FF-AA6D-A74D-83B8-4EBE88B606BF}"/>
              </a:ext>
            </a:extLst>
          </p:cNvPr>
          <p:cNvSpPr txBox="1"/>
          <p:nvPr/>
        </p:nvSpPr>
        <p:spPr>
          <a:xfrm>
            <a:off x="1279857" y="2108393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zh-CN" altLang="en-US" baseline="-25000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BD0CAE0E-8A6C-3138-EE3B-EF56E2D2C3CB}"/>
              </a:ext>
            </a:extLst>
          </p:cNvPr>
          <p:cNvSpPr/>
          <p:nvPr/>
        </p:nvSpPr>
        <p:spPr>
          <a:xfrm>
            <a:off x="10444814" y="285556"/>
            <a:ext cx="378372" cy="37837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B2CCD394-1896-C950-CE74-FA35D0374BD2}"/>
              </a:ext>
            </a:extLst>
          </p:cNvPr>
          <p:cNvSpPr/>
          <p:nvPr/>
        </p:nvSpPr>
        <p:spPr>
          <a:xfrm>
            <a:off x="10444814" y="908511"/>
            <a:ext cx="378372" cy="378372"/>
          </a:xfrm>
          <a:prstGeom prst="ellipse">
            <a:avLst/>
          </a:prstGeom>
          <a:pattFill prst="pct60">
            <a:fgClr>
              <a:schemeClr val="lt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51FC55D9-1895-15BC-4171-781227C04E6E}"/>
              </a:ext>
            </a:extLst>
          </p:cNvPr>
          <p:cNvSpPr/>
          <p:nvPr/>
        </p:nvSpPr>
        <p:spPr>
          <a:xfrm>
            <a:off x="10444814" y="1531466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B2D7B7B-BC91-99EE-D4B5-433E10CB0886}"/>
              </a:ext>
            </a:extLst>
          </p:cNvPr>
          <p:cNvSpPr txBox="1"/>
          <p:nvPr/>
        </p:nvSpPr>
        <p:spPr>
          <a:xfrm>
            <a:off x="10905234" y="27920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当前访问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D4D72ED-230C-5C7B-03D6-787A43F02ED6}"/>
              </a:ext>
            </a:extLst>
          </p:cNvPr>
          <p:cNvSpPr txBox="1"/>
          <p:nvPr/>
        </p:nvSpPr>
        <p:spPr>
          <a:xfrm>
            <a:off x="10905234" y="88275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已访问过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F149EB2-C951-B109-0789-BA9D394418A0}"/>
              </a:ext>
            </a:extLst>
          </p:cNvPr>
          <p:cNvSpPr txBox="1"/>
          <p:nvPr/>
        </p:nvSpPr>
        <p:spPr>
          <a:xfrm>
            <a:off x="10905234" y="154050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尚未访问</a:t>
            </a: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BC6EE37D-AD7C-735A-FC60-4BEF85F6BC8F}"/>
              </a:ext>
            </a:extLst>
          </p:cNvPr>
          <p:cNvSpPr/>
          <p:nvPr/>
        </p:nvSpPr>
        <p:spPr>
          <a:xfrm>
            <a:off x="4684642" y="305701"/>
            <a:ext cx="378372" cy="37837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95F04514-443E-CA0A-D384-F5B01C0ED0CC}"/>
              </a:ext>
            </a:extLst>
          </p:cNvPr>
          <p:cNvSpPr/>
          <p:nvPr/>
        </p:nvSpPr>
        <p:spPr>
          <a:xfrm>
            <a:off x="3894671" y="808293"/>
            <a:ext cx="378372" cy="378372"/>
          </a:xfrm>
          <a:prstGeom prst="ellipse">
            <a:avLst/>
          </a:prstGeom>
          <a:pattFill prst="pct60">
            <a:fgClr>
              <a:schemeClr val="lt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CC61F59D-DC76-30A7-D179-0ED2FD7D402D}"/>
              </a:ext>
            </a:extLst>
          </p:cNvPr>
          <p:cNvSpPr/>
          <p:nvPr/>
        </p:nvSpPr>
        <p:spPr>
          <a:xfrm>
            <a:off x="4640154" y="1299160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2E862DD2-3D2C-BC36-3218-324261E422D5}"/>
              </a:ext>
            </a:extLst>
          </p:cNvPr>
          <p:cNvSpPr/>
          <p:nvPr/>
        </p:nvSpPr>
        <p:spPr>
          <a:xfrm>
            <a:off x="5398617" y="775597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C7FC13F1-40D5-2DB4-3832-8BA20CC9049A}"/>
              </a:ext>
            </a:extLst>
          </p:cNvPr>
          <p:cNvCxnSpPr>
            <a:cxnSpLocks/>
            <a:stCxn id="61" idx="1"/>
            <a:endCxn id="58" idx="6"/>
          </p:cNvCxnSpPr>
          <p:nvPr/>
        </p:nvCxnSpPr>
        <p:spPr>
          <a:xfrm flipH="1" flipV="1">
            <a:off x="5063014" y="494887"/>
            <a:ext cx="391014" cy="33612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FCB817C7-5D9D-5423-1C59-9CAFDA0FF723}"/>
              </a:ext>
            </a:extLst>
          </p:cNvPr>
          <p:cNvCxnSpPr>
            <a:cxnSpLocks/>
            <a:stCxn id="60" idx="6"/>
            <a:endCxn id="61" idx="3"/>
          </p:cNvCxnSpPr>
          <p:nvPr/>
        </p:nvCxnSpPr>
        <p:spPr>
          <a:xfrm flipV="1">
            <a:off x="5018526" y="1098558"/>
            <a:ext cx="435502" cy="3897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0DB2419C-C028-F27D-90DE-CA5E33BBE7EC}"/>
              </a:ext>
            </a:extLst>
          </p:cNvPr>
          <p:cNvCxnSpPr>
            <a:cxnSpLocks/>
            <a:stCxn id="59" idx="5"/>
            <a:endCxn id="60" idx="2"/>
          </p:cNvCxnSpPr>
          <p:nvPr/>
        </p:nvCxnSpPr>
        <p:spPr>
          <a:xfrm>
            <a:off x="4217632" y="1131254"/>
            <a:ext cx="422522" cy="3570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8CA7C591-1718-BF0E-614B-EA82CC396EDE}"/>
              </a:ext>
            </a:extLst>
          </p:cNvPr>
          <p:cNvCxnSpPr>
            <a:cxnSpLocks/>
            <a:stCxn id="59" idx="7"/>
            <a:endCxn id="58" idx="2"/>
          </p:cNvCxnSpPr>
          <p:nvPr/>
        </p:nvCxnSpPr>
        <p:spPr>
          <a:xfrm flipV="1">
            <a:off x="4217632" y="494887"/>
            <a:ext cx="467010" cy="3688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F36EC38D-2EEE-3D5D-83DA-1ACA7AE41BD1}"/>
              </a:ext>
            </a:extLst>
          </p:cNvPr>
          <p:cNvSpPr txBox="1"/>
          <p:nvPr/>
        </p:nvSpPr>
        <p:spPr>
          <a:xfrm>
            <a:off x="3905742" y="775522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F674036B-7882-DC65-C2C8-5D801947BF18}"/>
              </a:ext>
            </a:extLst>
          </p:cNvPr>
          <p:cNvSpPr txBox="1"/>
          <p:nvPr/>
        </p:nvSpPr>
        <p:spPr>
          <a:xfrm>
            <a:off x="4689194" y="285074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7513399E-DE25-9FFE-A4FC-F88B6D0F2F5B}"/>
              </a:ext>
            </a:extLst>
          </p:cNvPr>
          <p:cNvSpPr txBox="1"/>
          <p:nvPr/>
        </p:nvSpPr>
        <p:spPr>
          <a:xfrm>
            <a:off x="5428599" y="750360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52F049E1-E88E-4F73-C93A-DE39A75695FF}"/>
              </a:ext>
            </a:extLst>
          </p:cNvPr>
          <p:cNvSpPr txBox="1"/>
          <p:nvPr/>
        </p:nvSpPr>
        <p:spPr>
          <a:xfrm>
            <a:off x="4654451" y="1272901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92C059F5-EDB1-47DC-3D00-83A73183963C}"/>
              </a:ext>
            </a:extLst>
          </p:cNvPr>
          <p:cNvSpPr/>
          <p:nvPr/>
        </p:nvSpPr>
        <p:spPr>
          <a:xfrm>
            <a:off x="6297694" y="803036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A6FF8ACF-0C2B-AAF7-25A2-72ECA1859022}"/>
              </a:ext>
            </a:extLst>
          </p:cNvPr>
          <p:cNvSpPr txBox="1"/>
          <p:nvPr/>
        </p:nvSpPr>
        <p:spPr>
          <a:xfrm>
            <a:off x="6302246" y="789307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5412E2D1-314B-DECD-4DCD-6C222020EF9A}"/>
              </a:ext>
            </a:extLst>
          </p:cNvPr>
          <p:cNvCxnSpPr>
            <a:cxnSpLocks/>
            <a:stCxn id="71" idx="1"/>
            <a:endCxn id="61" idx="6"/>
          </p:cNvCxnSpPr>
          <p:nvPr/>
        </p:nvCxnSpPr>
        <p:spPr>
          <a:xfrm flipH="1" flipV="1">
            <a:off x="5776989" y="964783"/>
            <a:ext cx="525257" cy="91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椭圆 72">
            <a:extLst>
              <a:ext uri="{FF2B5EF4-FFF2-40B4-BE49-F238E27FC236}">
                <a16:creationId xmlns:a16="http://schemas.microsoft.com/office/drawing/2014/main" id="{E7DE751A-8032-781D-1E81-4D842F8E839D}"/>
              </a:ext>
            </a:extLst>
          </p:cNvPr>
          <p:cNvSpPr/>
          <p:nvPr/>
        </p:nvSpPr>
        <p:spPr>
          <a:xfrm>
            <a:off x="5398617" y="1616261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073C6169-8576-DF95-89B2-0317AB3E53F5}"/>
              </a:ext>
            </a:extLst>
          </p:cNvPr>
          <p:cNvSpPr txBox="1"/>
          <p:nvPr/>
        </p:nvSpPr>
        <p:spPr>
          <a:xfrm>
            <a:off x="5408362" y="1581984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zh-CN" altLang="en-US" baseline="-25000"/>
          </a:p>
        </p:txBody>
      </p: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9C473728-E8A8-64B7-C8C9-A92B91C29943}"/>
              </a:ext>
            </a:extLst>
          </p:cNvPr>
          <p:cNvCxnSpPr>
            <a:cxnSpLocks/>
            <a:stCxn id="61" idx="4"/>
            <a:endCxn id="73" idx="0"/>
          </p:cNvCxnSpPr>
          <p:nvPr/>
        </p:nvCxnSpPr>
        <p:spPr>
          <a:xfrm>
            <a:off x="5587803" y="1153969"/>
            <a:ext cx="0" cy="462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椭圆 75">
            <a:extLst>
              <a:ext uri="{FF2B5EF4-FFF2-40B4-BE49-F238E27FC236}">
                <a16:creationId xmlns:a16="http://schemas.microsoft.com/office/drawing/2014/main" id="{9AC1A2F1-BD6A-3F3D-8B5E-3AC05E8B7583}"/>
              </a:ext>
            </a:extLst>
          </p:cNvPr>
          <p:cNvSpPr/>
          <p:nvPr/>
        </p:nvSpPr>
        <p:spPr>
          <a:xfrm>
            <a:off x="4640154" y="2133848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5C83FDEA-7DDF-420E-EC36-921FEA418943}"/>
              </a:ext>
            </a:extLst>
          </p:cNvPr>
          <p:cNvCxnSpPr>
            <a:cxnSpLocks/>
            <a:stCxn id="60" idx="4"/>
            <a:endCxn id="76" idx="0"/>
          </p:cNvCxnSpPr>
          <p:nvPr/>
        </p:nvCxnSpPr>
        <p:spPr>
          <a:xfrm>
            <a:off x="4829340" y="1677532"/>
            <a:ext cx="0" cy="4563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873BC240-D276-A3A8-29A2-F5756D8CCEB3}"/>
              </a:ext>
            </a:extLst>
          </p:cNvPr>
          <p:cNvSpPr txBox="1"/>
          <p:nvPr/>
        </p:nvSpPr>
        <p:spPr>
          <a:xfrm>
            <a:off x="4645226" y="211298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zh-CN" altLang="en-US" baseline="-25000"/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10A5D82D-4F10-115A-F4C6-A8E75601D084}"/>
              </a:ext>
            </a:extLst>
          </p:cNvPr>
          <p:cNvSpPr/>
          <p:nvPr/>
        </p:nvSpPr>
        <p:spPr>
          <a:xfrm>
            <a:off x="8063905" y="339536"/>
            <a:ext cx="378372" cy="378372"/>
          </a:xfrm>
          <a:prstGeom prst="ellipse">
            <a:avLst/>
          </a:prstGeom>
          <a:pattFill prst="pct70">
            <a:fgClr>
              <a:schemeClr val="lt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3A9CFA04-AFC4-9D3A-7E6F-F5864081BC29}"/>
              </a:ext>
            </a:extLst>
          </p:cNvPr>
          <p:cNvSpPr/>
          <p:nvPr/>
        </p:nvSpPr>
        <p:spPr>
          <a:xfrm>
            <a:off x="7306192" y="820904"/>
            <a:ext cx="378372" cy="378372"/>
          </a:xfrm>
          <a:prstGeom prst="ellipse">
            <a:avLst/>
          </a:prstGeom>
          <a:pattFill prst="pct70">
            <a:fgClr>
              <a:schemeClr val="lt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FFA6186D-31A8-F1E0-9FA4-7E4C498074CF}"/>
              </a:ext>
            </a:extLst>
          </p:cNvPr>
          <p:cNvSpPr/>
          <p:nvPr/>
        </p:nvSpPr>
        <p:spPr>
          <a:xfrm>
            <a:off x="8051675" y="1311771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AB4C375B-09D7-25BA-D599-497090BF9AA8}"/>
              </a:ext>
            </a:extLst>
          </p:cNvPr>
          <p:cNvSpPr/>
          <p:nvPr/>
        </p:nvSpPr>
        <p:spPr>
          <a:xfrm>
            <a:off x="8810138" y="788208"/>
            <a:ext cx="378372" cy="37837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26CCFB2A-BA71-CCB9-E4B5-ED3B9D9A3712}"/>
              </a:ext>
            </a:extLst>
          </p:cNvPr>
          <p:cNvCxnSpPr>
            <a:cxnSpLocks/>
            <a:stCxn id="103" idx="1"/>
            <a:endCxn id="100" idx="6"/>
          </p:cNvCxnSpPr>
          <p:nvPr/>
        </p:nvCxnSpPr>
        <p:spPr>
          <a:xfrm flipH="1" flipV="1">
            <a:off x="8442277" y="528722"/>
            <a:ext cx="423272" cy="3148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970FFC2F-BC30-CBA7-71D8-6D2E3FE43605}"/>
              </a:ext>
            </a:extLst>
          </p:cNvPr>
          <p:cNvCxnSpPr>
            <a:cxnSpLocks/>
            <a:stCxn id="102" idx="6"/>
            <a:endCxn id="103" idx="3"/>
          </p:cNvCxnSpPr>
          <p:nvPr/>
        </p:nvCxnSpPr>
        <p:spPr>
          <a:xfrm flipV="1">
            <a:off x="8430047" y="1111169"/>
            <a:ext cx="435502" cy="3897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FA5A02BE-718C-1837-C723-30CE98B0ACE0}"/>
              </a:ext>
            </a:extLst>
          </p:cNvPr>
          <p:cNvCxnSpPr>
            <a:cxnSpLocks/>
            <a:stCxn id="101" idx="5"/>
            <a:endCxn id="102" idx="2"/>
          </p:cNvCxnSpPr>
          <p:nvPr/>
        </p:nvCxnSpPr>
        <p:spPr>
          <a:xfrm>
            <a:off x="7629153" y="1143865"/>
            <a:ext cx="422522" cy="3570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05AF37C6-E5D3-2D31-3093-3BD82A49DA31}"/>
              </a:ext>
            </a:extLst>
          </p:cNvPr>
          <p:cNvCxnSpPr>
            <a:cxnSpLocks/>
            <a:stCxn id="101" idx="7"/>
            <a:endCxn id="100" idx="2"/>
          </p:cNvCxnSpPr>
          <p:nvPr/>
        </p:nvCxnSpPr>
        <p:spPr>
          <a:xfrm flipV="1">
            <a:off x="7629153" y="528722"/>
            <a:ext cx="434752" cy="3475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7BB6E0BE-5E62-6CB5-C4D2-74F65F2A5C63}"/>
              </a:ext>
            </a:extLst>
          </p:cNvPr>
          <p:cNvSpPr txBox="1"/>
          <p:nvPr/>
        </p:nvSpPr>
        <p:spPr>
          <a:xfrm>
            <a:off x="7306803" y="784637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23A9AE90-5881-A52E-9499-5BE6E4C1125F}"/>
              </a:ext>
            </a:extLst>
          </p:cNvPr>
          <p:cNvSpPr txBox="1"/>
          <p:nvPr/>
        </p:nvSpPr>
        <p:spPr>
          <a:xfrm>
            <a:off x="8078139" y="321794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2E6BA2AB-4317-1637-9C1B-7768104718B3}"/>
              </a:ext>
            </a:extLst>
          </p:cNvPr>
          <p:cNvSpPr txBox="1"/>
          <p:nvPr/>
        </p:nvSpPr>
        <p:spPr>
          <a:xfrm>
            <a:off x="8814690" y="757327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0006FDF0-8327-E42B-B3D0-C598C66093C4}"/>
              </a:ext>
            </a:extLst>
          </p:cNvPr>
          <p:cNvSpPr txBox="1"/>
          <p:nvPr/>
        </p:nvSpPr>
        <p:spPr>
          <a:xfrm>
            <a:off x="8065972" y="1285512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E86290FB-B6A2-3603-0757-52F9434FEBD1}"/>
              </a:ext>
            </a:extLst>
          </p:cNvPr>
          <p:cNvSpPr/>
          <p:nvPr/>
        </p:nvSpPr>
        <p:spPr>
          <a:xfrm>
            <a:off x="9709215" y="815647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6FA97E03-E2C7-B56C-ABFD-B3E88A640115}"/>
              </a:ext>
            </a:extLst>
          </p:cNvPr>
          <p:cNvSpPr txBox="1"/>
          <p:nvPr/>
        </p:nvSpPr>
        <p:spPr>
          <a:xfrm>
            <a:off x="9713767" y="801918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81A300D2-495D-24C6-A83C-6570A5C050A7}"/>
              </a:ext>
            </a:extLst>
          </p:cNvPr>
          <p:cNvCxnSpPr>
            <a:cxnSpLocks/>
            <a:stCxn id="113" idx="1"/>
            <a:endCxn id="103" idx="6"/>
          </p:cNvCxnSpPr>
          <p:nvPr/>
        </p:nvCxnSpPr>
        <p:spPr>
          <a:xfrm flipH="1" flipV="1">
            <a:off x="9188510" y="977394"/>
            <a:ext cx="525257" cy="91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5" name="椭圆 114">
            <a:extLst>
              <a:ext uri="{FF2B5EF4-FFF2-40B4-BE49-F238E27FC236}">
                <a16:creationId xmlns:a16="http://schemas.microsoft.com/office/drawing/2014/main" id="{7B13B60A-69DB-1FF9-D038-E0EB9B2D1E32}"/>
              </a:ext>
            </a:extLst>
          </p:cNvPr>
          <p:cNvSpPr/>
          <p:nvPr/>
        </p:nvSpPr>
        <p:spPr>
          <a:xfrm>
            <a:off x="8810138" y="162887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B09BB800-5249-99CF-6225-A1D8E9EB18B5}"/>
              </a:ext>
            </a:extLst>
          </p:cNvPr>
          <p:cNvSpPr txBox="1"/>
          <p:nvPr/>
        </p:nvSpPr>
        <p:spPr>
          <a:xfrm>
            <a:off x="8819883" y="1594595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zh-CN" altLang="en-US" baseline="-25000"/>
          </a:p>
        </p:txBody>
      </p: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DC0E63FC-31F4-70AA-A6F5-99A16F2AD29C}"/>
              </a:ext>
            </a:extLst>
          </p:cNvPr>
          <p:cNvCxnSpPr>
            <a:cxnSpLocks/>
            <a:stCxn id="103" idx="4"/>
            <a:endCxn id="115" idx="0"/>
          </p:cNvCxnSpPr>
          <p:nvPr/>
        </p:nvCxnSpPr>
        <p:spPr>
          <a:xfrm>
            <a:off x="8999324" y="1166580"/>
            <a:ext cx="0" cy="462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" name="椭圆 117">
            <a:extLst>
              <a:ext uri="{FF2B5EF4-FFF2-40B4-BE49-F238E27FC236}">
                <a16:creationId xmlns:a16="http://schemas.microsoft.com/office/drawing/2014/main" id="{F3CA2DBB-FFA1-6425-53BC-55B6C1CE6A6F}"/>
              </a:ext>
            </a:extLst>
          </p:cNvPr>
          <p:cNvSpPr/>
          <p:nvPr/>
        </p:nvSpPr>
        <p:spPr>
          <a:xfrm>
            <a:off x="8051675" y="2146459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867AE044-D0B2-DDB7-5054-7458D760672C}"/>
              </a:ext>
            </a:extLst>
          </p:cNvPr>
          <p:cNvCxnSpPr>
            <a:cxnSpLocks/>
            <a:stCxn id="102" idx="4"/>
            <a:endCxn id="118" idx="0"/>
          </p:cNvCxnSpPr>
          <p:nvPr/>
        </p:nvCxnSpPr>
        <p:spPr>
          <a:xfrm>
            <a:off x="8240861" y="1690143"/>
            <a:ext cx="0" cy="4563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文本框 119">
            <a:extLst>
              <a:ext uri="{FF2B5EF4-FFF2-40B4-BE49-F238E27FC236}">
                <a16:creationId xmlns:a16="http://schemas.microsoft.com/office/drawing/2014/main" id="{7D329208-42A8-8CEA-A806-C8FC40D839CB}"/>
              </a:ext>
            </a:extLst>
          </p:cNvPr>
          <p:cNvSpPr txBox="1"/>
          <p:nvPr/>
        </p:nvSpPr>
        <p:spPr>
          <a:xfrm>
            <a:off x="8056747" y="212559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zh-CN" altLang="en-US" baseline="-25000"/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A9F12E5A-2EE0-51C6-372C-AED2F3B3CEF8}"/>
              </a:ext>
            </a:extLst>
          </p:cNvPr>
          <p:cNvSpPr/>
          <p:nvPr/>
        </p:nvSpPr>
        <p:spPr>
          <a:xfrm>
            <a:off x="876914" y="3268802"/>
            <a:ext cx="378372" cy="378372"/>
          </a:xfrm>
          <a:prstGeom prst="ellipse">
            <a:avLst/>
          </a:prstGeom>
          <a:pattFill prst="pct70">
            <a:fgClr>
              <a:schemeClr val="lt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E712B3D5-7121-C15E-261E-7A7FE061C8FD}"/>
              </a:ext>
            </a:extLst>
          </p:cNvPr>
          <p:cNvSpPr/>
          <p:nvPr/>
        </p:nvSpPr>
        <p:spPr>
          <a:xfrm>
            <a:off x="119201" y="3750170"/>
            <a:ext cx="378372" cy="378372"/>
          </a:xfrm>
          <a:prstGeom prst="ellipse">
            <a:avLst/>
          </a:prstGeom>
          <a:pattFill prst="pct70">
            <a:fgClr>
              <a:schemeClr val="lt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9FF9B9F5-D3B5-8111-BE9A-799BD209B5F3}"/>
              </a:ext>
            </a:extLst>
          </p:cNvPr>
          <p:cNvSpPr/>
          <p:nvPr/>
        </p:nvSpPr>
        <p:spPr>
          <a:xfrm>
            <a:off x="864684" y="4241037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3DD6C62A-400D-DA6E-44B5-56895F7A2A25}"/>
              </a:ext>
            </a:extLst>
          </p:cNvPr>
          <p:cNvSpPr/>
          <p:nvPr/>
        </p:nvSpPr>
        <p:spPr>
          <a:xfrm>
            <a:off x="1623147" y="3717474"/>
            <a:ext cx="378372" cy="378372"/>
          </a:xfrm>
          <a:prstGeom prst="ellipse">
            <a:avLst/>
          </a:prstGeom>
          <a:pattFill prst="pct70">
            <a:fgClr>
              <a:schemeClr val="lt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5" name="直接连接符 124">
            <a:extLst>
              <a:ext uri="{FF2B5EF4-FFF2-40B4-BE49-F238E27FC236}">
                <a16:creationId xmlns:a16="http://schemas.microsoft.com/office/drawing/2014/main" id="{A7A3EE0C-463F-8402-C0A0-6BAA53190F5B}"/>
              </a:ext>
            </a:extLst>
          </p:cNvPr>
          <p:cNvCxnSpPr>
            <a:cxnSpLocks/>
            <a:stCxn id="124" idx="1"/>
            <a:endCxn id="121" idx="6"/>
          </p:cNvCxnSpPr>
          <p:nvPr/>
        </p:nvCxnSpPr>
        <p:spPr>
          <a:xfrm flipH="1" flipV="1">
            <a:off x="1255286" y="3457988"/>
            <a:ext cx="423272" cy="3148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F05FF511-996A-330D-34A7-BA9F6E667FEF}"/>
              </a:ext>
            </a:extLst>
          </p:cNvPr>
          <p:cNvCxnSpPr>
            <a:cxnSpLocks/>
            <a:stCxn id="123" idx="6"/>
            <a:endCxn id="124" idx="3"/>
          </p:cNvCxnSpPr>
          <p:nvPr/>
        </p:nvCxnSpPr>
        <p:spPr>
          <a:xfrm flipV="1">
            <a:off x="1243056" y="4040435"/>
            <a:ext cx="435502" cy="3897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B70BCF47-F701-90F6-8E63-3379FB4B8C45}"/>
              </a:ext>
            </a:extLst>
          </p:cNvPr>
          <p:cNvCxnSpPr>
            <a:cxnSpLocks/>
            <a:stCxn id="122" idx="5"/>
            <a:endCxn id="123" idx="2"/>
          </p:cNvCxnSpPr>
          <p:nvPr/>
        </p:nvCxnSpPr>
        <p:spPr>
          <a:xfrm>
            <a:off x="442162" y="4073131"/>
            <a:ext cx="422522" cy="3570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F0156DA9-DD3E-8F9D-AC81-7EA8B6B7311F}"/>
              </a:ext>
            </a:extLst>
          </p:cNvPr>
          <p:cNvCxnSpPr>
            <a:cxnSpLocks/>
            <a:stCxn id="122" idx="7"/>
            <a:endCxn id="121" idx="2"/>
          </p:cNvCxnSpPr>
          <p:nvPr/>
        </p:nvCxnSpPr>
        <p:spPr>
          <a:xfrm flipV="1">
            <a:off x="442162" y="3457988"/>
            <a:ext cx="434752" cy="3475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9" name="文本框 128">
            <a:extLst>
              <a:ext uri="{FF2B5EF4-FFF2-40B4-BE49-F238E27FC236}">
                <a16:creationId xmlns:a16="http://schemas.microsoft.com/office/drawing/2014/main" id="{56450C78-686D-FC59-609F-358D27098FE1}"/>
              </a:ext>
            </a:extLst>
          </p:cNvPr>
          <p:cNvSpPr txBox="1"/>
          <p:nvPr/>
        </p:nvSpPr>
        <p:spPr>
          <a:xfrm>
            <a:off x="126029" y="3725385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839690A4-741D-CB33-7DF8-49FFBC35E39F}"/>
              </a:ext>
            </a:extLst>
          </p:cNvPr>
          <p:cNvSpPr txBox="1"/>
          <p:nvPr/>
        </p:nvSpPr>
        <p:spPr>
          <a:xfrm>
            <a:off x="900965" y="3246104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D874AA7A-CB53-2BA6-1AF1-C4E5281942EC}"/>
              </a:ext>
            </a:extLst>
          </p:cNvPr>
          <p:cNvSpPr txBox="1"/>
          <p:nvPr/>
        </p:nvSpPr>
        <p:spPr>
          <a:xfrm>
            <a:off x="1646604" y="3703799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8275B25E-EC1E-BC01-CBEC-EE989754F0CB}"/>
              </a:ext>
            </a:extLst>
          </p:cNvPr>
          <p:cNvSpPr txBox="1"/>
          <p:nvPr/>
        </p:nvSpPr>
        <p:spPr>
          <a:xfrm>
            <a:off x="878981" y="4214778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133" name="椭圆 132">
            <a:extLst>
              <a:ext uri="{FF2B5EF4-FFF2-40B4-BE49-F238E27FC236}">
                <a16:creationId xmlns:a16="http://schemas.microsoft.com/office/drawing/2014/main" id="{AFB50857-3E9E-7D09-C749-D88D08E382EF}"/>
              </a:ext>
            </a:extLst>
          </p:cNvPr>
          <p:cNvSpPr/>
          <p:nvPr/>
        </p:nvSpPr>
        <p:spPr>
          <a:xfrm>
            <a:off x="2522224" y="3744913"/>
            <a:ext cx="378372" cy="37837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D2AC236B-D628-4169-52A6-E267F2B7A5C6}"/>
              </a:ext>
            </a:extLst>
          </p:cNvPr>
          <p:cNvSpPr txBox="1"/>
          <p:nvPr/>
        </p:nvSpPr>
        <p:spPr>
          <a:xfrm>
            <a:off x="2525847" y="3726514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39C90768-1FA7-AD46-F99A-3AF19FE9633E}"/>
              </a:ext>
            </a:extLst>
          </p:cNvPr>
          <p:cNvCxnSpPr>
            <a:cxnSpLocks/>
            <a:stCxn id="134" idx="1"/>
            <a:endCxn id="124" idx="6"/>
          </p:cNvCxnSpPr>
          <p:nvPr/>
        </p:nvCxnSpPr>
        <p:spPr>
          <a:xfrm flipH="1" flipV="1">
            <a:off x="2001519" y="3906660"/>
            <a:ext cx="524328" cy="45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6" name="椭圆 135">
            <a:extLst>
              <a:ext uri="{FF2B5EF4-FFF2-40B4-BE49-F238E27FC236}">
                <a16:creationId xmlns:a16="http://schemas.microsoft.com/office/drawing/2014/main" id="{EF8E5BF3-0E37-4556-E2FF-AB1A3D540263}"/>
              </a:ext>
            </a:extLst>
          </p:cNvPr>
          <p:cNvSpPr/>
          <p:nvPr/>
        </p:nvSpPr>
        <p:spPr>
          <a:xfrm>
            <a:off x="1623147" y="4558138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DC9833A0-95C8-0C0D-8734-AB9C85F26863}"/>
              </a:ext>
            </a:extLst>
          </p:cNvPr>
          <p:cNvSpPr txBox="1"/>
          <p:nvPr/>
        </p:nvSpPr>
        <p:spPr>
          <a:xfrm>
            <a:off x="1632892" y="4523861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zh-CN" altLang="en-US" baseline="-25000"/>
          </a:p>
        </p:txBody>
      </p:sp>
      <p:cxnSp>
        <p:nvCxnSpPr>
          <p:cNvPr id="138" name="直接连接符 137">
            <a:extLst>
              <a:ext uri="{FF2B5EF4-FFF2-40B4-BE49-F238E27FC236}">
                <a16:creationId xmlns:a16="http://schemas.microsoft.com/office/drawing/2014/main" id="{DB092DF3-E0A9-6BF8-C906-FF484204F757}"/>
              </a:ext>
            </a:extLst>
          </p:cNvPr>
          <p:cNvCxnSpPr>
            <a:cxnSpLocks/>
            <a:stCxn id="124" idx="4"/>
            <a:endCxn id="136" idx="0"/>
          </p:cNvCxnSpPr>
          <p:nvPr/>
        </p:nvCxnSpPr>
        <p:spPr>
          <a:xfrm>
            <a:off x="1812333" y="4095846"/>
            <a:ext cx="0" cy="462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9" name="椭圆 138">
            <a:extLst>
              <a:ext uri="{FF2B5EF4-FFF2-40B4-BE49-F238E27FC236}">
                <a16:creationId xmlns:a16="http://schemas.microsoft.com/office/drawing/2014/main" id="{B7480BE9-987A-58EE-9AD2-0E669D6A0880}"/>
              </a:ext>
            </a:extLst>
          </p:cNvPr>
          <p:cNvSpPr/>
          <p:nvPr/>
        </p:nvSpPr>
        <p:spPr>
          <a:xfrm>
            <a:off x="864684" y="507572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D0CB9548-199D-68B2-D6A0-320189D8923D}"/>
              </a:ext>
            </a:extLst>
          </p:cNvPr>
          <p:cNvCxnSpPr>
            <a:cxnSpLocks/>
            <a:stCxn id="123" idx="4"/>
            <a:endCxn id="139" idx="0"/>
          </p:cNvCxnSpPr>
          <p:nvPr/>
        </p:nvCxnSpPr>
        <p:spPr>
          <a:xfrm>
            <a:off x="1053870" y="4619409"/>
            <a:ext cx="0" cy="4563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文本框 140">
            <a:extLst>
              <a:ext uri="{FF2B5EF4-FFF2-40B4-BE49-F238E27FC236}">
                <a16:creationId xmlns:a16="http://schemas.microsoft.com/office/drawing/2014/main" id="{56FE5131-625C-1282-92D0-D1FE73BBC5C9}"/>
              </a:ext>
            </a:extLst>
          </p:cNvPr>
          <p:cNvSpPr txBox="1"/>
          <p:nvPr/>
        </p:nvSpPr>
        <p:spPr>
          <a:xfrm>
            <a:off x="869756" y="5054865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zh-CN" altLang="en-US" baseline="-25000"/>
          </a:p>
        </p:txBody>
      </p:sp>
      <p:sp>
        <p:nvSpPr>
          <p:cNvPr id="142" name="椭圆 141">
            <a:extLst>
              <a:ext uri="{FF2B5EF4-FFF2-40B4-BE49-F238E27FC236}">
                <a16:creationId xmlns:a16="http://schemas.microsoft.com/office/drawing/2014/main" id="{06284C98-CB0C-461E-96BC-9092DC6078D4}"/>
              </a:ext>
            </a:extLst>
          </p:cNvPr>
          <p:cNvSpPr/>
          <p:nvPr/>
        </p:nvSpPr>
        <p:spPr>
          <a:xfrm>
            <a:off x="4011383" y="3248823"/>
            <a:ext cx="378372" cy="378372"/>
          </a:xfrm>
          <a:prstGeom prst="ellipse">
            <a:avLst/>
          </a:prstGeom>
          <a:pattFill prst="pct70">
            <a:fgClr>
              <a:schemeClr val="lt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椭圆 142">
            <a:extLst>
              <a:ext uri="{FF2B5EF4-FFF2-40B4-BE49-F238E27FC236}">
                <a16:creationId xmlns:a16="http://schemas.microsoft.com/office/drawing/2014/main" id="{75FEB0F8-E827-F1F5-693A-97CE70790DFC}"/>
              </a:ext>
            </a:extLst>
          </p:cNvPr>
          <p:cNvSpPr/>
          <p:nvPr/>
        </p:nvSpPr>
        <p:spPr>
          <a:xfrm>
            <a:off x="3253670" y="3730191"/>
            <a:ext cx="378372" cy="378372"/>
          </a:xfrm>
          <a:prstGeom prst="ellipse">
            <a:avLst/>
          </a:prstGeom>
          <a:pattFill prst="pct70">
            <a:fgClr>
              <a:schemeClr val="lt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椭圆 143">
            <a:extLst>
              <a:ext uri="{FF2B5EF4-FFF2-40B4-BE49-F238E27FC236}">
                <a16:creationId xmlns:a16="http://schemas.microsoft.com/office/drawing/2014/main" id="{FE8AE98A-47DE-461A-57BB-1AD77B746D4D}"/>
              </a:ext>
            </a:extLst>
          </p:cNvPr>
          <p:cNvSpPr/>
          <p:nvPr/>
        </p:nvSpPr>
        <p:spPr>
          <a:xfrm>
            <a:off x="3999153" y="4221058"/>
            <a:ext cx="378372" cy="37837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椭圆 144">
            <a:extLst>
              <a:ext uri="{FF2B5EF4-FFF2-40B4-BE49-F238E27FC236}">
                <a16:creationId xmlns:a16="http://schemas.microsoft.com/office/drawing/2014/main" id="{10A3F1C9-6ACC-0F38-982D-076E5323D056}"/>
              </a:ext>
            </a:extLst>
          </p:cNvPr>
          <p:cNvSpPr/>
          <p:nvPr/>
        </p:nvSpPr>
        <p:spPr>
          <a:xfrm>
            <a:off x="4757616" y="3697495"/>
            <a:ext cx="378372" cy="378372"/>
          </a:xfrm>
          <a:prstGeom prst="ellipse">
            <a:avLst/>
          </a:prstGeom>
          <a:pattFill prst="pct70">
            <a:fgClr>
              <a:schemeClr val="lt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F8040C28-49DF-E330-E670-4A87ECF0D34B}"/>
              </a:ext>
            </a:extLst>
          </p:cNvPr>
          <p:cNvCxnSpPr>
            <a:cxnSpLocks/>
            <a:stCxn id="145" idx="1"/>
            <a:endCxn id="142" idx="6"/>
          </p:cNvCxnSpPr>
          <p:nvPr/>
        </p:nvCxnSpPr>
        <p:spPr>
          <a:xfrm flipH="1" flipV="1">
            <a:off x="4389755" y="3438009"/>
            <a:ext cx="423272" cy="3148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AA4912C7-93B6-12C8-9D1E-921010F53BCB}"/>
              </a:ext>
            </a:extLst>
          </p:cNvPr>
          <p:cNvCxnSpPr>
            <a:cxnSpLocks/>
            <a:stCxn id="144" idx="6"/>
            <a:endCxn id="145" idx="3"/>
          </p:cNvCxnSpPr>
          <p:nvPr/>
        </p:nvCxnSpPr>
        <p:spPr>
          <a:xfrm flipV="1">
            <a:off x="4377525" y="4020456"/>
            <a:ext cx="435502" cy="3897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CC7BC96C-B433-7AA8-B2E8-2C59238E5681}"/>
              </a:ext>
            </a:extLst>
          </p:cNvPr>
          <p:cNvCxnSpPr>
            <a:cxnSpLocks/>
            <a:stCxn id="143" idx="5"/>
            <a:endCxn id="144" idx="2"/>
          </p:cNvCxnSpPr>
          <p:nvPr/>
        </p:nvCxnSpPr>
        <p:spPr>
          <a:xfrm>
            <a:off x="3576631" y="4053152"/>
            <a:ext cx="422522" cy="3570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C4FCAF94-5980-A438-B029-51D9B6E2E7C3}"/>
              </a:ext>
            </a:extLst>
          </p:cNvPr>
          <p:cNvCxnSpPr>
            <a:cxnSpLocks/>
            <a:stCxn id="143" idx="7"/>
            <a:endCxn id="142" idx="2"/>
          </p:cNvCxnSpPr>
          <p:nvPr/>
        </p:nvCxnSpPr>
        <p:spPr>
          <a:xfrm flipV="1">
            <a:off x="3576631" y="3438009"/>
            <a:ext cx="434752" cy="3475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0" name="文本框 149">
            <a:extLst>
              <a:ext uri="{FF2B5EF4-FFF2-40B4-BE49-F238E27FC236}">
                <a16:creationId xmlns:a16="http://schemas.microsoft.com/office/drawing/2014/main" id="{086D8FEC-C448-81EF-B414-F54B4947663C}"/>
              </a:ext>
            </a:extLst>
          </p:cNvPr>
          <p:cNvSpPr txBox="1"/>
          <p:nvPr/>
        </p:nvSpPr>
        <p:spPr>
          <a:xfrm>
            <a:off x="3265308" y="370379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23F0E782-4B7B-9F2A-BFE2-F3FA049D18FF}"/>
              </a:ext>
            </a:extLst>
          </p:cNvPr>
          <p:cNvSpPr txBox="1"/>
          <p:nvPr/>
        </p:nvSpPr>
        <p:spPr>
          <a:xfrm>
            <a:off x="4030722" y="3204567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2077C138-C25E-67E7-D09B-6269844470B7}"/>
              </a:ext>
            </a:extLst>
          </p:cNvPr>
          <p:cNvSpPr txBox="1"/>
          <p:nvPr/>
        </p:nvSpPr>
        <p:spPr>
          <a:xfrm>
            <a:off x="4765881" y="3647174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1AC527D3-0B65-790C-5DA0-1BE896535C86}"/>
              </a:ext>
            </a:extLst>
          </p:cNvPr>
          <p:cNvSpPr txBox="1"/>
          <p:nvPr/>
        </p:nvSpPr>
        <p:spPr>
          <a:xfrm>
            <a:off x="4030722" y="4190294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154" name="椭圆 153">
            <a:extLst>
              <a:ext uri="{FF2B5EF4-FFF2-40B4-BE49-F238E27FC236}">
                <a16:creationId xmlns:a16="http://schemas.microsoft.com/office/drawing/2014/main" id="{72745E3A-FEA9-0623-0866-AC8BC1C8780A}"/>
              </a:ext>
            </a:extLst>
          </p:cNvPr>
          <p:cNvSpPr/>
          <p:nvPr/>
        </p:nvSpPr>
        <p:spPr>
          <a:xfrm>
            <a:off x="5656693" y="3724934"/>
            <a:ext cx="378372" cy="378372"/>
          </a:xfrm>
          <a:prstGeom prst="ellipse">
            <a:avLst/>
          </a:prstGeom>
          <a:pattFill prst="pct70">
            <a:fgClr>
              <a:schemeClr val="lt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7315A2B1-3C3F-C154-4CFA-CC32FA78A3D6}"/>
              </a:ext>
            </a:extLst>
          </p:cNvPr>
          <p:cNvSpPr txBox="1"/>
          <p:nvPr/>
        </p:nvSpPr>
        <p:spPr>
          <a:xfrm>
            <a:off x="5665797" y="3702015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79032AC5-C880-14FF-505F-81AE62FC1F11}"/>
              </a:ext>
            </a:extLst>
          </p:cNvPr>
          <p:cNvCxnSpPr>
            <a:cxnSpLocks/>
            <a:stCxn id="155" idx="1"/>
            <a:endCxn id="145" idx="6"/>
          </p:cNvCxnSpPr>
          <p:nvPr/>
        </p:nvCxnSpPr>
        <p:spPr>
          <a:xfrm flipH="1">
            <a:off x="5135988" y="3886681"/>
            <a:ext cx="52980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7" name="椭圆 156">
            <a:extLst>
              <a:ext uri="{FF2B5EF4-FFF2-40B4-BE49-F238E27FC236}">
                <a16:creationId xmlns:a16="http://schemas.microsoft.com/office/drawing/2014/main" id="{28131532-71DF-5E4C-662F-CA3C0E3A5DD1}"/>
              </a:ext>
            </a:extLst>
          </p:cNvPr>
          <p:cNvSpPr/>
          <p:nvPr/>
        </p:nvSpPr>
        <p:spPr>
          <a:xfrm>
            <a:off x="4757616" y="4538159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372D8A55-AF18-3E50-3526-65E33B65084D}"/>
              </a:ext>
            </a:extLst>
          </p:cNvPr>
          <p:cNvSpPr txBox="1"/>
          <p:nvPr/>
        </p:nvSpPr>
        <p:spPr>
          <a:xfrm>
            <a:off x="4767361" y="4503882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zh-CN" altLang="en-US" baseline="-25000"/>
          </a:p>
        </p:txBody>
      </p: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id="{3C11E7FD-DC52-C1FC-1481-3A11AE5999F9}"/>
              </a:ext>
            </a:extLst>
          </p:cNvPr>
          <p:cNvCxnSpPr>
            <a:cxnSpLocks/>
            <a:stCxn id="145" idx="4"/>
            <a:endCxn id="157" idx="0"/>
          </p:cNvCxnSpPr>
          <p:nvPr/>
        </p:nvCxnSpPr>
        <p:spPr>
          <a:xfrm>
            <a:off x="4946802" y="4075867"/>
            <a:ext cx="0" cy="462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0" name="椭圆 159">
            <a:extLst>
              <a:ext uri="{FF2B5EF4-FFF2-40B4-BE49-F238E27FC236}">
                <a16:creationId xmlns:a16="http://schemas.microsoft.com/office/drawing/2014/main" id="{FC7F4753-E5A8-F4D9-F2BD-4D90E60DC5FE}"/>
              </a:ext>
            </a:extLst>
          </p:cNvPr>
          <p:cNvSpPr/>
          <p:nvPr/>
        </p:nvSpPr>
        <p:spPr>
          <a:xfrm>
            <a:off x="3999153" y="5055746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54979203-AD44-7F5B-DC29-F5B381053DFC}"/>
              </a:ext>
            </a:extLst>
          </p:cNvPr>
          <p:cNvCxnSpPr>
            <a:cxnSpLocks/>
            <a:stCxn id="144" idx="4"/>
            <a:endCxn id="160" idx="0"/>
          </p:cNvCxnSpPr>
          <p:nvPr/>
        </p:nvCxnSpPr>
        <p:spPr>
          <a:xfrm>
            <a:off x="4188339" y="4599430"/>
            <a:ext cx="0" cy="4563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2" name="文本框 161">
            <a:extLst>
              <a:ext uri="{FF2B5EF4-FFF2-40B4-BE49-F238E27FC236}">
                <a16:creationId xmlns:a16="http://schemas.microsoft.com/office/drawing/2014/main" id="{1F94AE15-8E23-A661-E5D6-273B45148DDB}"/>
              </a:ext>
            </a:extLst>
          </p:cNvPr>
          <p:cNvSpPr txBox="1"/>
          <p:nvPr/>
        </p:nvSpPr>
        <p:spPr>
          <a:xfrm>
            <a:off x="4004225" y="5034886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zh-CN" altLang="en-US" baseline="-25000"/>
          </a:p>
        </p:txBody>
      </p:sp>
      <p:sp>
        <p:nvSpPr>
          <p:cNvPr id="209" name="文本框 208">
            <a:extLst>
              <a:ext uri="{FF2B5EF4-FFF2-40B4-BE49-F238E27FC236}">
                <a16:creationId xmlns:a16="http://schemas.microsoft.com/office/drawing/2014/main" id="{8C4453A1-F1D9-336D-5AB2-721D7DEFEBD6}"/>
              </a:ext>
            </a:extLst>
          </p:cNvPr>
          <p:cNvSpPr txBox="1"/>
          <p:nvPr/>
        </p:nvSpPr>
        <p:spPr>
          <a:xfrm>
            <a:off x="10460586" y="2043257"/>
            <a:ext cx="3626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/>
              <a:t>*</a:t>
            </a:r>
            <a:endParaRPr lang="zh-CN" altLang="en-US" sz="3200" b="1"/>
          </a:p>
        </p:txBody>
      </p:sp>
      <p:sp>
        <p:nvSpPr>
          <p:cNvPr id="210" name="文本框 209">
            <a:extLst>
              <a:ext uri="{FF2B5EF4-FFF2-40B4-BE49-F238E27FC236}">
                <a16:creationId xmlns:a16="http://schemas.microsoft.com/office/drawing/2014/main" id="{63E5F325-34C1-BB8E-35A4-0B0FC5DED2D2}"/>
              </a:ext>
            </a:extLst>
          </p:cNvPr>
          <p:cNvSpPr txBox="1"/>
          <p:nvPr/>
        </p:nvSpPr>
        <p:spPr>
          <a:xfrm>
            <a:off x="10888726" y="2072040"/>
            <a:ext cx="1107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下一步</a:t>
            </a:r>
            <a:endParaRPr lang="en-US" altLang="zh-CN"/>
          </a:p>
          <a:p>
            <a:r>
              <a:rPr lang="zh-CN" altLang="en-US"/>
              <a:t>可选顶点</a:t>
            </a:r>
          </a:p>
        </p:txBody>
      </p:sp>
      <p:sp>
        <p:nvSpPr>
          <p:cNvPr id="212" name="文本框 211">
            <a:extLst>
              <a:ext uri="{FF2B5EF4-FFF2-40B4-BE49-F238E27FC236}">
                <a16:creationId xmlns:a16="http://schemas.microsoft.com/office/drawing/2014/main" id="{EA0C7788-18D4-4888-2AB1-D2ACA67CE267}"/>
              </a:ext>
            </a:extLst>
          </p:cNvPr>
          <p:cNvSpPr txBox="1"/>
          <p:nvPr/>
        </p:nvSpPr>
        <p:spPr>
          <a:xfrm>
            <a:off x="1063524" y="102319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*</a:t>
            </a:r>
            <a:endParaRPr lang="zh-CN" altLang="en-US" sz="2400" b="1"/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5E654DFE-3D78-8580-6F6D-E29D5414D0BB}"/>
              </a:ext>
            </a:extLst>
          </p:cNvPr>
          <p:cNvSpPr txBox="1"/>
          <p:nvPr/>
        </p:nvSpPr>
        <p:spPr>
          <a:xfrm>
            <a:off x="1012480" y="1404131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*</a:t>
            </a:r>
            <a:endParaRPr lang="zh-CN" altLang="en-US" sz="2400" b="1"/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D614E7F3-C7D4-4AC3-DA09-4CA5B5A3E479}"/>
              </a:ext>
            </a:extLst>
          </p:cNvPr>
          <p:cNvSpPr txBox="1"/>
          <p:nvPr/>
        </p:nvSpPr>
        <p:spPr>
          <a:xfrm>
            <a:off x="5487216" y="439160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*</a:t>
            </a:r>
            <a:endParaRPr lang="zh-CN" altLang="en-US" sz="2400" b="1"/>
          </a:p>
        </p:txBody>
      </p:sp>
      <p:sp>
        <p:nvSpPr>
          <p:cNvPr id="220" name="文本框 219">
            <a:extLst>
              <a:ext uri="{FF2B5EF4-FFF2-40B4-BE49-F238E27FC236}">
                <a16:creationId xmlns:a16="http://schemas.microsoft.com/office/drawing/2014/main" id="{3BAD3A44-BDCF-75A2-B3FE-01BDE4BC2ADF}"/>
              </a:ext>
            </a:extLst>
          </p:cNvPr>
          <p:cNvSpPr txBox="1"/>
          <p:nvPr/>
        </p:nvSpPr>
        <p:spPr>
          <a:xfrm>
            <a:off x="9736084" y="468766"/>
            <a:ext cx="317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/>
              <a:t>*</a:t>
            </a:r>
            <a:endParaRPr lang="zh-CN" altLang="en-US" sz="2400" b="1"/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13D33E38-04B4-D8A1-7D4B-E9A407773AB4}"/>
              </a:ext>
            </a:extLst>
          </p:cNvPr>
          <p:cNvSpPr txBox="1"/>
          <p:nvPr/>
        </p:nvSpPr>
        <p:spPr>
          <a:xfrm>
            <a:off x="9006793" y="1800852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*</a:t>
            </a:r>
            <a:endParaRPr lang="zh-CN" altLang="en-US" sz="2400" b="1"/>
          </a:p>
        </p:txBody>
      </p:sp>
      <p:sp>
        <p:nvSpPr>
          <p:cNvPr id="227" name="任意多边形: 形状 226">
            <a:extLst>
              <a:ext uri="{FF2B5EF4-FFF2-40B4-BE49-F238E27FC236}">
                <a16:creationId xmlns:a16="http://schemas.microsoft.com/office/drawing/2014/main" id="{08C58C2B-00EA-D19B-DBF7-FC320E632727}"/>
              </a:ext>
            </a:extLst>
          </p:cNvPr>
          <p:cNvSpPr/>
          <p:nvPr/>
        </p:nvSpPr>
        <p:spPr>
          <a:xfrm>
            <a:off x="1875453" y="3554955"/>
            <a:ext cx="825759" cy="111976"/>
          </a:xfrm>
          <a:custGeom>
            <a:avLst/>
            <a:gdLst>
              <a:gd name="csX0" fmla="*/ 825759 w 825759"/>
              <a:gd name="csY0" fmla="*/ 107310 h 111976"/>
              <a:gd name="csX1" fmla="*/ 433874 w 825759"/>
              <a:gd name="csY1" fmla="*/ 8 h 111976"/>
              <a:gd name="csX2" fmla="*/ 0 w 825759"/>
              <a:gd name="csY2" fmla="*/ 111976 h 1119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25759" h="111976">
                <a:moveTo>
                  <a:pt x="825759" y="107310"/>
                </a:moveTo>
                <a:cubicBezTo>
                  <a:pt x="698629" y="53270"/>
                  <a:pt x="571500" y="-770"/>
                  <a:pt x="433874" y="8"/>
                </a:cubicBezTo>
                <a:cubicBezTo>
                  <a:pt x="296248" y="786"/>
                  <a:pt x="78533" y="89427"/>
                  <a:pt x="0" y="111976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9" name="文本框 228">
            <a:extLst>
              <a:ext uri="{FF2B5EF4-FFF2-40B4-BE49-F238E27FC236}">
                <a16:creationId xmlns:a16="http://schemas.microsoft.com/office/drawing/2014/main" id="{EF9D73AA-8F6B-76BE-3614-02E4B2D45980}"/>
              </a:ext>
            </a:extLst>
          </p:cNvPr>
          <p:cNvSpPr txBox="1"/>
          <p:nvPr/>
        </p:nvSpPr>
        <p:spPr>
          <a:xfrm>
            <a:off x="1183171" y="4375715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*</a:t>
            </a:r>
            <a:endParaRPr lang="zh-CN" altLang="en-US" sz="2400" b="1"/>
          </a:p>
        </p:txBody>
      </p:sp>
      <p:sp>
        <p:nvSpPr>
          <p:cNvPr id="231" name="文本框 230">
            <a:extLst>
              <a:ext uri="{FF2B5EF4-FFF2-40B4-BE49-F238E27FC236}">
                <a16:creationId xmlns:a16="http://schemas.microsoft.com/office/drawing/2014/main" id="{984481BE-C38C-8D87-C9E5-1512040A3EFD}"/>
              </a:ext>
            </a:extLst>
          </p:cNvPr>
          <p:cNvSpPr txBox="1"/>
          <p:nvPr/>
        </p:nvSpPr>
        <p:spPr>
          <a:xfrm>
            <a:off x="1938836" y="4619409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*</a:t>
            </a:r>
            <a:endParaRPr lang="zh-CN" altLang="en-US" sz="2400" b="1"/>
          </a:p>
        </p:txBody>
      </p:sp>
      <p:sp>
        <p:nvSpPr>
          <p:cNvPr id="232" name="文本框 231">
            <a:extLst>
              <a:ext uri="{FF2B5EF4-FFF2-40B4-BE49-F238E27FC236}">
                <a16:creationId xmlns:a16="http://schemas.microsoft.com/office/drawing/2014/main" id="{12C67911-2ED9-E96D-5C97-552853F72730}"/>
              </a:ext>
            </a:extLst>
          </p:cNvPr>
          <p:cNvSpPr txBox="1"/>
          <p:nvPr/>
        </p:nvSpPr>
        <p:spPr>
          <a:xfrm>
            <a:off x="1243056" y="2630851"/>
            <a:ext cx="5757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a</a:t>
            </a:r>
            <a:r>
              <a:rPr lang="zh-CN" altLang="en-US" sz="2000" b="1"/>
              <a:t>）</a:t>
            </a:r>
          </a:p>
        </p:txBody>
      </p:sp>
      <p:sp>
        <p:nvSpPr>
          <p:cNvPr id="234" name="文本框 233">
            <a:extLst>
              <a:ext uri="{FF2B5EF4-FFF2-40B4-BE49-F238E27FC236}">
                <a16:creationId xmlns:a16="http://schemas.microsoft.com/office/drawing/2014/main" id="{BB14C2BF-1955-1A79-E792-9B5AC3DFC896}"/>
              </a:ext>
            </a:extLst>
          </p:cNvPr>
          <p:cNvSpPr txBox="1"/>
          <p:nvPr/>
        </p:nvSpPr>
        <p:spPr>
          <a:xfrm>
            <a:off x="4640154" y="2604603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b</a:t>
            </a:r>
            <a:r>
              <a:rPr lang="zh-CN" altLang="en-US" sz="2000" b="1"/>
              <a:t>）</a:t>
            </a:r>
          </a:p>
        </p:txBody>
      </p:sp>
      <p:sp>
        <p:nvSpPr>
          <p:cNvPr id="236" name="文本框 235">
            <a:extLst>
              <a:ext uri="{FF2B5EF4-FFF2-40B4-BE49-F238E27FC236}">
                <a16:creationId xmlns:a16="http://schemas.microsoft.com/office/drawing/2014/main" id="{1DA4A3A3-8A2D-4BFE-7AF3-20453B3B60A0}"/>
              </a:ext>
            </a:extLst>
          </p:cNvPr>
          <p:cNvSpPr txBox="1"/>
          <p:nvPr/>
        </p:nvSpPr>
        <p:spPr>
          <a:xfrm>
            <a:off x="8051675" y="2617214"/>
            <a:ext cx="5757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c</a:t>
            </a:r>
            <a:r>
              <a:rPr lang="zh-CN" altLang="en-US" sz="2000" b="1"/>
              <a:t>）</a:t>
            </a:r>
          </a:p>
        </p:txBody>
      </p:sp>
      <p:sp>
        <p:nvSpPr>
          <p:cNvPr id="238" name="文本框 237">
            <a:extLst>
              <a:ext uri="{FF2B5EF4-FFF2-40B4-BE49-F238E27FC236}">
                <a16:creationId xmlns:a16="http://schemas.microsoft.com/office/drawing/2014/main" id="{ED252581-EFC4-44E3-B6BE-53DE333EFA22}"/>
              </a:ext>
            </a:extLst>
          </p:cNvPr>
          <p:cNvSpPr txBox="1"/>
          <p:nvPr/>
        </p:nvSpPr>
        <p:spPr>
          <a:xfrm>
            <a:off x="940024" y="5589694"/>
            <a:ext cx="606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/>
              <a:t>d</a:t>
            </a:r>
            <a:r>
              <a:rPr lang="zh-CN" altLang="en-US" sz="2000" b="1"/>
              <a:t>）</a:t>
            </a:r>
          </a:p>
        </p:txBody>
      </p:sp>
      <p:sp>
        <p:nvSpPr>
          <p:cNvPr id="240" name="文本框 239">
            <a:extLst>
              <a:ext uri="{FF2B5EF4-FFF2-40B4-BE49-F238E27FC236}">
                <a16:creationId xmlns:a16="http://schemas.microsoft.com/office/drawing/2014/main" id="{BF3C8C8D-9EE5-44E5-2B36-0B378E161C70}"/>
              </a:ext>
            </a:extLst>
          </p:cNvPr>
          <p:cNvSpPr txBox="1"/>
          <p:nvPr/>
        </p:nvSpPr>
        <p:spPr>
          <a:xfrm>
            <a:off x="3929832" y="5566991"/>
            <a:ext cx="5757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e</a:t>
            </a:r>
            <a:r>
              <a:rPr lang="zh-CN" altLang="en-US" sz="2000" b="1"/>
              <a:t>）</a:t>
            </a:r>
          </a:p>
        </p:txBody>
      </p:sp>
      <p:sp>
        <p:nvSpPr>
          <p:cNvPr id="242" name="文本框 241">
            <a:extLst>
              <a:ext uri="{FF2B5EF4-FFF2-40B4-BE49-F238E27FC236}">
                <a16:creationId xmlns:a16="http://schemas.microsoft.com/office/drawing/2014/main" id="{571A1D5F-ED33-C30A-C5D7-69FAA28EF6EC}"/>
              </a:ext>
            </a:extLst>
          </p:cNvPr>
          <p:cNvSpPr txBox="1"/>
          <p:nvPr/>
        </p:nvSpPr>
        <p:spPr>
          <a:xfrm>
            <a:off x="7041536" y="5552727"/>
            <a:ext cx="5293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f</a:t>
            </a:r>
            <a:r>
              <a:rPr lang="zh-CN" altLang="en-US" sz="2000" b="1"/>
              <a:t>）</a:t>
            </a:r>
          </a:p>
        </p:txBody>
      </p:sp>
      <p:sp>
        <p:nvSpPr>
          <p:cNvPr id="244" name="文本框 243">
            <a:extLst>
              <a:ext uri="{FF2B5EF4-FFF2-40B4-BE49-F238E27FC236}">
                <a16:creationId xmlns:a16="http://schemas.microsoft.com/office/drawing/2014/main" id="{93313EF6-0A10-4FB6-D707-D7CD88000EAC}"/>
              </a:ext>
            </a:extLst>
          </p:cNvPr>
          <p:cNvSpPr txBox="1"/>
          <p:nvPr/>
        </p:nvSpPr>
        <p:spPr>
          <a:xfrm>
            <a:off x="10058201" y="554937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g</a:t>
            </a:r>
            <a:r>
              <a:rPr lang="zh-CN" altLang="en-US" sz="2000" b="1"/>
              <a:t>）</a:t>
            </a:r>
          </a:p>
        </p:txBody>
      </p:sp>
      <p:sp>
        <p:nvSpPr>
          <p:cNvPr id="248" name="文本框 247">
            <a:extLst>
              <a:ext uri="{FF2B5EF4-FFF2-40B4-BE49-F238E27FC236}">
                <a16:creationId xmlns:a16="http://schemas.microsoft.com/office/drawing/2014/main" id="{AA0291FC-96F9-3A4F-448B-C125C01FC11E}"/>
              </a:ext>
            </a:extLst>
          </p:cNvPr>
          <p:cNvSpPr txBox="1"/>
          <p:nvPr/>
        </p:nvSpPr>
        <p:spPr>
          <a:xfrm>
            <a:off x="3735813" y="5177691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*</a:t>
            </a:r>
            <a:endParaRPr lang="zh-CN" altLang="en-US" sz="2400" b="1"/>
          </a:p>
        </p:txBody>
      </p:sp>
      <p:sp>
        <p:nvSpPr>
          <p:cNvPr id="249" name="椭圆 248">
            <a:extLst>
              <a:ext uri="{FF2B5EF4-FFF2-40B4-BE49-F238E27FC236}">
                <a16:creationId xmlns:a16="http://schemas.microsoft.com/office/drawing/2014/main" id="{D6D6A4FA-BAFD-065A-BDD3-0E3BE48FE367}"/>
              </a:ext>
            </a:extLst>
          </p:cNvPr>
          <p:cNvSpPr/>
          <p:nvPr/>
        </p:nvSpPr>
        <p:spPr>
          <a:xfrm>
            <a:off x="7045260" y="3268802"/>
            <a:ext cx="378372" cy="378372"/>
          </a:xfrm>
          <a:prstGeom prst="ellipse">
            <a:avLst/>
          </a:prstGeom>
          <a:pattFill prst="pct70">
            <a:fgClr>
              <a:schemeClr val="lt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0" name="椭圆 249">
            <a:extLst>
              <a:ext uri="{FF2B5EF4-FFF2-40B4-BE49-F238E27FC236}">
                <a16:creationId xmlns:a16="http://schemas.microsoft.com/office/drawing/2014/main" id="{4B432EAD-C55A-6EBB-DC6D-1192574198BA}"/>
              </a:ext>
            </a:extLst>
          </p:cNvPr>
          <p:cNvSpPr/>
          <p:nvPr/>
        </p:nvSpPr>
        <p:spPr>
          <a:xfrm>
            <a:off x="6287547" y="3750170"/>
            <a:ext cx="378372" cy="378372"/>
          </a:xfrm>
          <a:prstGeom prst="ellipse">
            <a:avLst/>
          </a:prstGeom>
          <a:pattFill prst="pct70">
            <a:fgClr>
              <a:schemeClr val="lt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1" name="椭圆 250">
            <a:extLst>
              <a:ext uri="{FF2B5EF4-FFF2-40B4-BE49-F238E27FC236}">
                <a16:creationId xmlns:a16="http://schemas.microsoft.com/office/drawing/2014/main" id="{8502B298-AA5A-3316-E206-790ADC89E1DF}"/>
              </a:ext>
            </a:extLst>
          </p:cNvPr>
          <p:cNvSpPr/>
          <p:nvPr/>
        </p:nvSpPr>
        <p:spPr>
          <a:xfrm>
            <a:off x="7033030" y="4241037"/>
            <a:ext cx="378372" cy="378372"/>
          </a:xfrm>
          <a:prstGeom prst="ellipse">
            <a:avLst/>
          </a:prstGeom>
          <a:pattFill prst="pct70">
            <a:fgClr>
              <a:schemeClr val="bg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椭圆 251">
            <a:extLst>
              <a:ext uri="{FF2B5EF4-FFF2-40B4-BE49-F238E27FC236}">
                <a16:creationId xmlns:a16="http://schemas.microsoft.com/office/drawing/2014/main" id="{D5429347-AE60-7A19-D388-C6C9963E859D}"/>
              </a:ext>
            </a:extLst>
          </p:cNvPr>
          <p:cNvSpPr/>
          <p:nvPr/>
        </p:nvSpPr>
        <p:spPr>
          <a:xfrm>
            <a:off x="7791493" y="3717474"/>
            <a:ext cx="378372" cy="378372"/>
          </a:xfrm>
          <a:prstGeom prst="ellipse">
            <a:avLst/>
          </a:prstGeom>
          <a:pattFill prst="pct70">
            <a:fgClr>
              <a:schemeClr val="lt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3" name="直接连接符 252">
            <a:extLst>
              <a:ext uri="{FF2B5EF4-FFF2-40B4-BE49-F238E27FC236}">
                <a16:creationId xmlns:a16="http://schemas.microsoft.com/office/drawing/2014/main" id="{ADB0F919-4E52-B84E-E3D0-0732DDB03D6E}"/>
              </a:ext>
            </a:extLst>
          </p:cNvPr>
          <p:cNvCxnSpPr>
            <a:cxnSpLocks/>
            <a:stCxn id="252" idx="1"/>
            <a:endCxn id="249" idx="6"/>
          </p:cNvCxnSpPr>
          <p:nvPr/>
        </p:nvCxnSpPr>
        <p:spPr>
          <a:xfrm flipH="1" flipV="1">
            <a:off x="7423632" y="3457988"/>
            <a:ext cx="423272" cy="3148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4" name="直接连接符 253">
            <a:extLst>
              <a:ext uri="{FF2B5EF4-FFF2-40B4-BE49-F238E27FC236}">
                <a16:creationId xmlns:a16="http://schemas.microsoft.com/office/drawing/2014/main" id="{07BA07FC-A112-0714-3BE9-E86AE535EDD8}"/>
              </a:ext>
            </a:extLst>
          </p:cNvPr>
          <p:cNvCxnSpPr>
            <a:cxnSpLocks/>
            <a:stCxn id="251" idx="6"/>
            <a:endCxn id="252" idx="3"/>
          </p:cNvCxnSpPr>
          <p:nvPr/>
        </p:nvCxnSpPr>
        <p:spPr>
          <a:xfrm flipV="1">
            <a:off x="7411402" y="4040435"/>
            <a:ext cx="435502" cy="3897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5" name="直接连接符 254">
            <a:extLst>
              <a:ext uri="{FF2B5EF4-FFF2-40B4-BE49-F238E27FC236}">
                <a16:creationId xmlns:a16="http://schemas.microsoft.com/office/drawing/2014/main" id="{9DD67E61-9F0F-9FA3-3025-3D9D2440ACBC}"/>
              </a:ext>
            </a:extLst>
          </p:cNvPr>
          <p:cNvCxnSpPr>
            <a:cxnSpLocks/>
            <a:stCxn id="250" idx="5"/>
            <a:endCxn id="251" idx="2"/>
          </p:cNvCxnSpPr>
          <p:nvPr/>
        </p:nvCxnSpPr>
        <p:spPr>
          <a:xfrm>
            <a:off x="6610508" y="4073131"/>
            <a:ext cx="422522" cy="3570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6" name="直接连接符 255">
            <a:extLst>
              <a:ext uri="{FF2B5EF4-FFF2-40B4-BE49-F238E27FC236}">
                <a16:creationId xmlns:a16="http://schemas.microsoft.com/office/drawing/2014/main" id="{F80FB41E-1DE3-5FF8-2328-61DB431B642C}"/>
              </a:ext>
            </a:extLst>
          </p:cNvPr>
          <p:cNvCxnSpPr>
            <a:cxnSpLocks/>
            <a:stCxn id="250" idx="7"/>
            <a:endCxn id="249" idx="2"/>
          </p:cNvCxnSpPr>
          <p:nvPr/>
        </p:nvCxnSpPr>
        <p:spPr>
          <a:xfrm flipV="1">
            <a:off x="6610508" y="3457988"/>
            <a:ext cx="434752" cy="3475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7" name="文本框 256">
            <a:extLst>
              <a:ext uri="{FF2B5EF4-FFF2-40B4-BE49-F238E27FC236}">
                <a16:creationId xmlns:a16="http://schemas.microsoft.com/office/drawing/2014/main" id="{2BE65E6F-76F6-D213-636F-BABBC8B88B41}"/>
              </a:ext>
            </a:extLst>
          </p:cNvPr>
          <p:cNvSpPr txBox="1"/>
          <p:nvPr/>
        </p:nvSpPr>
        <p:spPr>
          <a:xfrm>
            <a:off x="6299185" y="372377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258" name="文本框 257">
            <a:extLst>
              <a:ext uri="{FF2B5EF4-FFF2-40B4-BE49-F238E27FC236}">
                <a16:creationId xmlns:a16="http://schemas.microsoft.com/office/drawing/2014/main" id="{CAFEA07E-0565-83AA-E2BC-2203999D4984}"/>
              </a:ext>
            </a:extLst>
          </p:cNvPr>
          <p:cNvSpPr txBox="1"/>
          <p:nvPr/>
        </p:nvSpPr>
        <p:spPr>
          <a:xfrm>
            <a:off x="7064599" y="3224546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EEAB3544-50CA-A31D-EA60-B58B8623A26A}"/>
              </a:ext>
            </a:extLst>
          </p:cNvPr>
          <p:cNvSpPr txBox="1"/>
          <p:nvPr/>
        </p:nvSpPr>
        <p:spPr>
          <a:xfrm>
            <a:off x="7799758" y="3667153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260" name="文本框 259">
            <a:extLst>
              <a:ext uri="{FF2B5EF4-FFF2-40B4-BE49-F238E27FC236}">
                <a16:creationId xmlns:a16="http://schemas.microsoft.com/office/drawing/2014/main" id="{163FE2D0-79E7-932E-4AD8-9AD826218E45}"/>
              </a:ext>
            </a:extLst>
          </p:cNvPr>
          <p:cNvSpPr txBox="1"/>
          <p:nvPr/>
        </p:nvSpPr>
        <p:spPr>
          <a:xfrm>
            <a:off x="7052388" y="4235329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261" name="椭圆 260">
            <a:extLst>
              <a:ext uri="{FF2B5EF4-FFF2-40B4-BE49-F238E27FC236}">
                <a16:creationId xmlns:a16="http://schemas.microsoft.com/office/drawing/2014/main" id="{F17E897D-D1EF-C6C9-2503-145A24E5855B}"/>
              </a:ext>
            </a:extLst>
          </p:cNvPr>
          <p:cNvSpPr/>
          <p:nvPr/>
        </p:nvSpPr>
        <p:spPr>
          <a:xfrm>
            <a:off x="8690570" y="3744913"/>
            <a:ext cx="378372" cy="378372"/>
          </a:xfrm>
          <a:prstGeom prst="ellipse">
            <a:avLst/>
          </a:prstGeom>
          <a:pattFill prst="pct70">
            <a:fgClr>
              <a:schemeClr val="lt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文本框 261">
            <a:extLst>
              <a:ext uri="{FF2B5EF4-FFF2-40B4-BE49-F238E27FC236}">
                <a16:creationId xmlns:a16="http://schemas.microsoft.com/office/drawing/2014/main" id="{C6EC1DDC-1058-1C2F-9789-89E8486E6128}"/>
              </a:ext>
            </a:extLst>
          </p:cNvPr>
          <p:cNvSpPr txBox="1"/>
          <p:nvPr/>
        </p:nvSpPr>
        <p:spPr>
          <a:xfrm>
            <a:off x="8699674" y="3721994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cxnSp>
        <p:nvCxnSpPr>
          <p:cNvPr id="263" name="直接连接符 262">
            <a:extLst>
              <a:ext uri="{FF2B5EF4-FFF2-40B4-BE49-F238E27FC236}">
                <a16:creationId xmlns:a16="http://schemas.microsoft.com/office/drawing/2014/main" id="{BC01B462-6A34-8E58-F40B-AEA466D4BDC0}"/>
              </a:ext>
            </a:extLst>
          </p:cNvPr>
          <p:cNvCxnSpPr>
            <a:cxnSpLocks/>
            <a:stCxn id="262" idx="1"/>
            <a:endCxn id="252" idx="6"/>
          </p:cNvCxnSpPr>
          <p:nvPr/>
        </p:nvCxnSpPr>
        <p:spPr>
          <a:xfrm flipH="1">
            <a:off x="8169865" y="3906660"/>
            <a:ext cx="52980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4" name="椭圆 263">
            <a:extLst>
              <a:ext uri="{FF2B5EF4-FFF2-40B4-BE49-F238E27FC236}">
                <a16:creationId xmlns:a16="http://schemas.microsoft.com/office/drawing/2014/main" id="{82F75CE5-86CF-7279-84F2-C035B9243F91}"/>
              </a:ext>
            </a:extLst>
          </p:cNvPr>
          <p:cNvSpPr/>
          <p:nvPr/>
        </p:nvSpPr>
        <p:spPr>
          <a:xfrm>
            <a:off x="7791493" y="4558138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文本框 264">
            <a:extLst>
              <a:ext uri="{FF2B5EF4-FFF2-40B4-BE49-F238E27FC236}">
                <a16:creationId xmlns:a16="http://schemas.microsoft.com/office/drawing/2014/main" id="{2808F307-EE65-E4B6-2D77-35DD6E992018}"/>
              </a:ext>
            </a:extLst>
          </p:cNvPr>
          <p:cNvSpPr txBox="1"/>
          <p:nvPr/>
        </p:nvSpPr>
        <p:spPr>
          <a:xfrm>
            <a:off x="7801238" y="4523861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zh-CN" altLang="en-US" baseline="-25000"/>
          </a:p>
        </p:txBody>
      </p:sp>
      <p:cxnSp>
        <p:nvCxnSpPr>
          <p:cNvPr id="266" name="直接连接符 265">
            <a:extLst>
              <a:ext uri="{FF2B5EF4-FFF2-40B4-BE49-F238E27FC236}">
                <a16:creationId xmlns:a16="http://schemas.microsoft.com/office/drawing/2014/main" id="{8E25903E-D036-9DBE-3567-525D2D4D1E37}"/>
              </a:ext>
            </a:extLst>
          </p:cNvPr>
          <p:cNvCxnSpPr>
            <a:cxnSpLocks/>
            <a:stCxn id="252" idx="4"/>
            <a:endCxn id="264" idx="0"/>
          </p:cNvCxnSpPr>
          <p:nvPr/>
        </p:nvCxnSpPr>
        <p:spPr>
          <a:xfrm>
            <a:off x="7980679" y="4095846"/>
            <a:ext cx="0" cy="462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7" name="椭圆 266">
            <a:extLst>
              <a:ext uri="{FF2B5EF4-FFF2-40B4-BE49-F238E27FC236}">
                <a16:creationId xmlns:a16="http://schemas.microsoft.com/office/drawing/2014/main" id="{AD338FC3-CF85-38A3-C281-57D8838F25D8}"/>
              </a:ext>
            </a:extLst>
          </p:cNvPr>
          <p:cNvSpPr/>
          <p:nvPr/>
        </p:nvSpPr>
        <p:spPr>
          <a:xfrm>
            <a:off x="7033030" y="5075725"/>
            <a:ext cx="378372" cy="37837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462F3AF9-DA36-8B3F-5DE1-D06155BCFA01}"/>
              </a:ext>
            </a:extLst>
          </p:cNvPr>
          <p:cNvCxnSpPr>
            <a:cxnSpLocks/>
            <a:stCxn id="251" idx="4"/>
            <a:endCxn id="267" idx="0"/>
          </p:cNvCxnSpPr>
          <p:nvPr/>
        </p:nvCxnSpPr>
        <p:spPr>
          <a:xfrm>
            <a:off x="7222216" y="4619409"/>
            <a:ext cx="0" cy="4563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9" name="文本框 268">
            <a:extLst>
              <a:ext uri="{FF2B5EF4-FFF2-40B4-BE49-F238E27FC236}">
                <a16:creationId xmlns:a16="http://schemas.microsoft.com/office/drawing/2014/main" id="{07953C6F-9911-334F-FC16-5D758B1EB51C}"/>
              </a:ext>
            </a:extLst>
          </p:cNvPr>
          <p:cNvSpPr txBox="1"/>
          <p:nvPr/>
        </p:nvSpPr>
        <p:spPr>
          <a:xfrm>
            <a:off x="7039361" y="5045534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zh-CN" altLang="en-US" baseline="-25000"/>
          </a:p>
        </p:txBody>
      </p:sp>
      <p:sp>
        <p:nvSpPr>
          <p:cNvPr id="270" name="任意多边形: 形状 269">
            <a:extLst>
              <a:ext uri="{FF2B5EF4-FFF2-40B4-BE49-F238E27FC236}">
                <a16:creationId xmlns:a16="http://schemas.microsoft.com/office/drawing/2014/main" id="{829B9C7F-1F52-98F7-E9F1-92FCEE2A0740}"/>
              </a:ext>
            </a:extLst>
          </p:cNvPr>
          <p:cNvSpPr/>
          <p:nvPr/>
        </p:nvSpPr>
        <p:spPr>
          <a:xfrm>
            <a:off x="6824582" y="4604657"/>
            <a:ext cx="173377" cy="727788"/>
          </a:xfrm>
          <a:custGeom>
            <a:avLst/>
            <a:gdLst>
              <a:gd name="csX0" fmla="*/ 122059 w 173377"/>
              <a:gd name="csY0" fmla="*/ 727788 h 727788"/>
              <a:gd name="csX1" fmla="*/ 761 w 173377"/>
              <a:gd name="csY1" fmla="*/ 321906 h 727788"/>
              <a:gd name="csX2" fmla="*/ 173377 w 173377"/>
              <a:gd name="csY2" fmla="*/ 0 h 7277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3377" h="727788">
                <a:moveTo>
                  <a:pt x="122059" y="727788"/>
                </a:moveTo>
                <a:cubicBezTo>
                  <a:pt x="57133" y="585496"/>
                  <a:pt x="-7792" y="443204"/>
                  <a:pt x="761" y="321906"/>
                </a:cubicBezTo>
                <a:cubicBezTo>
                  <a:pt x="9314" y="200608"/>
                  <a:pt x="91345" y="100304"/>
                  <a:pt x="173377" y="0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1" name="任意多边形: 形状 270">
            <a:extLst>
              <a:ext uri="{FF2B5EF4-FFF2-40B4-BE49-F238E27FC236}">
                <a16:creationId xmlns:a16="http://schemas.microsoft.com/office/drawing/2014/main" id="{2021256D-9901-3057-65E8-277DF083DA56}"/>
              </a:ext>
            </a:extLst>
          </p:cNvPr>
          <p:cNvSpPr/>
          <p:nvPr/>
        </p:nvSpPr>
        <p:spPr>
          <a:xfrm>
            <a:off x="7193902" y="3904861"/>
            <a:ext cx="555171" cy="275253"/>
          </a:xfrm>
          <a:custGeom>
            <a:avLst/>
            <a:gdLst>
              <a:gd name="csX0" fmla="*/ 0 w 555171"/>
              <a:gd name="csY0" fmla="*/ 275253 h 275253"/>
              <a:gd name="csX1" fmla="*/ 205274 w 555171"/>
              <a:gd name="csY1" fmla="*/ 65315 h 275253"/>
              <a:gd name="csX2" fmla="*/ 555171 w 555171"/>
              <a:gd name="csY2" fmla="*/ 0 h 2752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5171" h="275253">
                <a:moveTo>
                  <a:pt x="0" y="275253"/>
                </a:moveTo>
                <a:cubicBezTo>
                  <a:pt x="56373" y="193221"/>
                  <a:pt x="112746" y="111190"/>
                  <a:pt x="205274" y="65315"/>
                </a:cubicBezTo>
                <a:cubicBezTo>
                  <a:pt x="297802" y="19440"/>
                  <a:pt x="426486" y="9720"/>
                  <a:pt x="555171" y="0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3" name="文本框 272">
            <a:extLst>
              <a:ext uri="{FF2B5EF4-FFF2-40B4-BE49-F238E27FC236}">
                <a16:creationId xmlns:a16="http://schemas.microsoft.com/office/drawing/2014/main" id="{5A718BBA-4741-CF65-F3D9-494F73A511E9}"/>
              </a:ext>
            </a:extLst>
          </p:cNvPr>
          <p:cNvSpPr txBox="1"/>
          <p:nvPr/>
        </p:nvSpPr>
        <p:spPr>
          <a:xfrm>
            <a:off x="8006862" y="4827081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*</a:t>
            </a:r>
            <a:endParaRPr lang="zh-CN" altLang="en-US" sz="2400" b="1"/>
          </a:p>
        </p:txBody>
      </p:sp>
      <p:sp>
        <p:nvSpPr>
          <p:cNvPr id="274" name="椭圆 273">
            <a:extLst>
              <a:ext uri="{FF2B5EF4-FFF2-40B4-BE49-F238E27FC236}">
                <a16:creationId xmlns:a16="http://schemas.microsoft.com/office/drawing/2014/main" id="{7D7C6178-4EC1-3019-981A-ADF9B728CC45}"/>
              </a:ext>
            </a:extLst>
          </p:cNvPr>
          <p:cNvSpPr/>
          <p:nvPr/>
        </p:nvSpPr>
        <p:spPr>
          <a:xfrm>
            <a:off x="10044565" y="3268802"/>
            <a:ext cx="378372" cy="378372"/>
          </a:xfrm>
          <a:prstGeom prst="ellipse">
            <a:avLst/>
          </a:prstGeom>
          <a:pattFill prst="pct70">
            <a:fgClr>
              <a:schemeClr val="lt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5" name="椭圆 274">
            <a:extLst>
              <a:ext uri="{FF2B5EF4-FFF2-40B4-BE49-F238E27FC236}">
                <a16:creationId xmlns:a16="http://schemas.microsoft.com/office/drawing/2014/main" id="{11E3CCEE-E272-C814-1D7F-97B8FEEF602F}"/>
              </a:ext>
            </a:extLst>
          </p:cNvPr>
          <p:cNvSpPr/>
          <p:nvPr/>
        </p:nvSpPr>
        <p:spPr>
          <a:xfrm>
            <a:off x="9286852" y="3750170"/>
            <a:ext cx="378372" cy="378372"/>
          </a:xfrm>
          <a:prstGeom prst="ellipse">
            <a:avLst/>
          </a:prstGeom>
          <a:pattFill prst="pct70">
            <a:fgClr>
              <a:schemeClr val="lt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6" name="椭圆 275">
            <a:extLst>
              <a:ext uri="{FF2B5EF4-FFF2-40B4-BE49-F238E27FC236}">
                <a16:creationId xmlns:a16="http://schemas.microsoft.com/office/drawing/2014/main" id="{0C61C573-396E-4A2C-F6FD-3C2EFDA26FA3}"/>
              </a:ext>
            </a:extLst>
          </p:cNvPr>
          <p:cNvSpPr/>
          <p:nvPr/>
        </p:nvSpPr>
        <p:spPr>
          <a:xfrm>
            <a:off x="10032335" y="4241037"/>
            <a:ext cx="378372" cy="378372"/>
          </a:xfrm>
          <a:prstGeom prst="ellipse">
            <a:avLst/>
          </a:prstGeom>
          <a:pattFill prst="pct70">
            <a:fgClr>
              <a:schemeClr val="bg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7" name="椭圆 276">
            <a:extLst>
              <a:ext uri="{FF2B5EF4-FFF2-40B4-BE49-F238E27FC236}">
                <a16:creationId xmlns:a16="http://schemas.microsoft.com/office/drawing/2014/main" id="{64E1B43E-6443-7CC6-C2A7-B65557394D37}"/>
              </a:ext>
            </a:extLst>
          </p:cNvPr>
          <p:cNvSpPr/>
          <p:nvPr/>
        </p:nvSpPr>
        <p:spPr>
          <a:xfrm>
            <a:off x="10790798" y="3717474"/>
            <a:ext cx="378372" cy="378372"/>
          </a:xfrm>
          <a:prstGeom prst="ellipse">
            <a:avLst/>
          </a:prstGeom>
          <a:pattFill prst="pct70">
            <a:fgClr>
              <a:schemeClr val="lt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8" name="直接连接符 277">
            <a:extLst>
              <a:ext uri="{FF2B5EF4-FFF2-40B4-BE49-F238E27FC236}">
                <a16:creationId xmlns:a16="http://schemas.microsoft.com/office/drawing/2014/main" id="{97BD6D40-8F6F-669A-3777-3DE425A9BF35}"/>
              </a:ext>
            </a:extLst>
          </p:cNvPr>
          <p:cNvCxnSpPr>
            <a:cxnSpLocks/>
            <a:stCxn id="277" idx="1"/>
            <a:endCxn id="274" idx="6"/>
          </p:cNvCxnSpPr>
          <p:nvPr/>
        </p:nvCxnSpPr>
        <p:spPr>
          <a:xfrm flipH="1" flipV="1">
            <a:off x="10422937" y="3457988"/>
            <a:ext cx="423272" cy="3148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9" name="直接连接符 278">
            <a:extLst>
              <a:ext uri="{FF2B5EF4-FFF2-40B4-BE49-F238E27FC236}">
                <a16:creationId xmlns:a16="http://schemas.microsoft.com/office/drawing/2014/main" id="{1CB5B37C-737B-CA90-4330-635FD26E4057}"/>
              </a:ext>
            </a:extLst>
          </p:cNvPr>
          <p:cNvCxnSpPr>
            <a:cxnSpLocks/>
            <a:stCxn id="276" idx="6"/>
            <a:endCxn id="277" idx="3"/>
          </p:cNvCxnSpPr>
          <p:nvPr/>
        </p:nvCxnSpPr>
        <p:spPr>
          <a:xfrm flipV="1">
            <a:off x="10410707" y="4040435"/>
            <a:ext cx="435502" cy="3897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0" name="直接连接符 279">
            <a:extLst>
              <a:ext uri="{FF2B5EF4-FFF2-40B4-BE49-F238E27FC236}">
                <a16:creationId xmlns:a16="http://schemas.microsoft.com/office/drawing/2014/main" id="{99982418-70EE-5CC2-89F0-33A41984AF5F}"/>
              </a:ext>
            </a:extLst>
          </p:cNvPr>
          <p:cNvCxnSpPr>
            <a:cxnSpLocks/>
            <a:stCxn id="275" idx="5"/>
            <a:endCxn id="276" idx="2"/>
          </p:cNvCxnSpPr>
          <p:nvPr/>
        </p:nvCxnSpPr>
        <p:spPr>
          <a:xfrm>
            <a:off x="9609813" y="4073131"/>
            <a:ext cx="422522" cy="3570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1" name="直接连接符 280">
            <a:extLst>
              <a:ext uri="{FF2B5EF4-FFF2-40B4-BE49-F238E27FC236}">
                <a16:creationId xmlns:a16="http://schemas.microsoft.com/office/drawing/2014/main" id="{AC6F0941-FC61-1F0E-493C-FF0994440B1A}"/>
              </a:ext>
            </a:extLst>
          </p:cNvPr>
          <p:cNvCxnSpPr>
            <a:cxnSpLocks/>
            <a:stCxn id="275" idx="7"/>
            <a:endCxn id="274" idx="2"/>
          </p:cNvCxnSpPr>
          <p:nvPr/>
        </p:nvCxnSpPr>
        <p:spPr>
          <a:xfrm flipV="1">
            <a:off x="9609813" y="3457988"/>
            <a:ext cx="434752" cy="3475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2" name="文本框 281">
            <a:extLst>
              <a:ext uri="{FF2B5EF4-FFF2-40B4-BE49-F238E27FC236}">
                <a16:creationId xmlns:a16="http://schemas.microsoft.com/office/drawing/2014/main" id="{20AC1882-ABBB-1744-C2BF-27D6FA748B1A}"/>
              </a:ext>
            </a:extLst>
          </p:cNvPr>
          <p:cNvSpPr txBox="1"/>
          <p:nvPr/>
        </p:nvSpPr>
        <p:spPr>
          <a:xfrm>
            <a:off x="9298490" y="372377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FCEE1558-E8AF-021C-8D99-7AD73DD8890C}"/>
              </a:ext>
            </a:extLst>
          </p:cNvPr>
          <p:cNvSpPr txBox="1"/>
          <p:nvPr/>
        </p:nvSpPr>
        <p:spPr>
          <a:xfrm>
            <a:off x="10063904" y="3224546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284" name="文本框 283">
            <a:extLst>
              <a:ext uri="{FF2B5EF4-FFF2-40B4-BE49-F238E27FC236}">
                <a16:creationId xmlns:a16="http://schemas.microsoft.com/office/drawing/2014/main" id="{3FD8651D-19A8-B024-FCED-09BC5E602F5F}"/>
              </a:ext>
            </a:extLst>
          </p:cNvPr>
          <p:cNvSpPr txBox="1"/>
          <p:nvPr/>
        </p:nvSpPr>
        <p:spPr>
          <a:xfrm>
            <a:off x="10799063" y="3667153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285" name="文本框 284">
            <a:extLst>
              <a:ext uri="{FF2B5EF4-FFF2-40B4-BE49-F238E27FC236}">
                <a16:creationId xmlns:a16="http://schemas.microsoft.com/office/drawing/2014/main" id="{150CC9A8-6EB5-3082-B615-A2E26727C2CF}"/>
              </a:ext>
            </a:extLst>
          </p:cNvPr>
          <p:cNvSpPr txBox="1"/>
          <p:nvPr/>
        </p:nvSpPr>
        <p:spPr>
          <a:xfrm>
            <a:off x="10051693" y="4235329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286" name="椭圆 285">
            <a:extLst>
              <a:ext uri="{FF2B5EF4-FFF2-40B4-BE49-F238E27FC236}">
                <a16:creationId xmlns:a16="http://schemas.microsoft.com/office/drawing/2014/main" id="{4F088AEB-D120-8FD7-C62F-8F3E894BAC26}"/>
              </a:ext>
            </a:extLst>
          </p:cNvPr>
          <p:cNvSpPr/>
          <p:nvPr/>
        </p:nvSpPr>
        <p:spPr>
          <a:xfrm>
            <a:off x="11689875" y="3744913"/>
            <a:ext cx="378372" cy="378372"/>
          </a:xfrm>
          <a:prstGeom prst="ellipse">
            <a:avLst/>
          </a:prstGeom>
          <a:pattFill prst="pct70">
            <a:fgClr>
              <a:schemeClr val="lt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7" name="文本框 286">
            <a:extLst>
              <a:ext uri="{FF2B5EF4-FFF2-40B4-BE49-F238E27FC236}">
                <a16:creationId xmlns:a16="http://schemas.microsoft.com/office/drawing/2014/main" id="{EB07C2B0-E5B2-5217-104C-E73F30C6EF4B}"/>
              </a:ext>
            </a:extLst>
          </p:cNvPr>
          <p:cNvSpPr txBox="1"/>
          <p:nvPr/>
        </p:nvSpPr>
        <p:spPr>
          <a:xfrm>
            <a:off x="11698979" y="3721994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cxnSp>
        <p:nvCxnSpPr>
          <p:cNvPr id="288" name="直接连接符 287">
            <a:extLst>
              <a:ext uri="{FF2B5EF4-FFF2-40B4-BE49-F238E27FC236}">
                <a16:creationId xmlns:a16="http://schemas.microsoft.com/office/drawing/2014/main" id="{AE0A9112-2D00-3E37-8FF0-51B401A16090}"/>
              </a:ext>
            </a:extLst>
          </p:cNvPr>
          <p:cNvCxnSpPr>
            <a:cxnSpLocks/>
            <a:stCxn id="287" idx="1"/>
            <a:endCxn id="277" idx="6"/>
          </p:cNvCxnSpPr>
          <p:nvPr/>
        </p:nvCxnSpPr>
        <p:spPr>
          <a:xfrm flipH="1">
            <a:off x="11169170" y="3906660"/>
            <a:ext cx="52980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9" name="椭圆 288">
            <a:extLst>
              <a:ext uri="{FF2B5EF4-FFF2-40B4-BE49-F238E27FC236}">
                <a16:creationId xmlns:a16="http://schemas.microsoft.com/office/drawing/2014/main" id="{17B641DB-1C77-B776-9FEE-C1A07869D627}"/>
              </a:ext>
            </a:extLst>
          </p:cNvPr>
          <p:cNvSpPr/>
          <p:nvPr/>
        </p:nvSpPr>
        <p:spPr>
          <a:xfrm>
            <a:off x="10790798" y="4558138"/>
            <a:ext cx="378372" cy="37837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0" name="文本框 289">
            <a:extLst>
              <a:ext uri="{FF2B5EF4-FFF2-40B4-BE49-F238E27FC236}">
                <a16:creationId xmlns:a16="http://schemas.microsoft.com/office/drawing/2014/main" id="{23C1CA05-A172-A437-E21B-9FBA28996DB0}"/>
              </a:ext>
            </a:extLst>
          </p:cNvPr>
          <p:cNvSpPr txBox="1"/>
          <p:nvPr/>
        </p:nvSpPr>
        <p:spPr>
          <a:xfrm>
            <a:off x="10823186" y="452905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zh-CN" altLang="en-US" baseline="-25000"/>
          </a:p>
        </p:txBody>
      </p:sp>
      <p:cxnSp>
        <p:nvCxnSpPr>
          <p:cNvPr id="291" name="直接连接符 290">
            <a:extLst>
              <a:ext uri="{FF2B5EF4-FFF2-40B4-BE49-F238E27FC236}">
                <a16:creationId xmlns:a16="http://schemas.microsoft.com/office/drawing/2014/main" id="{5FA49BB1-45C9-CC89-DCCF-48324C610B5B}"/>
              </a:ext>
            </a:extLst>
          </p:cNvPr>
          <p:cNvCxnSpPr>
            <a:cxnSpLocks/>
            <a:stCxn id="277" idx="4"/>
            <a:endCxn id="289" idx="0"/>
          </p:cNvCxnSpPr>
          <p:nvPr/>
        </p:nvCxnSpPr>
        <p:spPr>
          <a:xfrm>
            <a:off x="10979984" y="4095846"/>
            <a:ext cx="0" cy="462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2" name="椭圆 291">
            <a:extLst>
              <a:ext uri="{FF2B5EF4-FFF2-40B4-BE49-F238E27FC236}">
                <a16:creationId xmlns:a16="http://schemas.microsoft.com/office/drawing/2014/main" id="{96826EF7-8851-FB80-AC7D-C3FB5D461AA7}"/>
              </a:ext>
            </a:extLst>
          </p:cNvPr>
          <p:cNvSpPr/>
          <p:nvPr/>
        </p:nvSpPr>
        <p:spPr>
          <a:xfrm>
            <a:off x="10032335" y="5075725"/>
            <a:ext cx="378372" cy="378372"/>
          </a:xfrm>
          <a:prstGeom prst="ellipse">
            <a:avLst/>
          </a:prstGeom>
          <a:pattFill prst="pct70">
            <a:fgClr>
              <a:schemeClr val="bg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3" name="直接连接符 292">
            <a:extLst>
              <a:ext uri="{FF2B5EF4-FFF2-40B4-BE49-F238E27FC236}">
                <a16:creationId xmlns:a16="http://schemas.microsoft.com/office/drawing/2014/main" id="{63A99316-0372-E7CE-3969-E2F13BCDD30E}"/>
              </a:ext>
            </a:extLst>
          </p:cNvPr>
          <p:cNvCxnSpPr>
            <a:cxnSpLocks/>
            <a:stCxn id="276" idx="4"/>
            <a:endCxn id="292" idx="0"/>
          </p:cNvCxnSpPr>
          <p:nvPr/>
        </p:nvCxnSpPr>
        <p:spPr>
          <a:xfrm>
            <a:off x="10221521" y="4619409"/>
            <a:ext cx="0" cy="4563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4" name="文本框 293">
            <a:extLst>
              <a:ext uri="{FF2B5EF4-FFF2-40B4-BE49-F238E27FC236}">
                <a16:creationId xmlns:a16="http://schemas.microsoft.com/office/drawing/2014/main" id="{DBEF7F20-EAFB-DC91-CF0E-1112FED4DD3F}"/>
              </a:ext>
            </a:extLst>
          </p:cNvPr>
          <p:cNvSpPr txBox="1"/>
          <p:nvPr/>
        </p:nvSpPr>
        <p:spPr>
          <a:xfrm>
            <a:off x="10038666" y="5045534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zh-CN" altLang="en-US" baseline="-25000"/>
          </a:p>
        </p:txBody>
      </p:sp>
      <p:sp>
        <p:nvSpPr>
          <p:cNvPr id="299" name="任意多边形: 形状 298">
            <a:extLst>
              <a:ext uri="{FF2B5EF4-FFF2-40B4-BE49-F238E27FC236}">
                <a16:creationId xmlns:a16="http://schemas.microsoft.com/office/drawing/2014/main" id="{9C3C3904-914E-2E53-1963-3D3E36264AF3}"/>
              </a:ext>
            </a:extLst>
          </p:cNvPr>
          <p:cNvSpPr/>
          <p:nvPr/>
        </p:nvSpPr>
        <p:spPr>
          <a:xfrm>
            <a:off x="11187404" y="4040155"/>
            <a:ext cx="196598" cy="732453"/>
          </a:xfrm>
          <a:custGeom>
            <a:avLst/>
            <a:gdLst>
              <a:gd name="csX0" fmla="*/ 51318 w 196598"/>
              <a:gd name="csY0" fmla="*/ 732453 h 732453"/>
              <a:gd name="csX1" fmla="*/ 195943 w 196598"/>
              <a:gd name="csY1" fmla="*/ 424543 h 732453"/>
              <a:gd name="csX2" fmla="*/ 0 w 196598"/>
              <a:gd name="csY2" fmla="*/ 0 h 7324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6598" h="732453">
                <a:moveTo>
                  <a:pt x="51318" y="732453"/>
                </a:moveTo>
                <a:cubicBezTo>
                  <a:pt x="127907" y="639535"/>
                  <a:pt x="204496" y="546618"/>
                  <a:pt x="195943" y="424543"/>
                </a:cubicBezTo>
                <a:cubicBezTo>
                  <a:pt x="187390" y="302467"/>
                  <a:pt x="93695" y="151233"/>
                  <a:pt x="0" y="0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0" name="任意多边形: 形状 299">
            <a:extLst>
              <a:ext uri="{FF2B5EF4-FFF2-40B4-BE49-F238E27FC236}">
                <a16:creationId xmlns:a16="http://schemas.microsoft.com/office/drawing/2014/main" id="{EA94B282-28CD-3CD8-EF3B-E1CF9A640D52}"/>
              </a:ext>
            </a:extLst>
          </p:cNvPr>
          <p:cNvSpPr/>
          <p:nvPr/>
        </p:nvSpPr>
        <p:spPr>
          <a:xfrm>
            <a:off x="10482943" y="3272895"/>
            <a:ext cx="569167" cy="398701"/>
          </a:xfrm>
          <a:custGeom>
            <a:avLst/>
            <a:gdLst>
              <a:gd name="csX0" fmla="*/ 569167 w 569167"/>
              <a:gd name="csY0" fmla="*/ 398701 h 398701"/>
              <a:gd name="csX1" fmla="*/ 433873 w 569167"/>
              <a:gd name="csY1" fmla="*/ 39472 h 398701"/>
              <a:gd name="csX2" fmla="*/ 0 w 569167"/>
              <a:gd name="csY2" fmla="*/ 25476 h 3987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69167" h="398701">
                <a:moveTo>
                  <a:pt x="569167" y="398701"/>
                </a:moveTo>
                <a:cubicBezTo>
                  <a:pt x="548950" y="250188"/>
                  <a:pt x="528734" y="101676"/>
                  <a:pt x="433873" y="39472"/>
                </a:cubicBezTo>
                <a:cubicBezTo>
                  <a:pt x="339012" y="-22732"/>
                  <a:pt x="169506" y="1372"/>
                  <a:pt x="0" y="25476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1" name="任意多边形: 形状 300">
            <a:extLst>
              <a:ext uri="{FF2B5EF4-FFF2-40B4-BE49-F238E27FC236}">
                <a16:creationId xmlns:a16="http://schemas.microsoft.com/office/drawing/2014/main" id="{04EAB190-4F02-6DCB-C27B-C555E7D4BDEA}"/>
              </a:ext>
            </a:extLst>
          </p:cNvPr>
          <p:cNvSpPr/>
          <p:nvPr/>
        </p:nvSpPr>
        <p:spPr>
          <a:xfrm>
            <a:off x="9493898" y="3232435"/>
            <a:ext cx="583163" cy="443826"/>
          </a:xfrm>
          <a:custGeom>
            <a:avLst/>
            <a:gdLst>
              <a:gd name="csX0" fmla="*/ 583163 w 583163"/>
              <a:gd name="csY0" fmla="*/ 622 h 443826"/>
              <a:gd name="csX1" fmla="*/ 163286 w 583163"/>
              <a:gd name="csY1" fmla="*/ 70602 h 443826"/>
              <a:gd name="csX2" fmla="*/ 0 w 583163"/>
              <a:gd name="csY2" fmla="*/ 443826 h 4438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83163" h="443826">
                <a:moveTo>
                  <a:pt x="583163" y="622"/>
                </a:moveTo>
                <a:cubicBezTo>
                  <a:pt x="421821" y="-1322"/>
                  <a:pt x="260480" y="-3265"/>
                  <a:pt x="163286" y="70602"/>
                </a:cubicBezTo>
                <a:cubicBezTo>
                  <a:pt x="66092" y="144469"/>
                  <a:pt x="33046" y="294147"/>
                  <a:pt x="0" y="443826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020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D785F-1617-DC39-5724-858FF3DFE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C14C9C8F-9118-23B1-0F4B-41A8255E1E71}"/>
              </a:ext>
            </a:extLst>
          </p:cNvPr>
          <p:cNvSpPr/>
          <p:nvPr/>
        </p:nvSpPr>
        <p:spPr>
          <a:xfrm>
            <a:off x="1958062" y="24981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B874E901-7283-3F23-8ED6-C12B1664137E}"/>
              </a:ext>
            </a:extLst>
          </p:cNvPr>
          <p:cNvSpPr/>
          <p:nvPr/>
        </p:nvSpPr>
        <p:spPr>
          <a:xfrm>
            <a:off x="1200349" y="731182"/>
            <a:ext cx="378372" cy="37837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C29AACAE-AA6E-B33A-21C9-676B5888952E}"/>
              </a:ext>
            </a:extLst>
          </p:cNvPr>
          <p:cNvSpPr/>
          <p:nvPr/>
        </p:nvSpPr>
        <p:spPr>
          <a:xfrm>
            <a:off x="1945832" y="1222049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DBBA8EF2-DA0A-8E5B-A9B1-C9F85DE10422}"/>
              </a:ext>
            </a:extLst>
          </p:cNvPr>
          <p:cNvSpPr/>
          <p:nvPr/>
        </p:nvSpPr>
        <p:spPr>
          <a:xfrm>
            <a:off x="2704295" y="698486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3BF4291-D365-6C83-25A8-2405EE254745}"/>
              </a:ext>
            </a:extLst>
          </p:cNvPr>
          <p:cNvCxnSpPr>
            <a:cxnSpLocks/>
            <a:stCxn id="5" idx="1"/>
            <a:endCxn id="2" idx="6"/>
          </p:cNvCxnSpPr>
          <p:nvPr/>
        </p:nvCxnSpPr>
        <p:spPr>
          <a:xfrm flipH="1" flipV="1">
            <a:off x="2336434" y="439000"/>
            <a:ext cx="423272" cy="3148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965872F-1746-43EA-3113-F4F011436F9F}"/>
              </a:ext>
            </a:extLst>
          </p:cNvPr>
          <p:cNvCxnSpPr>
            <a:cxnSpLocks/>
            <a:stCxn id="4" idx="6"/>
            <a:endCxn id="5" idx="3"/>
          </p:cNvCxnSpPr>
          <p:nvPr/>
        </p:nvCxnSpPr>
        <p:spPr>
          <a:xfrm flipV="1">
            <a:off x="2324204" y="1021447"/>
            <a:ext cx="435502" cy="3897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6C9F47D-F552-25BB-E1EF-1E14ACC0B17B}"/>
              </a:ext>
            </a:extLst>
          </p:cNvPr>
          <p:cNvCxnSpPr>
            <a:cxnSpLocks/>
            <a:stCxn id="3" idx="5"/>
            <a:endCxn id="4" idx="2"/>
          </p:cNvCxnSpPr>
          <p:nvPr/>
        </p:nvCxnSpPr>
        <p:spPr>
          <a:xfrm>
            <a:off x="1523310" y="1054143"/>
            <a:ext cx="422522" cy="3570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BBD3DDA-2C5C-25F5-5131-26DF8FC8C640}"/>
              </a:ext>
            </a:extLst>
          </p:cNvPr>
          <p:cNvCxnSpPr>
            <a:cxnSpLocks/>
            <a:stCxn id="3" idx="7"/>
            <a:endCxn id="2" idx="2"/>
          </p:cNvCxnSpPr>
          <p:nvPr/>
        </p:nvCxnSpPr>
        <p:spPr>
          <a:xfrm flipV="1">
            <a:off x="1523310" y="439000"/>
            <a:ext cx="434752" cy="3475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46117F4B-B7AE-1CD6-FDAA-AB229301B43D}"/>
              </a:ext>
            </a:extLst>
          </p:cNvPr>
          <p:cNvSpPr txBox="1"/>
          <p:nvPr/>
        </p:nvSpPr>
        <p:spPr>
          <a:xfrm>
            <a:off x="1201547" y="69559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358B802-E99A-8C60-FFEE-730AB5FAA054}"/>
              </a:ext>
            </a:extLst>
          </p:cNvPr>
          <p:cNvSpPr txBox="1"/>
          <p:nvPr/>
        </p:nvSpPr>
        <p:spPr>
          <a:xfrm>
            <a:off x="1994872" y="207963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6B4A137-E727-19B4-86C6-ADCDCC7CC49E}"/>
              </a:ext>
            </a:extLst>
          </p:cNvPr>
          <p:cNvSpPr txBox="1"/>
          <p:nvPr/>
        </p:nvSpPr>
        <p:spPr>
          <a:xfrm>
            <a:off x="2734277" y="673249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B2B2758-91C3-BFCD-9884-AA65FA1A786F}"/>
              </a:ext>
            </a:extLst>
          </p:cNvPr>
          <p:cNvSpPr txBox="1"/>
          <p:nvPr/>
        </p:nvSpPr>
        <p:spPr>
          <a:xfrm>
            <a:off x="1960129" y="1195790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3A120E1-401B-9C8D-830B-3727BEFF3383}"/>
              </a:ext>
            </a:extLst>
          </p:cNvPr>
          <p:cNvSpPr/>
          <p:nvPr/>
        </p:nvSpPr>
        <p:spPr>
          <a:xfrm>
            <a:off x="3603372" y="72592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FD6F5F5-390B-B229-290C-A46CE59DFA10}"/>
              </a:ext>
            </a:extLst>
          </p:cNvPr>
          <p:cNvSpPr txBox="1"/>
          <p:nvPr/>
        </p:nvSpPr>
        <p:spPr>
          <a:xfrm>
            <a:off x="3607924" y="712196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EBC4FF7-4D51-C3D8-DA00-2384BBC22525}"/>
              </a:ext>
            </a:extLst>
          </p:cNvPr>
          <p:cNvCxnSpPr>
            <a:cxnSpLocks/>
            <a:stCxn id="15" idx="1"/>
            <a:endCxn id="5" idx="6"/>
          </p:cNvCxnSpPr>
          <p:nvPr/>
        </p:nvCxnSpPr>
        <p:spPr>
          <a:xfrm flipH="1" flipV="1">
            <a:off x="3082667" y="887672"/>
            <a:ext cx="525257" cy="91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F974BC41-4094-1A1F-2535-A006C34B279D}"/>
              </a:ext>
            </a:extLst>
          </p:cNvPr>
          <p:cNvSpPr/>
          <p:nvPr/>
        </p:nvSpPr>
        <p:spPr>
          <a:xfrm>
            <a:off x="2704295" y="1539150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667ABA4-C0F6-6B77-B927-C8DB32DCEFB3}"/>
              </a:ext>
            </a:extLst>
          </p:cNvPr>
          <p:cNvSpPr txBox="1"/>
          <p:nvPr/>
        </p:nvSpPr>
        <p:spPr>
          <a:xfrm>
            <a:off x="2714040" y="1504873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zh-CN" altLang="en-US" baseline="-25000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44188EE-5FD4-7545-96EA-510CEDC3D0F6}"/>
              </a:ext>
            </a:extLst>
          </p:cNvPr>
          <p:cNvCxnSpPr>
            <a:cxnSpLocks/>
            <a:stCxn id="5" idx="4"/>
            <a:endCxn id="17" idx="0"/>
          </p:cNvCxnSpPr>
          <p:nvPr/>
        </p:nvCxnSpPr>
        <p:spPr>
          <a:xfrm>
            <a:off x="2893481" y="1076858"/>
            <a:ext cx="0" cy="462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F0E9588F-5986-AC01-453A-D05EAD308AE3}"/>
              </a:ext>
            </a:extLst>
          </p:cNvPr>
          <p:cNvSpPr/>
          <p:nvPr/>
        </p:nvSpPr>
        <p:spPr>
          <a:xfrm>
            <a:off x="1945832" y="2056737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8F77DB09-D066-30BA-F257-E66B164F6BDB}"/>
              </a:ext>
            </a:extLst>
          </p:cNvPr>
          <p:cNvCxnSpPr>
            <a:cxnSpLocks/>
            <a:stCxn id="4" idx="4"/>
            <a:endCxn id="20" idx="0"/>
          </p:cNvCxnSpPr>
          <p:nvPr/>
        </p:nvCxnSpPr>
        <p:spPr>
          <a:xfrm>
            <a:off x="2135018" y="1600421"/>
            <a:ext cx="0" cy="4563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5503567F-CE0F-5F64-64E8-379730938FB2}"/>
              </a:ext>
            </a:extLst>
          </p:cNvPr>
          <p:cNvSpPr txBox="1"/>
          <p:nvPr/>
        </p:nvSpPr>
        <p:spPr>
          <a:xfrm>
            <a:off x="1950904" y="2035877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zh-CN" altLang="en-US" baseline="-250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E048A53-53C4-F4C2-0149-2A865AD8D707}"/>
              </a:ext>
            </a:extLst>
          </p:cNvPr>
          <p:cNvSpPr txBox="1"/>
          <p:nvPr/>
        </p:nvSpPr>
        <p:spPr>
          <a:xfrm>
            <a:off x="1734571" y="29803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*</a:t>
            </a:r>
            <a:endParaRPr lang="zh-CN" altLang="en-US" sz="2400" b="1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32408FF-345D-DD91-3504-98B0A4FC9B62}"/>
              </a:ext>
            </a:extLst>
          </p:cNvPr>
          <p:cNvSpPr txBox="1"/>
          <p:nvPr/>
        </p:nvSpPr>
        <p:spPr>
          <a:xfrm>
            <a:off x="1683527" y="1331615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*</a:t>
            </a:r>
            <a:endParaRPr lang="zh-CN" altLang="en-US" sz="2400" b="1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289BFD6-2DC7-8DFB-31A3-F95810F40339}"/>
              </a:ext>
            </a:extLst>
          </p:cNvPr>
          <p:cNvSpPr txBox="1"/>
          <p:nvPr/>
        </p:nvSpPr>
        <p:spPr>
          <a:xfrm>
            <a:off x="1893882" y="2698566"/>
            <a:ext cx="5757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a</a:t>
            </a:r>
            <a:r>
              <a:rPr lang="zh-CN" altLang="en-US" sz="2000" b="1"/>
              <a:t>）</a:t>
            </a: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6815A73B-E195-5968-0F52-EA53D9A4E6B8}"/>
              </a:ext>
            </a:extLst>
          </p:cNvPr>
          <p:cNvSpPr/>
          <p:nvPr/>
        </p:nvSpPr>
        <p:spPr>
          <a:xfrm>
            <a:off x="5133543" y="249814"/>
            <a:ext cx="378372" cy="37837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692EA7DF-87AB-FE52-A85D-D0B144B257D0}"/>
              </a:ext>
            </a:extLst>
          </p:cNvPr>
          <p:cNvSpPr/>
          <p:nvPr/>
        </p:nvSpPr>
        <p:spPr>
          <a:xfrm>
            <a:off x="4375830" y="731182"/>
            <a:ext cx="378372" cy="378372"/>
          </a:xfrm>
          <a:prstGeom prst="ellipse">
            <a:avLst/>
          </a:prstGeom>
          <a:pattFill prst="pct70">
            <a:fgClr>
              <a:schemeClr val="bg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CFC4E5F1-9F44-9FF7-F0B0-A07F4C832EA3}"/>
              </a:ext>
            </a:extLst>
          </p:cNvPr>
          <p:cNvSpPr/>
          <p:nvPr/>
        </p:nvSpPr>
        <p:spPr>
          <a:xfrm>
            <a:off x="5121313" y="1222049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A876AAD3-8746-0676-1D46-3707B5082D9B}"/>
              </a:ext>
            </a:extLst>
          </p:cNvPr>
          <p:cNvSpPr/>
          <p:nvPr/>
        </p:nvSpPr>
        <p:spPr>
          <a:xfrm>
            <a:off x="5879776" y="698486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15170BEC-3DC6-7FF7-1EEF-7E538D41310C}"/>
              </a:ext>
            </a:extLst>
          </p:cNvPr>
          <p:cNvCxnSpPr>
            <a:cxnSpLocks/>
            <a:stCxn id="37" idx="1"/>
            <a:endCxn id="34" idx="6"/>
          </p:cNvCxnSpPr>
          <p:nvPr/>
        </p:nvCxnSpPr>
        <p:spPr>
          <a:xfrm flipH="1" flipV="1">
            <a:off x="5511915" y="439000"/>
            <a:ext cx="423272" cy="3148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62FA32DB-5FB7-3DC1-D954-11876403327D}"/>
              </a:ext>
            </a:extLst>
          </p:cNvPr>
          <p:cNvCxnSpPr>
            <a:cxnSpLocks/>
            <a:stCxn id="36" idx="6"/>
            <a:endCxn id="37" idx="3"/>
          </p:cNvCxnSpPr>
          <p:nvPr/>
        </p:nvCxnSpPr>
        <p:spPr>
          <a:xfrm flipV="1">
            <a:off x="5499685" y="1021447"/>
            <a:ext cx="435502" cy="3897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9E08AAD8-6AFA-80C8-7AB9-CFC2DCA71597}"/>
              </a:ext>
            </a:extLst>
          </p:cNvPr>
          <p:cNvCxnSpPr>
            <a:cxnSpLocks/>
            <a:stCxn id="35" idx="5"/>
            <a:endCxn id="36" idx="2"/>
          </p:cNvCxnSpPr>
          <p:nvPr/>
        </p:nvCxnSpPr>
        <p:spPr>
          <a:xfrm>
            <a:off x="4698791" y="1054143"/>
            <a:ext cx="422522" cy="3570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F5CEEA71-E098-A121-7E63-FD46E2227EE7}"/>
              </a:ext>
            </a:extLst>
          </p:cNvPr>
          <p:cNvCxnSpPr>
            <a:cxnSpLocks/>
            <a:stCxn id="35" idx="7"/>
            <a:endCxn id="34" idx="2"/>
          </p:cNvCxnSpPr>
          <p:nvPr/>
        </p:nvCxnSpPr>
        <p:spPr>
          <a:xfrm flipV="1">
            <a:off x="4698791" y="439000"/>
            <a:ext cx="434752" cy="3475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E5CEE82F-D392-A3A8-68E5-A19F4A32B7CD}"/>
              </a:ext>
            </a:extLst>
          </p:cNvPr>
          <p:cNvSpPr txBox="1"/>
          <p:nvPr/>
        </p:nvSpPr>
        <p:spPr>
          <a:xfrm>
            <a:off x="4369808" y="706397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B99E30E-F971-73C6-0CE0-D1C634CF4E0D}"/>
              </a:ext>
            </a:extLst>
          </p:cNvPr>
          <p:cNvSpPr txBox="1"/>
          <p:nvPr/>
        </p:nvSpPr>
        <p:spPr>
          <a:xfrm>
            <a:off x="5159277" y="221033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04F8362-EDF0-354D-ECDA-099484392143}"/>
              </a:ext>
            </a:extLst>
          </p:cNvPr>
          <p:cNvSpPr txBox="1"/>
          <p:nvPr/>
        </p:nvSpPr>
        <p:spPr>
          <a:xfrm>
            <a:off x="5909758" y="673249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00BFC11-3197-8B1C-06C6-94D9AE303A80}"/>
              </a:ext>
            </a:extLst>
          </p:cNvPr>
          <p:cNvSpPr txBox="1"/>
          <p:nvPr/>
        </p:nvSpPr>
        <p:spPr>
          <a:xfrm>
            <a:off x="5135610" y="1195790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410BF0A8-7E5E-567C-C5D4-9AEA951BFC75}"/>
              </a:ext>
            </a:extLst>
          </p:cNvPr>
          <p:cNvSpPr/>
          <p:nvPr/>
        </p:nvSpPr>
        <p:spPr>
          <a:xfrm>
            <a:off x="6778853" y="72592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4EADE37-7319-A821-DC95-344FFE35EF45}"/>
              </a:ext>
            </a:extLst>
          </p:cNvPr>
          <p:cNvSpPr txBox="1"/>
          <p:nvPr/>
        </p:nvSpPr>
        <p:spPr>
          <a:xfrm>
            <a:off x="6783405" y="712196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AF8E300D-99B0-12EE-092B-D4CD02147BD4}"/>
              </a:ext>
            </a:extLst>
          </p:cNvPr>
          <p:cNvCxnSpPr>
            <a:cxnSpLocks/>
            <a:stCxn id="47" idx="1"/>
            <a:endCxn id="37" idx="6"/>
          </p:cNvCxnSpPr>
          <p:nvPr/>
        </p:nvCxnSpPr>
        <p:spPr>
          <a:xfrm flipH="1" flipV="1">
            <a:off x="6258148" y="887672"/>
            <a:ext cx="525257" cy="91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椭圆 48">
            <a:extLst>
              <a:ext uri="{FF2B5EF4-FFF2-40B4-BE49-F238E27FC236}">
                <a16:creationId xmlns:a16="http://schemas.microsoft.com/office/drawing/2014/main" id="{8092BCEF-4CDB-FAA3-5775-5008211D78ED}"/>
              </a:ext>
            </a:extLst>
          </p:cNvPr>
          <p:cNvSpPr/>
          <p:nvPr/>
        </p:nvSpPr>
        <p:spPr>
          <a:xfrm>
            <a:off x="5879776" y="1539150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FF31739A-DFD9-F50B-3023-FF9B79C75FB6}"/>
              </a:ext>
            </a:extLst>
          </p:cNvPr>
          <p:cNvSpPr txBox="1"/>
          <p:nvPr/>
        </p:nvSpPr>
        <p:spPr>
          <a:xfrm>
            <a:off x="5889521" y="1504873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zh-CN" altLang="en-US" baseline="-25000"/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407F4FD5-7941-DCC5-0AD5-1CAA51CEFCC5}"/>
              </a:ext>
            </a:extLst>
          </p:cNvPr>
          <p:cNvCxnSpPr>
            <a:cxnSpLocks/>
            <a:stCxn id="37" idx="4"/>
            <a:endCxn id="49" idx="0"/>
          </p:cNvCxnSpPr>
          <p:nvPr/>
        </p:nvCxnSpPr>
        <p:spPr>
          <a:xfrm>
            <a:off x="6068962" y="1076858"/>
            <a:ext cx="0" cy="462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椭圆 51">
            <a:extLst>
              <a:ext uri="{FF2B5EF4-FFF2-40B4-BE49-F238E27FC236}">
                <a16:creationId xmlns:a16="http://schemas.microsoft.com/office/drawing/2014/main" id="{A18BFEE6-ADCA-62F4-775F-A3E1F15B761A}"/>
              </a:ext>
            </a:extLst>
          </p:cNvPr>
          <p:cNvSpPr/>
          <p:nvPr/>
        </p:nvSpPr>
        <p:spPr>
          <a:xfrm>
            <a:off x="5121313" y="2056737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2DBAE0B6-0F9F-5940-A7F7-BD957DAB84B6}"/>
              </a:ext>
            </a:extLst>
          </p:cNvPr>
          <p:cNvCxnSpPr>
            <a:cxnSpLocks/>
            <a:stCxn id="36" idx="4"/>
            <a:endCxn id="52" idx="0"/>
          </p:cNvCxnSpPr>
          <p:nvPr/>
        </p:nvCxnSpPr>
        <p:spPr>
          <a:xfrm>
            <a:off x="5310499" y="1600421"/>
            <a:ext cx="0" cy="4563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177A8F25-B184-C6F4-4F90-F5B6C2C857A9}"/>
              </a:ext>
            </a:extLst>
          </p:cNvPr>
          <p:cNvSpPr txBox="1"/>
          <p:nvPr/>
        </p:nvSpPr>
        <p:spPr>
          <a:xfrm>
            <a:off x="5126385" y="2035877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zh-CN" altLang="en-US" baseline="-2500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C7D7FAF2-81BF-48C2-F574-45D38FD5CD28}"/>
              </a:ext>
            </a:extLst>
          </p:cNvPr>
          <p:cNvSpPr txBox="1"/>
          <p:nvPr/>
        </p:nvSpPr>
        <p:spPr>
          <a:xfrm>
            <a:off x="5100234" y="2698566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b</a:t>
            </a:r>
            <a:r>
              <a:rPr lang="zh-CN" altLang="en-US" sz="2000" b="1"/>
              <a:t>）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98C02975-A2B7-53A2-9BAA-F1110095A876}"/>
              </a:ext>
            </a:extLst>
          </p:cNvPr>
          <p:cNvSpPr txBox="1"/>
          <p:nvPr/>
        </p:nvSpPr>
        <p:spPr>
          <a:xfrm>
            <a:off x="4905325" y="1354745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*</a:t>
            </a:r>
            <a:endParaRPr lang="zh-CN" altLang="en-US" sz="2400" b="1"/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DF3B5079-5304-A0FD-8D8F-AA2F1E3C20DA}"/>
              </a:ext>
            </a:extLst>
          </p:cNvPr>
          <p:cNvSpPr/>
          <p:nvPr/>
        </p:nvSpPr>
        <p:spPr>
          <a:xfrm>
            <a:off x="8336694" y="237398"/>
            <a:ext cx="378372" cy="378372"/>
          </a:xfrm>
          <a:prstGeom prst="ellipse">
            <a:avLst/>
          </a:prstGeom>
          <a:pattFill prst="pct70">
            <a:fgClr>
              <a:schemeClr val="bg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7BAE47D2-2DCC-2BBD-DFD3-3E82ACDCCFF6}"/>
              </a:ext>
            </a:extLst>
          </p:cNvPr>
          <p:cNvSpPr/>
          <p:nvPr/>
        </p:nvSpPr>
        <p:spPr>
          <a:xfrm>
            <a:off x="7578981" y="718766"/>
            <a:ext cx="378372" cy="378372"/>
          </a:xfrm>
          <a:prstGeom prst="ellipse">
            <a:avLst/>
          </a:prstGeom>
          <a:pattFill prst="pct70">
            <a:fgClr>
              <a:schemeClr val="bg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68CFB9DE-CE1D-6CA3-5CE7-293B64F7F272}"/>
              </a:ext>
            </a:extLst>
          </p:cNvPr>
          <p:cNvSpPr/>
          <p:nvPr/>
        </p:nvSpPr>
        <p:spPr>
          <a:xfrm>
            <a:off x="8324464" y="1209633"/>
            <a:ext cx="378372" cy="37837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B3F42B02-7DBD-982C-8F8F-A2A99486EEBF}"/>
              </a:ext>
            </a:extLst>
          </p:cNvPr>
          <p:cNvSpPr/>
          <p:nvPr/>
        </p:nvSpPr>
        <p:spPr>
          <a:xfrm>
            <a:off x="9082927" y="686070"/>
            <a:ext cx="378372" cy="378372"/>
          </a:xfrm>
          <a:prstGeom prst="ellipse">
            <a:avLst/>
          </a:prstGeom>
          <a:pattFill prst="pct5">
            <a:fgClr>
              <a:schemeClr val="bg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8FFC1298-963E-D943-3C17-0465EDB78A09}"/>
              </a:ext>
            </a:extLst>
          </p:cNvPr>
          <p:cNvCxnSpPr>
            <a:cxnSpLocks/>
            <a:stCxn id="69" idx="1"/>
            <a:endCxn id="66" idx="6"/>
          </p:cNvCxnSpPr>
          <p:nvPr/>
        </p:nvCxnSpPr>
        <p:spPr>
          <a:xfrm flipH="1" flipV="1">
            <a:off x="8715066" y="426584"/>
            <a:ext cx="423272" cy="3148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6C5C1BBF-B52F-CC95-C153-8EB388A5C81C}"/>
              </a:ext>
            </a:extLst>
          </p:cNvPr>
          <p:cNvCxnSpPr>
            <a:cxnSpLocks/>
            <a:stCxn id="68" idx="6"/>
            <a:endCxn id="69" idx="3"/>
          </p:cNvCxnSpPr>
          <p:nvPr/>
        </p:nvCxnSpPr>
        <p:spPr>
          <a:xfrm flipV="1">
            <a:off x="8702836" y="1009031"/>
            <a:ext cx="435502" cy="3897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B49CCA46-2003-3799-7B8C-11955943FE6D}"/>
              </a:ext>
            </a:extLst>
          </p:cNvPr>
          <p:cNvCxnSpPr>
            <a:cxnSpLocks/>
            <a:stCxn id="67" idx="5"/>
            <a:endCxn id="68" idx="2"/>
          </p:cNvCxnSpPr>
          <p:nvPr/>
        </p:nvCxnSpPr>
        <p:spPr>
          <a:xfrm>
            <a:off x="7901942" y="1041727"/>
            <a:ext cx="422522" cy="3570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AA5BB841-340B-1C95-CE61-E97DE8152566}"/>
              </a:ext>
            </a:extLst>
          </p:cNvPr>
          <p:cNvCxnSpPr>
            <a:cxnSpLocks/>
            <a:stCxn id="67" idx="7"/>
            <a:endCxn id="66" idx="2"/>
          </p:cNvCxnSpPr>
          <p:nvPr/>
        </p:nvCxnSpPr>
        <p:spPr>
          <a:xfrm flipV="1">
            <a:off x="7901942" y="426584"/>
            <a:ext cx="434752" cy="3475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3E48C9AF-E3EC-D8B1-FB56-AAAA7B7F5456}"/>
              </a:ext>
            </a:extLst>
          </p:cNvPr>
          <p:cNvSpPr txBox="1"/>
          <p:nvPr/>
        </p:nvSpPr>
        <p:spPr>
          <a:xfrm>
            <a:off x="7581256" y="693981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6EEC9B38-DCF8-3D67-68D7-1CF2C2A650AB}"/>
              </a:ext>
            </a:extLst>
          </p:cNvPr>
          <p:cNvSpPr txBox="1"/>
          <p:nvPr/>
        </p:nvSpPr>
        <p:spPr>
          <a:xfrm>
            <a:off x="8341246" y="217372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B90DD2A6-ED1C-742E-86C8-23835E9955A4}"/>
              </a:ext>
            </a:extLst>
          </p:cNvPr>
          <p:cNvSpPr txBox="1"/>
          <p:nvPr/>
        </p:nvSpPr>
        <p:spPr>
          <a:xfrm>
            <a:off x="9079207" y="668505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F43C221B-4083-8F27-D13C-0466FC64FCD2}"/>
              </a:ext>
            </a:extLst>
          </p:cNvPr>
          <p:cNvSpPr txBox="1"/>
          <p:nvPr/>
        </p:nvSpPr>
        <p:spPr>
          <a:xfrm>
            <a:off x="8325881" y="1179521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8A1D15DB-3A21-27F2-D465-284710E2C68F}"/>
              </a:ext>
            </a:extLst>
          </p:cNvPr>
          <p:cNvSpPr/>
          <p:nvPr/>
        </p:nvSpPr>
        <p:spPr>
          <a:xfrm>
            <a:off x="9982004" y="713509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32B14F0E-3626-821F-C4B3-D7E8967A4193}"/>
              </a:ext>
            </a:extLst>
          </p:cNvPr>
          <p:cNvSpPr txBox="1"/>
          <p:nvPr/>
        </p:nvSpPr>
        <p:spPr>
          <a:xfrm>
            <a:off x="9986556" y="699780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60589D57-15F6-4794-EA30-78AB09E7FACF}"/>
              </a:ext>
            </a:extLst>
          </p:cNvPr>
          <p:cNvCxnSpPr>
            <a:cxnSpLocks/>
            <a:stCxn id="79" idx="1"/>
            <a:endCxn id="69" idx="6"/>
          </p:cNvCxnSpPr>
          <p:nvPr/>
        </p:nvCxnSpPr>
        <p:spPr>
          <a:xfrm flipH="1" flipV="1">
            <a:off x="9461299" y="875256"/>
            <a:ext cx="525257" cy="91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椭圆 80">
            <a:extLst>
              <a:ext uri="{FF2B5EF4-FFF2-40B4-BE49-F238E27FC236}">
                <a16:creationId xmlns:a16="http://schemas.microsoft.com/office/drawing/2014/main" id="{762702D6-480F-2804-667B-10CD23F0701E}"/>
              </a:ext>
            </a:extLst>
          </p:cNvPr>
          <p:cNvSpPr/>
          <p:nvPr/>
        </p:nvSpPr>
        <p:spPr>
          <a:xfrm>
            <a:off x="9082927" y="152673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4D8A0A7E-2D55-93E6-4A3C-8BC4C89215CB}"/>
              </a:ext>
            </a:extLst>
          </p:cNvPr>
          <p:cNvSpPr txBox="1"/>
          <p:nvPr/>
        </p:nvSpPr>
        <p:spPr>
          <a:xfrm>
            <a:off x="9092672" y="1492457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zh-CN" altLang="en-US" baseline="-25000"/>
          </a:p>
        </p:txBody>
      </p: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6FD11057-C419-B020-B9EB-8D565D55B060}"/>
              </a:ext>
            </a:extLst>
          </p:cNvPr>
          <p:cNvCxnSpPr>
            <a:cxnSpLocks/>
            <a:stCxn id="69" idx="4"/>
            <a:endCxn id="81" idx="0"/>
          </p:cNvCxnSpPr>
          <p:nvPr/>
        </p:nvCxnSpPr>
        <p:spPr>
          <a:xfrm>
            <a:off x="9272113" y="1064442"/>
            <a:ext cx="0" cy="462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椭圆 83">
            <a:extLst>
              <a:ext uri="{FF2B5EF4-FFF2-40B4-BE49-F238E27FC236}">
                <a16:creationId xmlns:a16="http://schemas.microsoft.com/office/drawing/2014/main" id="{57A18D1B-E86A-C060-1CDB-93EFC620FA19}"/>
              </a:ext>
            </a:extLst>
          </p:cNvPr>
          <p:cNvSpPr/>
          <p:nvPr/>
        </p:nvSpPr>
        <p:spPr>
          <a:xfrm>
            <a:off x="8324464" y="2044321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F9DF416A-61D6-B12B-68A2-7D4CD6470C13}"/>
              </a:ext>
            </a:extLst>
          </p:cNvPr>
          <p:cNvCxnSpPr>
            <a:cxnSpLocks/>
            <a:stCxn id="68" idx="4"/>
            <a:endCxn id="84" idx="0"/>
          </p:cNvCxnSpPr>
          <p:nvPr/>
        </p:nvCxnSpPr>
        <p:spPr>
          <a:xfrm>
            <a:off x="8513650" y="1588005"/>
            <a:ext cx="0" cy="4563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D6132D00-0D83-BCD8-5507-6C418A9A21AC}"/>
              </a:ext>
            </a:extLst>
          </p:cNvPr>
          <p:cNvSpPr txBox="1"/>
          <p:nvPr/>
        </p:nvSpPr>
        <p:spPr>
          <a:xfrm>
            <a:off x="8329536" y="2023461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zh-CN" altLang="en-US" baseline="-25000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2A06045-0BEB-3CD0-C2A8-7E6A8691015D}"/>
              </a:ext>
            </a:extLst>
          </p:cNvPr>
          <p:cNvSpPr txBox="1"/>
          <p:nvPr/>
        </p:nvSpPr>
        <p:spPr>
          <a:xfrm>
            <a:off x="8298823" y="2699115"/>
            <a:ext cx="5757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c</a:t>
            </a:r>
            <a:r>
              <a:rPr lang="zh-CN" altLang="en-US" sz="2000" b="1"/>
              <a:t>）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8266783D-2CE0-05F1-B9BE-2FCA28CDC6F3}"/>
              </a:ext>
            </a:extLst>
          </p:cNvPr>
          <p:cNvSpPr/>
          <p:nvPr/>
        </p:nvSpPr>
        <p:spPr>
          <a:xfrm>
            <a:off x="836483" y="3235790"/>
            <a:ext cx="378372" cy="378372"/>
          </a:xfrm>
          <a:prstGeom prst="ellipse">
            <a:avLst/>
          </a:prstGeom>
          <a:pattFill prst="pct70">
            <a:fgClr>
              <a:schemeClr val="bg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10E23077-853F-7BF5-DE2B-B10E4DF7F6A9}"/>
              </a:ext>
            </a:extLst>
          </p:cNvPr>
          <p:cNvSpPr/>
          <p:nvPr/>
        </p:nvSpPr>
        <p:spPr>
          <a:xfrm>
            <a:off x="78770" y="3717158"/>
            <a:ext cx="378372" cy="378372"/>
          </a:xfrm>
          <a:prstGeom prst="ellipse">
            <a:avLst/>
          </a:prstGeom>
          <a:pattFill prst="pct70">
            <a:fgClr>
              <a:schemeClr val="bg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15ECC9F6-6A7B-6F66-18C2-7178948D3D27}"/>
              </a:ext>
            </a:extLst>
          </p:cNvPr>
          <p:cNvSpPr/>
          <p:nvPr/>
        </p:nvSpPr>
        <p:spPr>
          <a:xfrm>
            <a:off x="824253" y="4208025"/>
            <a:ext cx="378372" cy="378372"/>
          </a:xfrm>
          <a:prstGeom prst="ellipse">
            <a:avLst/>
          </a:prstGeom>
          <a:pattFill prst="pct70">
            <a:fgClr>
              <a:schemeClr val="bg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E7F17CEA-2F23-A262-C867-8A55C6EB511E}"/>
              </a:ext>
            </a:extLst>
          </p:cNvPr>
          <p:cNvSpPr/>
          <p:nvPr/>
        </p:nvSpPr>
        <p:spPr>
          <a:xfrm>
            <a:off x="1582716" y="3684462"/>
            <a:ext cx="378372" cy="37837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4D99BAD9-5FA9-A46C-CF6F-1613C92C2E53}"/>
              </a:ext>
            </a:extLst>
          </p:cNvPr>
          <p:cNvCxnSpPr>
            <a:cxnSpLocks/>
            <a:stCxn id="56" idx="1"/>
            <a:endCxn id="30" idx="6"/>
          </p:cNvCxnSpPr>
          <p:nvPr/>
        </p:nvCxnSpPr>
        <p:spPr>
          <a:xfrm flipH="1" flipV="1">
            <a:off x="1214855" y="3424976"/>
            <a:ext cx="423272" cy="3148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42E228A9-134D-32C6-CC1C-73B7EDB5E7CB}"/>
              </a:ext>
            </a:extLst>
          </p:cNvPr>
          <p:cNvCxnSpPr>
            <a:cxnSpLocks/>
            <a:stCxn id="55" idx="6"/>
            <a:endCxn id="56" idx="3"/>
          </p:cNvCxnSpPr>
          <p:nvPr/>
        </p:nvCxnSpPr>
        <p:spPr>
          <a:xfrm flipV="1">
            <a:off x="1202625" y="4007423"/>
            <a:ext cx="435502" cy="3897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AA0C72C3-6C62-9AE7-005C-9AE361913826}"/>
              </a:ext>
            </a:extLst>
          </p:cNvPr>
          <p:cNvCxnSpPr>
            <a:cxnSpLocks/>
            <a:stCxn id="32" idx="5"/>
            <a:endCxn id="55" idx="2"/>
          </p:cNvCxnSpPr>
          <p:nvPr/>
        </p:nvCxnSpPr>
        <p:spPr>
          <a:xfrm>
            <a:off x="401731" y="4040119"/>
            <a:ext cx="422522" cy="3570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4202716A-9076-4A94-0F30-5948A4D05A30}"/>
              </a:ext>
            </a:extLst>
          </p:cNvPr>
          <p:cNvCxnSpPr>
            <a:cxnSpLocks/>
            <a:stCxn id="32" idx="7"/>
            <a:endCxn id="30" idx="2"/>
          </p:cNvCxnSpPr>
          <p:nvPr/>
        </p:nvCxnSpPr>
        <p:spPr>
          <a:xfrm flipV="1">
            <a:off x="401731" y="3424976"/>
            <a:ext cx="434752" cy="3475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D0BC4354-EBD4-C9A9-EECA-8F9AF20EC03F}"/>
              </a:ext>
            </a:extLst>
          </p:cNvPr>
          <p:cNvSpPr txBox="1"/>
          <p:nvPr/>
        </p:nvSpPr>
        <p:spPr>
          <a:xfrm>
            <a:off x="81045" y="3692373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685E57F5-AF83-A404-199B-B44F74DA8344}"/>
              </a:ext>
            </a:extLst>
          </p:cNvPr>
          <p:cNvSpPr txBox="1"/>
          <p:nvPr/>
        </p:nvSpPr>
        <p:spPr>
          <a:xfrm>
            <a:off x="841035" y="3215764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81E79420-8990-626C-33AF-EE4C4064911B}"/>
              </a:ext>
            </a:extLst>
          </p:cNvPr>
          <p:cNvSpPr txBox="1"/>
          <p:nvPr/>
        </p:nvSpPr>
        <p:spPr>
          <a:xfrm>
            <a:off x="1606089" y="3670787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EE6D9160-65A9-F17B-D405-7EB81424D7AB}"/>
              </a:ext>
            </a:extLst>
          </p:cNvPr>
          <p:cNvSpPr txBox="1"/>
          <p:nvPr/>
        </p:nvSpPr>
        <p:spPr>
          <a:xfrm>
            <a:off x="836483" y="4163917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DB59D361-757D-5221-4E80-1684F976F72F}"/>
              </a:ext>
            </a:extLst>
          </p:cNvPr>
          <p:cNvSpPr/>
          <p:nvPr/>
        </p:nvSpPr>
        <p:spPr>
          <a:xfrm>
            <a:off x="2481793" y="3711901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A2047504-0B2F-38E2-109B-346D1503C0E7}"/>
              </a:ext>
            </a:extLst>
          </p:cNvPr>
          <p:cNvSpPr txBox="1"/>
          <p:nvPr/>
        </p:nvSpPr>
        <p:spPr>
          <a:xfrm>
            <a:off x="2486345" y="3698172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9280B3CA-6001-892B-ECD4-9055B89F3605}"/>
              </a:ext>
            </a:extLst>
          </p:cNvPr>
          <p:cNvCxnSpPr>
            <a:cxnSpLocks/>
            <a:stCxn id="101" idx="1"/>
            <a:endCxn id="56" idx="6"/>
          </p:cNvCxnSpPr>
          <p:nvPr/>
        </p:nvCxnSpPr>
        <p:spPr>
          <a:xfrm flipH="1" flipV="1">
            <a:off x="1961088" y="3873648"/>
            <a:ext cx="525257" cy="91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椭圆 104">
            <a:extLst>
              <a:ext uri="{FF2B5EF4-FFF2-40B4-BE49-F238E27FC236}">
                <a16:creationId xmlns:a16="http://schemas.microsoft.com/office/drawing/2014/main" id="{84281FEE-E555-3252-9D52-C61ADC01961C}"/>
              </a:ext>
            </a:extLst>
          </p:cNvPr>
          <p:cNvSpPr/>
          <p:nvPr/>
        </p:nvSpPr>
        <p:spPr>
          <a:xfrm>
            <a:off x="1582716" y="4525126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CFB0B25E-EAED-4995-7C96-453C996CD0F9}"/>
              </a:ext>
            </a:extLst>
          </p:cNvPr>
          <p:cNvSpPr txBox="1"/>
          <p:nvPr/>
        </p:nvSpPr>
        <p:spPr>
          <a:xfrm>
            <a:off x="1592461" y="449084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zh-CN" altLang="en-US" baseline="-25000"/>
          </a:p>
        </p:txBody>
      </p: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C9F9A19A-DA89-F5D9-50C2-14E207A2A7DE}"/>
              </a:ext>
            </a:extLst>
          </p:cNvPr>
          <p:cNvCxnSpPr>
            <a:cxnSpLocks/>
            <a:stCxn id="56" idx="4"/>
            <a:endCxn id="105" idx="0"/>
          </p:cNvCxnSpPr>
          <p:nvPr/>
        </p:nvCxnSpPr>
        <p:spPr>
          <a:xfrm>
            <a:off x="1771902" y="4062834"/>
            <a:ext cx="0" cy="462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椭圆 107">
            <a:extLst>
              <a:ext uri="{FF2B5EF4-FFF2-40B4-BE49-F238E27FC236}">
                <a16:creationId xmlns:a16="http://schemas.microsoft.com/office/drawing/2014/main" id="{8CEA5019-73ED-373E-370D-C0519666A380}"/>
              </a:ext>
            </a:extLst>
          </p:cNvPr>
          <p:cNvSpPr/>
          <p:nvPr/>
        </p:nvSpPr>
        <p:spPr>
          <a:xfrm>
            <a:off x="824253" y="5042713"/>
            <a:ext cx="378372" cy="3783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94866BC8-9E0B-CFA4-AB07-4A30E816A1A3}"/>
              </a:ext>
            </a:extLst>
          </p:cNvPr>
          <p:cNvCxnSpPr>
            <a:cxnSpLocks/>
            <a:stCxn id="55" idx="4"/>
            <a:endCxn id="108" idx="0"/>
          </p:cNvCxnSpPr>
          <p:nvPr/>
        </p:nvCxnSpPr>
        <p:spPr>
          <a:xfrm>
            <a:off x="1013439" y="4586397"/>
            <a:ext cx="0" cy="4563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D85B6F9D-D085-E2AD-31F8-861E6BCF8BB1}"/>
              </a:ext>
            </a:extLst>
          </p:cNvPr>
          <p:cNvSpPr txBox="1"/>
          <p:nvPr/>
        </p:nvSpPr>
        <p:spPr>
          <a:xfrm>
            <a:off x="826529" y="4996342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zh-CN" altLang="en-US" baseline="-25000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475FD071-1ED5-2C58-6C27-587C8317A3E3}"/>
              </a:ext>
            </a:extLst>
          </p:cNvPr>
          <p:cNvSpPr txBox="1"/>
          <p:nvPr/>
        </p:nvSpPr>
        <p:spPr>
          <a:xfrm>
            <a:off x="571226" y="5282588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*</a:t>
            </a:r>
            <a:endParaRPr lang="zh-CN" altLang="en-US" sz="2400" b="1"/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2FD52259-7FF8-14B7-904C-6CBEB2BE0F96}"/>
              </a:ext>
            </a:extLst>
          </p:cNvPr>
          <p:cNvSpPr/>
          <p:nvPr/>
        </p:nvSpPr>
        <p:spPr>
          <a:xfrm>
            <a:off x="3830500" y="3235790"/>
            <a:ext cx="378372" cy="378372"/>
          </a:xfrm>
          <a:prstGeom prst="ellipse">
            <a:avLst/>
          </a:prstGeom>
          <a:pattFill prst="pct70">
            <a:fgClr>
              <a:schemeClr val="bg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E0405ABB-2D25-1614-5A29-A08002EE5A9C}"/>
              </a:ext>
            </a:extLst>
          </p:cNvPr>
          <p:cNvSpPr/>
          <p:nvPr/>
        </p:nvSpPr>
        <p:spPr>
          <a:xfrm>
            <a:off x="3072787" y="3717158"/>
            <a:ext cx="378372" cy="378372"/>
          </a:xfrm>
          <a:prstGeom prst="ellipse">
            <a:avLst/>
          </a:prstGeom>
          <a:pattFill prst="pct70">
            <a:fgClr>
              <a:schemeClr val="bg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DAD0BF7C-B1DF-7F23-F3E8-672C709D3261}"/>
              </a:ext>
            </a:extLst>
          </p:cNvPr>
          <p:cNvSpPr/>
          <p:nvPr/>
        </p:nvSpPr>
        <p:spPr>
          <a:xfrm>
            <a:off x="3818270" y="4208025"/>
            <a:ext cx="378372" cy="378372"/>
          </a:xfrm>
          <a:prstGeom prst="ellipse">
            <a:avLst/>
          </a:prstGeom>
          <a:pattFill prst="pct70">
            <a:fgClr>
              <a:schemeClr val="bg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椭圆 128">
            <a:extLst>
              <a:ext uri="{FF2B5EF4-FFF2-40B4-BE49-F238E27FC236}">
                <a16:creationId xmlns:a16="http://schemas.microsoft.com/office/drawing/2014/main" id="{51310722-37BA-E5CB-CD27-3274CE775266}"/>
              </a:ext>
            </a:extLst>
          </p:cNvPr>
          <p:cNvSpPr/>
          <p:nvPr/>
        </p:nvSpPr>
        <p:spPr>
          <a:xfrm>
            <a:off x="4576733" y="3684462"/>
            <a:ext cx="378372" cy="378372"/>
          </a:xfrm>
          <a:prstGeom prst="ellipse">
            <a:avLst/>
          </a:prstGeom>
          <a:pattFill prst="pct70">
            <a:fgClr>
              <a:schemeClr val="bg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87CC2A2A-E86B-8EDB-6800-7BDE3DD5EC37}"/>
              </a:ext>
            </a:extLst>
          </p:cNvPr>
          <p:cNvCxnSpPr>
            <a:cxnSpLocks/>
            <a:stCxn id="129" idx="1"/>
            <a:endCxn id="126" idx="6"/>
          </p:cNvCxnSpPr>
          <p:nvPr/>
        </p:nvCxnSpPr>
        <p:spPr>
          <a:xfrm flipH="1" flipV="1">
            <a:off x="4208872" y="3424976"/>
            <a:ext cx="423272" cy="3148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192739B3-E8D2-6288-C12D-3122E36C4B2D}"/>
              </a:ext>
            </a:extLst>
          </p:cNvPr>
          <p:cNvCxnSpPr>
            <a:cxnSpLocks/>
            <a:stCxn id="128" idx="6"/>
            <a:endCxn id="129" idx="3"/>
          </p:cNvCxnSpPr>
          <p:nvPr/>
        </p:nvCxnSpPr>
        <p:spPr>
          <a:xfrm flipV="1">
            <a:off x="4196642" y="4007423"/>
            <a:ext cx="435502" cy="3897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8AEB39AC-EADA-5B56-5390-C280C43D1ACC}"/>
              </a:ext>
            </a:extLst>
          </p:cNvPr>
          <p:cNvCxnSpPr>
            <a:cxnSpLocks/>
            <a:stCxn id="127" idx="5"/>
            <a:endCxn id="128" idx="2"/>
          </p:cNvCxnSpPr>
          <p:nvPr/>
        </p:nvCxnSpPr>
        <p:spPr>
          <a:xfrm>
            <a:off x="3395748" y="4040119"/>
            <a:ext cx="422522" cy="3570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057481D2-E699-3AEE-FED1-1445FC6F00D8}"/>
              </a:ext>
            </a:extLst>
          </p:cNvPr>
          <p:cNvCxnSpPr>
            <a:cxnSpLocks/>
            <a:stCxn id="127" idx="7"/>
            <a:endCxn id="126" idx="2"/>
          </p:cNvCxnSpPr>
          <p:nvPr/>
        </p:nvCxnSpPr>
        <p:spPr>
          <a:xfrm flipV="1">
            <a:off x="3395748" y="3424976"/>
            <a:ext cx="434752" cy="3475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4" name="文本框 133">
            <a:extLst>
              <a:ext uri="{FF2B5EF4-FFF2-40B4-BE49-F238E27FC236}">
                <a16:creationId xmlns:a16="http://schemas.microsoft.com/office/drawing/2014/main" id="{9382B4C1-F398-72E5-60B5-E5AEE37B36BD}"/>
              </a:ext>
            </a:extLst>
          </p:cNvPr>
          <p:cNvSpPr txBox="1"/>
          <p:nvPr/>
        </p:nvSpPr>
        <p:spPr>
          <a:xfrm>
            <a:off x="3075062" y="3692373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5A7CC153-9ACD-A055-7436-E04E4180BC6A}"/>
              </a:ext>
            </a:extLst>
          </p:cNvPr>
          <p:cNvSpPr txBox="1"/>
          <p:nvPr/>
        </p:nvSpPr>
        <p:spPr>
          <a:xfrm>
            <a:off x="3835052" y="3215764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38D82598-0A3A-0C95-854B-48ED6C80FF2B}"/>
              </a:ext>
            </a:extLst>
          </p:cNvPr>
          <p:cNvSpPr txBox="1"/>
          <p:nvPr/>
        </p:nvSpPr>
        <p:spPr>
          <a:xfrm>
            <a:off x="4588248" y="3638091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05137C72-51A8-A009-B89E-A671C84801D5}"/>
              </a:ext>
            </a:extLst>
          </p:cNvPr>
          <p:cNvSpPr txBox="1"/>
          <p:nvPr/>
        </p:nvSpPr>
        <p:spPr>
          <a:xfrm>
            <a:off x="3830500" y="4163917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138" name="椭圆 137">
            <a:extLst>
              <a:ext uri="{FF2B5EF4-FFF2-40B4-BE49-F238E27FC236}">
                <a16:creationId xmlns:a16="http://schemas.microsoft.com/office/drawing/2014/main" id="{662E348B-1846-042F-B0F0-0A60FD096838}"/>
              </a:ext>
            </a:extLst>
          </p:cNvPr>
          <p:cNvSpPr/>
          <p:nvPr/>
        </p:nvSpPr>
        <p:spPr>
          <a:xfrm>
            <a:off x="5475810" y="3711901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8265AA40-67BC-8B6F-EBFF-C84678A50228}"/>
              </a:ext>
            </a:extLst>
          </p:cNvPr>
          <p:cNvSpPr txBox="1"/>
          <p:nvPr/>
        </p:nvSpPr>
        <p:spPr>
          <a:xfrm>
            <a:off x="5480362" y="3698172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17103502-6ADA-B8C8-6E70-87054184895A}"/>
              </a:ext>
            </a:extLst>
          </p:cNvPr>
          <p:cNvCxnSpPr>
            <a:cxnSpLocks/>
            <a:stCxn id="139" idx="1"/>
            <a:endCxn id="129" idx="6"/>
          </p:cNvCxnSpPr>
          <p:nvPr/>
        </p:nvCxnSpPr>
        <p:spPr>
          <a:xfrm flipH="1" flipV="1">
            <a:off x="4955105" y="3873648"/>
            <a:ext cx="525257" cy="91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椭圆 140">
            <a:extLst>
              <a:ext uri="{FF2B5EF4-FFF2-40B4-BE49-F238E27FC236}">
                <a16:creationId xmlns:a16="http://schemas.microsoft.com/office/drawing/2014/main" id="{A8937C02-B2DF-145C-D562-B59A99EB37C9}"/>
              </a:ext>
            </a:extLst>
          </p:cNvPr>
          <p:cNvSpPr/>
          <p:nvPr/>
        </p:nvSpPr>
        <p:spPr>
          <a:xfrm>
            <a:off x="4576733" y="4525126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38BF7AE8-C56D-3FC5-0996-8C3DC2406127}"/>
              </a:ext>
            </a:extLst>
          </p:cNvPr>
          <p:cNvSpPr txBox="1"/>
          <p:nvPr/>
        </p:nvSpPr>
        <p:spPr>
          <a:xfrm>
            <a:off x="4586478" y="449084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zh-CN" altLang="en-US" baseline="-25000"/>
          </a:p>
        </p:txBody>
      </p: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40E51A53-AE9B-FBF9-1A38-EDAC694E6D20}"/>
              </a:ext>
            </a:extLst>
          </p:cNvPr>
          <p:cNvCxnSpPr>
            <a:cxnSpLocks/>
            <a:stCxn id="129" idx="4"/>
            <a:endCxn id="141" idx="0"/>
          </p:cNvCxnSpPr>
          <p:nvPr/>
        </p:nvCxnSpPr>
        <p:spPr>
          <a:xfrm>
            <a:off x="4765919" y="4062834"/>
            <a:ext cx="0" cy="462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4" name="椭圆 143">
            <a:extLst>
              <a:ext uri="{FF2B5EF4-FFF2-40B4-BE49-F238E27FC236}">
                <a16:creationId xmlns:a16="http://schemas.microsoft.com/office/drawing/2014/main" id="{3518DDD7-BCD3-B01A-3FA0-3AB557A32F9B}"/>
              </a:ext>
            </a:extLst>
          </p:cNvPr>
          <p:cNvSpPr/>
          <p:nvPr/>
        </p:nvSpPr>
        <p:spPr>
          <a:xfrm>
            <a:off x="3818270" y="5042713"/>
            <a:ext cx="378372" cy="37837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8EDC4BBE-A397-ABA9-D182-A7AFCF694AA5}"/>
              </a:ext>
            </a:extLst>
          </p:cNvPr>
          <p:cNvCxnSpPr>
            <a:cxnSpLocks/>
            <a:stCxn id="128" idx="4"/>
            <a:endCxn id="144" idx="0"/>
          </p:cNvCxnSpPr>
          <p:nvPr/>
        </p:nvCxnSpPr>
        <p:spPr>
          <a:xfrm>
            <a:off x="4007456" y="4586397"/>
            <a:ext cx="0" cy="4563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6" name="文本框 145">
            <a:extLst>
              <a:ext uri="{FF2B5EF4-FFF2-40B4-BE49-F238E27FC236}">
                <a16:creationId xmlns:a16="http://schemas.microsoft.com/office/drawing/2014/main" id="{48AE4F37-F3DC-7655-A658-E7D3F6C6875A}"/>
              </a:ext>
            </a:extLst>
          </p:cNvPr>
          <p:cNvSpPr txBox="1"/>
          <p:nvPr/>
        </p:nvSpPr>
        <p:spPr>
          <a:xfrm>
            <a:off x="3831966" y="4992923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zh-CN" altLang="en-US" baseline="-25000"/>
          </a:p>
        </p:txBody>
      </p:sp>
      <p:sp>
        <p:nvSpPr>
          <p:cNvPr id="150" name="椭圆 149">
            <a:extLst>
              <a:ext uri="{FF2B5EF4-FFF2-40B4-BE49-F238E27FC236}">
                <a16:creationId xmlns:a16="http://schemas.microsoft.com/office/drawing/2014/main" id="{291A545E-731A-5BB6-3713-764912D2D6B5}"/>
              </a:ext>
            </a:extLst>
          </p:cNvPr>
          <p:cNvSpPr/>
          <p:nvPr/>
        </p:nvSpPr>
        <p:spPr>
          <a:xfrm>
            <a:off x="6790809" y="3246410"/>
            <a:ext cx="378372" cy="378372"/>
          </a:xfrm>
          <a:prstGeom prst="ellipse">
            <a:avLst/>
          </a:prstGeom>
          <a:pattFill prst="pct70">
            <a:fgClr>
              <a:schemeClr val="bg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椭圆 150">
            <a:extLst>
              <a:ext uri="{FF2B5EF4-FFF2-40B4-BE49-F238E27FC236}">
                <a16:creationId xmlns:a16="http://schemas.microsoft.com/office/drawing/2014/main" id="{C0527F1E-77A3-E877-362C-714B00BCADB2}"/>
              </a:ext>
            </a:extLst>
          </p:cNvPr>
          <p:cNvSpPr/>
          <p:nvPr/>
        </p:nvSpPr>
        <p:spPr>
          <a:xfrm>
            <a:off x="6033096" y="3727778"/>
            <a:ext cx="378372" cy="378372"/>
          </a:xfrm>
          <a:prstGeom prst="ellipse">
            <a:avLst/>
          </a:prstGeom>
          <a:pattFill prst="pct70">
            <a:fgClr>
              <a:schemeClr val="bg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椭圆 151">
            <a:extLst>
              <a:ext uri="{FF2B5EF4-FFF2-40B4-BE49-F238E27FC236}">
                <a16:creationId xmlns:a16="http://schemas.microsoft.com/office/drawing/2014/main" id="{018E0E7F-C891-E981-4920-E789F5FEF2F1}"/>
              </a:ext>
            </a:extLst>
          </p:cNvPr>
          <p:cNvSpPr/>
          <p:nvPr/>
        </p:nvSpPr>
        <p:spPr>
          <a:xfrm>
            <a:off x="6778579" y="4218645"/>
            <a:ext cx="378372" cy="378372"/>
          </a:xfrm>
          <a:prstGeom prst="ellipse">
            <a:avLst/>
          </a:prstGeom>
          <a:pattFill prst="pct70">
            <a:fgClr>
              <a:schemeClr val="bg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椭圆 152">
            <a:extLst>
              <a:ext uri="{FF2B5EF4-FFF2-40B4-BE49-F238E27FC236}">
                <a16:creationId xmlns:a16="http://schemas.microsoft.com/office/drawing/2014/main" id="{FB4C4DF4-283E-02AD-DAFD-71AAD2EEB0E0}"/>
              </a:ext>
            </a:extLst>
          </p:cNvPr>
          <p:cNvSpPr/>
          <p:nvPr/>
        </p:nvSpPr>
        <p:spPr>
          <a:xfrm>
            <a:off x="7537042" y="3695082"/>
            <a:ext cx="378372" cy="378372"/>
          </a:xfrm>
          <a:prstGeom prst="ellipse">
            <a:avLst/>
          </a:prstGeom>
          <a:pattFill prst="pct70">
            <a:fgClr>
              <a:schemeClr val="bg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931DAD3A-25E8-6A76-20ED-C07C302BF186}"/>
              </a:ext>
            </a:extLst>
          </p:cNvPr>
          <p:cNvCxnSpPr>
            <a:cxnSpLocks/>
            <a:stCxn id="153" idx="1"/>
            <a:endCxn id="150" idx="6"/>
          </p:cNvCxnSpPr>
          <p:nvPr/>
        </p:nvCxnSpPr>
        <p:spPr>
          <a:xfrm flipH="1" flipV="1">
            <a:off x="7169181" y="3435596"/>
            <a:ext cx="423272" cy="3148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802FCEB2-74A1-A670-7AD4-190CE06C8FC1}"/>
              </a:ext>
            </a:extLst>
          </p:cNvPr>
          <p:cNvCxnSpPr>
            <a:cxnSpLocks/>
            <a:stCxn id="152" idx="6"/>
            <a:endCxn id="153" idx="3"/>
          </p:cNvCxnSpPr>
          <p:nvPr/>
        </p:nvCxnSpPr>
        <p:spPr>
          <a:xfrm flipV="1">
            <a:off x="7156951" y="4018043"/>
            <a:ext cx="435502" cy="3897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A67C6B1D-499A-1297-EF4C-A3CDF550F3EB}"/>
              </a:ext>
            </a:extLst>
          </p:cNvPr>
          <p:cNvCxnSpPr>
            <a:cxnSpLocks/>
            <a:stCxn id="151" idx="5"/>
            <a:endCxn id="152" idx="2"/>
          </p:cNvCxnSpPr>
          <p:nvPr/>
        </p:nvCxnSpPr>
        <p:spPr>
          <a:xfrm>
            <a:off x="6356057" y="4050739"/>
            <a:ext cx="422522" cy="3570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749BE5DA-FFD5-94C4-C3B3-678298715B80}"/>
              </a:ext>
            </a:extLst>
          </p:cNvPr>
          <p:cNvCxnSpPr>
            <a:cxnSpLocks/>
            <a:stCxn id="151" idx="7"/>
            <a:endCxn id="150" idx="2"/>
          </p:cNvCxnSpPr>
          <p:nvPr/>
        </p:nvCxnSpPr>
        <p:spPr>
          <a:xfrm flipV="1">
            <a:off x="6356057" y="3435596"/>
            <a:ext cx="434752" cy="3475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8" name="文本框 157">
            <a:extLst>
              <a:ext uri="{FF2B5EF4-FFF2-40B4-BE49-F238E27FC236}">
                <a16:creationId xmlns:a16="http://schemas.microsoft.com/office/drawing/2014/main" id="{C4130AD3-18CA-29DD-3CA5-8B931D4E0C05}"/>
              </a:ext>
            </a:extLst>
          </p:cNvPr>
          <p:cNvSpPr txBox="1"/>
          <p:nvPr/>
        </p:nvSpPr>
        <p:spPr>
          <a:xfrm>
            <a:off x="6035371" y="3702993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F3C9AFEC-26EC-BBCE-E83C-233EDABB4B01}"/>
              </a:ext>
            </a:extLst>
          </p:cNvPr>
          <p:cNvSpPr txBox="1"/>
          <p:nvPr/>
        </p:nvSpPr>
        <p:spPr>
          <a:xfrm>
            <a:off x="6795361" y="3226384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03C85E8E-CEDB-9ED0-AE20-99F5CD3E91F2}"/>
              </a:ext>
            </a:extLst>
          </p:cNvPr>
          <p:cNvSpPr txBox="1"/>
          <p:nvPr/>
        </p:nvSpPr>
        <p:spPr>
          <a:xfrm>
            <a:off x="7548557" y="3648711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91A43803-9F3D-5577-E1A3-6A5BF4F82BC8}"/>
              </a:ext>
            </a:extLst>
          </p:cNvPr>
          <p:cNvSpPr txBox="1"/>
          <p:nvPr/>
        </p:nvSpPr>
        <p:spPr>
          <a:xfrm>
            <a:off x="6790809" y="4174537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162" name="椭圆 161">
            <a:extLst>
              <a:ext uri="{FF2B5EF4-FFF2-40B4-BE49-F238E27FC236}">
                <a16:creationId xmlns:a16="http://schemas.microsoft.com/office/drawing/2014/main" id="{C7AF9C44-765B-7852-3D23-FE9DC5D04EF4}"/>
              </a:ext>
            </a:extLst>
          </p:cNvPr>
          <p:cNvSpPr/>
          <p:nvPr/>
        </p:nvSpPr>
        <p:spPr>
          <a:xfrm>
            <a:off x="8436119" y="3722521"/>
            <a:ext cx="378372" cy="37837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2B114600-A96F-0509-083A-4E36B9C30B7E}"/>
              </a:ext>
            </a:extLst>
          </p:cNvPr>
          <p:cNvSpPr txBox="1"/>
          <p:nvPr/>
        </p:nvSpPr>
        <p:spPr>
          <a:xfrm>
            <a:off x="8422074" y="3699602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00F0C927-8EFC-631F-F1BB-A3D993102C97}"/>
              </a:ext>
            </a:extLst>
          </p:cNvPr>
          <p:cNvCxnSpPr>
            <a:cxnSpLocks/>
            <a:stCxn id="163" idx="1"/>
            <a:endCxn id="153" idx="6"/>
          </p:cNvCxnSpPr>
          <p:nvPr/>
        </p:nvCxnSpPr>
        <p:spPr>
          <a:xfrm flipH="1">
            <a:off x="7915414" y="3884268"/>
            <a:ext cx="5066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5" name="椭圆 164">
            <a:extLst>
              <a:ext uri="{FF2B5EF4-FFF2-40B4-BE49-F238E27FC236}">
                <a16:creationId xmlns:a16="http://schemas.microsoft.com/office/drawing/2014/main" id="{FADCBC68-0D2A-4D03-7ACE-DB5FB7AE048C}"/>
              </a:ext>
            </a:extLst>
          </p:cNvPr>
          <p:cNvSpPr/>
          <p:nvPr/>
        </p:nvSpPr>
        <p:spPr>
          <a:xfrm>
            <a:off x="7537042" y="4535746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F1555C5C-99D9-BB68-90CA-6E762187CD01}"/>
              </a:ext>
            </a:extLst>
          </p:cNvPr>
          <p:cNvSpPr txBox="1"/>
          <p:nvPr/>
        </p:nvSpPr>
        <p:spPr>
          <a:xfrm>
            <a:off x="7546787" y="450146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zh-CN" altLang="en-US" baseline="-25000"/>
          </a:p>
        </p:txBody>
      </p:sp>
      <p:cxnSp>
        <p:nvCxnSpPr>
          <p:cNvPr id="167" name="直接连接符 166">
            <a:extLst>
              <a:ext uri="{FF2B5EF4-FFF2-40B4-BE49-F238E27FC236}">
                <a16:creationId xmlns:a16="http://schemas.microsoft.com/office/drawing/2014/main" id="{D15BD736-3B22-4138-3A22-44FE5D6BBA67}"/>
              </a:ext>
            </a:extLst>
          </p:cNvPr>
          <p:cNvCxnSpPr>
            <a:cxnSpLocks/>
            <a:stCxn id="153" idx="4"/>
            <a:endCxn id="165" idx="0"/>
          </p:cNvCxnSpPr>
          <p:nvPr/>
        </p:nvCxnSpPr>
        <p:spPr>
          <a:xfrm>
            <a:off x="7726228" y="4073454"/>
            <a:ext cx="0" cy="462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8" name="椭圆 167">
            <a:extLst>
              <a:ext uri="{FF2B5EF4-FFF2-40B4-BE49-F238E27FC236}">
                <a16:creationId xmlns:a16="http://schemas.microsoft.com/office/drawing/2014/main" id="{26F21ABC-7D27-742A-5CC1-53B28F1A4694}"/>
              </a:ext>
            </a:extLst>
          </p:cNvPr>
          <p:cNvSpPr/>
          <p:nvPr/>
        </p:nvSpPr>
        <p:spPr>
          <a:xfrm>
            <a:off x="6778579" y="5053333"/>
            <a:ext cx="378372" cy="378372"/>
          </a:xfrm>
          <a:prstGeom prst="ellipse">
            <a:avLst/>
          </a:prstGeom>
          <a:pattFill prst="pct70">
            <a:fgClr>
              <a:schemeClr val="bg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9" name="直接连接符 168">
            <a:extLst>
              <a:ext uri="{FF2B5EF4-FFF2-40B4-BE49-F238E27FC236}">
                <a16:creationId xmlns:a16="http://schemas.microsoft.com/office/drawing/2014/main" id="{B8DF8F9C-D245-7EC2-03B5-487C3E229FE3}"/>
              </a:ext>
            </a:extLst>
          </p:cNvPr>
          <p:cNvCxnSpPr>
            <a:cxnSpLocks/>
            <a:stCxn id="152" idx="4"/>
            <a:endCxn id="168" idx="0"/>
          </p:cNvCxnSpPr>
          <p:nvPr/>
        </p:nvCxnSpPr>
        <p:spPr>
          <a:xfrm>
            <a:off x="6967765" y="4597017"/>
            <a:ext cx="0" cy="4563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0" name="文本框 169">
            <a:extLst>
              <a:ext uri="{FF2B5EF4-FFF2-40B4-BE49-F238E27FC236}">
                <a16:creationId xmlns:a16="http://schemas.microsoft.com/office/drawing/2014/main" id="{B6E21EB3-D959-843B-4387-52DDA260C2CE}"/>
              </a:ext>
            </a:extLst>
          </p:cNvPr>
          <p:cNvSpPr txBox="1"/>
          <p:nvPr/>
        </p:nvSpPr>
        <p:spPr>
          <a:xfrm>
            <a:off x="6779088" y="500820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zh-CN" altLang="en-US" baseline="-25000"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6BE34F38-3BF1-A540-2FE4-DBDCC8C2190A}"/>
              </a:ext>
            </a:extLst>
          </p:cNvPr>
          <p:cNvSpPr/>
          <p:nvPr/>
        </p:nvSpPr>
        <p:spPr>
          <a:xfrm>
            <a:off x="1200285" y="342350"/>
            <a:ext cx="203080" cy="1180161"/>
          </a:xfrm>
          <a:custGeom>
            <a:avLst/>
            <a:gdLst>
              <a:gd name="csX0" fmla="*/ 0 w 203080"/>
              <a:gd name="csY0" fmla="*/ 0 h 1180161"/>
              <a:gd name="csX1" fmla="*/ 202700 w 203080"/>
              <a:gd name="csY1" fmla="*/ 572063 h 1180161"/>
              <a:gd name="csX2" fmla="*/ 40540 w 203080"/>
              <a:gd name="csY2" fmla="*/ 1180161 h 11801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03080" h="1180161">
                <a:moveTo>
                  <a:pt x="0" y="0"/>
                </a:moveTo>
                <a:cubicBezTo>
                  <a:pt x="97971" y="187685"/>
                  <a:pt x="195943" y="375370"/>
                  <a:pt x="202700" y="572063"/>
                </a:cubicBezTo>
                <a:cubicBezTo>
                  <a:pt x="209457" y="768756"/>
                  <a:pt x="124998" y="974458"/>
                  <a:pt x="40540" y="1180161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56CB688F-4D97-A688-C693-FBB7C8B7B146}"/>
              </a:ext>
            </a:extLst>
          </p:cNvPr>
          <p:cNvSpPr/>
          <p:nvPr/>
        </p:nvSpPr>
        <p:spPr>
          <a:xfrm>
            <a:off x="1572898" y="41529"/>
            <a:ext cx="673333" cy="2085553"/>
          </a:xfrm>
          <a:custGeom>
            <a:avLst/>
            <a:gdLst>
              <a:gd name="csX0" fmla="*/ 432426 w 673333"/>
              <a:gd name="csY0" fmla="*/ 0 h 2085553"/>
              <a:gd name="csX1" fmla="*/ 617107 w 673333"/>
              <a:gd name="csY1" fmla="*/ 477470 h 2085553"/>
              <a:gd name="csX2" fmla="*/ 671161 w 673333"/>
              <a:gd name="csY2" fmla="*/ 986471 h 2085553"/>
              <a:gd name="csX3" fmla="*/ 558550 w 673333"/>
              <a:gd name="csY3" fmla="*/ 1477455 h 2085553"/>
              <a:gd name="csX4" fmla="*/ 0 w 673333"/>
              <a:gd name="csY4" fmla="*/ 2085553 h 20855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73333" h="2085553">
                <a:moveTo>
                  <a:pt x="432426" y="0"/>
                </a:moveTo>
                <a:cubicBezTo>
                  <a:pt x="504872" y="156529"/>
                  <a:pt x="577318" y="313058"/>
                  <a:pt x="617107" y="477470"/>
                </a:cubicBezTo>
                <a:cubicBezTo>
                  <a:pt x="656896" y="641882"/>
                  <a:pt x="680920" y="819807"/>
                  <a:pt x="671161" y="986471"/>
                </a:cubicBezTo>
                <a:cubicBezTo>
                  <a:pt x="661402" y="1153135"/>
                  <a:pt x="670410" y="1294275"/>
                  <a:pt x="558550" y="1477455"/>
                </a:cubicBezTo>
                <a:cubicBezTo>
                  <a:pt x="446690" y="1660635"/>
                  <a:pt x="223345" y="1873094"/>
                  <a:pt x="0" y="2085553"/>
                </a:cubicBezTo>
              </a:path>
            </a:pathLst>
          </a:cu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F789DBBB-7572-3C1E-1133-3F02B992627F}"/>
              </a:ext>
            </a:extLst>
          </p:cNvPr>
          <p:cNvSpPr/>
          <p:nvPr/>
        </p:nvSpPr>
        <p:spPr>
          <a:xfrm>
            <a:off x="7576704" y="326167"/>
            <a:ext cx="203080" cy="1180161"/>
          </a:xfrm>
          <a:custGeom>
            <a:avLst/>
            <a:gdLst>
              <a:gd name="csX0" fmla="*/ 0 w 203080"/>
              <a:gd name="csY0" fmla="*/ 0 h 1180161"/>
              <a:gd name="csX1" fmla="*/ 202700 w 203080"/>
              <a:gd name="csY1" fmla="*/ 572063 h 1180161"/>
              <a:gd name="csX2" fmla="*/ 40540 w 203080"/>
              <a:gd name="csY2" fmla="*/ 1180161 h 11801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03080" h="1180161">
                <a:moveTo>
                  <a:pt x="0" y="0"/>
                </a:moveTo>
                <a:cubicBezTo>
                  <a:pt x="97971" y="187685"/>
                  <a:pt x="195943" y="375370"/>
                  <a:pt x="202700" y="572063"/>
                </a:cubicBezTo>
                <a:cubicBezTo>
                  <a:pt x="209457" y="768756"/>
                  <a:pt x="124998" y="974458"/>
                  <a:pt x="40540" y="1180161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44A9BBD5-8E19-353E-F483-97EC8A8617D8}"/>
              </a:ext>
            </a:extLst>
          </p:cNvPr>
          <p:cNvSpPr/>
          <p:nvPr/>
        </p:nvSpPr>
        <p:spPr>
          <a:xfrm>
            <a:off x="8043629" y="49104"/>
            <a:ext cx="537691" cy="1825101"/>
          </a:xfrm>
          <a:custGeom>
            <a:avLst/>
            <a:gdLst>
              <a:gd name="csX0" fmla="*/ 432426 w 673333"/>
              <a:gd name="csY0" fmla="*/ 0 h 2085553"/>
              <a:gd name="csX1" fmla="*/ 617107 w 673333"/>
              <a:gd name="csY1" fmla="*/ 477470 h 2085553"/>
              <a:gd name="csX2" fmla="*/ 671161 w 673333"/>
              <a:gd name="csY2" fmla="*/ 986471 h 2085553"/>
              <a:gd name="csX3" fmla="*/ 558550 w 673333"/>
              <a:gd name="csY3" fmla="*/ 1477455 h 2085553"/>
              <a:gd name="csX4" fmla="*/ 0 w 673333"/>
              <a:gd name="csY4" fmla="*/ 2085553 h 20855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73333" h="2085553">
                <a:moveTo>
                  <a:pt x="432426" y="0"/>
                </a:moveTo>
                <a:cubicBezTo>
                  <a:pt x="504872" y="156529"/>
                  <a:pt x="577318" y="313058"/>
                  <a:pt x="617107" y="477470"/>
                </a:cubicBezTo>
                <a:cubicBezTo>
                  <a:pt x="656896" y="641882"/>
                  <a:pt x="680920" y="819807"/>
                  <a:pt x="671161" y="986471"/>
                </a:cubicBezTo>
                <a:cubicBezTo>
                  <a:pt x="661402" y="1153135"/>
                  <a:pt x="670410" y="1294275"/>
                  <a:pt x="558550" y="1477455"/>
                </a:cubicBezTo>
                <a:cubicBezTo>
                  <a:pt x="446690" y="1660635"/>
                  <a:pt x="223345" y="1873094"/>
                  <a:pt x="0" y="2085553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任意多边形: 形状 64">
            <a:extLst>
              <a:ext uri="{FF2B5EF4-FFF2-40B4-BE49-F238E27FC236}">
                <a16:creationId xmlns:a16="http://schemas.microsoft.com/office/drawing/2014/main" id="{22F3AD5C-05FF-FBE3-3C9B-A64AA38EFF5D}"/>
              </a:ext>
            </a:extLst>
          </p:cNvPr>
          <p:cNvSpPr/>
          <p:nvPr/>
        </p:nvSpPr>
        <p:spPr>
          <a:xfrm>
            <a:off x="8234955" y="82069"/>
            <a:ext cx="1131205" cy="2513474"/>
          </a:xfrm>
          <a:custGeom>
            <a:avLst/>
            <a:gdLst>
              <a:gd name="csX0" fmla="*/ 1054038 w 1131205"/>
              <a:gd name="csY0" fmla="*/ 0 h 2513474"/>
              <a:gd name="csX1" fmla="*/ 1058542 w 1131205"/>
              <a:gd name="csY1" fmla="*/ 824312 h 2513474"/>
              <a:gd name="csX2" fmla="*/ 288284 w 1131205"/>
              <a:gd name="csY2" fmla="*/ 2166633 h 2513474"/>
              <a:gd name="csX3" fmla="*/ 0 w 1131205"/>
              <a:gd name="csY3" fmla="*/ 2513474 h 25134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1205" h="2513474">
                <a:moveTo>
                  <a:pt x="1054038" y="0"/>
                </a:moveTo>
                <a:cubicBezTo>
                  <a:pt x="1120103" y="231603"/>
                  <a:pt x="1186168" y="463207"/>
                  <a:pt x="1058542" y="824312"/>
                </a:cubicBezTo>
                <a:cubicBezTo>
                  <a:pt x="930916" y="1185417"/>
                  <a:pt x="464708" y="1885106"/>
                  <a:pt x="288284" y="2166633"/>
                </a:cubicBezTo>
                <a:cubicBezTo>
                  <a:pt x="111860" y="2448160"/>
                  <a:pt x="55930" y="2480817"/>
                  <a:pt x="0" y="2513474"/>
                </a:cubicBezTo>
              </a:path>
            </a:pathLst>
          </a:cu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9E0066BC-6E0C-D1FD-C46D-D8960CC3831C}"/>
              </a:ext>
            </a:extLst>
          </p:cNvPr>
          <p:cNvSpPr/>
          <p:nvPr/>
        </p:nvSpPr>
        <p:spPr>
          <a:xfrm>
            <a:off x="3086662" y="3316263"/>
            <a:ext cx="203080" cy="1180161"/>
          </a:xfrm>
          <a:custGeom>
            <a:avLst/>
            <a:gdLst>
              <a:gd name="csX0" fmla="*/ 0 w 203080"/>
              <a:gd name="csY0" fmla="*/ 0 h 1180161"/>
              <a:gd name="csX1" fmla="*/ 202700 w 203080"/>
              <a:gd name="csY1" fmla="*/ 572063 h 1180161"/>
              <a:gd name="csX2" fmla="*/ 40540 w 203080"/>
              <a:gd name="csY2" fmla="*/ 1180161 h 11801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03080" h="1180161">
                <a:moveTo>
                  <a:pt x="0" y="0"/>
                </a:moveTo>
                <a:cubicBezTo>
                  <a:pt x="97971" y="187685"/>
                  <a:pt x="195943" y="375370"/>
                  <a:pt x="202700" y="572063"/>
                </a:cubicBezTo>
                <a:cubicBezTo>
                  <a:pt x="209457" y="768756"/>
                  <a:pt x="124998" y="974458"/>
                  <a:pt x="40540" y="1180161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EC613C4E-B4B2-3388-402C-0FBEEA00D8A0}"/>
              </a:ext>
            </a:extLst>
          </p:cNvPr>
          <p:cNvSpPr/>
          <p:nvPr/>
        </p:nvSpPr>
        <p:spPr>
          <a:xfrm>
            <a:off x="3537333" y="3047316"/>
            <a:ext cx="537691" cy="1825101"/>
          </a:xfrm>
          <a:custGeom>
            <a:avLst/>
            <a:gdLst>
              <a:gd name="csX0" fmla="*/ 432426 w 673333"/>
              <a:gd name="csY0" fmla="*/ 0 h 2085553"/>
              <a:gd name="csX1" fmla="*/ 617107 w 673333"/>
              <a:gd name="csY1" fmla="*/ 477470 h 2085553"/>
              <a:gd name="csX2" fmla="*/ 671161 w 673333"/>
              <a:gd name="csY2" fmla="*/ 986471 h 2085553"/>
              <a:gd name="csX3" fmla="*/ 558550 w 673333"/>
              <a:gd name="csY3" fmla="*/ 1477455 h 2085553"/>
              <a:gd name="csX4" fmla="*/ 0 w 673333"/>
              <a:gd name="csY4" fmla="*/ 2085553 h 20855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73333" h="2085553">
                <a:moveTo>
                  <a:pt x="432426" y="0"/>
                </a:moveTo>
                <a:cubicBezTo>
                  <a:pt x="504872" y="156529"/>
                  <a:pt x="577318" y="313058"/>
                  <a:pt x="617107" y="477470"/>
                </a:cubicBezTo>
                <a:cubicBezTo>
                  <a:pt x="656896" y="641882"/>
                  <a:pt x="680920" y="819807"/>
                  <a:pt x="671161" y="986471"/>
                </a:cubicBezTo>
                <a:cubicBezTo>
                  <a:pt x="661402" y="1153135"/>
                  <a:pt x="670410" y="1294275"/>
                  <a:pt x="558550" y="1477455"/>
                </a:cubicBezTo>
                <a:cubicBezTo>
                  <a:pt x="446690" y="1660635"/>
                  <a:pt x="223345" y="1873094"/>
                  <a:pt x="0" y="2085553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843890CB-B1C7-3D31-74C6-2CDAA04A327E}"/>
              </a:ext>
            </a:extLst>
          </p:cNvPr>
          <p:cNvSpPr/>
          <p:nvPr/>
        </p:nvSpPr>
        <p:spPr>
          <a:xfrm>
            <a:off x="3636083" y="3184687"/>
            <a:ext cx="1131205" cy="2513474"/>
          </a:xfrm>
          <a:custGeom>
            <a:avLst/>
            <a:gdLst>
              <a:gd name="csX0" fmla="*/ 1054038 w 1131205"/>
              <a:gd name="csY0" fmla="*/ 0 h 2513474"/>
              <a:gd name="csX1" fmla="*/ 1058542 w 1131205"/>
              <a:gd name="csY1" fmla="*/ 824312 h 2513474"/>
              <a:gd name="csX2" fmla="*/ 288284 w 1131205"/>
              <a:gd name="csY2" fmla="*/ 2166633 h 2513474"/>
              <a:gd name="csX3" fmla="*/ 0 w 1131205"/>
              <a:gd name="csY3" fmla="*/ 2513474 h 25134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1205" h="2513474">
                <a:moveTo>
                  <a:pt x="1054038" y="0"/>
                </a:moveTo>
                <a:cubicBezTo>
                  <a:pt x="1120103" y="231603"/>
                  <a:pt x="1186168" y="463207"/>
                  <a:pt x="1058542" y="824312"/>
                </a:cubicBezTo>
                <a:cubicBezTo>
                  <a:pt x="930916" y="1185417"/>
                  <a:pt x="464708" y="1885106"/>
                  <a:pt x="288284" y="2166633"/>
                </a:cubicBezTo>
                <a:cubicBezTo>
                  <a:pt x="111860" y="2448160"/>
                  <a:pt x="55930" y="2480817"/>
                  <a:pt x="0" y="2513474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任意多边形: 形状 102">
            <a:extLst>
              <a:ext uri="{FF2B5EF4-FFF2-40B4-BE49-F238E27FC236}">
                <a16:creationId xmlns:a16="http://schemas.microsoft.com/office/drawing/2014/main" id="{6164FB87-D559-8911-FA49-BEE9173CD2D1}"/>
              </a:ext>
            </a:extLst>
          </p:cNvPr>
          <p:cNvSpPr/>
          <p:nvPr/>
        </p:nvSpPr>
        <p:spPr>
          <a:xfrm>
            <a:off x="4337769" y="3130581"/>
            <a:ext cx="1353853" cy="2423386"/>
          </a:xfrm>
          <a:custGeom>
            <a:avLst/>
            <a:gdLst>
              <a:gd name="csX0" fmla="*/ 0 w 1353853"/>
              <a:gd name="csY0" fmla="*/ 2423386 h 2423386"/>
              <a:gd name="csX1" fmla="*/ 441435 w 1353853"/>
              <a:gd name="csY1" fmla="*/ 1644119 h 2423386"/>
              <a:gd name="csX2" fmla="*/ 1324304 w 1353853"/>
              <a:gd name="csY2" fmla="*/ 779267 h 2423386"/>
              <a:gd name="csX3" fmla="*/ 1058542 w 1353853"/>
              <a:gd name="csY3" fmla="*/ 0 h 24233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53853" h="2423386">
                <a:moveTo>
                  <a:pt x="0" y="2423386"/>
                </a:moveTo>
                <a:cubicBezTo>
                  <a:pt x="110359" y="2170762"/>
                  <a:pt x="220718" y="1918139"/>
                  <a:pt x="441435" y="1644119"/>
                </a:cubicBezTo>
                <a:cubicBezTo>
                  <a:pt x="662152" y="1370099"/>
                  <a:pt x="1221453" y="1053287"/>
                  <a:pt x="1324304" y="779267"/>
                </a:cubicBezTo>
                <a:cubicBezTo>
                  <a:pt x="1427155" y="505247"/>
                  <a:pt x="1242848" y="252623"/>
                  <a:pt x="1058542" y="0"/>
                </a:cubicBezTo>
              </a:path>
            </a:pathLst>
          </a:cu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3E762DFB-E724-FB8D-8250-F6200CAF7EDF}"/>
              </a:ext>
            </a:extLst>
          </p:cNvPr>
          <p:cNvSpPr txBox="1"/>
          <p:nvPr/>
        </p:nvSpPr>
        <p:spPr>
          <a:xfrm>
            <a:off x="7642576" y="4787836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*</a:t>
            </a:r>
            <a:endParaRPr lang="zh-CN" altLang="en-US" sz="2400" b="1"/>
          </a:p>
        </p:txBody>
      </p:sp>
      <p:sp>
        <p:nvSpPr>
          <p:cNvPr id="113" name="椭圆 112">
            <a:extLst>
              <a:ext uri="{FF2B5EF4-FFF2-40B4-BE49-F238E27FC236}">
                <a16:creationId xmlns:a16="http://schemas.microsoft.com/office/drawing/2014/main" id="{048E91AE-F125-A073-2F0C-9955425F50C5}"/>
              </a:ext>
            </a:extLst>
          </p:cNvPr>
          <p:cNvSpPr/>
          <p:nvPr/>
        </p:nvSpPr>
        <p:spPr>
          <a:xfrm>
            <a:off x="9779422" y="3235790"/>
            <a:ext cx="378372" cy="378372"/>
          </a:xfrm>
          <a:prstGeom prst="ellipse">
            <a:avLst/>
          </a:prstGeom>
          <a:pattFill prst="pct70">
            <a:fgClr>
              <a:schemeClr val="bg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385E0ED5-CC72-847F-5EAA-975809E4E2AC}"/>
              </a:ext>
            </a:extLst>
          </p:cNvPr>
          <p:cNvSpPr/>
          <p:nvPr/>
        </p:nvSpPr>
        <p:spPr>
          <a:xfrm>
            <a:off x="9021709" y="3717158"/>
            <a:ext cx="378372" cy="378372"/>
          </a:xfrm>
          <a:prstGeom prst="ellipse">
            <a:avLst/>
          </a:prstGeom>
          <a:pattFill prst="pct70">
            <a:fgClr>
              <a:schemeClr val="bg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F1F8F92D-3664-B944-A1F4-CB6DD75AF6D5}"/>
              </a:ext>
            </a:extLst>
          </p:cNvPr>
          <p:cNvSpPr/>
          <p:nvPr/>
        </p:nvSpPr>
        <p:spPr>
          <a:xfrm>
            <a:off x="9767192" y="4208025"/>
            <a:ext cx="378372" cy="378372"/>
          </a:xfrm>
          <a:prstGeom prst="ellipse">
            <a:avLst/>
          </a:prstGeom>
          <a:pattFill prst="pct70">
            <a:fgClr>
              <a:schemeClr val="bg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F8AE1E3C-0076-C370-0984-15F1E474FB60}"/>
              </a:ext>
            </a:extLst>
          </p:cNvPr>
          <p:cNvSpPr/>
          <p:nvPr/>
        </p:nvSpPr>
        <p:spPr>
          <a:xfrm>
            <a:off x="10525655" y="3684462"/>
            <a:ext cx="378372" cy="378372"/>
          </a:xfrm>
          <a:prstGeom prst="ellipse">
            <a:avLst/>
          </a:prstGeom>
          <a:pattFill prst="pct70">
            <a:fgClr>
              <a:schemeClr val="bg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9964193D-1D57-5EB9-F168-990D5DB5A6B2}"/>
              </a:ext>
            </a:extLst>
          </p:cNvPr>
          <p:cNvCxnSpPr>
            <a:cxnSpLocks/>
            <a:stCxn id="118" idx="1"/>
            <a:endCxn id="113" idx="6"/>
          </p:cNvCxnSpPr>
          <p:nvPr/>
        </p:nvCxnSpPr>
        <p:spPr>
          <a:xfrm flipH="1" flipV="1">
            <a:off x="10157794" y="3424976"/>
            <a:ext cx="423272" cy="3148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02616D60-4BA5-7F75-316E-2C37BD290087}"/>
              </a:ext>
            </a:extLst>
          </p:cNvPr>
          <p:cNvCxnSpPr>
            <a:cxnSpLocks/>
            <a:stCxn id="115" idx="6"/>
            <a:endCxn id="118" idx="3"/>
          </p:cNvCxnSpPr>
          <p:nvPr/>
        </p:nvCxnSpPr>
        <p:spPr>
          <a:xfrm flipV="1">
            <a:off x="10145564" y="4007423"/>
            <a:ext cx="435502" cy="3897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直接连接符 124">
            <a:extLst>
              <a:ext uri="{FF2B5EF4-FFF2-40B4-BE49-F238E27FC236}">
                <a16:creationId xmlns:a16="http://schemas.microsoft.com/office/drawing/2014/main" id="{4299A02E-11CF-2A82-5BC9-0B8D286D5B50}"/>
              </a:ext>
            </a:extLst>
          </p:cNvPr>
          <p:cNvCxnSpPr>
            <a:cxnSpLocks/>
            <a:stCxn id="114" idx="5"/>
            <a:endCxn id="115" idx="2"/>
          </p:cNvCxnSpPr>
          <p:nvPr/>
        </p:nvCxnSpPr>
        <p:spPr>
          <a:xfrm>
            <a:off x="9344670" y="4040119"/>
            <a:ext cx="422522" cy="3570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5A5FDA53-A23B-2E0E-FF01-8157E576B60F}"/>
              </a:ext>
            </a:extLst>
          </p:cNvPr>
          <p:cNvCxnSpPr>
            <a:cxnSpLocks/>
            <a:stCxn id="114" idx="7"/>
            <a:endCxn id="113" idx="2"/>
          </p:cNvCxnSpPr>
          <p:nvPr/>
        </p:nvCxnSpPr>
        <p:spPr>
          <a:xfrm flipV="1">
            <a:off x="9344670" y="3424976"/>
            <a:ext cx="434752" cy="3475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文本框 147">
            <a:extLst>
              <a:ext uri="{FF2B5EF4-FFF2-40B4-BE49-F238E27FC236}">
                <a16:creationId xmlns:a16="http://schemas.microsoft.com/office/drawing/2014/main" id="{11F7456F-ED16-7277-57E2-AFA6C1AA4B76}"/>
              </a:ext>
            </a:extLst>
          </p:cNvPr>
          <p:cNvSpPr txBox="1"/>
          <p:nvPr/>
        </p:nvSpPr>
        <p:spPr>
          <a:xfrm>
            <a:off x="9023984" y="3692373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171" name="文本框 170">
            <a:extLst>
              <a:ext uri="{FF2B5EF4-FFF2-40B4-BE49-F238E27FC236}">
                <a16:creationId xmlns:a16="http://schemas.microsoft.com/office/drawing/2014/main" id="{37B2C36A-2E9F-EC64-C770-EA62746F42C0}"/>
              </a:ext>
            </a:extLst>
          </p:cNvPr>
          <p:cNvSpPr txBox="1"/>
          <p:nvPr/>
        </p:nvSpPr>
        <p:spPr>
          <a:xfrm>
            <a:off x="9783974" y="3215764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0DA7939E-FC68-2CEB-E4CC-DA0BBAF2815E}"/>
              </a:ext>
            </a:extLst>
          </p:cNvPr>
          <p:cNvSpPr txBox="1"/>
          <p:nvPr/>
        </p:nvSpPr>
        <p:spPr>
          <a:xfrm>
            <a:off x="10537170" y="3638091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1DE27297-F5E8-806A-2619-5FB5D8850C03}"/>
              </a:ext>
            </a:extLst>
          </p:cNvPr>
          <p:cNvSpPr txBox="1"/>
          <p:nvPr/>
        </p:nvSpPr>
        <p:spPr>
          <a:xfrm>
            <a:off x="9779422" y="4163917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175" name="椭圆 174">
            <a:extLst>
              <a:ext uri="{FF2B5EF4-FFF2-40B4-BE49-F238E27FC236}">
                <a16:creationId xmlns:a16="http://schemas.microsoft.com/office/drawing/2014/main" id="{83676AEC-D268-D735-AF81-7B156855A579}"/>
              </a:ext>
            </a:extLst>
          </p:cNvPr>
          <p:cNvSpPr/>
          <p:nvPr/>
        </p:nvSpPr>
        <p:spPr>
          <a:xfrm>
            <a:off x="11424732" y="3711901"/>
            <a:ext cx="378372" cy="378372"/>
          </a:xfrm>
          <a:prstGeom prst="ellipse">
            <a:avLst/>
          </a:prstGeom>
          <a:pattFill prst="pct70">
            <a:fgClr>
              <a:schemeClr val="bg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E63A39B5-0977-FA81-9F8B-BC4259A4FF0E}"/>
              </a:ext>
            </a:extLst>
          </p:cNvPr>
          <p:cNvSpPr txBox="1"/>
          <p:nvPr/>
        </p:nvSpPr>
        <p:spPr>
          <a:xfrm>
            <a:off x="11416449" y="3693502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cxnSp>
        <p:nvCxnSpPr>
          <p:cNvPr id="178" name="直接连接符 177">
            <a:extLst>
              <a:ext uri="{FF2B5EF4-FFF2-40B4-BE49-F238E27FC236}">
                <a16:creationId xmlns:a16="http://schemas.microsoft.com/office/drawing/2014/main" id="{D34464D3-4B02-A0CD-74A3-66304858411E}"/>
              </a:ext>
            </a:extLst>
          </p:cNvPr>
          <p:cNvCxnSpPr>
            <a:cxnSpLocks/>
            <a:stCxn id="177" idx="1"/>
            <a:endCxn id="118" idx="6"/>
          </p:cNvCxnSpPr>
          <p:nvPr/>
        </p:nvCxnSpPr>
        <p:spPr>
          <a:xfrm flipH="1" flipV="1">
            <a:off x="10904027" y="3873648"/>
            <a:ext cx="512422" cy="45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9" name="椭圆 178">
            <a:extLst>
              <a:ext uri="{FF2B5EF4-FFF2-40B4-BE49-F238E27FC236}">
                <a16:creationId xmlns:a16="http://schemas.microsoft.com/office/drawing/2014/main" id="{070CACF9-EC90-A23A-EAF4-A109ABEE205D}"/>
              </a:ext>
            </a:extLst>
          </p:cNvPr>
          <p:cNvSpPr/>
          <p:nvPr/>
        </p:nvSpPr>
        <p:spPr>
          <a:xfrm>
            <a:off x="10525655" y="4525126"/>
            <a:ext cx="378372" cy="37837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EBFFD1BE-AA48-4C94-CE2A-92040CE69AB8}"/>
              </a:ext>
            </a:extLst>
          </p:cNvPr>
          <p:cNvSpPr txBox="1"/>
          <p:nvPr/>
        </p:nvSpPr>
        <p:spPr>
          <a:xfrm>
            <a:off x="10540343" y="4502371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zh-CN" altLang="en-US" baseline="-25000"/>
          </a:p>
        </p:txBody>
      </p:sp>
      <p:cxnSp>
        <p:nvCxnSpPr>
          <p:cNvPr id="181" name="直接连接符 180">
            <a:extLst>
              <a:ext uri="{FF2B5EF4-FFF2-40B4-BE49-F238E27FC236}">
                <a16:creationId xmlns:a16="http://schemas.microsoft.com/office/drawing/2014/main" id="{58C237B1-0FFD-CD63-826C-773597F2D1F9}"/>
              </a:ext>
            </a:extLst>
          </p:cNvPr>
          <p:cNvCxnSpPr>
            <a:cxnSpLocks/>
            <a:stCxn id="118" idx="4"/>
            <a:endCxn id="179" idx="0"/>
          </p:cNvCxnSpPr>
          <p:nvPr/>
        </p:nvCxnSpPr>
        <p:spPr>
          <a:xfrm>
            <a:off x="10714841" y="4062834"/>
            <a:ext cx="0" cy="462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3" name="椭圆 182">
            <a:extLst>
              <a:ext uri="{FF2B5EF4-FFF2-40B4-BE49-F238E27FC236}">
                <a16:creationId xmlns:a16="http://schemas.microsoft.com/office/drawing/2014/main" id="{A4B0FE8F-E782-76E5-E2CF-2C2043CADA7C}"/>
              </a:ext>
            </a:extLst>
          </p:cNvPr>
          <p:cNvSpPr/>
          <p:nvPr/>
        </p:nvSpPr>
        <p:spPr>
          <a:xfrm>
            <a:off x="9767192" y="5042713"/>
            <a:ext cx="378372" cy="378372"/>
          </a:xfrm>
          <a:prstGeom prst="ellipse">
            <a:avLst/>
          </a:prstGeom>
          <a:pattFill prst="pct70">
            <a:fgClr>
              <a:schemeClr val="bg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4" name="直接连接符 183">
            <a:extLst>
              <a:ext uri="{FF2B5EF4-FFF2-40B4-BE49-F238E27FC236}">
                <a16:creationId xmlns:a16="http://schemas.microsoft.com/office/drawing/2014/main" id="{45429E12-4DE7-1D1B-723C-FE05E528FC6C}"/>
              </a:ext>
            </a:extLst>
          </p:cNvPr>
          <p:cNvCxnSpPr>
            <a:cxnSpLocks/>
            <a:stCxn id="115" idx="4"/>
            <a:endCxn id="183" idx="0"/>
          </p:cNvCxnSpPr>
          <p:nvPr/>
        </p:nvCxnSpPr>
        <p:spPr>
          <a:xfrm>
            <a:off x="9956378" y="4586397"/>
            <a:ext cx="0" cy="4563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5" name="文本框 184">
            <a:extLst>
              <a:ext uri="{FF2B5EF4-FFF2-40B4-BE49-F238E27FC236}">
                <a16:creationId xmlns:a16="http://schemas.microsoft.com/office/drawing/2014/main" id="{A1137B1F-0A46-CB3C-23B8-5F13B8534367}"/>
              </a:ext>
            </a:extLst>
          </p:cNvPr>
          <p:cNvSpPr txBox="1"/>
          <p:nvPr/>
        </p:nvSpPr>
        <p:spPr>
          <a:xfrm>
            <a:off x="9767701" y="499758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zh-CN" altLang="en-US" baseline="-25000"/>
          </a:p>
        </p:txBody>
      </p:sp>
      <p:sp>
        <p:nvSpPr>
          <p:cNvPr id="190" name="任意多边形: 形状 189">
            <a:extLst>
              <a:ext uri="{FF2B5EF4-FFF2-40B4-BE49-F238E27FC236}">
                <a16:creationId xmlns:a16="http://schemas.microsoft.com/office/drawing/2014/main" id="{1D06E8C2-30CB-C12B-542D-BAB222C07600}"/>
              </a:ext>
            </a:extLst>
          </p:cNvPr>
          <p:cNvSpPr/>
          <p:nvPr/>
        </p:nvSpPr>
        <p:spPr>
          <a:xfrm>
            <a:off x="9007815" y="3406236"/>
            <a:ext cx="203080" cy="1180161"/>
          </a:xfrm>
          <a:custGeom>
            <a:avLst/>
            <a:gdLst>
              <a:gd name="csX0" fmla="*/ 0 w 203080"/>
              <a:gd name="csY0" fmla="*/ 0 h 1180161"/>
              <a:gd name="csX1" fmla="*/ 202700 w 203080"/>
              <a:gd name="csY1" fmla="*/ 572063 h 1180161"/>
              <a:gd name="csX2" fmla="*/ 40540 w 203080"/>
              <a:gd name="csY2" fmla="*/ 1180161 h 11801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03080" h="1180161">
                <a:moveTo>
                  <a:pt x="0" y="0"/>
                </a:moveTo>
                <a:cubicBezTo>
                  <a:pt x="97971" y="187685"/>
                  <a:pt x="195943" y="375370"/>
                  <a:pt x="202700" y="572063"/>
                </a:cubicBezTo>
                <a:cubicBezTo>
                  <a:pt x="209457" y="768756"/>
                  <a:pt x="124998" y="974458"/>
                  <a:pt x="40540" y="1180161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任意多边形: 形状 191">
            <a:extLst>
              <a:ext uri="{FF2B5EF4-FFF2-40B4-BE49-F238E27FC236}">
                <a16:creationId xmlns:a16="http://schemas.microsoft.com/office/drawing/2014/main" id="{C72F2D06-C9FE-FCF8-BAD7-FF85D0EC2664}"/>
              </a:ext>
            </a:extLst>
          </p:cNvPr>
          <p:cNvSpPr/>
          <p:nvPr/>
        </p:nvSpPr>
        <p:spPr>
          <a:xfrm>
            <a:off x="9502352" y="3127568"/>
            <a:ext cx="537691" cy="1825101"/>
          </a:xfrm>
          <a:custGeom>
            <a:avLst/>
            <a:gdLst>
              <a:gd name="csX0" fmla="*/ 432426 w 673333"/>
              <a:gd name="csY0" fmla="*/ 0 h 2085553"/>
              <a:gd name="csX1" fmla="*/ 617107 w 673333"/>
              <a:gd name="csY1" fmla="*/ 477470 h 2085553"/>
              <a:gd name="csX2" fmla="*/ 671161 w 673333"/>
              <a:gd name="csY2" fmla="*/ 986471 h 2085553"/>
              <a:gd name="csX3" fmla="*/ 558550 w 673333"/>
              <a:gd name="csY3" fmla="*/ 1477455 h 2085553"/>
              <a:gd name="csX4" fmla="*/ 0 w 673333"/>
              <a:gd name="csY4" fmla="*/ 2085553 h 20855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73333" h="2085553">
                <a:moveTo>
                  <a:pt x="432426" y="0"/>
                </a:moveTo>
                <a:cubicBezTo>
                  <a:pt x="504872" y="156529"/>
                  <a:pt x="577318" y="313058"/>
                  <a:pt x="617107" y="477470"/>
                </a:cubicBezTo>
                <a:cubicBezTo>
                  <a:pt x="656896" y="641882"/>
                  <a:pt x="680920" y="819807"/>
                  <a:pt x="671161" y="986471"/>
                </a:cubicBezTo>
                <a:cubicBezTo>
                  <a:pt x="661402" y="1153135"/>
                  <a:pt x="670410" y="1294275"/>
                  <a:pt x="558550" y="1477455"/>
                </a:cubicBezTo>
                <a:cubicBezTo>
                  <a:pt x="446690" y="1660635"/>
                  <a:pt x="223345" y="1873094"/>
                  <a:pt x="0" y="2085553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任意多边形: 形状 193">
            <a:extLst>
              <a:ext uri="{FF2B5EF4-FFF2-40B4-BE49-F238E27FC236}">
                <a16:creationId xmlns:a16="http://schemas.microsoft.com/office/drawing/2014/main" id="{EBE2EB6D-D1F3-0FDD-123D-C65C647BA9D3}"/>
              </a:ext>
            </a:extLst>
          </p:cNvPr>
          <p:cNvSpPr/>
          <p:nvPr/>
        </p:nvSpPr>
        <p:spPr>
          <a:xfrm>
            <a:off x="9596158" y="3233387"/>
            <a:ext cx="1131205" cy="2513474"/>
          </a:xfrm>
          <a:custGeom>
            <a:avLst/>
            <a:gdLst>
              <a:gd name="csX0" fmla="*/ 1054038 w 1131205"/>
              <a:gd name="csY0" fmla="*/ 0 h 2513474"/>
              <a:gd name="csX1" fmla="*/ 1058542 w 1131205"/>
              <a:gd name="csY1" fmla="*/ 824312 h 2513474"/>
              <a:gd name="csX2" fmla="*/ 288284 w 1131205"/>
              <a:gd name="csY2" fmla="*/ 2166633 h 2513474"/>
              <a:gd name="csX3" fmla="*/ 0 w 1131205"/>
              <a:gd name="csY3" fmla="*/ 2513474 h 25134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1205" h="2513474">
                <a:moveTo>
                  <a:pt x="1054038" y="0"/>
                </a:moveTo>
                <a:cubicBezTo>
                  <a:pt x="1120103" y="231603"/>
                  <a:pt x="1186168" y="463207"/>
                  <a:pt x="1058542" y="824312"/>
                </a:cubicBezTo>
                <a:cubicBezTo>
                  <a:pt x="930916" y="1185417"/>
                  <a:pt x="464708" y="1885106"/>
                  <a:pt x="288284" y="2166633"/>
                </a:cubicBezTo>
                <a:cubicBezTo>
                  <a:pt x="111860" y="2448160"/>
                  <a:pt x="55930" y="2480817"/>
                  <a:pt x="0" y="2513474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任意多边形: 形状 195">
            <a:extLst>
              <a:ext uri="{FF2B5EF4-FFF2-40B4-BE49-F238E27FC236}">
                <a16:creationId xmlns:a16="http://schemas.microsoft.com/office/drawing/2014/main" id="{FA32F565-E5C4-4752-2436-8D6223C4F053}"/>
              </a:ext>
            </a:extLst>
          </p:cNvPr>
          <p:cNvSpPr/>
          <p:nvPr/>
        </p:nvSpPr>
        <p:spPr>
          <a:xfrm>
            <a:off x="10248418" y="3220531"/>
            <a:ext cx="1353853" cy="2423386"/>
          </a:xfrm>
          <a:custGeom>
            <a:avLst/>
            <a:gdLst>
              <a:gd name="csX0" fmla="*/ 0 w 1353853"/>
              <a:gd name="csY0" fmla="*/ 2423386 h 2423386"/>
              <a:gd name="csX1" fmla="*/ 441435 w 1353853"/>
              <a:gd name="csY1" fmla="*/ 1644119 h 2423386"/>
              <a:gd name="csX2" fmla="*/ 1324304 w 1353853"/>
              <a:gd name="csY2" fmla="*/ 779267 h 2423386"/>
              <a:gd name="csX3" fmla="*/ 1058542 w 1353853"/>
              <a:gd name="csY3" fmla="*/ 0 h 24233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53853" h="2423386">
                <a:moveTo>
                  <a:pt x="0" y="2423386"/>
                </a:moveTo>
                <a:cubicBezTo>
                  <a:pt x="110359" y="2170762"/>
                  <a:pt x="220718" y="1918139"/>
                  <a:pt x="441435" y="1644119"/>
                </a:cubicBezTo>
                <a:cubicBezTo>
                  <a:pt x="662152" y="1370099"/>
                  <a:pt x="1221453" y="1053287"/>
                  <a:pt x="1324304" y="779267"/>
                </a:cubicBezTo>
                <a:cubicBezTo>
                  <a:pt x="1427155" y="505247"/>
                  <a:pt x="1242848" y="252623"/>
                  <a:pt x="1058542" y="0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82E4E747-2BC0-8938-803D-BDD7345618DB}"/>
              </a:ext>
            </a:extLst>
          </p:cNvPr>
          <p:cNvSpPr txBox="1"/>
          <p:nvPr/>
        </p:nvSpPr>
        <p:spPr>
          <a:xfrm>
            <a:off x="975497" y="5603802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d</a:t>
            </a:r>
            <a:r>
              <a:rPr lang="zh-CN" altLang="en-US" sz="2000" b="1"/>
              <a:t>）</a:t>
            </a: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585F00A4-046C-CCB2-AE51-38A0594677DC}"/>
              </a:ext>
            </a:extLst>
          </p:cNvPr>
          <p:cNvSpPr txBox="1"/>
          <p:nvPr/>
        </p:nvSpPr>
        <p:spPr>
          <a:xfrm>
            <a:off x="3909681" y="5579338"/>
            <a:ext cx="5757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e</a:t>
            </a:r>
            <a:r>
              <a:rPr lang="zh-CN" altLang="en-US" sz="2000" b="1"/>
              <a:t>）</a:t>
            </a: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49DA9857-8BC7-5306-D143-BB2499486537}"/>
              </a:ext>
            </a:extLst>
          </p:cNvPr>
          <p:cNvSpPr txBox="1"/>
          <p:nvPr/>
        </p:nvSpPr>
        <p:spPr>
          <a:xfrm>
            <a:off x="6843142" y="5549682"/>
            <a:ext cx="5293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f</a:t>
            </a:r>
            <a:r>
              <a:rPr lang="zh-CN" altLang="en-US" sz="2000" b="1"/>
              <a:t>）</a:t>
            </a:r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FA83CFF0-57A0-D239-8255-5047B6ACA8FF}"/>
              </a:ext>
            </a:extLst>
          </p:cNvPr>
          <p:cNvSpPr txBox="1"/>
          <p:nvPr/>
        </p:nvSpPr>
        <p:spPr>
          <a:xfrm>
            <a:off x="9784577" y="5623822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g</a:t>
            </a:r>
            <a:r>
              <a:rPr lang="zh-CN" altLang="en-US" sz="2000" b="1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989639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EB5CB-5DCB-E1C5-ED44-95B782D57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07618ABC-C2CC-5C13-45FD-7203480D9CB6}"/>
              </a:ext>
            </a:extLst>
          </p:cNvPr>
          <p:cNvSpPr/>
          <p:nvPr/>
        </p:nvSpPr>
        <p:spPr>
          <a:xfrm>
            <a:off x="5238657" y="135508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EDDE10E-A0B7-A452-BD59-DBF8BBD1AFC3}"/>
              </a:ext>
            </a:extLst>
          </p:cNvPr>
          <p:cNvSpPr/>
          <p:nvPr/>
        </p:nvSpPr>
        <p:spPr>
          <a:xfrm>
            <a:off x="5222140" y="458021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8BD3C96-9689-C2FA-0D17-1CFDB5991A19}"/>
              </a:ext>
            </a:extLst>
          </p:cNvPr>
          <p:cNvSpPr/>
          <p:nvPr/>
        </p:nvSpPr>
        <p:spPr>
          <a:xfrm>
            <a:off x="6260413" y="458021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9F1F742-64A2-7CEF-217D-4BFB5D9B8987}"/>
              </a:ext>
            </a:extLst>
          </p:cNvPr>
          <p:cNvCxnSpPr>
            <a:cxnSpLocks/>
            <a:stCxn id="13" idx="2"/>
            <a:endCxn id="12" idx="6"/>
          </p:cNvCxnSpPr>
          <p:nvPr/>
        </p:nvCxnSpPr>
        <p:spPr>
          <a:xfrm flipH="1">
            <a:off x="5600512" y="647207"/>
            <a:ext cx="65990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云形 15">
            <a:extLst>
              <a:ext uri="{FF2B5EF4-FFF2-40B4-BE49-F238E27FC236}">
                <a16:creationId xmlns:a16="http://schemas.microsoft.com/office/drawing/2014/main" id="{838CA5E5-E03D-79EF-2E4A-14A03F8CB582}"/>
              </a:ext>
            </a:extLst>
          </p:cNvPr>
          <p:cNvSpPr/>
          <p:nvPr/>
        </p:nvSpPr>
        <p:spPr>
          <a:xfrm>
            <a:off x="4930103" y="2067461"/>
            <a:ext cx="995480" cy="938047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5E6C626-D744-AB6A-2782-A672E8DCBA28}"/>
              </a:ext>
            </a:extLst>
          </p:cNvPr>
          <p:cNvCxnSpPr>
            <a:stCxn id="16" idx="3"/>
            <a:endCxn id="2" idx="4"/>
          </p:cNvCxnSpPr>
          <p:nvPr/>
        </p:nvCxnSpPr>
        <p:spPr>
          <a:xfrm flipV="1">
            <a:off x="5427843" y="1733454"/>
            <a:ext cx="0" cy="3876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591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F9E97DAB-7ECC-7193-62D4-6D3E003700D3}"/>
              </a:ext>
            </a:extLst>
          </p:cNvPr>
          <p:cNvSpPr/>
          <p:nvPr/>
        </p:nvSpPr>
        <p:spPr>
          <a:xfrm>
            <a:off x="5923331" y="196768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5FD2923-621A-D170-483D-8F2CB0586663}"/>
              </a:ext>
            </a:extLst>
          </p:cNvPr>
          <p:cNvSpPr/>
          <p:nvPr/>
        </p:nvSpPr>
        <p:spPr>
          <a:xfrm>
            <a:off x="4904579" y="2742447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D1BDFFC-ADAA-81B7-3F67-6868DB3D9412}"/>
              </a:ext>
            </a:extLst>
          </p:cNvPr>
          <p:cNvSpPr/>
          <p:nvPr/>
        </p:nvSpPr>
        <p:spPr>
          <a:xfrm>
            <a:off x="3909099" y="1589313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E7E3F03-1C72-AB18-63BD-4C938E9329C8}"/>
              </a:ext>
            </a:extLst>
          </p:cNvPr>
          <p:cNvSpPr/>
          <p:nvPr/>
        </p:nvSpPr>
        <p:spPr>
          <a:xfrm>
            <a:off x="7026166" y="2595679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4C6AEB6-2DA4-1444-31DF-5B2FE3CB77CF}"/>
              </a:ext>
            </a:extLst>
          </p:cNvPr>
          <p:cNvSpPr/>
          <p:nvPr/>
        </p:nvSpPr>
        <p:spPr>
          <a:xfrm>
            <a:off x="5999907" y="372441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2F96BC7-99DD-230E-16F4-7C801E5C621E}"/>
              </a:ext>
            </a:extLst>
          </p:cNvPr>
          <p:cNvCxnSpPr>
            <a:stCxn id="4" idx="3"/>
            <a:endCxn id="10" idx="7"/>
          </p:cNvCxnSpPr>
          <p:nvPr/>
        </p:nvCxnSpPr>
        <p:spPr>
          <a:xfrm flipH="1">
            <a:off x="5227540" y="2290646"/>
            <a:ext cx="751202" cy="5072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9874989-63F6-091F-116B-0C58FCBD642D}"/>
              </a:ext>
            </a:extLst>
          </p:cNvPr>
          <p:cNvCxnSpPr>
            <a:cxnSpLocks/>
            <a:stCxn id="4" idx="5"/>
            <a:endCxn id="14" idx="1"/>
          </p:cNvCxnSpPr>
          <p:nvPr/>
        </p:nvCxnSpPr>
        <p:spPr>
          <a:xfrm>
            <a:off x="6246292" y="2290646"/>
            <a:ext cx="835285" cy="3604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1C8EEB7-F2DE-E836-9268-749CDDD5D009}"/>
              </a:ext>
            </a:extLst>
          </p:cNvPr>
          <p:cNvCxnSpPr>
            <a:cxnSpLocks/>
            <a:stCxn id="14" idx="3"/>
            <a:endCxn id="15" idx="7"/>
          </p:cNvCxnSpPr>
          <p:nvPr/>
        </p:nvCxnSpPr>
        <p:spPr>
          <a:xfrm flipH="1">
            <a:off x="6322868" y="2918640"/>
            <a:ext cx="758709" cy="8611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A5EF345-0992-849A-10F5-E521E3E968BD}"/>
              </a:ext>
            </a:extLst>
          </p:cNvPr>
          <p:cNvCxnSpPr>
            <a:cxnSpLocks/>
            <a:stCxn id="12" idx="5"/>
            <a:endCxn id="10" idx="1"/>
          </p:cNvCxnSpPr>
          <p:nvPr/>
        </p:nvCxnSpPr>
        <p:spPr>
          <a:xfrm>
            <a:off x="4232060" y="1912274"/>
            <a:ext cx="727930" cy="8855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4D149A4A-65D5-CD7E-F9E8-2F6971B27187}"/>
              </a:ext>
            </a:extLst>
          </p:cNvPr>
          <p:cNvCxnSpPr>
            <a:cxnSpLocks/>
            <a:stCxn id="15" idx="1"/>
            <a:endCxn id="10" idx="5"/>
          </p:cNvCxnSpPr>
          <p:nvPr/>
        </p:nvCxnSpPr>
        <p:spPr>
          <a:xfrm flipH="1" flipV="1">
            <a:off x="5227540" y="3065408"/>
            <a:ext cx="827778" cy="7144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E81184CA-D8BF-7B56-78AD-EC15BFA3E2D6}"/>
              </a:ext>
            </a:extLst>
          </p:cNvPr>
          <p:cNvSpPr/>
          <p:nvPr/>
        </p:nvSpPr>
        <p:spPr>
          <a:xfrm>
            <a:off x="5906814" y="107062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24B3628E-D912-D032-F79E-D208620D96D9}"/>
              </a:ext>
            </a:extLst>
          </p:cNvPr>
          <p:cNvSpPr/>
          <p:nvPr/>
        </p:nvSpPr>
        <p:spPr>
          <a:xfrm>
            <a:off x="6945087" y="107062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G</a:t>
            </a:r>
            <a:endParaRPr lang="zh-CN" altLang="en-US"/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358B988B-4CEA-9430-262D-F5B73D05BDBE}"/>
              </a:ext>
            </a:extLst>
          </p:cNvPr>
          <p:cNvCxnSpPr>
            <a:cxnSpLocks/>
            <a:stCxn id="4" idx="4"/>
            <a:endCxn id="15" idx="0"/>
          </p:cNvCxnSpPr>
          <p:nvPr/>
        </p:nvCxnSpPr>
        <p:spPr>
          <a:xfrm>
            <a:off x="6112517" y="2346057"/>
            <a:ext cx="76576" cy="13783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3275C59B-012A-276A-D22B-095D2728C1D8}"/>
              </a:ext>
            </a:extLst>
          </p:cNvPr>
          <p:cNvCxnSpPr>
            <a:cxnSpLocks/>
            <a:stCxn id="21" idx="2"/>
            <a:endCxn id="18" idx="6"/>
          </p:cNvCxnSpPr>
          <p:nvPr/>
        </p:nvCxnSpPr>
        <p:spPr>
          <a:xfrm flipH="1">
            <a:off x="6285186" y="1259810"/>
            <a:ext cx="65990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椭圆 1">
            <a:extLst>
              <a:ext uri="{FF2B5EF4-FFF2-40B4-BE49-F238E27FC236}">
                <a16:creationId xmlns:a16="http://schemas.microsoft.com/office/drawing/2014/main" id="{20EE5159-32ED-232C-B217-9FFA7CC95F7D}"/>
              </a:ext>
            </a:extLst>
          </p:cNvPr>
          <p:cNvSpPr/>
          <p:nvPr/>
        </p:nvSpPr>
        <p:spPr>
          <a:xfrm>
            <a:off x="8243863" y="153390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H</a:t>
            </a:r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51C3E97D-6961-77BE-02B9-8FB6C3A96836}"/>
              </a:ext>
            </a:extLst>
          </p:cNvPr>
          <p:cNvSpPr/>
          <p:nvPr/>
        </p:nvSpPr>
        <p:spPr>
          <a:xfrm>
            <a:off x="8243863" y="287622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J</a:t>
            </a:r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0950CF2-D0FE-339B-90FC-F99F1FD6A712}"/>
              </a:ext>
            </a:extLst>
          </p:cNvPr>
          <p:cNvCxnSpPr>
            <a:cxnSpLocks/>
            <a:stCxn id="6" idx="0"/>
            <a:endCxn id="2" idx="4"/>
          </p:cNvCxnSpPr>
          <p:nvPr/>
        </p:nvCxnSpPr>
        <p:spPr>
          <a:xfrm flipV="1">
            <a:off x="8433049" y="1912274"/>
            <a:ext cx="0" cy="9639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F04DE45E-E79E-B5B3-3871-BF6CF22C6AE9}"/>
              </a:ext>
            </a:extLst>
          </p:cNvPr>
          <p:cNvSpPr/>
          <p:nvPr/>
        </p:nvSpPr>
        <p:spPr>
          <a:xfrm>
            <a:off x="9212923" y="2186336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I</a:t>
            </a:r>
            <a:endParaRPr lang="zh-CN" altLang="en-US"/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17527DF7-6631-9037-EA0B-64184F55AFA1}"/>
              </a:ext>
            </a:extLst>
          </p:cNvPr>
          <p:cNvCxnSpPr>
            <a:cxnSpLocks/>
            <a:stCxn id="17" idx="1"/>
            <a:endCxn id="2" idx="6"/>
          </p:cNvCxnSpPr>
          <p:nvPr/>
        </p:nvCxnSpPr>
        <p:spPr>
          <a:xfrm flipH="1" flipV="1">
            <a:off x="8622235" y="1723088"/>
            <a:ext cx="646099" cy="51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688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888BD-1E26-072F-4EF8-9EF2D7F90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1BD04F5A-96AB-C7E8-35E3-1C946B172E89}"/>
              </a:ext>
            </a:extLst>
          </p:cNvPr>
          <p:cNvSpPr/>
          <p:nvPr/>
        </p:nvSpPr>
        <p:spPr>
          <a:xfrm>
            <a:off x="2654385" y="75450"/>
            <a:ext cx="7800405" cy="5244286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081FF79-42F8-E8D3-994B-5AA3CB5E1BF9}"/>
              </a:ext>
            </a:extLst>
          </p:cNvPr>
          <p:cNvSpPr/>
          <p:nvPr/>
        </p:nvSpPr>
        <p:spPr>
          <a:xfrm>
            <a:off x="7659606" y="1005848"/>
            <a:ext cx="2164563" cy="2507610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478412-2376-5856-C33D-A8067A1DE88F}"/>
              </a:ext>
            </a:extLst>
          </p:cNvPr>
          <p:cNvSpPr/>
          <p:nvPr/>
        </p:nvSpPr>
        <p:spPr>
          <a:xfrm>
            <a:off x="3341539" y="1900120"/>
            <a:ext cx="3941377" cy="2752207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AC473C-44DE-2903-454B-E26B1DE7BE08}"/>
              </a:ext>
            </a:extLst>
          </p:cNvPr>
          <p:cNvSpPr/>
          <p:nvPr/>
        </p:nvSpPr>
        <p:spPr>
          <a:xfrm>
            <a:off x="4698802" y="328824"/>
            <a:ext cx="2084875" cy="1220468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1347F5D-D366-D224-E4FB-90FB71345B40}"/>
              </a:ext>
            </a:extLst>
          </p:cNvPr>
          <p:cNvSpPr/>
          <p:nvPr/>
        </p:nvSpPr>
        <p:spPr>
          <a:xfrm>
            <a:off x="5554789" y="229965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642B903-4DAD-AB60-68C4-A83FC2E9DED0}"/>
              </a:ext>
            </a:extLst>
          </p:cNvPr>
          <p:cNvSpPr/>
          <p:nvPr/>
        </p:nvSpPr>
        <p:spPr>
          <a:xfrm>
            <a:off x="4536037" y="3074417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B84146B-6026-4D20-B581-37B01DB814D6}"/>
              </a:ext>
            </a:extLst>
          </p:cNvPr>
          <p:cNvSpPr/>
          <p:nvPr/>
        </p:nvSpPr>
        <p:spPr>
          <a:xfrm>
            <a:off x="3540557" y="1921283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23A2C40-B835-AA09-223B-04FE1FE640F9}"/>
              </a:ext>
            </a:extLst>
          </p:cNvPr>
          <p:cNvSpPr/>
          <p:nvPr/>
        </p:nvSpPr>
        <p:spPr>
          <a:xfrm>
            <a:off x="6657624" y="2927649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11417E5-5F3B-EC1A-5722-E47DF73B0104}"/>
              </a:ext>
            </a:extLst>
          </p:cNvPr>
          <p:cNvSpPr/>
          <p:nvPr/>
        </p:nvSpPr>
        <p:spPr>
          <a:xfrm>
            <a:off x="5631365" y="405638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92271F3-F088-4F94-B208-011A3D9B7930}"/>
              </a:ext>
            </a:extLst>
          </p:cNvPr>
          <p:cNvCxnSpPr>
            <a:stCxn id="4" idx="3"/>
            <a:endCxn id="10" idx="7"/>
          </p:cNvCxnSpPr>
          <p:nvPr/>
        </p:nvCxnSpPr>
        <p:spPr>
          <a:xfrm flipH="1">
            <a:off x="4858998" y="2622616"/>
            <a:ext cx="751202" cy="507212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29C7FF-1994-0150-4D84-7A252B4C81B7}"/>
              </a:ext>
            </a:extLst>
          </p:cNvPr>
          <p:cNvCxnSpPr>
            <a:cxnSpLocks/>
            <a:stCxn id="4" idx="5"/>
            <a:endCxn id="14" idx="1"/>
          </p:cNvCxnSpPr>
          <p:nvPr/>
        </p:nvCxnSpPr>
        <p:spPr>
          <a:xfrm>
            <a:off x="5877750" y="2622616"/>
            <a:ext cx="835285" cy="360444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6C01970-9E05-E4F7-A446-9F2F5809180B}"/>
              </a:ext>
            </a:extLst>
          </p:cNvPr>
          <p:cNvCxnSpPr>
            <a:cxnSpLocks/>
            <a:stCxn id="14" idx="3"/>
            <a:endCxn id="15" idx="7"/>
          </p:cNvCxnSpPr>
          <p:nvPr/>
        </p:nvCxnSpPr>
        <p:spPr>
          <a:xfrm flipH="1">
            <a:off x="5954326" y="3250610"/>
            <a:ext cx="758709" cy="861185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CD2260A-1158-52A7-BA99-B955071B2817}"/>
              </a:ext>
            </a:extLst>
          </p:cNvPr>
          <p:cNvCxnSpPr>
            <a:cxnSpLocks/>
            <a:stCxn id="12" idx="5"/>
            <a:endCxn id="10" idx="1"/>
          </p:cNvCxnSpPr>
          <p:nvPr/>
        </p:nvCxnSpPr>
        <p:spPr>
          <a:xfrm>
            <a:off x="3863518" y="2244244"/>
            <a:ext cx="727930" cy="885584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56FCC8F9-B9A3-3F2D-9AB0-698F5404FD0A}"/>
              </a:ext>
            </a:extLst>
          </p:cNvPr>
          <p:cNvCxnSpPr>
            <a:cxnSpLocks/>
            <a:stCxn id="15" idx="1"/>
            <a:endCxn id="10" idx="5"/>
          </p:cNvCxnSpPr>
          <p:nvPr/>
        </p:nvCxnSpPr>
        <p:spPr>
          <a:xfrm flipH="1" flipV="1">
            <a:off x="4858998" y="3397378"/>
            <a:ext cx="827778" cy="714417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96D489EF-8FC3-199F-324C-A98CBBD1CF8A}"/>
              </a:ext>
            </a:extLst>
          </p:cNvPr>
          <p:cNvSpPr/>
          <p:nvPr/>
        </p:nvSpPr>
        <p:spPr>
          <a:xfrm>
            <a:off x="5062535" y="597658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020164C7-0614-83F1-03D5-E7A714E1A415}"/>
              </a:ext>
            </a:extLst>
          </p:cNvPr>
          <p:cNvSpPr/>
          <p:nvPr/>
        </p:nvSpPr>
        <p:spPr>
          <a:xfrm>
            <a:off x="6100808" y="597658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G</a:t>
            </a:r>
            <a:endParaRPr lang="zh-CN" altLang="en-US"/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4D433CB-E061-BC5D-667B-1BDA071D1FFD}"/>
              </a:ext>
            </a:extLst>
          </p:cNvPr>
          <p:cNvCxnSpPr>
            <a:cxnSpLocks/>
          </p:cNvCxnSpPr>
          <p:nvPr/>
        </p:nvCxnSpPr>
        <p:spPr>
          <a:xfrm>
            <a:off x="5694282" y="2678027"/>
            <a:ext cx="76576" cy="1378357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184B099-6CB8-AF74-BE29-05D6580104D4}"/>
              </a:ext>
            </a:extLst>
          </p:cNvPr>
          <p:cNvCxnSpPr>
            <a:cxnSpLocks/>
            <a:stCxn id="21" idx="2"/>
            <a:endCxn id="18" idx="6"/>
          </p:cNvCxnSpPr>
          <p:nvPr/>
        </p:nvCxnSpPr>
        <p:spPr>
          <a:xfrm flipH="1">
            <a:off x="5440907" y="786844"/>
            <a:ext cx="659901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椭圆 1">
            <a:extLst>
              <a:ext uri="{FF2B5EF4-FFF2-40B4-BE49-F238E27FC236}">
                <a16:creationId xmlns:a16="http://schemas.microsoft.com/office/drawing/2014/main" id="{D14FF8B8-0AE0-2E07-4C20-DF4087A31BF1}"/>
              </a:ext>
            </a:extLst>
          </p:cNvPr>
          <p:cNvSpPr/>
          <p:nvPr/>
        </p:nvSpPr>
        <p:spPr>
          <a:xfrm>
            <a:off x="8000623" y="1262368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H</a:t>
            </a:r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4674768-7648-07B2-9ADF-7022F37B34E2}"/>
              </a:ext>
            </a:extLst>
          </p:cNvPr>
          <p:cNvSpPr/>
          <p:nvPr/>
        </p:nvSpPr>
        <p:spPr>
          <a:xfrm>
            <a:off x="8000623" y="2604688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J</a:t>
            </a:r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AF0AD3E-ED47-878A-38E5-6EB98094B74C}"/>
              </a:ext>
            </a:extLst>
          </p:cNvPr>
          <p:cNvCxnSpPr>
            <a:cxnSpLocks/>
            <a:stCxn id="6" idx="0"/>
            <a:endCxn id="2" idx="4"/>
          </p:cNvCxnSpPr>
          <p:nvPr/>
        </p:nvCxnSpPr>
        <p:spPr>
          <a:xfrm flipV="1">
            <a:off x="8189809" y="1640740"/>
            <a:ext cx="0" cy="963948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35FA799F-E399-7C75-766C-B425BF08FD81}"/>
              </a:ext>
            </a:extLst>
          </p:cNvPr>
          <p:cNvSpPr/>
          <p:nvPr/>
        </p:nvSpPr>
        <p:spPr>
          <a:xfrm>
            <a:off x="8969683" y="191480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I</a:t>
            </a:r>
            <a:endParaRPr lang="zh-CN" altLang="en-US"/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93D0992-D4AE-E485-DB24-793A7C49330F}"/>
              </a:ext>
            </a:extLst>
          </p:cNvPr>
          <p:cNvCxnSpPr>
            <a:cxnSpLocks/>
            <a:stCxn id="17" idx="1"/>
            <a:endCxn id="2" idx="6"/>
          </p:cNvCxnSpPr>
          <p:nvPr/>
        </p:nvCxnSpPr>
        <p:spPr>
          <a:xfrm flipH="1" flipV="1">
            <a:off x="8378995" y="1451554"/>
            <a:ext cx="646099" cy="518659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C841A02-6A45-A5B1-68D2-CE0B7920F37B}"/>
              </a:ext>
            </a:extLst>
          </p:cNvPr>
          <p:cNvCxnSpPr>
            <a:cxnSpLocks/>
          </p:cNvCxnSpPr>
          <p:nvPr/>
        </p:nvCxnSpPr>
        <p:spPr>
          <a:xfrm>
            <a:off x="5816652" y="2678354"/>
            <a:ext cx="76576" cy="1378357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5C329D74-58B1-DCBB-2C08-28AC0D09C5C6}"/>
              </a:ext>
            </a:extLst>
          </p:cNvPr>
          <p:cNvSpPr txBox="1"/>
          <p:nvPr/>
        </p:nvSpPr>
        <p:spPr>
          <a:xfrm>
            <a:off x="3335899" y="3990928"/>
            <a:ext cx="4587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G</a:t>
            </a:r>
            <a:r>
              <a:rPr lang="en-US" altLang="zh-CN" sz="2000" b="1" baseline="-25000"/>
              <a:t>1</a:t>
            </a:r>
            <a:endParaRPr lang="zh-CN" altLang="en-US" sz="2000" b="1" baseline="-2500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4A75521-4CA0-2806-7490-C66F71F2533A}"/>
              </a:ext>
            </a:extLst>
          </p:cNvPr>
          <p:cNvSpPr txBox="1"/>
          <p:nvPr/>
        </p:nvSpPr>
        <p:spPr>
          <a:xfrm>
            <a:off x="4725223" y="1105478"/>
            <a:ext cx="4587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G</a:t>
            </a:r>
            <a:r>
              <a:rPr lang="en-US" altLang="zh-CN" sz="2000" b="1" baseline="-25000"/>
              <a:t>2</a:t>
            </a:r>
            <a:endParaRPr lang="zh-CN" altLang="en-US" sz="2000" b="1" baseline="-2500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B3AA5CE-CF5D-F385-5BFE-C40AFD7FAB7A}"/>
              </a:ext>
            </a:extLst>
          </p:cNvPr>
          <p:cNvSpPr txBox="1"/>
          <p:nvPr/>
        </p:nvSpPr>
        <p:spPr>
          <a:xfrm>
            <a:off x="7659606" y="3028890"/>
            <a:ext cx="4587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G</a:t>
            </a:r>
            <a:r>
              <a:rPr lang="en-US" altLang="zh-CN" sz="2000" b="1" baseline="-25000"/>
              <a:t>3</a:t>
            </a:r>
            <a:endParaRPr lang="zh-CN" altLang="en-US" sz="2000" b="1" baseline="-2500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1DDAF06-325B-2EA8-F7F6-724F8572FA11}"/>
              </a:ext>
            </a:extLst>
          </p:cNvPr>
          <p:cNvSpPr txBox="1"/>
          <p:nvPr/>
        </p:nvSpPr>
        <p:spPr>
          <a:xfrm>
            <a:off x="2754076" y="4755930"/>
            <a:ext cx="399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G</a:t>
            </a:r>
            <a:endParaRPr lang="zh-CN" altLang="en-US" sz="2400" b="1" baseline="-25000"/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61602D02-A012-6617-0BBC-ADD921786651}"/>
              </a:ext>
            </a:extLst>
          </p:cNvPr>
          <p:cNvCxnSpPr>
            <a:cxnSpLocks/>
            <a:stCxn id="6" idx="6"/>
            <a:endCxn id="17" idx="3"/>
          </p:cNvCxnSpPr>
          <p:nvPr/>
        </p:nvCxnSpPr>
        <p:spPr>
          <a:xfrm flipV="1">
            <a:off x="8378995" y="2237763"/>
            <a:ext cx="646099" cy="556111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206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10FAD-EC61-143C-21FE-1EF9D4DE0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2ED98BB7-558E-6297-5C97-492326904519}"/>
              </a:ext>
            </a:extLst>
          </p:cNvPr>
          <p:cNvSpPr/>
          <p:nvPr/>
        </p:nvSpPr>
        <p:spPr>
          <a:xfrm>
            <a:off x="5554789" y="229965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152B037-1480-DCEA-3015-BCA14512D8E9}"/>
              </a:ext>
            </a:extLst>
          </p:cNvPr>
          <p:cNvSpPr/>
          <p:nvPr/>
        </p:nvSpPr>
        <p:spPr>
          <a:xfrm>
            <a:off x="4536037" y="3074417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2AB21DF-E861-C37C-3E94-300B6A310F98}"/>
              </a:ext>
            </a:extLst>
          </p:cNvPr>
          <p:cNvSpPr/>
          <p:nvPr/>
        </p:nvSpPr>
        <p:spPr>
          <a:xfrm>
            <a:off x="4549695" y="4084090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7AFA36D-F3BF-A136-DF02-D60A43269753}"/>
              </a:ext>
            </a:extLst>
          </p:cNvPr>
          <p:cNvSpPr/>
          <p:nvPr/>
        </p:nvSpPr>
        <p:spPr>
          <a:xfrm>
            <a:off x="6657624" y="2927649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A682EF4-A950-FD6B-7919-D5F9C2F2580F}"/>
              </a:ext>
            </a:extLst>
          </p:cNvPr>
          <p:cNvSpPr/>
          <p:nvPr/>
        </p:nvSpPr>
        <p:spPr>
          <a:xfrm>
            <a:off x="5631365" y="405638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FD27395-28D6-8866-5E18-DFE58EEF4F93}"/>
              </a:ext>
            </a:extLst>
          </p:cNvPr>
          <p:cNvCxnSpPr>
            <a:stCxn id="4" idx="3"/>
            <a:endCxn id="10" idx="7"/>
          </p:cNvCxnSpPr>
          <p:nvPr/>
        </p:nvCxnSpPr>
        <p:spPr>
          <a:xfrm flipH="1">
            <a:off x="4858998" y="2622616"/>
            <a:ext cx="751202" cy="507212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6D89E3C-F7A5-665B-977F-6146C66635D4}"/>
              </a:ext>
            </a:extLst>
          </p:cNvPr>
          <p:cNvCxnSpPr>
            <a:cxnSpLocks/>
            <a:stCxn id="4" idx="5"/>
            <a:endCxn id="14" idx="1"/>
          </p:cNvCxnSpPr>
          <p:nvPr/>
        </p:nvCxnSpPr>
        <p:spPr>
          <a:xfrm>
            <a:off x="5877750" y="2622616"/>
            <a:ext cx="835285" cy="360444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6122A0C-FCAA-2C2F-183A-31650428962E}"/>
              </a:ext>
            </a:extLst>
          </p:cNvPr>
          <p:cNvCxnSpPr>
            <a:cxnSpLocks/>
            <a:stCxn id="14" idx="3"/>
            <a:endCxn id="15" idx="7"/>
          </p:cNvCxnSpPr>
          <p:nvPr/>
        </p:nvCxnSpPr>
        <p:spPr>
          <a:xfrm flipH="1">
            <a:off x="5954326" y="3250610"/>
            <a:ext cx="758709" cy="861185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881FE9F-DA70-1984-F7F1-EE8CE25989B9}"/>
              </a:ext>
            </a:extLst>
          </p:cNvPr>
          <p:cNvCxnSpPr>
            <a:cxnSpLocks/>
            <a:stCxn id="15" idx="1"/>
            <a:endCxn id="10" idx="5"/>
          </p:cNvCxnSpPr>
          <p:nvPr/>
        </p:nvCxnSpPr>
        <p:spPr>
          <a:xfrm flipH="1" flipV="1">
            <a:off x="4858998" y="3397378"/>
            <a:ext cx="827778" cy="714417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3E4377BA-94A7-52D0-5640-7532847CE368}"/>
              </a:ext>
            </a:extLst>
          </p:cNvPr>
          <p:cNvSpPr/>
          <p:nvPr/>
        </p:nvSpPr>
        <p:spPr>
          <a:xfrm>
            <a:off x="5062535" y="597658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F26E680B-40F6-5120-FA30-570B56E1E475}"/>
              </a:ext>
            </a:extLst>
          </p:cNvPr>
          <p:cNvSpPr/>
          <p:nvPr/>
        </p:nvSpPr>
        <p:spPr>
          <a:xfrm>
            <a:off x="6100808" y="597658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G</a:t>
            </a:r>
            <a:endParaRPr lang="zh-CN" altLang="en-US"/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7308AFA2-A4B9-2B9C-F965-0E217FDF1F4A}"/>
              </a:ext>
            </a:extLst>
          </p:cNvPr>
          <p:cNvCxnSpPr>
            <a:cxnSpLocks/>
          </p:cNvCxnSpPr>
          <p:nvPr/>
        </p:nvCxnSpPr>
        <p:spPr>
          <a:xfrm>
            <a:off x="5694282" y="2678027"/>
            <a:ext cx="76576" cy="1378357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椭圆 1">
            <a:extLst>
              <a:ext uri="{FF2B5EF4-FFF2-40B4-BE49-F238E27FC236}">
                <a16:creationId xmlns:a16="http://schemas.microsoft.com/office/drawing/2014/main" id="{DA71FB74-5046-6692-A5AE-AEF65499F07D}"/>
              </a:ext>
            </a:extLst>
          </p:cNvPr>
          <p:cNvSpPr/>
          <p:nvPr/>
        </p:nvSpPr>
        <p:spPr>
          <a:xfrm>
            <a:off x="8000623" y="1262368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H</a:t>
            </a:r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0F4C974-4532-8F42-7E39-CEA79A68AB03}"/>
              </a:ext>
            </a:extLst>
          </p:cNvPr>
          <p:cNvSpPr/>
          <p:nvPr/>
        </p:nvSpPr>
        <p:spPr>
          <a:xfrm>
            <a:off x="8000623" y="2604688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J</a:t>
            </a:r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E8B9F0A-A4C0-F995-B780-D29737EA3141}"/>
              </a:ext>
            </a:extLst>
          </p:cNvPr>
          <p:cNvCxnSpPr>
            <a:cxnSpLocks/>
            <a:stCxn id="6" idx="0"/>
            <a:endCxn id="2" idx="4"/>
          </p:cNvCxnSpPr>
          <p:nvPr/>
        </p:nvCxnSpPr>
        <p:spPr>
          <a:xfrm flipV="1">
            <a:off x="8189809" y="1640740"/>
            <a:ext cx="0" cy="963948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91FE0254-3CCD-6864-57DF-8A9ACAC2BCCB}"/>
              </a:ext>
            </a:extLst>
          </p:cNvPr>
          <p:cNvSpPr/>
          <p:nvPr/>
        </p:nvSpPr>
        <p:spPr>
          <a:xfrm>
            <a:off x="8969683" y="191480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I</a:t>
            </a:r>
            <a:endParaRPr lang="zh-CN" altLang="en-US"/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7B91C055-8D73-0550-3651-67B720481E7C}"/>
              </a:ext>
            </a:extLst>
          </p:cNvPr>
          <p:cNvCxnSpPr>
            <a:cxnSpLocks/>
            <a:stCxn id="17" idx="1"/>
            <a:endCxn id="2" idx="6"/>
          </p:cNvCxnSpPr>
          <p:nvPr/>
        </p:nvCxnSpPr>
        <p:spPr>
          <a:xfrm flipH="1" flipV="1">
            <a:off x="8378995" y="1451554"/>
            <a:ext cx="646099" cy="518659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35D69D0-66BB-A2E5-160E-D71FCCE1E71D}"/>
              </a:ext>
            </a:extLst>
          </p:cNvPr>
          <p:cNvCxnSpPr>
            <a:cxnSpLocks/>
          </p:cNvCxnSpPr>
          <p:nvPr/>
        </p:nvCxnSpPr>
        <p:spPr>
          <a:xfrm>
            <a:off x="5816652" y="2678354"/>
            <a:ext cx="76576" cy="1378357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F6B9D620-BF22-E479-F32D-F8345D83E5F1}"/>
              </a:ext>
            </a:extLst>
          </p:cNvPr>
          <p:cNvCxnSpPr>
            <a:cxnSpLocks/>
            <a:stCxn id="6" idx="6"/>
            <a:endCxn id="17" idx="3"/>
          </p:cNvCxnSpPr>
          <p:nvPr/>
        </p:nvCxnSpPr>
        <p:spPr>
          <a:xfrm flipV="1">
            <a:off x="8378995" y="2237763"/>
            <a:ext cx="646099" cy="556111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DBDD3CB-918D-6950-C6F8-C007E0D3939B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>
            <a:off x="4725223" y="3452789"/>
            <a:ext cx="13658" cy="631301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01E34610-E9CF-8748-4962-C83E475C3B17}"/>
              </a:ext>
            </a:extLst>
          </p:cNvPr>
          <p:cNvCxnSpPr>
            <a:cxnSpLocks/>
            <a:stCxn id="15" idx="2"/>
            <a:endCxn id="12" idx="6"/>
          </p:cNvCxnSpPr>
          <p:nvPr/>
        </p:nvCxnSpPr>
        <p:spPr>
          <a:xfrm flipH="1">
            <a:off x="4928067" y="4245570"/>
            <a:ext cx="703298" cy="27706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776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BFF8B-5F88-C717-438F-0CFAF2893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252ED7A3-7221-309E-AD08-94764BF6CFE3}"/>
              </a:ext>
            </a:extLst>
          </p:cNvPr>
          <p:cNvSpPr/>
          <p:nvPr/>
        </p:nvSpPr>
        <p:spPr>
          <a:xfrm>
            <a:off x="4324256" y="369363"/>
            <a:ext cx="391886" cy="39188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CA69090E-6979-99E3-141A-B7EE1BDBB888}"/>
              </a:ext>
            </a:extLst>
          </p:cNvPr>
          <p:cNvSpPr/>
          <p:nvPr/>
        </p:nvSpPr>
        <p:spPr>
          <a:xfrm>
            <a:off x="5337754" y="369363"/>
            <a:ext cx="391886" cy="39188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30BD2F9-D25D-03AD-06DD-EF27CCC91F62}"/>
              </a:ext>
            </a:extLst>
          </p:cNvPr>
          <p:cNvSpPr/>
          <p:nvPr/>
        </p:nvSpPr>
        <p:spPr>
          <a:xfrm>
            <a:off x="6351252" y="369363"/>
            <a:ext cx="391886" cy="39188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502F65A-79A4-FCCA-49FC-7BB353737D88}"/>
              </a:ext>
            </a:extLst>
          </p:cNvPr>
          <p:cNvCxnSpPr>
            <a:cxnSpLocks/>
            <a:stCxn id="2" idx="6"/>
            <a:endCxn id="4" idx="2"/>
          </p:cNvCxnSpPr>
          <p:nvPr/>
        </p:nvCxnSpPr>
        <p:spPr>
          <a:xfrm>
            <a:off x="4716142" y="565306"/>
            <a:ext cx="6216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A2A32183-2DE8-3849-943F-EC5FB36E9E89}"/>
              </a:ext>
            </a:extLst>
          </p:cNvPr>
          <p:cNvCxnSpPr>
            <a:cxnSpLocks/>
            <a:stCxn id="6" idx="2"/>
            <a:endCxn id="4" idx="6"/>
          </p:cNvCxnSpPr>
          <p:nvPr/>
        </p:nvCxnSpPr>
        <p:spPr>
          <a:xfrm flipH="1">
            <a:off x="5729640" y="565306"/>
            <a:ext cx="6216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椭圆 35">
            <a:extLst>
              <a:ext uri="{FF2B5EF4-FFF2-40B4-BE49-F238E27FC236}">
                <a16:creationId xmlns:a16="http://schemas.microsoft.com/office/drawing/2014/main" id="{40C861EF-4622-B977-3E79-31939C58B0B1}"/>
              </a:ext>
            </a:extLst>
          </p:cNvPr>
          <p:cNvSpPr/>
          <p:nvPr/>
        </p:nvSpPr>
        <p:spPr>
          <a:xfrm>
            <a:off x="3409105" y="940676"/>
            <a:ext cx="391886" cy="39188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393C187F-B6CA-E294-61C4-D092880BBBDB}"/>
              </a:ext>
            </a:extLst>
          </p:cNvPr>
          <p:cNvSpPr/>
          <p:nvPr/>
        </p:nvSpPr>
        <p:spPr>
          <a:xfrm>
            <a:off x="3125326" y="1656880"/>
            <a:ext cx="391886" cy="39188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381CF451-B2A8-E6FC-857D-AFF544E8818E}"/>
              </a:ext>
            </a:extLst>
          </p:cNvPr>
          <p:cNvSpPr/>
          <p:nvPr/>
        </p:nvSpPr>
        <p:spPr>
          <a:xfrm>
            <a:off x="4080266" y="1764987"/>
            <a:ext cx="391886" cy="39188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71B1A9C1-B7A6-7930-FB1E-928C8B0EF81E}"/>
              </a:ext>
            </a:extLst>
          </p:cNvPr>
          <p:cNvSpPr/>
          <p:nvPr/>
        </p:nvSpPr>
        <p:spPr>
          <a:xfrm>
            <a:off x="5206375" y="1607332"/>
            <a:ext cx="391886" cy="39188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AF78FFA9-69AC-7391-9FBF-C5FE77595B90}"/>
              </a:ext>
            </a:extLst>
          </p:cNvPr>
          <p:cNvSpPr/>
          <p:nvPr/>
        </p:nvSpPr>
        <p:spPr>
          <a:xfrm>
            <a:off x="6397798" y="1332562"/>
            <a:ext cx="391886" cy="39188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97522871-5426-853F-99E6-92C54879EBC8}"/>
              </a:ext>
            </a:extLst>
          </p:cNvPr>
          <p:cNvSpPr/>
          <p:nvPr/>
        </p:nvSpPr>
        <p:spPr>
          <a:xfrm>
            <a:off x="7393278" y="940676"/>
            <a:ext cx="391886" cy="39188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B204DBC0-095B-BDDF-5194-8DC204C536B8}"/>
              </a:ext>
            </a:extLst>
          </p:cNvPr>
          <p:cNvCxnSpPr>
            <a:cxnSpLocks/>
            <a:stCxn id="2" idx="2"/>
            <a:endCxn id="36" idx="7"/>
          </p:cNvCxnSpPr>
          <p:nvPr/>
        </p:nvCxnSpPr>
        <p:spPr>
          <a:xfrm flipH="1">
            <a:off x="3743601" y="565306"/>
            <a:ext cx="580655" cy="4327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D6DD4A48-8728-1A93-0994-935EBBC5BBDA}"/>
              </a:ext>
            </a:extLst>
          </p:cNvPr>
          <p:cNvCxnSpPr>
            <a:cxnSpLocks/>
            <a:stCxn id="36" idx="3"/>
            <a:endCxn id="38" idx="0"/>
          </p:cNvCxnSpPr>
          <p:nvPr/>
        </p:nvCxnSpPr>
        <p:spPr>
          <a:xfrm flipH="1">
            <a:off x="3321269" y="1275172"/>
            <a:ext cx="145226" cy="3817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C114E3FC-3448-60D6-E0A5-C37AF5724657}"/>
              </a:ext>
            </a:extLst>
          </p:cNvPr>
          <p:cNvCxnSpPr>
            <a:cxnSpLocks/>
            <a:stCxn id="38" idx="6"/>
            <a:endCxn id="40" idx="2"/>
          </p:cNvCxnSpPr>
          <p:nvPr/>
        </p:nvCxnSpPr>
        <p:spPr>
          <a:xfrm>
            <a:off x="3517212" y="1852823"/>
            <a:ext cx="563054" cy="1081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DC0F0699-5EA2-E727-8644-E1A589F57460}"/>
              </a:ext>
            </a:extLst>
          </p:cNvPr>
          <p:cNvCxnSpPr>
            <a:cxnSpLocks/>
            <a:stCxn id="40" idx="6"/>
            <a:endCxn id="42" idx="3"/>
          </p:cNvCxnSpPr>
          <p:nvPr/>
        </p:nvCxnSpPr>
        <p:spPr>
          <a:xfrm flipV="1">
            <a:off x="4472152" y="1941828"/>
            <a:ext cx="791613" cy="191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D517967F-D097-9665-51B1-F46B3DF2CEDB}"/>
              </a:ext>
            </a:extLst>
          </p:cNvPr>
          <p:cNvCxnSpPr>
            <a:cxnSpLocks/>
            <a:stCxn id="46" idx="2"/>
            <a:endCxn id="44" idx="7"/>
          </p:cNvCxnSpPr>
          <p:nvPr/>
        </p:nvCxnSpPr>
        <p:spPr>
          <a:xfrm flipH="1">
            <a:off x="6732294" y="1136619"/>
            <a:ext cx="660984" cy="25333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777AC089-205A-2222-4A7C-73905F28BE41}"/>
              </a:ext>
            </a:extLst>
          </p:cNvPr>
          <p:cNvCxnSpPr>
            <a:cxnSpLocks/>
            <a:stCxn id="42" idx="6"/>
            <a:endCxn id="44" idx="2"/>
          </p:cNvCxnSpPr>
          <p:nvPr/>
        </p:nvCxnSpPr>
        <p:spPr>
          <a:xfrm flipV="1">
            <a:off x="5598261" y="1528505"/>
            <a:ext cx="799537" cy="2747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025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4BB4B-3790-DD0F-7704-D16068D4A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29DBE4A0-096B-D13F-3A97-8653AA96BE8D}"/>
              </a:ext>
            </a:extLst>
          </p:cNvPr>
          <p:cNvSpPr/>
          <p:nvPr/>
        </p:nvSpPr>
        <p:spPr>
          <a:xfrm>
            <a:off x="10215689" y="61861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88ED5640-ACA8-48A9-1A7B-CD93B358D679}"/>
              </a:ext>
            </a:extLst>
          </p:cNvPr>
          <p:cNvSpPr/>
          <p:nvPr/>
        </p:nvSpPr>
        <p:spPr>
          <a:xfrm>
            <a:off x="9535520" y="115950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D38857FC-B685-F2FE-C49B-33D667CC5AEA}"/>
              </a:ext>
            </a:extLst>
          </p:cNvPr>
          <p:cNvSpPr/>
          <p:nvPr/>
        </p:nvSpPr>
        <p:spPr>
          <a:xfrm>
            <a:off x="10860207" y="115950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B2FE76A-E598-26C8-0811-85A6737CC13B}"/>
              </a:ext>
            </a:extLst>
          </p:cNvPr>
          <p:cNvCxnSpPr>
            <a:stCxn id="2" idx="3"/>
            <a:endCxn id="3" idx="7"/>
          </p:cNvCxnSpPr>
          <p:nvPr/>
        </p:nvCxnSpPr>
        <p:spPr>
          <a:xfrm flipH="1">
            <a:off x="9820033" y="903126"/>
            <a:ext cx="444471" cy="3051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2DCB233-2D52-183F-FC2C-A40E7360B808}"/>
              </a:ext>
            </a:extLst>
          </p:cNvPr>
          <p:cNvCxnSpPr>
            <a:stCxn id="2" idx="5"/>
            <a:endCxn id="4" idx="1"/>
          </p:cNvCxnSpPr>
          <p:nvPr/>
        </p:nvCxnSpPr>
        <p:spPr>
          <a:xfrm>
            <a:off x="10500202" y="903126"/>
            <a:ext cx="408820" cy="3051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639BE11D-C9DF-573C-624E-936A3E54D561}"/>
              </a:ext>
            </a:extLst>
          </p:cNvPr>
          <p:cNvSpPr/>
          <p:nvPr/>
        </p:nvSpPr>
        <p:spPr>
          <a:xfrm>
            <a:off x="9130304" y="178749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4C1A9CD-6661-DD1A-5147-4B58F88659E1}"/>
              </a:ext>
            </a:extLst>
          </p:cNvPr>
          <p:cNvCxnSpPr>
            <a:cxnSpLocks/>
            <a:stCxn id="3" idx="3"/>
            <a:endCxn id="7" idx="7"/>
          </p:cNvCxnSpPr>
          <p:nvPr/>
        </p:nvCxnSpPr>
        <p:spPr>
          <a:xfrm flipH="1">
            <a:off x="9414817" y="1444015"/>
            <a:ext cx="169518" cy="3922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53661B73-41D3-9A55-B8FE-74B05A3F1B47}"/>
              </a:ext>
            </a:extLst>
          </p:cNvPr>
          <p:cNvSpPr/>
          <p:nvPr/>
        </p:nvSpPr>
        <p:spPr>
          <a:xfrm>
            <a:off x="9845575" y="177925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497DB06-FCA1-0AD1-F251-17AC75E64570}"/>
              </a:ext>
            </a:extLst>
          </p:cNvPr>
          <p:cNvCxnSpPr>
            <a:stCxn id="3" idx="5"/>
            <a:endCxn id="9" idx="0"/>
          </p:cNvCxnSpPr>
          <p:nvPr/>
        </p:nvCxnSpPr>
        <p:spPr>
          <a:xfrm>
            <a:off x="9820033" y="1444015"/>
            <a:ext cx="192206" cy="3352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92C6D9B5-AC9D-2D21-E93A-DBC261735B5D}"/>
              </a:ext>
            </a:extLst>
          </p:cNvPr>
          <p:cNvSpPr/>
          <p:nvPr/>
        </p:nvSpPr>
        <p:spPr>
          <a:xfrm>
            <a:off x="10524642" y="177925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D739FF3-DBDF-B449-BBBE-5CF369CA275C}"/>
              </a:ext>
            </a:extLst>
          </p:cNvPr>
          <p:cNvSpPr/>
          <p:nvPr/>
        </p:nvSpPr>
        <p:spPr>
          <a:xfrm>
            <a:off x="11262568" y="178749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BA1E93B-DF36-9D2D-18DF-5C1D0D07227D}"/>
              </a:ext>
            </a:extLst>
          </p:cNvPr>
          <p:cNvCxnSpPr>
            <a:stCxn id="4" idx="3"/>
            <a:endCxn id="11" idx="0"/>
          </p:cNvCxnSpPr>
          <p:nvPr/>
        </p:nvCxnSpPr>
        <p:spPr>
          <a:xfrm flipH="1">
            <a:off x="10691306" y="1444015"/>
            <a:ext cx="217716" cy="3352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7351B02-78FE-B1EC-5572-83F1102134A7}"/>
              </a:ext>
            </a:extLst>
          </p:cNvPr>
          <p:cNvCxnSpPr>
            <a:stCxn id="4" idx="5"/>
            <a:endCxn id="12" idx="0"/>
          </p:cNvCxnSpPr>
          <p:nvPr/>
        </p:nvCxnSpPr>
        <p:spPr>
          <a:xfrm>
            <a:off x="11144720" y="1444015"/>
            <a:ext cx="284512" cy="3434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DF11A788-61B8-E88E-3292-50B4F9FE0135}"/>
              </a:ext>
            </a:extLst>
          </p:cNvPr>
          <p:cNvSpPr txBox="1"/>
          <p:nvPr/>
        </p:nvSpPr>
        <p:spPr>
          <a:xfrm>
            <a:off x="10025656" y="41067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1583197-F32A-7AAF-EBBE-D38F28BA2892}"/>
              </a:ext>
            </a:extLst>
          </p:cNvPr>
          <p:cNvSpPr txBox="1"/>
          <p:nvPr/>
        </p:nvSpPr>
        <p:spPr>
          <a:xfrm>
            <a:off x="9271637" y="102103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0B841E3-167F-4BE7-A828-B944B96A69A5}"/>
              </a:ext>
            </a:extLst>
          </p:cNvPr>
          <p:cNvSpPr txBox="1"/>
          <p:nvPr/>
        </p:nvSpPr>
        <p:spPr>
          <a:xfrm>
            <a:off x="10545272" y="101350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001308E-5DDF-9E0B-0E3D-54251D6AEBE8}"/>
              </a:ext>
            </a:extLst>
          </p:cNvPr>
          <p:cNvSpPr txBox="1"/>
          <p:nvPr/>
        </p:nvSpPr>
        <p:spPr>
          <a:xfrm>
            <a:off x="8873253" y="197824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96A2267-FDF8-6B52-88C9-474080D607CD}"/>
              </a:ext>
            </a:extLst>
          </p:cNvPr>
          <p:cNvSpPr txBox="1"/>
          <p:nvPr/>
        </p:nvSpPr>
        <p:spPr>
          <a:xfrm>
            <a:off x="9674844" y="198865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B987C5A-6C3B-A7CB-65D3-2CA1ABD601A1}"/>
              </a:ext>
            </a:extLst>
          </p:cNvPr>
          <p:cNvSpPr txBox="1"/>
          <p:nvPr/>
        </p:nvSpPr>
        <p:spPr>
          <a:xfrm>
            <a:off x="10336205" y="199654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30E5870-3882-62D9-D279-4AA342676ADB}"/>
              </a:ext>
            </a:extLst>
          </p:cNvPr>
          <p:cNvSpPr txBox="1"/>
          <p:nvPr/>
        </p:nvSpPr>
        <p:spPr>
          <a:xfrm>
            <a:off x="10985519" y="199654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46D8341A-8FE4-E572-AC69-B21ADA521BFA}"/>
              </a:ext>
            </a:extLst>
          </p:cNvPr>
          <p:cNvSpPr/>
          <p:nvPr/>
        </p:nvSpPr>
        <p:spPr>
          <a:xfrm>
            <a:off x="3323778" y="76054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B84C73CA-B2D6-1BF5-0E55-41329767B723}"/>
              </a:ext>
            </a:extLst>
          </p:cNvPr>
          <p:cNvSpPr/>
          <p:nvPr/>
        </p:nvSpPr>
        <p:spPr>
          <a:xfrm>
            <a:off x="2643609" y="130143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36107060-0739-8408-A715-8C17BE0A6D96}"/>
              </a:ext>
            </a:extLst>
          </p:cNvPr>
          <p:cNvSpPr/>
          <p:nvPr/>
        </p:nvSpPr>
        <p:spPr>
          <a:xfrm>
            <a:off x="3968296" y="130143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F5533E3A-57E3-150F-8AD5-235CA51467BB}"/>
              </a:ext>
            </a:extLst>
          </p:cNvPr>
          <p:cNvCxnSpPr>
            <a:stCxn id="22" idx="3"/>
            <a:endCxn id="23" idx="7"/>
          </p:cNvCxnSpPr>
          <p:nvPr/>
        </p:nvCxnSpPr>
        <p:spPr>
          <a:xfrm flipH="1">
            <a:off x="2928122" y="1045055"/>
            <a:ext cx="444471" cy="3051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A2A7C91-5D5C-EA13-4B0F-D967FC2D783A}"/>
              </a:ext>
            </a:extLst>
          </p:cNvPr>
          <p:cNvCxnSpPr>
            <a:stCxn id="22" idx="5"/>
            <a:endCxn id="24" idx="1"/>
          </p:cNvCxnSpPr>
          <p:nvPr/>
        </p:nvCxnSpPr>
        <p:spPr>
          <a:xfrm>
            <a:off x="3608291" y="1045055"/>
            <a:ext cx="408820" cy="3051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C2A297E0-4B76-2DCB-4526-C46E055E930B}"/>
              </a:ext>
            </a:extLst>
          </p:cNvPr>
          <p:cNvSpPr/>
          <p:nvPr/>
        </p:nvSpPr>
        <p:spPr>
          <a:xfrm>
            <a:off x="2238393" y="192942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ED8BC43-BD91-B58B-728E-63B5802743A0}"/>
              </a:ext>
            </a:extLst>
          </p:cNvPr>
          <p:cNvCxnSpPr>
            <a:cxnSpLocks/>
            <a:stCxn id="23" idx="3"/>
            <a:endCxn id="27" idx="7"/>
          </p:cNvCxnSpPr>
          <p:nvPr/>
        </p:nvCxnSpPr>
        <p:spPr>
          <a:xfrm flipH="1">
            <a:off x="2522906" y="1585944"/>
            <a:ext cx="169518" cy="3922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椭圆 28">
            <a:extLst>
              <a:ext uri="{FF2B5EF4-FFF2-40B4-BE49-F238E27FC236}">
                <a16:creationId xmlns:a16="http://schemas.microsoft.com/office/drawing/2014/main" id="{44DB3A36-956D-469F-2225-DA88A0B806C0}"/>
              </a:ext>
            </a:extLst>
          </p:cNvPr>
          <p:cNvSpPr/>
          <p:nvPr/>
        </p:nvSpPr>
        <p:spPr>
          <a:xfrm>
            <a:off x="2953664" y="192118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E5721C0C-A9DB-42EE-94A6-88A7AE1AFBDB}"/>
              </a:ext>
            </a:extLst>
          </p:cNvPr>
          <p:cNvCxnSpPr>
            <a:stCxn id="23" idx="5"/>
            <a:endCxn id="29" idx="0"/>
          </p:cNvCxnSpPr>
          <p:nvPr/>
        </p:nvCxnSpPr>
        <p:spPr>
          <a:xfrm>
            <a:off x="2928122" y="1585944"/>
            <a:ext cx="192206" cy="3352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46C604A6-15F9-9E78-46B4-B7CD05B06F0F}"/>
              </a:ext>
            </a:extLst>
          </p:cNvPr>
          <p:cNvSpPr/>
          <p:nvPr/>
        </p:nvSpPr>
        <p:spPr>
          <a:xfrm>
            <a:off x="3632731" y="192118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2CE6B243-1E52-171E-2E4D-171FB8AF42C6}"/>
              </a:ext>
            </a:extLst>
          </p:cNvPr>
          <p:cNvSpPr/>
          <p:nvPr/>
        </p:nvSpPr>
        <p:spPr>
          <a:xfrm>
            <a:off x="4370657" y="192942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0BCE1AF-C120-2877-AF32-02009767C2A9}"/>
              </a:ext>
            </a:extLst>
          </p:cNvPr>
          <p:cNvCxnSpPr>
            <a:stCxn id="24" idx="3"/>
            <a:endCxn id="31" idx="0"/>
          </p:cNvCxnSpPr>
          <p:nvPr/>
        </p:nvCxnSpPr>
        <p:spPr>
          <a:xfrm flipH="1">
            <a:off x="3799395" y="1585944"/>
            <a:ext cx="217716" cy="3352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40ABD1D-8493-C702-4958-7D7864EA4110}"/>
              </a:ext>
            </a:extLst>
          </p:cNvPr>
          <p:cNvCxnSpPr>
            <a:stCxn id="24" idx="5"/>
            <a:endCxn id="32" idx="0"/>
          </p:cNvCxnSpPr>
          <p:nvPr/>
        </p:nvCxnSpPr>
        <p:spPr>
          <a:xfrm>
            <a:off x="4252809" y="1585944"/>
            <a:ext cx="284512" cy="3434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427F422-625D-84EB-89D0-2512A051EB93}"/>
              </a:ext>
            </a:extLst>
          </p:cNvPr>
          <p:cNvSpPr txBox="1"/>
          <p:nvPr/>
        </p:nvSpPr>
        <p:spPr>
          <a:xfrm>
            <a:off x="3133745" y="55260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2DA3A6F-75A2-B8AB-9663-7974962223B3}"/>
              </a:ext>
            </a:extLst>
          </p:cNvPr>
          <p:cNvSpPr txBox="1"/>
          <p:nvPr/>
        </p:nvSpPr>
        <p:spPr>
          <a:xfrm>
            <a:off x="2379726" y="116296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7B85110-0558-493D-3DF0-FB707CB6F479}"/>
              </a:ext>
            </a:extLst>
          </p:cNvPr>
          <p:cNvSpPr txBox="1"/>
          <p:nvPr/>
        </p:nvSpPr>
        <p:spPr>
          <a:xfrm>
            <a:off x="3653361" y="115543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6473499-D7E1-ED29-CD10-96A098987F34}"/>
              </a:ext>
            </a:extLst>
          </p:cNvPr>
          <p:cNvSpPr txBox="1"/>
          <p:nvPr/>
        </p:nvSpPr>
        <p:spPr>
          <a:xfrm>
            <a:off x="1981342" y="212017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1BA7BB4-0F9F-0EB8-E4C4-FDB7845E8047}"/>
              </a:ext>
            </a:extLst>
          </p:cNvPr>
          <p:cNvSpPr txBox="1"/>
          <p:nvPr/>
        </p:nvSpPr>
        <p:spPr>
          <a:xfrm>
            <a:off x="2782933" y="213058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5CA684E-79A1-3670-864C-2524214BE4C3}"/>
              </a:ext>
            </a:extLst>
          </p:cNvPr>
          <p:cNvSpPr txBox="1"/>
          <p:nvPr/>
        </p:nvSpPr>
        <p:spPr>
          <a:xfrm>
            <a:off x="3444294" y="213847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28DB36A-0FF4-65EA-ED9B-636678073EA8}"/>
              </a:ext>
            </a:extLst>
          </p:cNvPr>
          <p:cNvSpPr txBox="1"/>
          <p:nvPr/>
        </p:nvSpPr>
        <p:spPr>
          <a:xfrm>
            <a:off x="4093608" y="213847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81DA7684-9F5A-0ED7-5815-E870A7B324E6}"/>
              </a:ext>
            </a:extLst>
          </p:cNvPr>
          <p:cNvSpPr/>
          <p:nvPr/>
        </p:nvSpPr>
        <p:spPr>
          <a:xfrm>
            <a:off x="2819775" y="621612"/>
            <a:ext cx="1288268" cy="310817"/>
          </a:xfrm>
          <a:custGeom>
            <a:avLst/>
            <a:gdLst>
              <a:gd name="csX0" fmla="*/ 0 w 1288268"/>
              <a:gd name="csY0" fmla="*/ 9009 h 310817"/>
              <a:gd name="csX1" fmla="*/ 657648 w 1288268"/>
              <a:gd name="csY1" fmla="*/ 310806 h 310817"/>
              <a:gd name="csX2" fmla="*/ 1288268 w 1288268"/>
              <a:gd name="csY2" fmla="*/ 0 h 3108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88268" h="310817">
                <a:moveTo>
                  <a:pt x="0" y="9009"/>
                </a:moveTo>
                <a:cubicBezTo>
                  <a:pt x="221468" y="160658"/>
                  <a:pt x="442937" y="312307"/>
                  <a:pt x="657648" y="310806"/>
                </a:cubicBezTo>
                <a:cubicBezTo>
                  <a:pt x="872359" y="309305"/>
                  <a:pt x="1080313" y="154652"/>
                  <a:pt x="1288268" y="0"/>
                </a:cubicBez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7166EBAD-5888-452D-C3AC-D6AC9330B65E}"/>
              </a:ext>
            </a:extLst>
          </p:cNvPr>
          <p:cNvSpPr/>
          <p:nvPr/>
        </p:nvSpPr>
        <p:spPr>
          <a:xfrm>
            <a:off x="2094562" y="1189170"/>
            <a:ext cx="2675633" cy="320096"/>
          </a:xfrm>
          <a:custGeom>
            <a:avLst/>
            <a:gdLst>
              <a:gd name="csX0" fmla="*/ 0 w 2675633"/>
              <a:gd name="csY0" fmla="*/ 0 h 320096"/>
              <a:gd name="csX1" fmla="*/ 630620 w 2675633"/>
              <a:gd name="csY1" fmla="*/ 220718 h 320096"/>
              <a:gd name="csX2" fmla="*/ 1396374 w 2675633"/>
              <a:gd name="csY2" fmla="*/ 319815 h 320096"/>
              <a:gd name="csX3" fmla="*/ 2162128 w 2675633"/>
              <a:gd name="csY3" fmla="*/ 193691 h 320096"/>
              <a:gd name="csX4" fmla="*/ 2675633 w 2675633"/>
              <a:gd name="csY4" fmla="*/ 13514 h 3200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75633" h="320096">
                <a:moveTo>
                  <a:pt x="0" y="0"/>
                </a:moveTo>
                <a:cubicBezTo>
                  <a:pt x="198945" y="83708"/>
                  <a:pt x="397891" y="167416"/>
                  <a:pt x="630620" y="220718"/>
                </a:cubicBezTo>
                <a:cubicBezTo>
                  <a:pt x="863349" y="274021"/>
                  <a:pt x="1141123" y="324320"/>
                  <a:pt x="1396374" y="319815"/>
                </a:cubicBezTo>
                <a:cubicBezTo>
                  <a:pt x="1651625" y="315311"/>
                  <a:pt x="1948918" y="244741"/>
                  <a:pt x="2162128" y="193691"/>
                </a:cubicBezTo>
                <a:cubicBezTo>
                  <a:pt x="2375338" y="142641"/>
                  <a:pt x="2525485" y="78077"/>
                  <a:pt x="2675633" y="13514"/>
                </a:cubicBez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2AE7CC29-6761-85D9-843A-DD470C330DA6}"/>
              </a:ext>
            </a:extLst>
          </p:cNvPr>
          <p:cNvSpPr/>
          <p:nvPr/>
        </p:nvSpPr>
        <p:spPr>
          <a:xfrm>
            <a:off x="1720694" y="1905899"/>
            <a:ext cx="3610056" cy="252029"/>
          </a:xfrm>
          <a:custGeom>
            <a:avLst/>
            <a:gdLst>
              <a:gd name="csX0" fmla="*/ 0 w 3657600"/>
              <a:gd name="csY0" fmla="*/ 0 h 301822"/>
              <a:gd name="csX1" fmla="*/ 1747720 w 3657600"/>
              <a:gd name="csY1" fmla="*/ 301797 h 301822"/>
              <a:gd name="csX2" fmla="*/ 3657600 w 3657600"/>
              <a:gd name="csY2" fmla="*/ 13513 h 3018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657600" h="301822">
                <a:moveTo>
                  <a:pt x="0" y="0"/>
                </a:moveTo>
                <a:cubicBezTo>
                  <a:pt x="569060" y="149772"/>
                  <a:pt x="1138120" y="299545"/>
                  <a:pt x="1747720" y="301797"/>
                </a:cubicBezTo>
                <a:cubicBezTo>
                  <a:pt x="2357320" y="304049"/>
                  <a:pt x="3007460" y="158781"/>
                  <a:pt x="3657600" y="13513"/>
                </a:cubicBez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2AB1F90-5E10-6D53-6E73-3279B4CB463C}"/>
              </a:ext>
            </a:extLst>
          </p:cNvPr>
          <p:cNvSpPr txBox="1"/>
          <p:nvPr/>
        </p:nvSpPr>
        <p:spPr>
          <a:xfrm>
            <a:off x="4173464" y="367941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第一层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54561B1-23C1-3198-52FF-A74F88F15145}"/>
              </a:ext>
            </a:extLst>
          </p:cNvPr>
          <p:cNvSpPr txBox="1"/>
          <p:nvPr/>
        </p:nvSpPr>
        <p:spPr>
          <a:xfrm>
            <a:off x="4830381" y="933851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第二层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9B4D8F2-D89C-B212-6577-F62C34F3080D}"/>
              </a:ext>
            </a:extLst>
          </p:cNvPr>
          <p:cNvSpPr txBox="1"/>
          <p:nvPr/>
        </p:nvSpPr>
        <p:spPr>
          <a:xfrm>
            <a:off x="5325630" y="165798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第三层</a:t>
            </a:r>
          </a:p>
        </p:txBody>
      </p:sp>
    </p:spTree>
    <p:extLst>
      <p:ext uri="{BB962C8B-B14F-4D97-AF65-F5344CB8AC3E}">
        <p14:creationId xmlns:p14="http://schemas.microsoft.com/office/powerpoint/2010/main" val="79692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D9845-725C-D146-C659-89C0F0FDE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A86BE6DB-D35F-4810-0C95-347F72116830}"/>
              </a:ext>
            </a:extLst>
          </p:cNvPr>
          <p:cNvSpPr/>
          <p:nvPr/>
        </p:nvSpPr>
        <p:spPr>
          <a:xfrm>
            <a:off x="5923331" y="196768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C9762E7-8FC7-11FC-E92E-1F2929D5122C}"/>
              </a:ext>
            </a:extLst>
          </p:cNvPr>
          <p:cNvSpPr/>
          <p:nvPr/>
        </p:nvSpPr>
        <p:spPr>
          <a:xfrm>
            <a:off x="4904579" y="2742447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A8971DF-39DB-AF86-42A7-8C1B6B77E283}"/>
              </a:ext>
            </a:extLst>
          </p:cNvPr>
          <p:cNvSpPr/>
          <p:nvPr/>
        </p:nvSpPr>
        <p:spPr>
          <a:xfrm>
            <a:off x="3909099" y="1589313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6D0ED58-5F00-88C7-3FAA-507BBE4946B4}"/>
              </a:ext>
            </a:extLst>
          </p:cNvPr>
          <p:cNvSpPr/>
          <p:nvPr/>
        </p:nvSpPr>
        <p:spPr>
          <a:xfrm>
            <a:off x="7026166" y="2595679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8859C5D-B02B-4467-DF3B-22EB2935C1B5}"/>
              </a:ext>
            </a:extLst>
          </p:cNvPr>
          <p:cNvSpPr/>
          <p:nvPr/>
        </p:nvSpPr>
        <p:spPr>
          <a:xfrm>
            <a:off x="5999907" y="372441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47038AB-42E6-9118-CDC9-A60F6BE7BBE7}"/>
              </a:ext>
            </a:extLst>
          </p:cNvPr>
          <p:cNvCxnSpPr>
            <a:stCxn id="4" idx="3"/>
            <a:endCxn id="10" idx="7"/>
          </p:cNvCxnSpPr>
          <p:nvPr/>
        </p:nvCxnSpPr>
        <p:spPr>
          <a:xfrm flipH="1">
            <a:off x="5227540" y="2290646"/>
            <a:ext cx="751202" cy="5072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4C84FE5-8168-593C-2D45-5B5B02139F18}"/>
              </a:ext>
            </a:extLst>
          </p:cNvPr>
          <p:cNvCxnSpPr>
            <a:cxnSpLocks/>
            <a:stCxn id="4" idx="5"/>
            <a:endCxn id="14" idx="1"/>
          </p:cNvCxnSpPr>
          <p:nvPr/>
        </p:nvCxnSpPr>
        <p:spPr>
          <a:xfrm>
            <a:off x="6246292" y="2290646"/>
            <a:ext cx="835285" cy="3604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708C6E3-CC39-D4A0-431F-485846B329FE}"/>
              </a:ext>
            </a:extLst>
          </p:cNvPr>
          <p:cNvCxnSpPr>
            <a:cxnSpLocks/>
            <a:stCxn id="14" idx="3"/>
            <a:endCxn id="15" idx="7"/>
          </p:cNvCxnSpPr>
          <p:nvPr/>
        </p:nvCxnSpPr>
        <p:spPr>
          <a:xfrm flipH="1">
            <a:off x="6322868" y="2918640"/>
            <a:ext cx="758709" cy="8611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1362A290-79D6-2BE0-6E6C-3EB0D80F95AB}"/>
              </a:ext>
            </a:extLst>
          </p:cNvPr>
          <p:cNvCxnSpPr>
            <a:cxnSpLocks/>
            <a:stCxn id="12" idx="5"/>
            <a:endCxn id="10" idx="1"/>
          </p:cNvCxnSpPr>
          <p:nvPr/>
        </p:nvCxnSpPr>
        <p:spPr>
          <a:xfrm>
            <a:off x="4232060" y="1912274"/>
            <a:ext cx="727930" cy="8855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D19D2DA-8BD4-6AC2-5543-2B67A3D2B062}"/>
              </a:ext>
            </a:extLst>
          </p:cNvPr>
          <p:cNvCxnSpPr>
            <a:cxnSpLocks/>
            <a:stCxn id="15" idx="1"/>
            <a:endCxn id="10" idx="5"/>
          </p:cNvCxnSpPr>
          <p:nvPr/>
        </p:nvCxnSpPr>
        <p:spPr>
          <a:xfrm flipH="1" flipV="1">
            <a:off x="5227540" y="3065408"/>
            <a:ext cx="827778" cy="7144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AE51ADE3-0372-FFF0-8AA2-A2DC8FD60EF7}"/>
              </a:ext>
            </a:extLst>
          </p:cNvPr>
          <p:cNvSpPr/>
          <p:nvPr/>
        </p:nvSpPr>
        <p:spPr>
          <a:xfrm>
            <a:off x="5906814" y="107062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1BC1B0A1-FE00-0A18-327D-10C0779A740C}"/>
              </a:ext>
            </a:extLst>
          </p:cNvPr>
          <p:cNvSpPr/>
          <p:nvPr/>
        </p:nvSpPr>
        <p:spPr>
          <a:xfrm>
            <a:off x="6945087" y="107062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u="sng"/>
              <a:t>T</a:t>
            </a:r>
            <a:endParaRPr lang="zh-CN" altLang="en-US" b="1" u="sng"/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37EBBEDC-9D23-E7B5-2114-3833F751B9D3}"/>
              </a:ext>
            </a:extLst>
          </p:cNvPr>
          <p:cNvCxnSpPr>
            <a:cxnSpLocks/>
            <a:stCxn id="4" idx="4"/>
            <a:endCxn id="15" idx="0"/>
          </p:cNvCxnSpPr>
          <p:nvPr/>
        </p:nvCxnSpPr>
        <p:spPr>
          <a:xfrm>
            <a:off x="6112517" y="2346057"/>
            <a:ext cx="76576" cy="13783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D72C338-68F7-BA0F-0226-4E727ED4438E}"/>
              </a:ext>
            </a:extLst>
          </p:cNvPr>
          <p:cNvCxnSpPr>
            <a:cxnSpLocks/>
            <a:stCxn id="21" idx="2"/>
            <a:endCxn id="18" idx="6"/>
          </p:cNvCxnSpPr>
          <p:nvPr/>
        </p:nvCxnSpPr>
        <p:spPr>
          <a:xfrm flipH="1">
            <a:off x="6285186" y="1259810"/>
            <a:ext cx="65990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椭圆 1">
            <a:extLst>
              <a:ext uri="{FF2B5EF4-FFF2-40B4-BE49-F238E27FC236}">
                <a16:creationId xmlns:a16="http://schemas.microsoft.com/office/drawing/2014/main" id="{0AE8FF49-DB93-968F-1B53-059AA207E8FF}"/>
              </a:ext>
            </a:extLst>
          </p:cNvPr>
          <p:cNvSpPr/>
          <p:nvPr/>
        </p:nvSpPr>
        <p:spPr>
          <a:xfrm>
            <a:off x="8243863" y="153390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1F561B7-301F-15B2-193D-61360134610F}"/>
              </a:ext>
            </a:extLst>
          </p:cNvPr>
          <p:cNvSpPr/>
          <p:nvPr/>
        </p:nvSpPr>
        <p:spPr>
          <a:xfrm>
            <a:off x="8243863" y="287622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FFC6C73-9F25-F15B-9F9A-F579417E4B44}"/>
              </a:ext>
            </a:extLst>
          </p:cNvPr>
          <p:cNvCxnSpPr>
            <a:cxnSpLocks/>
            <a:stCxn id="6" idx="0"/>
            <a:endCxn id="2" idx="4"/>
          </p:cNvCxnSpPr>
          <p:nvPr/>
        </p:nvCxnSpPr>
        <p:spPr>
          <a:xfrm flipV="1">
            <a:off x="8433049" y="1912274"/>
            <a:ext cx="0" cy="9639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D4DEAEA2-15C9-3000-7191-A0BBBFCB3910}"/>
              </a:ext>
            </a:extLst>
          </p:cNvPr>
          <p:cNvSpPr/>
          <p:nvPr/>
        </p:nvSpPr>
        <p:spPr>
          <a:xfrm>
            <a:off x="9212923" y="2186336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79293B3-473C-DB6E-01F5-9BC708FCAFEE}"/>
              </a:ext>
            </a:extLst>
          </p:cNvPr>
          <p:cNvCxnSpPr>
            <a:cxnSpLocks/>
            <a:stCxn id="17" idx="1"/>
            <a:endCxn id="2" idx="6"/>
          </p:cNvCxnSpPr>
          <p:nvPr/>
        </p:nvCxnSpPr>
        <p:spPr>
          <a:xfrm flipH="1" flipV="1">
            <a:off x="8622235" y="1723088"/>
            <a:ext cx="646099" cy="51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26A8485-C39E-8B61-E7EE-8B31C191689B}"/>
              </a:ext>
            </a:extLst>
          </p:cNvPr>
          <p:cNvCxnSpPr>
            <a:stCxn id="4" idx="0"/>
            <a:endCxn id="18" idx="4"/>
          </p:cNvCxnSpPr>
          <p:nvPr/>
        </p:nvCxnSpPr>
        <p:spPr>
          <a:xfrm flipH="1" flipV="1">
            <a:off x="6096000" y="1448996"/>
            <a:ext cx="16517" cy="5186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AB60EAE-A0C4-C647-8529-E136B691D7E1}"/>
              </a:ext>
            </a:extLst>
          </p:cNvPr>
          <p:cNvCxnSpPr>
            <a:stCxn id="12" idx="7"/>
            <a:endCxn id="18" idx="2"/>
          </p:cNvCxnSpPr>
          <p:nvPr/>
        </p:nvCxnSpPr>
        <p:spPr>
          <a:xfrm flipV="1">
            <a:off x="4232060" y="1259810"/>
            <a:ext cx="1674754" cy="3849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551C89D1-C9A6-AE95-AA00-69748102B5C0}"/>
              </a:ext>
            </a:extLst>
          </p:cNvPr>
          <p:cNvSpPr txBox="1"/>
          <p:nvPr/>
        </p:nvSpPr>
        <p:spPr>
          <a:xfrm>
            <a:off x="5909817" y="413056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0674C95-9AF8-91BE-3E51-381BC904BC6E}"/>
              </a:ext>
            </a:extLst>
          </p:cNvPr>
          <p:cNvSpPr txBox="1"/>
          <p:nvPr/>
        </p:nvSpPr>
        <p:spPr>
          <a:xfrm>
            <a:off x="4700912" y="312081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D54AFC9-1F00-2D6F-B287-B107307FE3C9}"/>
              </a:ext>
            </a:extLst>
          </p:cNvPr>
          <p:cNvSpPr txBox="1"/>
          <p:nvPr/>
        </p:nvSpPr>
        <p:spPr>
          <a:xfrm>
            <a:off x="7134273" y="300760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6D6C75-1117-2872-A7B8-57F3B3E3C88B}"/>
              </a:ext>
            </a:extLst>
          </p:cNvPr>
          <p:cNvSpPr txBox="1"/>
          <p:nvPr/>
        </p:nvSpPr>
        <p:spPr>
          <a:xfrm>
            <a:off x="5665019" y="193990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24EC3E2-8209-F187-5092-4385709E7EFB}"/>
              </a:ext>
            </a:extLst>
          </p:cNvPr>
          <p:cNvSpPr txBox="1"/>
          <p:nvPr/>
        </p:nvSpPr>
        <p:spPr>
          <a:xfrm>
            <a:off x="3650787" y="175523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B36AC40-B043-E239-9CF1-C32601E6A52F}"/>
              </a:ext>
            </a:extLst>
          </p:cNvPr>
          <p:cNvSpPr txBox="1"/>
          <p:nvPr/>
        </p:nvSpPr>
        <p:spPr>
          <a:xfrm>
            <a:off x="5748824" y="79588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5</a:t>
            </a:r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27A038A-2DC0-3B6C-384D-7E9AE37AC226}"/>
              </a:ext>
            </a:extLst>
          </p:cNvPr>
          <p:cNvSpPr txBox="1"/>
          <p:nvPr/>
        </p:nvSpPr>
        <p:spPr>
          <a:xfrm>
            <a:off x="7170212" y="81079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6</a:t>
            </a:r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B87061F-7AF3-8351-BFAB-47A05BAD1717}"/>
              </a:ext>
            </a:extLst>
          </p:cNvPr>
          <p:cNvSpPr txBox="1"/>
          <p:nvPr/>
        </p:nvSpPr>
        <p:spPr>
          <a:xfrm>
            <a:off x="8355724" y="326034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7</a:t>
            </a:r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B1A3CEF-FF87-C5B5-E78A-1F679D1D0571}"/>
              </a:ext>
            </a:extLst>
          </p:cNvPr>
          <p:cNvSpPr txBox="1"/>
          <p:nvPr/>
        </p:nvSpPr>
        <p:spPr>
          <a:xfrm>
            <a:off x="8279802" y="122570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8</a:t>
            </a:r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E9E7CC1-E17B-F09A-21BE-44FED409E2E7}"/>
              </a:ext>
            </a:extLst>
          </p:cNvPr>
          <p:cNvSpPr txBox="1"/>
          <p:nvPr/>
        </p:nvSpPr>
        <p:spPr>
          <a:xfrm>
            <a:off x="9631275" y="227271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9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327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E2CCA-F095-C3D3-4103-B3AA5BCB8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168C5EA9-507C-B161-2C04-DFA3835ADB15}"/>
              </a:ext>
            </a:extLst>
          </p:cNvPr>
          <p:cNvSpPr/>
          <p:nvPr/>
        </p:nvSpPr>
        <p:spPr>
          <a:xfrm>
            <a:off x="3987173" y="87625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B92E4479-94C5-43EA-00C8-2E1238D4C778}"/>
              </a:ext>
            </a:extLst>
          </p:cNvPr>
          <p:cNvSpPr/>
          <p:nvPr/>
        </p:nvSpPr>
        <p:spPr>
          <a:xfrm>
            <a:off x="3996374" y="1849210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95DE8CF-FDA8-C196-2149-D7C9754AD74C}"/>
              </a:ext>
            </a:extLst>
          </p:cNvPr>
          <p:cNvCxnSpPr>
            <a:cxnSpLocks/>
            <a:stCxn id="3" idx="0"/>
            <a:endCxn id="2" idx="4"/>
          </p:cNvCxnSpPr>
          <p:nvPr/>
        </p:nvCxnSpPr>
        <p:spPr>
          <a:xfrm flipH="1" flipV="1">
            <a:off x="4176359" y="1254626"/>
            <a:ext cx="9201" cy="5945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椭圆 4">
            <a:extLst>
              <a:ext uri="{FF2B5EF4-FFF2-40B4-BE49-F238E27FC236}">
                <a16:creationId xmlns:a16="http://schemas.microsoft.com/office/drawing/2014/main" id="{F027A6C6-6E29-6647-7B08-DE9D02BF0E42}"/>
              </a:ext>
            </a:extLst>
          </p:cNvPr>
          <p:cNvSpPr/>
          <p:nvPr/>
        </p:nvSpPr>
        <p:spPr>
          <a:xfrm>
            <a:off x="4956233" y="1528688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T</a:t>
            </a:r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1AD5025-A84E-110D-03CE-431239770FB4}"/>
              </a:ext>
            </a:extLst>
          </p:cNvPr>
          <p:cNvCxnSpPr>
            <a:cxnSpLocks/>
            <a:stCxn id="5" idx="1"/>
            <a:endCxn id="2" idx="6"/>
          </p:cNvCxnSpPr>
          <p:nvPr/>
        </p:nvCxnSpPr>
        <p:spPr>
          <a:xfrm flipH="1" flipV="1">
            <a:off x="4365545" y="1065440"/>
            <a:ext cx="646099" cy="518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0F7AEBD4-EF34-134C-EEBB-CC37C9E82BD5}"/>
              </a:ext>
            </a:extLst>
          </p:cNvPr>
          <p:cNvSpPr txBox="1"/>
          <p:nvPr/>
        </p:nvSpPr>
        <p:spPr>
          <a:xfrm>
            <a:off x="4032313" y="225912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2DB1900-E489-D28D-E72E-A088901531D6}"/>
              </a:ext>
            </a:extLst>
          </p:cNvPr>
          <p:cNvSpPr txBox="1"/>
          <p:nvPr/>
        </p:nvSpPr>
        <p:spPr>
          <a:xfrm>
            <a:off x="4023112" y="56805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365403F-A753-F481-BB97-4FE2162ADD24}"/>
              </a:ext>
            </a:extLst>
          </p:cNvPr>
          <p:cNvSpPr txBox="1"/>
          <p:nvPr/>
        </p:nvSpPr>
        <p:spPr>
          <a:xfrm>
            <a:off x="5374585" y="161507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369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65622-1529-C1B8-F61C-107D60046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BD2338D2-17B5-FEA1-858A-33C6CBDC0AF8}"/>
              </a:ext>
            </a:extLst>
          </p:cNvPr>
          <p:cNvSpPr/>
          <p:nvPr/>
        </p:nvSpPr>
        <p:spPr>
          <a:xfrm>
            <a:off x="1985298" y="1053322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u="sng"/>
              <a:t>A</a:t>
            </a:r>
            <a:endParaRPr lang="zh-CN" altLang="en-US" b="1" u="sng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F33DE43-543D-C5AE-F1CC-298FB0DC1039}"/>
              </a:ext>
            </a:extLst>
          </p:cNvPr>
          <p:cNvSpPr/>
          <p:nvPr/>
        </p:nvSpPr>
        <p:spPr>
          <a:xfrm>
            <a:off x="2751835" y="553294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02F0DD5-EF7B-A5AF-ABFF-424E46C80E63}"/>
              </a:ext>
            </a:extLst>
          </p:cNvPr>
          <p:cNvSpPr/>
          <p:nvPr/>
        </p:nvSpPr>
        <p:spPr>
          <a:xfrm>
            <a:off x="2751834" y="1553350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76EC966-265F-43B2-7E4C-F888DD2B9DA7}"/>
              </a:ext>
            </a:extLst>
          </p:cNvPr>
          <p:cNvSpPr/>
          <p:nvPr/>
        </p:nvSpPr>
        <p:spPr>
          <a:xfrm>
            <a:off x="3653506" y="553295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596A170-E9D0-057F-6A69-F7764EF68C37}"/>
              </a:ext>
            </a:extLst>
          </p:cNvPr>
          <p:cNvSpPr/>
          <p:nvPr/>
        </p:nvSpPr>
        <p:spPr>
          <a:xfrm>
            <a:off x="3653505" y="1553350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AE6FA83-60B5-EEE9-FEA3-ED4BE6A6BF51}"/>
              </a:ext>
            </a:extLst>
          </p:cNvPr>
          <p:cNvSpPr/>
          <p:nvPr/>
        </p:nvSpPr>
        <p:spPr>
          <a:xfrm>
            <a:off x="4420044" y="1053322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D57F1E3-B32D-DF1C-B928-59951E02524F}"/>
              </a:ext>
            </a:extLst>
          </p:cNvPr>
          <p:cNvCxnSpPr>
            <a:cxnSpLocks/>
            <a:stCxn id="2" idx="7"/>
            <a:endCxn id="4" idx="2"/>
          </p:cNvCxnSpPr>
          <p:nvPr/>
        </p:nvCxnSpPr>
        <p:spPr>
          <a:xfrm flipV="1">
            <a:off x="2289035" y="733998"/>
            <a:ext cx="462800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D1DFC22-187A-1031-9690-74FB84091B77}"/>
              </a:ext>
            </a:extLst>
          </p:cNvPr>
          <p:cNvCxnSpPr>
            <a:cxnSpLocks/>
            <a:stCxn id="8" idx="2"/>
            <a:endCxn id="4" idx="6"/>
          </p:cNvCxnSpPr>
          <p:nvPr/>
        </p:nvCxnSpPr>
        <p:spPr>
          <a:xfrm flipH="1" flipV="1">
            <a:off x="3107685" y="733998"/>
            <a:ext cx="54582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075C81A7-BD07-E5B0-4FE8-F48DE1BED719}"/>
              </a:ext>
            </a:extLst>
          </p:cNvPr>
          <p:cNvCxnSpPr>
            <a:cxnSpLocks/>
            <a:stCxn id="2" idx="5"/>
            <a:endCxn id="6" idx="2"/>
          </p:cNvCxnSpPr>
          <p:nvPr/>
        </p:nvCxnSpPr>
        <p:spPr>
          <a:xfrm>
            <a:off x="2289035" y="1361803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B6AAB1B6-6ABF-54C6-767A-BC47F3472373}"/>
              </a:ext>
            </a:extLst>
          </p:cNvPr>
          <p:cNvCxnSpPr>
            <a:cxnSpLocks/>
            <a:stCxn id="6" idx="6"/>
            <a:endCxn id="10" idx="2"/>
          </p:cNvCxnSpPr>
          <p:nvPr/>
        </p:nvCxnSpPr>
        <p:spPr>
          <a:xfrm>
            <a:off x="3107685" y="1734054"/>
            <a:ext cx="5458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FA6151B-D515-B0B2-0E26-B27F9E3EC54E}"/>
              </a:ext>
            </a:extLst>
          </p:cNvPr>
          <p:cNvCxnSpPr>
            <a:cxnSpLocks/>
            <a:stCxn id="10" idx="6"/>
            <a:endCxn id="12" idx="3"/>
          </p:cNvCxnSpPr>
          <p:nvPr/>
        </p:nvCxnSpPr>
        <p:spPr>
          <a:xfrm flipV="1">
            <a:off x="4009356" y="1361803"/>
            <a:ext cx="462801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BB809075-5A42-6DFA-830E-CE2AA6181332}"/>
              </a:ext>
            </a:extLst>
          </p:cNvPr>
          <p:cNvCxnSpPr>
            <a:cxnSpLocks/>
            <a:stCxn id="12" idx="1"/>
            <a:endCxn id="8" idx="6"/>
          </p:cNvCxnSpPr>
          <p:nvPr/>
        </p:nvCxnSpPr>
        <p:spPr>
          <a:xfrm flipH="1" flipV="1">
            <a:off x="4009357" y="733999"/>
            <a:ext cx="462800" cy="3722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710BB81-532C-BDA7-88DF-C0B2802E5956}"/>
              </a:ext>
            </a:extLst>
          </p:cNvPr>
          <p:cNvCxnSpPr>
            <a:cxnSpLocks/>
            <a:stCxn id="6" idx="0"/>
            <a:endCxn id="4" idx="4"/>
          </p:cNvCxnSpPr>
          <p:nvPr/>
        </p:nvCxnSpPr>
        <p:spPr>
          <a:xfrm flipV="1">
            <a:off x="2929760" y="914702"/>
            <a:ext cx="0" cy="638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F32210C8-1CE4-20A2-7FAF-9E299B4BD31A}"/>
              </a:ext>
            </a:extLst>
          </p:cNvPr>
          <p:cNvCxnSpPr>
            <a:cxnSpLocks/>
            <a:stCxn id="10" idx="0"/>
            <a:endCxn id="8" idx="4"/>
          </p:cNvCxnSpPr>
          <p:nvPr/>
        </p:nvCxnSpPr>
        <p:spPr>
          <a:xfrm flipV="1">
            <a:off x="3831431" y="914703"/>
            <a:ext cx="1" cy="6386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4F96B0FC-35DF-0146-FEB3-415FD4BA1295}"/>
              </a:ext>
            </a:extLst>
          </p:cNvPr>
          <p:cNvCxnSpPr>
            <a:cxnSpLocks/>
            <a:stCxn id="10" idx="1"/>
            <a:endCxn id="4" idx="5"/>
          </p:cNvCxnSpPr>
          <p:nvPr/>
        </p:nvCxnSpPr>
        <p:spPr>
          <a:xfrm flipH="1" flipV="1">
            <a:off x="3055572" y="861775"/>
            <a:ext cx="650046" cy="744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C037B841-B4FC-2BFC-B73B-6A18B36012EA}"/>
              </a:ext>
            </a:extLst>
          </p:cNvPr>
          <p:cNvSpPr txBox="1"/>
          <p:nvPr/>
        </p:nvSpPr>
        <p:spPr>
          <a:xfrm>
            <a:off x="2320926" y="62946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C8E44D2D-0083-ED9D-A622-28CEFB8316D6}"/>
              </a:ext>
            </a:extLst>
          </p:cNvPr>
          <p:cNvSpPr txBox="1"/>
          <p:nvPr/>
        </p:nvSpPr>
        <p:spPr>
          <a:xfrm>
            <a:off x="2289033" y="148585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D67F02B3-2AF2-4F35-78D3-3C6F866F3144}"/>
              </a:ext>
            </a:extLst>
          </p:cNvPr>
          <p:cNvSpPr txBox="1"/>
          <p:nvPr/>
        </p:nvSpPr>
        <p:spPr>
          <a:xfrm>
            <a:off x="2668707" y="102266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927F1FDB-C375-D771-404E-05284939A7F0}"/>
              </a:ext>
            </a:extLst>
          </p:cNvPr>
          <p:cNvSpPr txBox="1"/>
          <p:nvPr/>
        </p:nvSpPr>
        <p:spPr>
          <a:xfrm>
            <a:off x="3180300" y="399948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10</a:t>
            </a:r>
            <a:endParaRPr lang="zh-CN" altLang="en-US" sz="160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04ACF129-A31C-5AAB-CB4E-5406263E26B3}"/>
              </a:ext>
            </a:extLst>
          </p:cNvPr>
          <p:cNvSpPr txBox="1"/>
          <p:nvPr/>
        </p:nvSpPr>
        <p:spPr>
          <a:xfrm>
            <a:off x="3139578" y="109041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CDD9421-D4E8-FC8F-532B-2C0AA1175ADE}"/>
              </a:ext>
            </a:extLst>
          </p:cNvPr>
          <p:cNvSpPr txBox="1"/>
          <p:nvPr/>
        </p:nvSpPr>
        <p:spPr>
          <a:xfrm>
            <a:off x="3609570" y="102266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9BC0B23C-252F-11A4-BD91-11F617A2C355}"/>
              </a:ext>
            </a:extLst>
          </p:cNvPr>
          <p:cNvSpPr txBox="1"/>
          <p:nvPr/>
        </p:nvSpPr>
        <p:spPr>
          <a:xfrm>
            <a:off x="4195944" y="66049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2B5A9D83-9D6B-CC6F-4B03-272A81E4D551}"/>
              </a:ext>
            </a:extLst>
          </p:cNvPr>
          <p:cNvSpPr txBox="1"/>
          <p:nvPr/>
        </p:nvSpPr>
        <p:spPr>
          <a:xfrm>
            <a:off x="3227348" y="172955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949F09C6-54C7-88DE-5831-47F7F2AC16EC}"/>
              </a:ext>
            </a:extLst>
          </p:cNvPr>
          <p:cNvSpPr txBox="1"/>
          <p:nvPr/>
        </p:nvSpPr>
        <p:spPr>
          <a:xfrm>
            <a:off x="4195944" y="152327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9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2572240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7DBB9-7107-D33A-E694-C9B966E76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D53718D3-C2C0-11CF-C772-823257AFB0F8}"/>
              </a:ext>
            </a:extLst>
          </p:cNvPr>
          <p:cNvSpPr/>
          <p:nvPr/>
        </p:nvSpPr>
        <p:spPr>
          <a:xfrm>
            <a:off x="5467225" y="395675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u="sng"/>
              <a:t>A</a:t>
            </a:r>
            <a:endParaRPr lang="zh-CN" altLang="en-US" b="1" u="sng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29EACF91-197E-554C-F5C9-1A1267F4BCB8}"/>
              </a:ext>
            </a:extLst>
          </p:cNvPr>
          <p:cNvSpPr/>
          <p:nvPr/>
        </p:nvSpPr>
        <p:spPr>
          <a:xfrm>
            <a:off x="3212448" y="1174154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72C9A3D3-2B70-D162-5167-1E36828EBF76}"/>
              </a:ext>
            </a:extLst>
          </p:cNvPr>
          <p:cNvSpPr/>
          <p:nvPr/>
        </p:nvSpPr>
        <p:spPr>
          <a:xfrm>
            <a:off x="8275738" y="1173178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239D134F-5BF3-5B73-C78E-63FC4969471F}"/>
              </a:ext>
            </a:extLst>
          </p:cNvPr>
          <p:cNvSpPr/>
          <p:nvPr/>
        </p:nvSpPr>
        <p:spPr>
          <a:xfrm>
            <a:off x="2576362" y="1921444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C9A88741-F965-E04E-E3A7-EBE69D372AB3}"/>
              </a:ext>
            </a:extLst>
          </p:cNvPr>
          <p:cNvSpPr/>
          <p:nvPr/>
        </p:nvSpPr>
        <p:spPr>
          <a:xfrm>
            <a:off x="3941091" y="1912883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9F376771-D9B9-C7EA-34FE-C4E675D8AC23}"/>
              </a:ext>
            </a:extLst>
          </p:cNvPr>
          <p:cNvSpPr/>
          <p:nvPr/>
        </p:nvSpPr>
        <p:spPr>
          <a:xfrm>
            <a:off x="10486730" y="1934058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1E9CF281-EEEC-47A3-6730-C651D9DB7230}"/>
              </a:ext>
            </a:extLst>
          </p:cNvPr>
          <p:cNvSpPr/>
          <p:nvPr/>
        </p:nvSpPr>
        <p:spPr>
          <a:xfrm>
            <a:off x="923710" y="2664816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5FAB7FEF-93F9-77B3-BB2A-467850728C3D}"/>
              </a:ext>
            </a:extLst>
          </p:cNvPr>
          <p:cNvSpPr/>
          <p:nvPr/>
        </p:nvSpPr>
        <p:spPr>
          <a:xfrm>
            <a:off x="2949926" y="2647176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57AB68AB-DC4D-A7E6-F8AD-5610F187E394}"/>
              </a:ext>
            </a:extLst>
          </p:cNvPr>
          <p:cNvSpPr/>
          <p:nvPr/>
        </p:nvSpPr>
        <p:spPr>
          <a:xfrm>
            <a:off x="927996" y="1921444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E8D97683-6E1D-1C93-F1CA-F6FF57721C1D}"/>
              </a:ext>
            </a:extLst>
          </p:cNvPr>
          <p:cNvSpPr/>
          <p:nvPr/>
        </p:nvSpPr>
        <p:spPr>
          <a:xfrm>
            <a:off x="6982485" y="1912883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F2BC3328-4FB7-0A87-343D-9AB153412590}"/>
              </a:ext>
            </a:extLst>
          </p:cNvPr>
          <p:cNvSpPr/>
          <p:nvPr/>
        </p:nvSpPr>
        <p:spPr>
          <a:xfrm>
            <a:off x="2110376" y="2668734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9F68B2B4-8960-CB1B-3E11-9F9F84763D9E}"/>
              </a:ext>
            </a:extLst>
          </p:cNvPr>
          <p:cNvSpPr/>
          <p:nvPr/>
        </p:nvSpPr>
        <p:spPr>
          <a:xfrm>
            <a:off x="3941091" y="2664816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9348237F-2674-ED02-19B1-8F88F98718C9}"/>
              </a:ext>
            </a:extLst>
          </p:cNvPr>
          <p:cNvSpPr/>
          <p:nvPr/>
        </p:nvSpPr>
        <p:spPr>
          <a:xfrm>
            <a:off x="4469802" y="2664816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F6031549-4DDE-777B-4A0A-1EC2CCC7CB8C}"/>
              </a:ext>
            </a:extLst>
          </p:cNvPr>
          <p:cNvSpPr/>
          <p:nvPr/>
        </p:nvSpPr>
        <p:spPr>
          <a:xfrm>
            <a:off x="602814" y="3248296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CDFC57A5-401F-A6AA-7CB2-273372BB1D56}"/>
              </a:ext>
            </a:extLst>
          </p:cNvPr>
          <p:cNvSpPr/>
          <p:nvPr/>
        </p:nvSpPr>
        <p:spPr>
          <a:xfrm>
            <a:off x="1231576" y="3249962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8D0335BC-9A25-9FF1-C314-21BBF151D810}"/>
              </a:ext>
            </a:extLst>
          </p:cNvPr>
          <p:cNvSpPr/>
          <p:nvPr/>
        </p:nvSpPr>
        <p:spPr>
          <a:xfrm>
            <a:off x="1788310" y="3252214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B992984B-BA03-F22D-996A-E47C504F045D}"/>
              </a:ext>
            </a:extLst>
          </p:cNvPr>
          <p:cNvSpPr/>
          <p:nvPr/>
        </p:nvSpPr>
        <p:spPr>
          <a:xfrm>
            <a:off x="2386244" y="3252214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3C55AC75-1ADE-B241-E986-F05AB76809D2}"/>
              </a:ext>
            </a:extLst>
          </p:cNvPr>
          <p:cNvCxnSpPr>
            <a:cxnSpLocks/>
            <a:stCxn id="4" idx="3"/>
            <a:endCxn id="25" idx="7"/>
          </p:cNvCxnSpPr>
          <p:nvPr/>
        </p:nvCxnSpPr>
        <p:spPr>
          <a:xfrm flipH="1">
            <a:off x="3516185" y="704156"/>
            <a:ext cx="2003153" cy="5229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CFCA36CC-4110-B2A3-4A70-6B5CC1DB4CEC}"/>
              </a:ext>
            </a:extLst>
          </p:cNvPr>
          <p:cNvCxnSpPr>
            <a:cxnSpLocks/>
            <a:stCxn id="25" idx="2"/>
            <a:endCxn id="39" idx="7"/>
          </p:cNvCxnSpPr>
          <p:nvPr/>
        </p:nvCxnSpPr>
        <p:spPr>
          <a:xfrm flipH="1">
            <a:off x="1231734" y="1354858"/>
            <a:ext cx="1980714" cy="6195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27C85879-144F-E28F-72D8-A5ED7DA3FCED}"/>
              </a:ext>
            </a:extLst>
          </p:cNvPr>
          <p:cNvCxnSpPr>
            <a:cxnSpLocks/>
            <a:stCxn id="39" idx="4"/>
            <a:endCxn id="35" idx="0"/>
          </p:cNvCxnSpPr>
          <p:nvPr/>
        </p:nvCxnSpPr>
        <p:spPr>
          <a:xfrm flipH="1">
            <a:off x="1101636" y="2282852"/>
            <a:ext cx="4286" cy="3819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1DFB4DA4-B547-2F15-B800-32C8776662A7}"/>
              </a:ext>
            </a:extLst>
          </p:cNvPr>
          <p:cNvCxnSpPr>
            <a:cxnSpLocks/>
            <a:stCxn id="35" idx="3"/>
            <a:endCxn id="49" idx="0"/>
          </p:cNvCxnSpPr>
          <p:nvPr/>
        </p:nvCxnSpPr>
        <p:spPr>
          <a:xfrm flipH="1">
            <a:off x="780740" y="2973297"/>
            <a:ext cx="195083" cy="2749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B24575A7-C181-3CF9-2FF6-5E021D988EE7}"/>
              </a:ext>
            </a:extLst>
          </p:cNvPr>
          <p:cNvCxnSpPr>
            <a:cxnSpLocks/>
            <a:stCxn id="51" idx="0"/>
            <a:endCxn id="35" idx="5"/>
          </p:cNvCxnSpPr>
          <p:nvPr/>
        </p:nvCxnSpPr>
        <p:spPr>
          <a:xfrm flipH="1" flipV="1">
            <a:off x="1227448" y="2973297"/>
            <a:ext cx="182054" cy="2766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椭圆 72">
            <a:extLst>
              <a:ext uri="{FF2B5EF4-FFF2-40B4-BE49-F238E27FC236}">
                <a16:creationId xmlns:a16="http://schemas.microsoft.com/office/drawing/2014/main" id="{D24AF3DB-6A03-C3F8-43FF-5EF12C22167C}"/>
              </a:ext>
            </a:extLst>
          </p:cNvPr>
          <p:cNvSpPr/>
          <p:nvPr/>
        </p:nvSpPr>
        <p:spPr>
          <a:xfrm>
            <a:off x="602813" y="3946093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5EA3345D-F422-F74B-EA71-D5A54E0E2C9E}"/>
              </a:ext>
            </a:extLst>
          </p:cNvPr>
          <p:cNvCxnSpPr>
            <a:cxnSpLocks/>
            <a:stCxn id="49" idx="4"/>
            <a:endCxn id="73" idx="0"/>
          </p:cNvCxnSpPr>
          <p:nvPr/>
        </p:nvCxnSpPr>
        <p:spPr>
          <a:xfrm flipH="1">
            <a:off x="780739" y="3609704"/>
            <a:ext cx="1" cy="3363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03888BC7-66FF-93D7-36B2-78F2BF7FB923}"/>
              </a:ext>
            </a:extLst>
          </p:cNvPr>
          <p:cNvCxnSpPr>
            <a:stCxn id="25" idx="3"/>
            <a:endCxn id="29" idx="0"/>
          </p:cNvCxnSpPr>
          <p:nvPr/>
        </p:nvCxnSpPr>
        <p:spPr>
          <a:xfrm flipH="1">
            <a:off x="2754288" y="1482635"/>
            <a:ext cx="510273" cy="4388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8A50D64C-752B-51B1-1938-0A02CBC6AB9F}"/>
              </a:ext>
            </a:extLst>
          </p:cNvPr>
          <p:cNvCxnSpPr>
            <a:cxnSpLocks/>
            <a:stCxn id="43" idx="0"/>
            <a:endCxn id="29" idx="3"/>
          </p:cNvCxnSpPr>
          <p:nvPr/>
        </p:nvCxnSpPr>
        <p:spPr>
          <a:xfrm flipV="1">
            <a:off x="2288302" y="2229925"/>
            <a:ext cx="340173" cy="4388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4C369BCF-6BF8-4232-D043-5881288D7E1B}"/>
              </a:ext>
            </a:extLst>
          </p:cNvPr>
          <p:cNvCxnSpPr>
            <a:cxnSpLocks/>
            <a:stCxn id="37" idx="0"/>
            <a:endCxn id="29" idx="5"/>
          </p:cNvCxnSpPr>
          <p:nvPr/>
        </p:nvCxnSpPr>
        <p:spPr>
          <a:xfrm flipH="1" flipV="1">
            <a:off x="2880100" y="2229925"/>
            <a:ext cx="247752" cy="417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BF094476-2C5F-6511-EA6C-94821BD80CA1}"/>
              </a:ext>
            </a:extLst>
          </p:cNvPr>
          <p:cNvCxnSpPr>
            <a:cxnSpLocks/>
            <a:stCxn id="43" idx="3"/>
            <a:endCxn id="53" idx="0"/>
          </p:cNvCxnSpPr>
          <p:nvPr/>
        </p:nvCxnSpPr>
        <p:spPr>
          <a:xfrm flipH="1">
            <a:off x="1966236" y="2977215"/>
            <a:ext cx="196253" cy="2749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0E295413-CA77-EFA7-BDAD-1F5B877E3962}"/>
              </a:ext>
            </a:extLst>
          </p:cNvPr>
          <p:cNvCxnSpPr>
            <a:cxnSpLocks/>
            <a:stCxn id="43" idx="5"/>
            <a:endCxn id="55" idx="0"/>
          </p:cNvCxnSpPr>
          <p:nvPr/>
        </p:nvCxnSpPr>
        <p:spPr>
          <a:xfrm>
            <a:off x="2414114" y="2977215"/>
            <a:ext cx="150056" cy="2749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8CAA93FD-8C9E-4521-3D02-881F174640C9}"/>
              </a:ext>
            </a:extLst>
          </p:cNvPr>
          <p:cNvCxnSpPr>
            <a:cxnSpLocks/>
            <a:stCxn id="25" idx="5"/>
            <a:endCxn id="31" idx="1"/>
          </p:cNvCxnSpPr>
          <p:nvPr/>
        </p:nvCxnSpPr>
        <p:spPr>
          <a:xfrm>
            <a:off x="3516185" y="1482635"/>
            <a:ext cx="477019" cy="483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椭圆 100">
            <a:extLst>
              <a:ext uri="{FF2B5EF4-FFF2-40B4-BE49-F238E27FC236}">
                <a16:creationId xmlns:a16="http://schemas.microsoft.com/office/drawing/2014/main" id="{5E2E8FDC-6D14-9E56-0171-8AB719110993}"/>
              </a:ext>
            </a:extLst>
          </p:cNvPr>
          <p:cNvSpPr/>
          <p:nvPr/>
        </p:nvSpPr>
        <p:spPr>
          <a:xfrm>
            <a:off x="3455004" y="2664816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CD979AC7-3D98-E197-FA98-00BA3C3ADF7E}"/>
              </a:ext>
            </a:extLst>
          </p:cNvPr>
          <p:cNvCxnSpPr>
            <a:cxnSpLocks/>
            <a:stCxn id="101" idx="0"/>
            <a:endCxn id="31" idx="3"/>
          </p:cNvCxnSpPr>
          <p:nvPr/>
        </p:nvCxnSpPr>
        <p:spPr>
          <a:xfrm flipV="1">
            <a:off x="3632930" y="2221364"/>
            <a:ext cx="360274" cy="4434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17FA3E1A-5BC9-E741-4B03-567318AE2672}"/>
              </a:ext>
            </a:extLst>
          </p:cNvPr>
          <p:cNvCxnSpPr>
            <a:cxnSpLocks/>
            <a:stCxn id="45" idx="0"/>
            <a:endCxn id="31" idx="4"/>
          </p:cNvCxnSpPr>
          <p:nvPr/>
        </p:nvCxnSpPr>
        <p:spPr>
          <a:xfrm flipV="1">
            <a:off x="4119017" y="2274291"/>
            <a:ext cx="0" cy="3905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E419B805-D0D2-E10E-6D2F-0D460A916025}"/>
              </a:ext>
            </a:extLst>
          </p:cNvPr>
          <p:cNvCxnSpPr>
            <a:cxnSpLocks/>
            <a:stCxn id="47" idx="0"/>
            <a:endCxn id="31" idx="5"/>
          </p:cNvCxnSpPr>
          <p:nvPr/>
        </p:nvCxnSpPr>
        <p:spPr>
          <a:xfrm flipH="1" flipV="1">
            <a:off x="4244829" y="2221364"/>
            <a:ext cx="402899" cy="4434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椭圆 112">
            <a:extLst>
              <a:ext uri="{FF2B5EF4-FFF2-40B4-BE49-F238E27FC236}">
                <a16:creationId xmlns:a16="http://schemas.microsoft.com/office/drawing/2014/main" id="{E156A79B-1F24-4BB0-54F1-D4A691B4BFBA}"/>
              </a:ext>
            </a:extLst>
          </p:cNvPr>
          <p:cNvSpPr/>
          <p:nvPr/>
        </p:nvSpPr>
        <p:spPr>
          <a:xfrm>
            <a:off x="3941090" y="3248296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5A17FC59-ECAA-2D27-7841-B76D54B25043}"/>
              </a:ext>
            </a:extLst>
          </p:cNvPr>
          <p:cNvCxnSpPr>
            <a:cxnSpLocks/>
            <a:stCxn id="113" idx="0"/>
            <a:endCxn id="45" idx="4"/>
          </p:cNvCxnSpPr>
          <p:nvPr/>
        </p:nvCxnSpPr>
        <p:spPr>
          <a:xfrm flipV="1">
            <a:off x="4119016" y="3026224"/>
            <a:ext cx="1" cy="2220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" name="椭圆 117">
            <a:extLst>
              <a:ext uri="{FF2B5EF4-FFF2-40B4-BE49-F238E27FC236}">
                <a16:creationId xmlns:a16="http://schemas.microsoft.com/office/drawing/2014/main" id="{CFCF3C51-7F00-266B-7C5B-6D17C54E33DF}"/>
              </a:ext>
            </a:extLst>
          </p:cNvPr>
          <p:cNvSpPr/>
          <p:nvPr/>
        </p:nvSpPr>
        <p:spPr>
          <a:xfrm>
            <a:off x="5922002" y="2643195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5BD41A2C-8F96-E0AE-A5CF-E26932A0A415}"/>
              </a:ext>
            </a:extLst>
          </p:cNvPr>
          <p:cNvSpPr/>
          <p:nvPr/>
        </p:nvSpPr>
        <p:spPr>
          <a:xfrm>
            <a:off x="7919887" y="2643195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EC8FF423-C6AB-C41B-2A72-3D065F9F9B8B}"/>
              </a:ext>
            </a:extLst>
          </p:cNvPr>
          <p:cNvCxnSpPr>
            <a:cxnSpLocks/>
            <a:stCxn id="4" idx="5"/>
            <a:endCxn id="27" idx="1"/>
          </p:cNvCxnSpPr>
          <p:nvPr/>
        </p:nvCxnSpPr>
        <p:spPr>
          <a:xfrm>
            <a:off x="5770962" y="704156"/>
            <a:ext cx="2556889" cy="5219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FB0AB175-448F-BD6E-D93C-3B186D551F7A}"/>
              </a:ext>
            </a:extLst>
          </p:cNvPr>
          <p:cNvCxnSpPr>
            <a:cxnSpLocks/>
            <a:stCxn id="41" idx="7"/>
            <a:endCxn id="27" idx="3"/>
          </p:cNvCxnSpPr>
          <p:nvPr/>
        </p:nvCxnSpPr>
        <p:spPr>
          <a:xfrm flipV="1">
            <a:off x="7286222" y="1481659"/>
            <a:ext cx="1041629" cy="4841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AAA1B9F5-6F37-825E-D47D-0BD42C946473}"/>
              </a:ext>
            </a:extLst>
          </p:cNvPr>
          <p:cNvCxnSpPr>
            <a:cxnSpLocks/>
            <a:stCxn id="118" idx="7"/>
            <a:endCxn id="41" idx="3"/>
          </p:cNvCxnSpPr>
          <p:nvPr/>
        </p:nvCxnSpPr>
        <p:spPr>
          <a:xfrm flipV="1">
            <a:off x="6225740" y="2221364"/>
            <a:ext cx="808858" cy="4747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1" name="椭圆 130">
            <a:extLst>
              <a:ext uri="{FF2B5EF4-FFF2-40B4-BE49-F238E27FC236}">
                <a16:creationId xmlns:a16="http://schemas.microsoft.com/office/drawing/2014/main" id="{F867B51A-4A1A-348F-9939-FC50B9DFC0E9}"/>
              </a:ext>
            </a:extLst>
          </p:cNvPr>
          <p:cNvSpPr/>
          <p:nvPr/>
        </p:nvSpPr>
        <p:spPr>
          <a:xfrm>
            <a:off x="5415111" y="3248296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sp>
        <p:nvSpPr>
          <p:cNvPr id="133" name="椭圆 132">
            <a:extLst>
              <a:ext uri="{FF2B5EF4-FFF2-40B4-BE49-F238E27FC236}">
                <a16:creationId xmlns:a16="http://schemas.microsoft.com/office/drawing/2014/main" id="{DA06A7A9-2F87-2516-0E0E-5643AED2ED3B}"/>
              </a:ext>
            </a:extLst>
          </p:cNvPr>
          <p:cNvSpPr/>
          <p:nvPr/>
        </p:nvSpPr>
        <p:spPr>
          <a:xfrm>
            <a:off x="6336697" y="3248296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sp>
        <p:nvSpPr>
          <p:cNvPr id="135" name="椭圆 134">
            <a:extLst>
              <a:ext uri="{FF2B5EF4-FFF2-40B4-BE49-F238E27FC236}">
                <a16:creationId xmlns:a16="http://schemas.microsoft.com/office/drawing/2014/main" id="{2079DEAE-C6AA-6E8B-5ED8-705ACDA3F61B}"/>
              </a:ext>
            </a:extLst>
          </p:cNvPr>
          <p:cNvSpPr/>
          <p:nvPr/>
        </p:nvSpPr>
        <p:spPr>
          <a:xfrm>
            <a:off x="5415110" y="3946093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5B6AE278-2349-8A48-3ABD-25C426635B44}"/>
              </a:ext>
            </a:extLst>
          </p:cNvPr>
          <p:cNvCxnSpPr>
            <a:cxnSpLocks/>
            <a:stCxn id="131" idx="0"/>
            <a:endCxn id="118" idx="3"/>
          </p:cNvCxnSpPr>
          <p:nvPr/>
        </p:nvCxnSpPr>
        <p:spPr>
          <a:xfrm flipV="1">
            <a:off x="5593037" y="2951676"/>
            <a:ext cx="381078" cy="2966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EC2E4B8E-5BBA-6C32-8236-49EF596ADC74}"/>
              </a:ext>
            </a:extLst>
          </p:cNvPr>
          <p:cNvCxnSpPr>
            <a:cxnSpLocks/>
            <a:stCxn id="118" idx="5"/>
            <a:endCxn id="133" idx="0"/>
          </p:cNvCxnSpPr>
          <p:nvPr/>
        </p:nvCxnSpPr>
        <p:spPr>
          <a:xfrm>
            <a:off x="6225740" y="2951676"/>
            <a:ext cx="288883" cy="2966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05B17794-D872-53F4-D0C8-407726D56A8C}"/>
              </a:ext>
            </a:extLst>
          </p:cNvPr>
          <p:cNvCxnSpPr>
            <a:cxnSpLocks/>
            <a:stCxn id="131" idx="4"/>
            <a:endCxn id="135" idx="0"/>
          </p:cNvCxnSpPr>
          <p:nvPr/>
        </p:nvCxnSpPr>
        <p:spPr>
          <a:xfrm flipH="1">
            <a:off x="5593036" y="3609704"/>
            <a:ext cx="1" cy="3363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712BAA2B-3955-3A69-A4EF-1E323B4D91D6}"/>
              </a:ext>
            </a:extLst>
          </p:cNvPr>
          <p:cNvCxnSpPr>
            <a:cxnSpLocks/>
            <a:stCxn id="120" idx="0"/>
            <a:endCxn id="41" idx="5"/>
          </p:cNvCxnSpPr>
          <p:nvPr/>
        </p:nvCxnSpPr>
        <p:spPr>
          <a:xfrm flipH="1" flipV="1">
            <a:off x="7286222" y="2221364"/>
            <a:ext cx="811591" cy="4218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9" name="椭圆 148">
            <a:extLst>
              <a:ext uri="{FF2B5EF4-FFF2-40B4-BE49-F238E27FC236}">
                <a16:creationId xmlns:a16="http://schemas.microsoft.com/office/drawing/2014/main" id="{A4647824-7573-38AB-AB13-BDCA8F12F775}"/>
              </a:ext>
            </a:extLst>
          </p:cNvPr>
          <p:cNvSpPr/>
          <p:nvPr/>
        </p:nvSpPr>
        <p:spPr>
          <a:xfrm>
            <a:off x="7338335" y="3248296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151" name="椭圆 150">
            <a:extLst>
              <a:ext uri="{FF2B5EF4-FFF2-40B4-BE49-F238E27FC236}">
                <a16:creationId xmlns:a16="http://schemas.microsoft.com/office/drawing/2014/main" id="{85073FFD-28CF-BE36-F2C5-B36727C49320}"/>
              </a:ext>
            </a:extLst>
          </p:cNvPr>
          <p:cNvSpPr/>
          <p:nvPr/>
        </p:nvSpPr>
        <p:spPr>
          <a:xfrm>
            <a:off x="8513410" y="3248296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sp>
        <p:nvSpPr>
          <p:cNvPr id="153" name="椭圆 152">
            <a:extLst>
              <a:ext uri="{FF2B5EF4-FFF2-40B4-BE49-F238E27FC236}">
                <a16:creationId xmlns:a16="http://schemas.microsoft.com/office/drawing/2014/main" id="{09B10FE0-90BF-6BCE-17EF-CB1CFFA68741}"/>
              </a:ext>
            </a:extLst>
          </p:cNvPr>
          <p:cNvSpPr/>
          <p:nvPr/>
        </p:nvSpPr>
        <p:spPr>
          <a:xfrm>
            <a:off x="7338335" y="3946093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82024064-A1FD-36C6-4F51-F67737635E87}"/>
              </a:ext>
            </a:extLst>
          </p:cNvPr>
          <p:cNvCxnSpPr>
            <a:cxnSpLocks/>
            <a:stCxn id="120" idx="3"/>
            <a:endCxn id="149" idx="0"/>
          </p:cNvCxnSpPr>
          <p:nvPr/>
        </p:nvCxnSpPr>
        <p:spPr>
          <a:xfrm flipH="1">
            <a:off x="7516261" y="2951676"/>
            <a:ext cx="455739" cy="2966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254BEE41-FE46-C893-B596-402C0E46E0B7}"/>
              </a:ext>
            </a:extLst>
          </p:cNvPr>
          <p:cNvCxnSpPr>
            <a:cxnSpLocks/>
            <a:stCxn id="120" idx="5"/>
            <a:endCxn id="151" idx="0"/>
          </p:cNvCxnSpPr>
          <p:nvPr/>
        </p:nvCxnSpPr>
        <p:spPr>
          <a:xfrm>
            <a:off x="8223625" y="2951676"/>
            <a:ext cx="467711" cy="2966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4CCA40DE-64E9-4E39-2E0F-F0FAE1F6CBE1}"/>
              </a:ext>
            </a:extLst>
          </p:cNvPr>
          <p:cNvCxnSpPr>
            <a:cxnSpLocks/>
            <a:stCxn id="149" idx="4"/>
            <a:endCxn id="153" idx="0"/>
          </p:cNvCxnSpPr>
          <p:nvPr/>
        </p:nvCxnSpPr>
        <p:spPr>
          <a:xfrm>
            <a:off x="7516261" y="3609704"/>
            <a:ext cx="0" cy="3363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6" name="椭圆 165">
            <a:extLst>
              <a:ext uri="{FF2B5EF4-FFF2-40B4-BE49-F238E27FC236}">
                <a16:creationId xmlns:a16="http://schemas.microsoft.com/office/drawing/2014/main" id="{12CCF921-2383-5A85-628B-02DA4479DBAB}"/>
              </a:ext>
            </a:extLst>
          </p:cNvPr>
          <p:cNvSpPr/>
          <p:nvPr/>
        </p:nvSpPr>
        <p:spPr>
          <a:xfrm>
            <a:off x="9585060" y="2643195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168" name="椭圆 167">
            <a:extLst>
              <a:ext uri="{FF2B5EF4-FFF2-40B4-BE49-F238E27FC236}">
                <a16:creationId xmlns:a16="http://schemas.microsoft.com/office/drawing/2014/main" id="{7BF20A23-F4A7-3EC2-D571-BEEF95F78457}"/>
              </a:ext>
            </a:extLst>
          </p:cNvPr>
          <p:cNvSpPr/>
          <p:nvPr/>
        </p:nvSpPr>
        <p:spPr>
          <a:xfrm>
            <a:off x="10486730" y="2643195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170" name="椭圆 169">
            <a:extLst>
              <a:ext uri="{FF2B5EF4-FFF2-40B4-BE49-F238E27FC236}">
                <a16:creationId xmlns:a16="http://schemas.microsoft.com/office/drawing/2014/main" id="{53C90FD2-44FC-337B-7DD5-C1171DA3D4AD}"/>
              </a:ext>
            </a:extLst>
          </p:cNvPr>
          <p:cNvSpPr/>
          <p:nvPr/>
        </p:nvSpPr>
        <p:spPr>
          <a:xfrm>
            <a:off x="11431194" y="2664816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sp>
        <p:nvSpPr>
          <p:cNvPr id="172" name="椭圆 171">
            <a:extLst>
              <a:ext uri="{FF2B5EF4-FFF2-40B4-BE49-F238E27FC236}">
                <a16:creationId xmlns:a16="http://schemas.microsoft.com/office/drawing/2014/main" id="{09F2F940-C655-38B0-60E4-96839C337D3A}"/>
              </a:ext>
            </a:extLst>
          </p:cNvPr>
          <p:cNvSpPr/>
          <p:nvPr/>
        </p:nvSpPr>
        <p:spPr>
          <a:xfrm>
            <a:off x="9585059" y="3248296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174" name="椭圆 173">
            <a:extLst>
              <a:ext uri="{FF2B5EF4-FFF2-40B4-BE49-F238E27FC236}">
                <a16:creationId xmlns:a16="http://schemas.microsoft.com/office/drawing/2014/main" id="{12C53CC3-C75D-C35D-BCB4-EF2E02054DDF}"/>
              </a:ext>
            </a:extLst>
          </p:cNvPr>
          <p:cNvSpPr/>
          <p:nvPr/>
        </p:nvSpPr>
        <p:spPr>
          <a:xfrm>
            <a:off x="9585058" y="3925464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175" name="直接连接符 174">
            <a:extLst>
              <a:ext uri="{FF2B5EF4-FFF2-40B4-BE49-F238E27FC236}">
                <a16:creationId xmlns:a16="http://schemas.microsoft.com/office/drawing/2014/main" id="{3754C6BB-CD90-5B36-748B-49BF11F022A1}"/>
              </a:ext>
            </a:extLst>
          </p:cNvPr>
          <p:cNvCxnSpPr>
            <a:cxnSpLocks/>
            <a:stCxn id="33" idx="1"/>
            <a:endCxn id="27" idx="5"/>
          </p:cNvCxnSpPr>
          <p:nvPr/>
        </p:nvCxnSpPr>
        <p:spPr>
          <a:xfrm flipH="1" flipV="1">
            <a:off x="8579476" y="1481659"/>
            <a:ext cx="1959367" cy="5053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2E567BDB-B217-7E95-65ED-280FDA8DACB3}"/>
              </a:ext>
            </a:extLst>
          </p:cNvPr>
          <p:cNvCxnSpPr>
            <a:cxnSpLocks/>
            <a:stCxn id="33" idx="3"/>
            <a:endCxn id="166" idx="7"/>
          </p:cNvCxnSpPr>
          <p:nvPr/>
        </p:nvCxnSpPr>
        <p:spPr>
          <a:xfrm flipH="1">
            <a:off x="9888797" y="2242539"/>
            <a:ext cx="650046" cy="4535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直接连接符 181">
            <a:extLst>
              <a:ext uri="{FF2B5EF4-FFF2-40B4-BE49-F238E27FC236}">
                <a16:creationId xmlns:a16="http://schemas.microsoft.com/office/drawing/2014/main" id="{FF63EB00-D277-0D5E-7AB0-CBC64960A705}"/>
              </a:ext>
            </a:extLst>
          </p:cNvPr>
          <p:cNvCxnSpPr>
            <a:cxnSpLocks/>
            <a:stCxn id="166" idx="4"/>
            <a:endCxn id="172" idx="0"/>
          </p:cNvCxnSpPr>
          <p:nvPr/>
        </p:nvCxnSpPr>
        <p:spPr>
          <a:xfrm>
            <a:off x="9762985" y="3004603"/>
            <a:ext cx="0" cy="2436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5" name="直接连接符 184">
            <a:extLst>
              <a:ext uri="{FF2B5EF4-FFF2-40B4-BE49-F238E27FC236}">
                <a16:creationId xmlns:a16="http://schemas.microsoft.com/office/drawing/2014/main" id="{CDC67B3F-0F25-5505-4356-230DFA44DAF7}"/>
              </a:ext>
            </a:extLst>
          </p:cNvPr>
          <p:cNvCxnSpPr>
            <a:cxnSpLocks/>
            <a:stCxn id="172" idx="4"/>
            <a:endCxn id="174" idx="0"/>
          </p:cNvCxnSpPr>
          <p:nvPr/>
        </p:nvCxnSpPr>
        <p:spPr>
          <a:xfrm flipH="1">
            <a:off x="9762984" y="3609704"/>
            <a:ext cx="1" cy="3157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8" name="直接连接符 187">
            <a:extLst>
              <a:ext uri="{FF2B5EF4-FFF2-40B4-BE49-F238E27FC236}">
                <a16:creationId xmlns:a16="http://schemas.microsoft.com/office/drawing/2014/main" id="{2F3B9914-B28C-B669-D318-7B1E5BCDCA61}"/>
              </a:ext>
            </a:extLst>
          </p:cNvPr>
          <p:cNvCxnSpPr>
            <a:cxnSpLocks/>
            <a:stCxn id="33" idx="4"/>
            <a:endCxn id="168" idx="0"/>
          </p:cNvCxnSpPr>
          <p:nvPr/>
        </p:nvCxnSpPr>
        <p:spPr>
          <a:xfrm>
            <a:off x="10664656" y="2295466"/>
            <a:ext cx="0" cy="3477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直接连接符 190">
            <a:extLst>
              <a:ext uri="{FF2B5EF4-FFF2-40B4-BE49-F238E27FC236}">
                <a16:creationId xmlns:a16="http://schemas.microsoft.com/office/drawing/2014/main" id="{C581BDF6-FC85-A79D-B51E-CA2C5EB4BAB2}"/>
              </a:ext>
            </a:extLst>
          </p:cNvPr>
          <p:cNvCxnSpPr>
            <a:cxnSpLocks/>
            <a:stCxn id="33" idx="5"/>
            <a:endCxn id="170" idx="1"/>
          </p:cNvCxnSpPr>
          <p:nvPr/>
        </p:nvCxnSpPr>
        <p:spPr>
          <a:xfrm>
            <a:off x="10790468" y="2242539"/>
            <a:ext cx="692839" cy="4752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5" name="椭圆 194">
            <a:extLst>
              <a:ext uri="{FF2B5EF4-FFF2-40B4-BE49-F238E27FC236}">
                <a16:creationId xmlns:a16="http://schemas.microsoft.com/office/drawing/2014/main" id="{337C0E02-446C-2F6E-8BA2-08950B9CD7B4}"/>
              </a:ext>
            </a:extLst>
          </p:cNvPr>
          <p:cNvSpPr/>
          <p:nvPr/>
        </p:nvSpPr>
        <p:spPr>
          <a:xfrm>
            <a:off x="10219793" y="3248296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200" name="椭圆 199">
            <a:extLst>
              <a:ext uri="{FF2B5EF4-FFF2-40B4-BE49-F238E27FC236}">
                <a16:creationId xmlns:a16="http://schemas.microsoft.com/office/drawing/2014/main" id="{914406A7-AC0B-9945-6CE6-516174F1BE70}"/>
              </a:ext>
            </a:extLst>
          </p:cNvPr>
          <p:cNvSpPr/>
          <p:nvPr/>
        </p:nvSpPr>
        <p:spPr>
          <a:xfrm>
            <a:off x="10748049" y="3248296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201" name="直接连接符 200">
            <a:extLst>
              <a:ext uri="{FF2B5EF4-FFF2-40B4-BE49-F238E27FC236}">
                <a16:creationId xmlns:a16="http://schemas.microsoft.com/office/drawing/2014/main" id="{C81E62FB-E72C-3661-A6FA-DA0B741B9A4C}"/>
              </a:ext>
            </a:extLst>
          </p:cNvPr>
          <p:cNvCxnSpPr>
            <a:cxnSpLocks/>
            <a:stCxn id="195" idx="0"/>
            <a:endCxn id="168" idx="3"/>
          </p:cNvCxnSpPr>
          <p:nvPr/>
        </p:nvCxnSpPr>
        <p:spPr>
          <a:xfrm flipV="1">
            <a:off x="10397718" y="2951676"/>
            <a:ext cx="141125" cy="2966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4" name="直接连接符 203">
            <a:extLst>
              <a:ext uri="{FF2B5EF4-FFF2-40B4-BE49-F238E27FC236}">
                <a16:creationId xmlns:a16="http://schemas.microsoft.com/office/drawing/2014/main" id="{FD1E42ED-4FAE-5AED-7A3E-CA3C48B4A9BE}"/>
              </a:ext>
            </a:extLst>
          </p:cNvPr>
          <p:cNvCxnSpPr>
            <a:cxnSpLocks/>
            <a:stCxn id="200" idx="0"/>
            <a:endCxn id="168" idx="5"/>
          </p:cNvCxnSpPr>
          <p:nvPr/>
        </p:nvCxnSpPr>
        <p:spPr>
          <a:xfrm flipH="1" flipV="1">
            <a:off x="10790468" y="2951676"/>
            <a:ext cx="135507" cy="2966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7" name="文本框 206">
            <a:extLst>
              <a:ext uri="{FF2B5EF4-FFF2-40B4-BE49-F238E27FC236}">
                <a16:creationId xmlns:a16="http://schemas.microsoft.com/office/drawing/2014/main" id="{9FBE32CA-8FB2-2040-A726-A9CA89A5DE0C}"/>
              </a:ext>
            </a:extLst>
          </p:cNvPr>
          <p:cNvSpPr txBox="1"/>
          <p:nvPr/>
        </p:nvSpPr>
        <p:spPr>
          <a:xfrm>
            <a:off x="331736" y="4305336"/>
            <a:ext cx="8980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ABCEDF</a:t>
            </a:r>
            <a:endParaRPr lang="zh-CN" altLang="en-US" sz="1600"/>
          </a:p>
        </p:txBody>
      </p:sp>
      <p:sp>
        <p:nvSpPr>
          <p:cNvPr id="208" name="文本框 207">
            <a:extLst>
              <a:ext uri="{FF2B5EF4-FFF2-40B4-BE49-F238E27FC236}">
                <a16:creationId xmlns:a16="http://schemas.microsoft.com/office/drawing/2014/main" id="{B736CEEE-BDA9-E43F-BC82-0C904112FE8A}"/>
              </a:ext>
            </a:extLst>
          </p:cNvPr>
          <p:cNvSpPr txBox="1"/>
          <p:nvPr/>
        </p:nvSpPr>
        <p:spPr>
          <a:xfrm>
            <a:off x="2153810" y="3721682"/>
            <a:ext cx="7713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ABDEF</a:t>
            </a:r>
            <a:endParaRPr lang="zh-CN" altLang="en-US" sz="1600"/>
          </a:p>
        </p:txBody>
      </p:sp>
      <p:sp>
        <p:nvSpPr>
          <p:cNvPr id="209" name="文本框 208">
            <a:extLst>
              <a:ext uri="{FF2B5EF4-FFF2-40B4-BE49-F238E27FC236}">
                <a16:creationId xmlns:a16="http://schemas.microsoft.com/office/drawing/2014/main" id="{677E7516-23BC-E555-30CC-1E224CDDF67C}"/>
              </a:ext>
            </a:extLst>
          </p:cNvPr>
          <p:cNvSpPr txBox="1"/>
          <p:nvPr/>
        </p:nvSpPr>
        <p:spPr>
          <a:xfrm>
            <a:off x="2747170" y="3009265"/>
            <a:ext cx="6687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ABDF</a:t>
            </a:r>
            <a:endParaRPr lang="zh-CN" altLang="en-US" sz="1600"/>
          </a:p>
        </p:txBody>
      </p:sp>
      <p:sp>
        <p:nvSpPr>
          <p:cNvPr id="210" name="文本框 209">
            <a:extLst>
              <a:ext uri="{FF2B5EF4-FFF2-40B4-BE49-F238E27FC236}">
                <a16:creationId xmlns:a16="http://schemas.microsoft.com/office/drawing/2014/main" id="{DA7B5067-09A5-B79B-5D26-62B18259094E}"/>
              </a:ext>
            </a:extLst>
          </p:cNvPr>
          <p:cNvSpPr txBox="1"/>
          <p:nvPr/>
        </p:nvSpPr>
        <p:spPr>
          <a:xfrm>
            <a:off x="3690106" y="3659099"/>
            <a:ext cx="7713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ABEDF</a:t>
            </a:r>
            <a:endParaRPr lang="zh-CN" altLang="en-US" sz="1600"/>
          </a:p>
        </p:txBody>
      </p:sp>
      <p:sp>
        <p:nvSpPr>
          <p:cNvPr id="211" name="文本框 210">
            <a:extLst>
              <a:ext uri="{FF2B5EF4-FFF2-40B4-BE49-F238E27FC236}">
                <a16:creationId xmlns:a16="http://schemas.microsoft.com/office/drawing/2014/main" id="{F0B5F6D3-5FA9-A8CD-241E-0A5591E35FB2}"/>
              </a:ext>
            </a:extLst>
          </p:cNvPr>
          <p:cNvSpPr txBox="1"/>
          <p:nvPr/>
        </p:nvSpPr>
        <p:spPr>
          <a:xfrm>
            <a:off x="4321634" y="3004603"/>
            <a:ext cx="6303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ABEF</a:t>
            </a:r>
            <a:endParaRPr lang="zh-CN" altLang="en-US" sz="1600"/>
          </a:p>
        </p:txBody>
      </p:sp>
      <p:sp>
        <p:nvSpPr>
          <p:cNvPr id="212" name="文本框 211">
            <a:extLst>
              <a:ext uri="{FF2B5EF4-FFF2-40B4-BE49-F238E27FC236}">
                <a16:creationId xmlns:a16="http://schemas.microsoft.com/office/drawing/2014/main" id="{89A9A761-2D17-10DA-3317-50F86EC786D9}"/>
              </a:ext>
            </a:extLst>
          </p:cNvPr>
          <p:cNvSpPr txBox="1"/>
          <p:nvPr/>
        </p:nvSpPr>
        <p:spPr>
          <a:xfrm>
            <a:off x="5108229" y="4360842"/>
            <a:ext cx="8980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ACBDEF</a:t>
            </a:r>
            <a:endParaRPr lang="zh-CN" altLang="en-US" sz="1600"/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6F48A241-36DA-9C71-1292-01EADCD596E2}"/>
              </a:ext>
            </a:extLst>
          </p:cNvPr>
          <p:cNvSpPr txBox="1"/>
          <p:nvPr/>
        </p:nvSpPr>
        <p:spPr>
          <a:xfrm>
            <a:off x="6160414" y="3631193"/>
            <a:ext cx="795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ACBDF</a:t>
            </a:r>
            <a:endParaRPr lang="zh-CN" altLang="en-US" sz="1600"/>
          </a:p>
        </p:txBody>
      </p:sp>
      <p:sp>
        <p:nvSpPr>
          <p:cNvPr id="214" name="文本框 213">
            <a:extLst>
              <a:ext uri="{FF2B5EF4-FFF2-40B4-BE49-F238E27FC236}">
                <a16:creationId xmlns:a16="http://schemas.microsoft.com/office/drawing/2014/main" id="{4E220C30-060F-44B6-B7BC-AA3C117A3E7F}"/>
              </a:ext>
            </a:extLst>
          </p:cNvPr>
          <p:cNvSpPr txBox="1"/>
          <p:nvPr/>
        </p:nvSpPr>
        <p:spPr>
          <a:xfrm>
            <a:off x="7120252" y="4311112"/>
            <a:ext cx="8980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ACBEDF</a:t>
            </a:r>
            <a:endParaRPr lang="zh-CN" altLang="en-US" sz="1600"/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259F6B9D-3CC0-C697-7F52-1084F5277674}"/>
              </a:ext>
            </a:extLst>
          </p:cNvPr>
          <p:cNvSpPr txBox="1"/>
          <p:nvPr/>
        </p:nvSpPr>
        <p:spPr>
          <a:xfrm>
            <a:off x="8301736" y="3609704"/>
            <a:ext cx="756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ACBEF</a:t>
            </a:r>
            <a:endParaRPr lang="zh-CN" altLang="en-US" sz="1600"/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FAAC359F-4CA7-C181-914B-58383028DF0F}"/>
              </a:ext>
            </a:extLst>
          </p:cNvPr>
          <p:cNvSpPr txBox="1"/>
          <p:nvPr/>
        </p:nvSpPr>
        <p:spPr>
          <a:xfrm>
            <a:off x="9342542" y="4305336"/>
            <a:ext cx="8980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ACEBDF</a:t>
            </a:r>
            <a:endParaRPr lang="zh-CN" altLang="en-US" sz="1600"/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0CA9AF31-72FF-976F-5295-C1E8D17AE2C5}"/>
              </a:ext>
            </a:extLst>
          </p:cNvPr>
          <p:cNvSpPr txBox="1"/>
          <p:nvPr/>
        </p:nvSpPr>
        <p:spPr>
          <a:xfrm>
            <a:off x="10486730" y="3680934"/>
            <a:ext cx="8980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ACEDBF</a:t>
            </a:r>
            <a:endParaRPr lang="zh-CN" altLang="en-US" sz="1600"/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F4550D5E-3CB4-7D5E-F3DC-BA3D8EBFE0D4}"/>
              </a:ext>
            </a:extLst>
          </p:cNvPr>
          <p:cNvSpPr txBox="1"/>
          <p:nvPr/>
        </p:nvSpPr>
        <p:spPr>
          <a:xfrm>
            <a:off x="11287544" y="3022262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ACEF</a:t>
            </a:r>
            <a:endParaRPr lang="zh-CN" altLang="en-US" sz="1600"/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5913D03C-3FEA-E993-C05A-6FF429380F46}"/>
              </a:ext>
            </a:extLst>
          </p:cNvPr>
          <p:cNvSpPr txBox="1"/>
          <p:nvPr/>
        </p:nvSpPr>
        <p:spPr>
          <a:xfrm>
            <a:off x="1092857" y="3648034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ACEF</a:t>
            </a:r>
            <a:endParaRPr lang="zh-CN" altLang="en-US" sz="1600"/>
          </a:p>
        </p:txBody>
      </p:sp>
      <p:sp>
        <p:nvSpPr>
          <p:cNvPr id="220" name="椭圆 219">
            <a:extLst>
              <a:ext uri="{FF2B5EF4-FFF2-40B4-BE49-F238E27FC236}">
                <a16:creationId xmlns:a16="http://schemas.microsoft.com/office/drawing/2014/main" id="{A2033334-0D9C-7F13-D29A-ABC6A4A63ECB}"/>
              </a:ext>
            </a:extLst>
          </p:cNvPr>
          <p:cNvSpPr/>
          <p:nvPr/>
        </p:nvSpPr>
        <p:spPr>
          <a:xfrm>
            <a:off x="2466227" y="5645310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u="sng"/>
              <a:t>A</a:t>
            </a:r>
            <a:endParaRPr lang="zh-CN" altLang="en-US" b="1" u="sng"/>
          </a:p>
        </p:txBody>
      </p:sp>
      <p:sp>
        <p:nvSpPr>
          <p:cNvPr id="221" name="椭圆 220">
            <a:extLst>
              <a:ext uri="{FF2B5EF4-FFF2-40B4-BE49-F238E27FC236}">
                <a16:creationId xmlns:a16="http://schemas.microsoft.com/office/drawing/2014/main" id="{096ADFF6-C7D6-E311-3617-7003384EEC05}"/>
              </a:ext>
            </a:extLst>
          </p:cNvPr>
          <p:cNvSpPr/>
          <p:nvPr/>
        </p:nvSpPr>
        <p:spPr>
          <a:xfrm>
            <a:off x="3232764" y="5145282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222" name="椭圆 221">
            <a:extLst>
              <a:ext uri="{FF2B5EF4-FFF2-40B4-BE49-F238E27FC236}">
                <a16:creationId xmlns:a16="http://schemas.microsoft.com/office/drawing/2014/main" id="{4D5610CC-F4B8-CA6F-6AC3-6C86732B8342}"/>
              </a:ext>
            </a:extLst>
          </p:cNvPr>
          <p:cNvSpPr/>
          <p:nvPr/>
        </p:nvSpPr>
        <p:spPr>
          <a:xfrm>
            <a:off x="3232763" y="6145338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223" name="椭圆 222">
            <a:extLst>
              <a:ext uri="{FF2B5EF4-FFF2-40B4-BE49-F238E27FC236}">
                <a16:creationId xmlns:a16="http://schemas.microsoft.com/office/drawing/2014/main" id="{B50A74DE-D670-EA82-10B5-8657AE13BC73}"/>
              </a:ext>
            </a:extLst>
          </p:cNvPr>
          <p:cNvSpPr/>
          <p:nvPr/>
        </p:nvSpPr>
        <p:spPr>
          <a:xfrm>
            <a:off x="4134435" y="5145283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224" name="椭圆 223">
            <a:extLst>
              <a:ext uri="{FF2B5EF4-FFF2-40B4-BE49-F238E27FC236}">
                <a16:creationId xmlns:a16="http://schemas.microsoft.com/office/drawing/2014/main" id="{80C975F9-FCDC-2C43-57F2-83FAE914D7D6}"/>
              </a:ext>
            </a:extLst>
          </p:cNvPr>
          <p:cNvSpPr/>
          <p:nvPr/>
        </p:nvSpPr>
        <p:spPr>
          <a:xfrm>
            <a:off x="4134434" y="6145338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sp>
        <p:nvSpPr>
          <p:cNvPr id="225" name="椭圆 224">
            <a:extLst>
              <a:ext uri="{FF2B5EF4-FFF2-40B4-BE49-F238E27FC236}">
                <a16:creationId xmlns:a16="http://schemas.microsoft.com/office/drawing/2014/main" id="{C852BA5D-26F8-3854-3783-14049D98AE10}"/>
              </a:ext>
            </a:extLst>
          </p:cNvPr>
          <p:cNvSpPr/>
          <p:nvPr/>
        </p:nvSpPr>
        <p:spPr>
          <a:xfrm>
            <a:off x="4900973" y="5645310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226" name="直接连接符 225">
            <a:extLst>
              <a:ext uri="{FF2B5EF4-FFF2-40B4-BE49-F238E27FC236}">
                <a16:creationId xmlns:a16="http://schemas.microsoft.com/office/drawing/2014/main" id="{03941B5D-A842-31B8-9603-5B26DACE2083}"/>
              </a:ext>
            </a:extLst>
          </p:cNvPr>
          <p:cNvCxnSpPr>
            <a:cxnSpLocks/>
            <a:stCxn id="220" idx="7"/>
            <a:endCxn id="221" idx="2"/>
          </p:cNvCxnSpPr>
          <p:nvPr/>
        </p:nvCxnSpPr>
        <p:spPr>
          <a:xfrm flipV="1">
            <a:off x="2769964" y="5325986"/>
            <a:ext cx="462800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0621D681-AAFC-3AF6-8BAC-B6C3E6419B2D}"/>
              </a:ext>
            </a:extLst>
          </p:cNvPr>
          <p:cNvCxnSpPr>
            <a:cxnSpLocks/>
            <a:stCxn id="223" idx="2"/>
            <a:endCxn id="221" idx="6"/>
          </p:cNvCxnSpPr>
          <p:nvPr/>
        </p:nvCxnSpPr>
        <p:spPr>
          <a:xfrm flipH="1" flipV="1">
            <a:off x="3588614" y="5325986"/>
            <a:ext cx="54582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8" name="直接连接符 227">
            <a:extLst>
              <a:ext uri="{FF2B5EF4-FFF2-40B4-BE49-F238E27FC236}">
                <a16:creationId xmlns:a16="http://schemas.microsoft.com/office/drawing/2014/main" id="{92F36E22-584D-A849-36E2-6047702FE4D0}"/>
              </a:ext>
            </a:extLst>
          </p:cNvPr>
          <p:cNvCxnSpPr>
            <a:cxnSpLocks/>
            <a:stCxn id="220" idx="5"/>
            <a:endCxn id="222" idx="2"/>
          </p:cNvCxnSpPr>
          <p:nvPr/>
        </p:nvCxnSpPr>
        <p:spPr>
          <a:xfrm>
            <a:off x="2769964" y="5953791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9" name="直接连接符 228">
            <a:extLst>
              <a:ext uri="{FF2B5EF4-FFF2-40B4-BE49-F238E27FC236}">
                <a16:creationId xmlns:a16="http://schemas.microsoft.com/office/drawing/2014/main" id="{1652E520-DF4F-605C-2F28-B5D726082D4A}"/>
              </a:ext>
            </a:extLst>
          </p:cNvPr>
          <p:cNvCxnSpPr>
            <a:cxnSpLocks/>
            <a:stCxn id="222" idx="6"/>
            <a:endCxn id="224" idx="2"/>
          </p:cNvCxnSpPr>
          <p:nvPr/>
        </p:nvCxnSpPr>
        <p:spPr>
          <a:xfrm>
            <a:off x="3588614" y="6326042"/>
            <a:ext cx="5458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AC7F15B7-893D-B0F5-11D2-980EE9B7DBA5}"/>
              </a:ext>
            </a:extLst>
          </p:cNvPr>
          <p:cNvCxnSpPr>
            <a:cxnSpLocks/>
            <a:stCxn id="224" idx="6"/>
            <a:endCxn id="225" idx="3"/>
          </p:cNvCxnSpPr>
          <p:nvPr/>
        </p:nvCxnSpPr>
        <p:spPr>
          <a:xfrm flipV="1">
            <a:off x="4490285" y="5953791"/>
            <a:ext cx="462801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1" name="直接连接符 230">
            <a:extLst>
              <a:ext uri="{FF2B5EF4-FFF2-40B4-BE49-F238E27FC236}">
                <a16:creationId xmlns:a16="http://schemas.microsoft.com/office/drawing/2014/main" id="{EF423EDE-012B-5290-BF52-E8EB9487DBE7}"/>
              </a:ext>
            </a:extLst>
          </p:cNvPr>
          <p:cNvCxnSpPr>
            <a:cxnSpLocks/>
            <a:stCxn id="225" idx="1"/>
            <a:endCxn id="223" idx="6"/>
          </p:cNvCxnSpPr>
          <p:nvPr/>
        </p:nvCxnSpPr>
        <p:spPr>
          <a:xfrm flipH="1" flipV="1">
            <a:off x="4490286" y="5325987"/>
            <a:ext cx="462800" cy="3722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2" name="直接连接符 231">
            <a:extLst>
              <a:ext uri="{FF2B5EF4-FFF2-40B4-BE49-F238E27FC236}">
                <a16:creationId xmlns:a16="http://schemas.microsoft.com/office/drawing/2014/main" id="{8047671F-75FB-CEDF-B180-6646FEA39527}"/>
              </a:ext>
            </a:extLst>
          </p:cNvPr>
          <p:cNvCxnSpPr>
            <a:cxnSpLocks/>
            <a:stCxn id="222" idx="0"/>
            <a:endCxn id="221" idx="4"/>
          </p:cNvCxnSpPr>
          <p:nvPr/>
        </p:nvCxnSpPr>
        <p:spPr>
          <a:xfrm flipV="1">
            <a:off x="3410689" y="5506690"/>
            <a:ext cx="0" cy="638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F70316AD-747A-B74A-13A5-232EDD868460}"/>
              </a:ext>
            </a:extLst>
          </p:cNvPr>
          <p:cNvCxnSpPr>
            <a:cxnSpLocks/>
            <a:stCxn id="224" idx="0"/>
            <a:endCxn id="223" idx="4"/>
          </p:cNvCxnSpPr>
          <p:nvPr/>
        </p:nvCxnSpPr>
        <p:spPr>
          <a:xfrm flipV="1">
            <a:off x="4312360" y="5506691"/>
            <a:ext cx="1" cy="6386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4" name="直接连接符 233">
            <a:extLst>
              <a:ext uri="{FF2B5EF4-FFF2-40B4-BE49-F238E27FC236}">
                <a16:creationId xmlns:a16="http://schemas.microsoft.com/office/drawing/2014/main" id="{EDE27B7C-EE9D-0869-8070-4A8069FE63B1}"/>
              </a:ext>
            </a:extLst>
          </p:cNvPr>
          <p:cNvCxnSpPr>
            <a:cxnSpLocks/>
            <a:stCxn id="224" idx="1"/>
            <a:endCxn id="221" idx="5"/>
          </p:cNvCxnSpPr>
          <p:nvPr/>
        </p:nvCxnSpPr>
        <p:spPr>
          <a:xfrm flipH="1" flipV="1">
            <a:off x="3536501" y="5453763"/>
            <a:ext cx="650046" cy="744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5" name="文本框 234">
            <a:extLst>
              <a:ext uri="{FF2B5EF4-FFF2-40B4-BE49-F238E27FC236}">
                <a16:creationId xmlns:a16="http://schemas.microsoft.com/office/drawing/2014/main" id="{6A6AB774-F942-9C97-3760-CC490E503B04}"/>
              </a:ext>
            </a:extLst>
          </p:cNvPr>
          <p:cNvSpPr txBox="1"/>
          <p:nvPr/>
        </p:nvSpPr>
        <p:spPr>
          <a:xfrm>
            <a:off x="2801855" y="522145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236" name="文本框 235">
            <a:extLst>
              <a:ext uri="{FF2B5EF4-FFF2-40B4-BE49-F238E27FC236}">
                <a16:creationId xmlns:a16="http://schemas.microsoft.com/office/drawing/2014/main" id="{6509A3E3-95CA-F2BB-DD37-DA5E3BA09179}"/>
              </a:ext>
            </a:extLst>
          </p:cNvPr>
          <p:cNvSpPr txBox="1"/>
          <p:nvPr/>
        </p:nvSpPr>
        <p:spPr>
          <a:xfrm>
            <a:off x="2769962" y="607784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237" name="文本框 236">
            <a:extLst>
              <a:ext uri="{FF2B5EF4-FFF2-40B4-BE49-F238E27FC236}">
                <a16:creationId xmlns:a16="http://schemas.microsoft.com/office/drawing/2014/main" id="{4FC55718-2DA8-59D4-35EA-112D43B7116D}"/>
              </a:ext>
            </a:extLst>
          </p:cNvPr>
          <p:cNvSpPr txBox="1"/>
          <p:nvPr/>
        </p:nvSpPr>
        <p:spPr>
          <a:xfrm>
            <a:off x="3149636" y="561465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238" name="文本框 237">
            <a:extLst>
              <a:ext uri="{FF2B5EF4-FFF2-40B4-BE49-F238E27FC236}">
                <a16:creationId xmlns:a16="http://schemas.microsoft.com/office/drawing/2014/main" id="{8F166E0D-3E19-6C61-4EAE-FA08BFB3330D}"/>
              </a:ext>
            </a:extLst>
          </p:cNvPr>
          <p:cNvSpPr txBox="1"/>
          <p:nvPr/>
        </p:nvSpPr>
        <p:spPr>
          <a:xfrm>
            <a:off x="3661229" y="4991936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10</a:t>
            </a:r>
            <a:endParaRPr lang="zh-CN" altLang="en-US" sz="1600"/>
          </a:p>
        </p:txBody>
      </p:sp>
      <p:sp>
        <p:nvSpPr>
          <p:cNvPr id="239" name="文本框 238">
            <a:extLst>
              <a:ext uri="{FF2B5EF4-FFF2-40B4-BE49-F238E27FC236}">
                <a16:creationId xmlns:a16="http://schemas.microsoft.com/office/drawing/2014/main" id="{B82CDAF6-29DA-D2DC-81FD-465B73C336EB}"/>
              </a:ext>
            </a:extLst>
          </p:cNvPr>
          <p:cNvSpPr txBox="1"/>
          <p:nvPr/>
        </p:nvSpPr>
        <p:spPr>
          <a:xfrm>
            <a:off x="3620507" y="568239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240" name="文本框 239">
            <a:extLst>
              <a:ext uri="{FF2B5EF4-FFF2-40B4-BE49-F238E27FC236}">
                <a16:creationId xmlns:a16="http://schemas.microsoft.com/office/drawing/2014/main" id="{C894A8EF-E965-D47F-C3BE-C468AC51FF28}"/>
              </a:ext>
            </a:extLst>
          </p:cNvPr>
          <p:cNvSpPr txBox="1"/>
          <p:nvPr/>
        </p:nvSpPr>
        <p:spPr>
          <a:xfrm>
            <a:off x="4090499" y="561465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241" name="文本框 240">
            <a:extLst>
              <a:ext uri="{FF2B5EF4-FFF2-40B4-BE49-F238E27FC236}">
                <a16:creationId xmlns:a16="http://schemas.microsoft.com/office/drawing/2014/main" id="{BA53D84A-58A9-26AD-81A2-F5DBE3B00A9A}"/>
              </a:ext>
            </a:extLst>
          </p:cNvPr>
          <p:cNvSpPr txBox="1"/>
          <p:nvPr/>
        </p:nvSpPr>
        <p:spPr>
          <a:xfrm>
            <a:off x="4676873" y="525248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242" name="文本框 241">
            <a:extLst>
              <a:ext uri="{FF2B5EF4-FFF2-40B4-BE49-F238E27FC236}">
                <a16:creationId xmlns:a16="http://schemas.microsoft.com/office/drawing/2014/main" id="{B8FCF153-09EA-CD94-F5C0-9998E4BC7BFF}"/>
              </a:ext>
            </a:extLst>
          </p:cNvPr>
          <p:cNvSpPr txBox="1"/>
          <p:nvPr/>
        </p:nvSpPr>
        <p:spPr>
          <a:xfrm>
            <a:off x="3708277" y="632153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5E69A317-2E0E-B1E2-51B4-F032894E60DD}"/>
              </a:ext>
            </a:extLst>
          </p:cNvPr>
          <p:cNvSpPr txBox="1"/>
          <p:nvPr/>
        </p:nvSpPr>
        <p:spPr>
          <a:xfrm>
            <a:off x="4676873" y="611526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9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232104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6A182-078F-AB17-A3A3-A59A974B4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89B0F495-AD9D-3A42-6D7A-278114D56E73}"/>
              </a:ext>
            </a:extLst>
          </p:cNvPr>
          <p:cNvSpPr/>
          <p:nvPr/>
        </p:nvSpPr>
        <p:spPr>
          <a:xfrm>
            <a:off x="6810986" y="3410092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69393E3-FF2B-B291-E0C6-C8FF2777E92C}"/>
              </a:ext>
            </a:extLst>
          </p:cNvPr>
          <p:cNvSpPr/>
          <p:nvPr/>
        </p:nvSpPr>
        <p:spPr>
          <a:xfrm>
            <a:off x="7577523" y="2910064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D9C51574-6A05-DAD8-383B-525866E9CCE1}"/>
              </a:ext>
            </a:extLst>
          </p:cNvPr>
          <p:cNvSpPr/>
          <p:nvPr/>
        </p:nvSpPr>
        <p:spPr>
          <a:xfrm>
            <a:off x="7577522" y="3910120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27E3A98-BA69-B7A8-5AE4-2BCDB65EE86D}"/>
              </a:ext>
            </a:extLst>
          </p:cNvPr>
          <p:cNvSpPr/>
          <p:nvPr/>
        </p:nvSpPr>
        <p:spPr>
          <a:xfrm>
            <a:off x="8479194" y="2910065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A420B3F-BDF3-B91A-D984-57E60F93983B}"/>
              </a:ext>
            </a:extLst>
          </p:cNvPr>
          <p:cNvSpPr/>
          <p:nvPr/>
        </p:nvSpPr>
        <p:spPr>
          <a:xfrm>
            <a:off x="8479193" y="3910120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6FEDE69-7FC2-3971-3B16-0CED0D3A0938}"/>
              </a:ext>
            </a:extLst>
          </p:cNvPr>
          <p:cNvSpPr/>
          <p:nvPr/>
        </p:nvSpPr>
        <p:spPr>
          <a:xfrm>
            <a:off x="9245732" y="3410092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C164D8D-B2B3-688A-4556-243159F5890C}"/>
              </a:ext>
            </a:extLst>
          </p:cNvPr>
          <p:cNvCxnSpPr>
            <a:cxnSpLocks/>
            <a:stCxn id="2" idx="7"/>
            <a:endCxn id="3" idx="2"/>
          </p:cNvCxnSpPr>
          <p:nvPr/>
        </p:nvCxnSpPr>
        <p:spPr>
          <a:xfrm flipV="1">
            <a:off x="7114723" y="3090768"/>
            <a:ext cx="462800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FE6A3FA-F91F-1486-A549-90DB609530E5}"/>
              </a:ext>
            </a:extLst>
          </p:cNvPr>
          <p:cNvCxnSpPr>
            <a:cxnSpLocks/>
            <a:stCxn id="5" idx="2"/>
            <a:endCxn id="3" idx="6"/>
          </p:cNvCxnSpPr>
          <p:nvPr/>
        </p:nvCxnSpPr>
        <p:spPr>
          <a:xfrm flipH="1" flipV="1">
            <a:off x="7933373" y="3090768"/>
            <a:ext cx="54582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B2C3E82-0DD9-C37D-887C-0BE62618DC94}"/>
              </a:ext>
            </a:extLst>
          </p:cNvPr>
          <p:cNvCxnSpPr>
            <a:cxnSpLocks/>
            <a:stCxn id="2" idx="5"/>
            <a:endCxn id="4" idx="2"/>
          </p:cNvCxnSpPr>
          <p:nvPr/>
        </p:nvCxnSpPr>
        <p:spPr>
          <a:xfrm>
            <a:off x="7114723" y="3718573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A151E4D-33C4-0B8B-633A-AF09CB287E24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>
            <a:off x="7933373" y="4090824"/>
            <a:ext cx="5458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1039B64-0D57-10E9-A75F-EF0DC191D030}"/>
              </a:ext>
            </a:extLst>
          </p:cNvPr>
          <p:cNvCxnSpPr>
            <a:cxnSpLocks/>
            <a:stCxn id="6" idx="6"/>
            <a:endCxn id="7" idx="3"/>
          </p:cNvCxnSpPr>
          <p:nvPr/>
        </p:nvCxnSpPr>
        <p:spPr>
          <a:xfrm flipV="1">
            <a:off x="8835044" y="3718573"/>
            <a:ext cx="462801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B3D9F1E-891E-26DB-F99D-A4B75907F70F}"/>
              </a:ext>
            </a:extLst>
          </p:cNvPr>
          <p:cNvCxnSpPr>
            <a:cxnSpLocks/>
            <a:stCxn id="7" idx="1"/>
            <a:endCxn id="5" idx="6"/>
          </p:cNvCxnSpPr>
          <p:nvPr/>
        </p:nvCxnSpPr>
        <p:spPr>
          <a:xfrm flipH="1" flipV="1">
            <a:off x="8835045" y="3090769"/>
            <a:ext cx="462800" cy="3722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AB38F3A-A459-9301-E1F2-EC331049A154}"/>
              </a:ext>
            </a:extLst>
          </p:cNvPr>
          <p:cNvCxnSpPr>
            <a:cxnSpLocks/>
            <a:stCxn id="4" idx="0"/>
            <a:endCxn id="3" idx="4"/>
          </p:cNvCxnSpPr>
          <p:nvPr/>
        </p:nvCxnSpPr>
        <p:spPr>
          <a:xfrm flipV="1">
            <a:off x="7755448" y="3271472"/>
            <a:ext cx="0" cy="638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D948956-C5B6-303B-624C-072DA6042A1D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8657119" y="3271473"/>
            <a:ext cx="1" cy="6386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9C12E7F-36E4-DD9A-49DF-1810FEAB34B9}"/>
              </a:ext>
            </a:extLst>
          </p:cNvPr>
          <p:cNvCxnSpPr>
            <a:cxnSpLocks/>
            <a:stCxn id="6" idx="1"/>
            <a:endCxn id="3" idx="5"/>
          </p:cNvCxnSpPr>
          <p:nvPr/>
        </p:nvCxnSpPr>
        <p:spPr>
          <a:xfrm flipH="1" flipV="1">
            <a:off x="7881260" y="3218545"/>
            <a:ext cx="650046" cy="744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40058D59-20A7-CB85-3E1A-3C7D4A6FB471}"/>
              </a:ext>
            </a:extLst>
          </p:cNvPr>
          <p:cNvSpPr txBox="1"/>
          <p:nvPr/>
        </p:nvSpPr>
        <p:spPr>
          <a:xfrm>
            <a:off x="7146614" y="298623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3AA8978-C730-1745-F4A5-D06C6F071357}"/>
              </a:ext>
            </a:extLst>
          </p:cNvPr>
          <p:cNvSpPr txBox="1"/>
          <p:nvPr/>
        </p:nvSpPr>
        <p:spPr>
          <a:xfrm>
            <a:off x="7114721" y="384262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E063000-CD6F-D06F-D5DE-0805BD8A9F68}"/>
              </a:ext>
            </a:extLst>
          </p:cNvPr>
          <p:cNvSpPr txBox="1"/>
          <p:nvPr/>
        </p:nvSpPr>
        <p:spPr>
          <a:xfrm>
            <a:off x="7494395" y="337943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1D277B5-2964-7603-3A6B-44784C046327}"/>
              </a:ext>
            </a:extLst>
          </p:cNvPr>
          <p:cNvSpPr txBox="1"/>
          <p:nvPr/>
        </p:nvSpPr>
        <p:spPr>
          <a:xfrm>
            <a:off x="8005988" y="2756718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10</a:t>
            </a:r>
            <a:endParaRPr lang="zh-CN" altLang="en-US" sz="16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A8D62C6-A3ED-01ED-4F75-D445424B4C39}"/>
              </a:ext>
            </a:extLst>
          </p:cNvPr>
          <p:cNvSpPr txBox="1"/>
          <p:nvPr/>
        </p:nvSpPr>
        <p:spPr>
          <a:xfrm>
            <a:off x="7965266" y="344718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F72F649-70E4-F194-5E86-288D70AD6D4C}"/>
              </a:ext>
            </a:extLst>
          </p:cNvPr>
          <p:cNvSpPr txBox="1"/>
          <p:nvPr/>
        </p:nvSpPr>
        <p:spPr>
          <a:xfrm>
            <a:off x="8435258" y="337943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C7A67E2-3B65-73C8-B5EC-C8B7A91927FC}"/>
              </a:ext>
            </a:extLst>
          </p:cNvPr>
          <p:cNvSpPr txBox="1"/>
          <p:nvPr/>
        </p:nvSpPr>
        <p:spPr>
          <a:xfrm>
            <a:off x="9021632" y="301726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6BF8224-0519-7B06-17D8-5BFE6DBB52B6}"/>
              </a:ext>
            </a:extLst>
          </p:cNvPr>
          <p:cNvSpPr txBox="1"/>
          <p:nvPr/>
        </p:nvSpPr>
        <p:spPr>
          <a:xfrm>
            <a:off x="8053036" y="408632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ACC42FF-511A-E9E3-9493-2F5F677BA528}"/>
              </a:ext>
            </a:extLst>
          </p:cNvPr>
          <p:cNvSpPr txBox="1"/>
          <p:nvPr/>
        </p:nvSpPr>
        <p:spPr>
          <a:xfrm>
            <a:off x="9021632" y="388004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9</a:t>
            </a:r>
            <a:endParaRPr lang="zh-CN" altLang="en-US" sz="1600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F4F115B1-44B4-1147-DA6A-2270867E8AA8}"/>
              </a:ext>
            </a:extLst>
          </p:cNvPr>
          <p:cNvSpPr/>
          <p:nvPr/>
        </p:nvSpPr>
        <p:spPr>
          <a:xfrm>
            <a:off x="294992" y="765216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DB9DF07C-5AD0-26CF-1507-549E3F3072F4}"/>
              </a:ext>
            </a:extLst>
          </p:cNvPr>
          <p:cNvSpPr/>
          <p:nvPr/>
        </p:nvSpPr>
        <p:spPr>
          <a:xfrm>
            <a:off x="1061529" y="265188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2E4C29A0-A758-A743-FB98-322A1019B23B}"/>
              </a:ext>
            </a:extLst>
          </p:cNvPr>
          <p:cNvSpPr/>
          <p:nvPr/>
        </p:nvSpPr>
        <p:spPr>
          <a:xfrm>
            <a:off x="1061528" y="1265244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376D249-BBF5-7D1F-52A0-890C0C2F5B1D}"/>
              </a:ext>
            </a:extLst>
          </p:cNvPr>
          <p:cNvCxnSpPr>
            <a:cxnSpLocks/>
            <a:stCxn id="26" idx="7"/>
            <a:endCxn id="27" idx="2"/>
          </p:cNvCxnSpPr>
          <p:nvPr/>
        </p:nvCxnSpPr>
        <p:spPr>
          <a:xfrm flipV="1">
            <a:off x="598729" y="445892"/>
            <a:ext cx="462800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94BAF762-245F-B570-8ED6-C4E9B7E43756}"/>
              </a:ext>
            </a:extLst>
          </p:cNvPr>
          <p:cNvCxnSpPr>
            <a:cxnSpLocks/>
            <a:stCxn id="26" idx="5"/>
            <a:endCxn id="28" idx="2"/>
          </p:cNvCxnSpPr>
          <p:nvPr/>
        </p:nvCxnSpPr>
        <p:spPr>
          <a:xfrm>
            <a:off x="598729" y="1073697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2FF59E27-27F2-70E7-37FB-9A1EA27315F4}"/>
              </a:ext>
            </a:extLst>
          </p:cNvPr>
          <p:cNvSpPr txBox="1"/>
          <p:nvPr/>
        </p:nvSpPr>
        <p:spPr>
          <a:xfrm>
            <a:off x="843924" y="2106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2</a:t>
            </a:r>
            <a:endParaRPr lang="zh-CN" altLang="en-US" sz="1600" u="sng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448935F-ED0C-C120-549F-3A80DD99B8B3}"/>
              </a:ext>
            </a:extLst>
          </p:cNvPr>
          <p:cNvSpPr txBox="1"/>
          <p:nvPr/>
        </p:nvSpPr>
        <p:spPr>
          <a:xfrm>
            <a:off x="1030514" y="162665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5</a:t>
            </a:r>
            <a:endParaRPr lang="zh-CN" altLang="en-US" sz="1600" u="sng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A12D3E19-88EF-1428-47A3-B7B07247E84C}"/>
              </a:ext>
            </a:extLst>
          </p:cNvPr>
          <p:cNvSpPr/>
          <p:nvPr/>
        </p:nvSpPr>
        <p:spPr>
          <a:xfrm>
            <a:off x="2075702" y="792677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D9FE0165-8C7D-626A-8928-736FF784041B}"/>
              </a:ext>
            </a:extLst>
          </p:cNvPr>
          <p:cNvSpPr/>
          <p:nvPr/>
        </p:nvSpPr>
        <p:spPr>
          <a:xfrm>
            <a:off x="2842239" y="292649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DE75EB59-C693-3248-9270-4FB8BDBACB20}"/>
              </a:ext>
            </a:extLst>
          </p:cNvPr>
          <p:cNvSpPr/>
          <p:nvPr/>
        </p:nvSpPr>
        <p:spPr>
          <a:xfrm>
            <a:off x="2842238" y="1292705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9F402646-79EF-3FB6-F71C-CE486ECD00C7}"/>
              </a:ext>
            </a:extLst>
          </p:cNvPr>
          <p:cNvSpPr/>
          <p:nvPr/>
        </p:nvSpPr>
        <p:spPr>
          <a:xfrm>
            <a:off x="3743910" y="292650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3271135-695F-4753-2A73-9816C8A34A5D}"/>
              </a:ext>
            </a:extLst>
          </p:cNvPr>
          <p:cNvSpPr/>
          <p:nvPr/>
        </p:nvSpPr>
        <p:spPr>
          <a:xfrm>
            <a:off x="3743909" y="1292705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76582506-1DB7-D137-58D1-81A90B637E6C}"/>
              </a:ext>
            </a:extLst>
          </p:cNvPr>
          <p:cNvCxnSpPr>
            <a:cxnSpLocks/>
            <a:stCxn id="54" idx="7"/>
            <a:endCxn id="55" idx="2"/>
          </p:cNvCxnSpPr>
          <p:nvPr/>
        </p:nvCxnSpPr>
        <p:spPr>
          <a:xfrm flipV="1">
            <a:off x="2379439" y="473353"/>
            <a:ext cx="462800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1FB597CB-C7A1-BDF3-0963-BA50A6B5FC64}"/>
              </a:ext>
            </a:extLst>
          </p:cNvPr>
          <p:cNvCxnSpPr>
            <a:cxnSpLocks/>
            <a:stCxn id="57" idx="2"/>
            <a:endCxn id="55" idx="6"/>
          </p:cNvCxnSpPr>
          <p:nvPr/>
        </p:nvCxnSpPr>
        <p:spPr>
          <a:xfrm flipH="1" flipV="1">
            <a:off x="3198089" y="473353"/>
            <a:ext cx="54582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CC2CD6DA-D0D1-41CA-FE86-5B4B449E7D74}"/>
              </a:ext>
            </a:extLst>
          </p:cNvPr>
          <p:cNvCxnSpPr>
            <a:cxnSpLocks/>
            <a:stCxn id="54" idx="5"/>
            <a:endCxn id="56" idx="2"/>
          </p:cNvCxnSpPr>
          <p:nvPr/>
        </p:nvCxnSpPr>
        <p:spPr>
          <a:xfrm>
            <a:off x="2379439" y="1101158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6EB4269A-8E3C-0720-755C-95E7E2BDECD9}"/>
              </a:ext>
            </a:extLst>
          </p:cNvPr>
          <p:cNvCxnSpPr>
            <a:cxnSpLocks/>
            <a:stCxn id="56" idx="0"/>
            <a:endCxn id="55" idx="4"/>
          </p:cNvCxnSpPr>
          <p:nvPr/>
        </p:nvCxnSpPr>
        <p:spPr>
          <a:xfrm flipV="1">
            <a:off x="3020164" y="654057"/>
            <a:ext cx="0" cy="638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F4700160-0777-62A4-45B2-5DD785AF38E6}"/>
              </a:ext>
            </a:extLst>
          </p:cNvPr>
          <p:cNvCxnSpPr>
            <a:cxnSpLocks/>
            <a:stCxn id="58" idx="1"/>
            <a:endCxn id="55" idx="5"/>
          </p:cNvCxnSpPr>
          <p:nvPr/>
        </p:nvCxnSpPr>
        <p:spPr>
          <a:xfrm flipH="1" flipV="1">
            <a:off x="3145976" y="601130"/>
            <a:ext cx="650046" cy="744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09F73195-2521-A036-E746-1B133F6C22B5}"/>
              </a:ext>
            </a:extLst>
          </p:cNvPr>
          <p:cNvSpPr txBox="1"/>
          <p:nvPr/>
        </p:nvSpPr>
        <p:spPr>
          <a:xfrm>
            <a:off x="2851760" y="-1955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2</a:t>
            </a:r>
            <a:endParaRPr lang="zh-CN" altLang="en-US" sz="1600" u="sng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E8E7BA3-5457-9733-DA78-9A9C44214766}"/>
              </a:ext>
            </a:extLst>
          </p:cNvPr>
          <p:cNvSpPr txBox="1"/>
          <p:nvPr/>
        </p:nvSpPr>
        <p:spPr>
          <a:xfrm>
            <a:off x="2708149" y="160508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3</a:t>
            </a:r>
            <a:endParaRPr lang="zh-CN" altLang="en-US" sz="1600" u="sng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300521A4-87A8-2629-B832-302CB23E362A}"/>
              </a:ext>
            </a:extLst>
          </p:cNvPr>
          <p:cNvSpPr txBox="1"/>
          <p:nvPr/>
        </p:nvSpPr>
        <p:spPr>
          <a:xfrm>
            <a:off x="4067365" y="280114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12</a:t>
            </a:r>
            <a:endParaRPr lang="zh-CN" altLang="en-US" sz="1600" u="sng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B73C932D-73EA-808B-500C-7041606E86D8}"/>
              </a:ext>
            </a:extLst>
          </p:cNvPr>
          <p:cNvSpPr txBox="1"/>
          <p:nvPr/>
        </p:nvSpPr>
        <p:spPr>
          <a:xfrm>
            <a:off x="3796022" y="160508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5</a:t>
            </a:r>
            <a:endParaRPr lang="zh-CN" altLang="en-US" sz="1600" u="sng"/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938F611F-A442-CA7F-9CE6-E103788ABD3E}"/>
              </a:ext>
            </a:extLst>
          </p:cNvPr>
          <p:cNvSpPr/>
          <p:nvPr/>
        </p:nvSpPr>
        <p:spPr>
          <a:xfrm>
            <a:off x="4918812" y="805635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68D217F0-2385-CE0B-A723-217C191EA4A9}"/>
              </a:ext>
            </a:extLst>
          </p:cNvPr>
          <p:cNvSpPr/>
          <p:nvPr/>
        </p:nvSpPr>
        <p:spPr>
          <a:xfrm>
            <a:off x="5685349" y="305607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6C5C735E-307F-8DF4-11C4-3E5C240DAA32}"/>
              </a:ext>
            </a:extLst>
          </p:cNvPr>
          <p:cNvSpPr/>
          <p:nvPr/>
        </p:nvSpPr>
        <p:spPr>
          <a:xfrm>
            <a:off x="5685348" y="1305663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720D9D10-50DF-1F25-A8BB-8BC8C14BB8D6}"/>
              </a:ext>
            </a:extLst>
          </p:cNvPr>
          <p:cNvSpPr/>
          <p:nvPr/>
        </p:nvSpPr>
        <p:spPr>
          <a:xfrm>
            <a:off x="6587020" y="305608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29CC94BD-385E-4BA1-5117-608D5A140103}"/>
              </a:ext>
            </a:extLst>
          </p:cNvPr>
          <p:cNvSpPr/>
          <p:nvPr/>
        </p:nvSpPr>
        <p:spPr>
          <a:xfrm>
            <a:off x="6587019" y="1305663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A6BB1FAD-C8A3-E012-848B-F2C23C087F28}"/>
              </a:ext>
            </a:extLst>
          </p:cNvPr>
          <p:cNvCxnSpPr>
            <a:cxnSpLocks/>
            <a:stCxn id="82" idx="7"/>
            <a:endCxn id="83" idx="2"/>
          </p:cNvCxnSpPr>
          <p:nvPr/>
        </p:nvCxnSpPr>
        <p:spPr>
          <a:xfrm flipV="1">
            <a:off x="5222549" y="486311"/>
            <a:ext cx="462800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62AE304A-0C19-A867-3C3E-A0651F2C5704}"/>
              </a:ext>
            </a:extLst>
          </p:cNvPr>
          <p:cNvCxnSpPr>
            <a:cxnSpLocks/>
            <a:stCxn id="85" idx="2"/>
            <a:endCxn id="83" idx="6"/>
          </p:cNvCxnSpPr>
          <p:nvPr/>
        </p:nvCxnSpPr>
        <p:spPr>
          <a:xfrm flipH="1" flipV="1">
            <a:off x="6041199" y="486311"/>
            <a:ext cx="54582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F08567AA-B273-BA16-E84B-6A8E8159CA61}"/>
              </a:ext>
            </a:extLst>
          </p:cNvPr>
          <p:cNvCxnSpPr>
            <a:cxnSpLocks/>
            <a:stCxn id="82" idx="5"/>
            <a:endCxn id="84" idx="2"/>
          </p:cNvCxnSpPr>
          <p:nvPr/>
        </p:nvCxnSpPr>
        <p:spPr>
          <a:xfrm>
            <a:off x="5222549" y="1114116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F1875094-4B2C-17CB-3A48-143D886D86DF}"/>
              </a:ext>
            </a:extLst>
          </p:cNvPr>
          <p:cNvCxnSpPr>
            <a:cxnSpLocks/>
            <a:stCxn id="84" idx="0"/>
            <a:endCxn id="83" idx="4"/>
          </p:cNvCxnSpPr>
          <p:nvPr/>
        </p:nvCxnSpPr>
        <p:spPr>
          <a:xfrm flipV="1">
            <a:off x="5863274" y="667015"/>
            <a:ext cx="0" cy="638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525DC040-2CD7-520B-F57A-64B7AAC9728C}"/>
              </a:ext>
            </a:extLst>
          </p:cNvPr>
          <p:cNvCxnSpPr>
            <a:cxnSpLocks/>
            <a:stCxn id="86" idx="1"/>
            <a:endCxn id="83" idx="5"/>
          </p:cNvCxnSpPr>
          <p:nvPr/>
        </p:nvCxnSpPr>
        <p:spPr>
          <a:xfrm flipH="1" flipV="1">
            <a:off x="5989086" y="614088"/>
            <a:ext cx="650046" cy="744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AFE8BEC6-865F-2D19-76D0-C2B088A43B62}"/>
              </a:ext>
            </a:extLst>
          </p:cNvPr>
          <p:cNvSpPr txBox="1"/>
          <p:nvPr/>
        </p:nvSpPr>
        <p:spPr>
          <a:xfrm>
            <a:off x="5551259" y="161804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3</a:t>
            </a:r>
            <a:endParaRPr lang="zh-CN" altLang="en-US" sz="1600" u="sng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5D0BC442-11B8-DB03-FBF8-6CE1F4C902D7}"/>
              </a:ext>
            </a:extLst>
          </p:cNvPr>
          <p:cNvSpPr txBox="1"/>
          <p:nvPr/>
        </p:nvSpPr>
        <p:spPr>
          <a:xfrm>
            <a:off x="6910475" y="293072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12</a:t>
            </a:r>
            <a:endParaRPr lang="zh-CN" altLang="en-US" sz="1600" u="sng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EA0E9FD5-65C4-34CC-124E-16FCFD652DD4}"/>
              </a:ext>
            </a:extLst>
          </p:cNvPr>
          <p:cNvSpPr txBox="1"/>
          <p:nvPr/>
        </p:nvSpPr>
        <p:spPr>
          <a:xfrm>
            <a:off x="6639132" y="161804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5</a:t>
            </a:r>
            <a:endParaRPr lang="zh-CN" altLang="en-US" sz="1600" u="sng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1BDAE432-CF29-979F-1130-F98DA3AE04FD}"/>
              </a:ext>
            </a:extLst>
          </p:cNvPr>
          <p:cNvSpPr txBox="1"/>
          <p:nvPr/>
        </p:nvSpPr>
        <p:spPr>
          <a:xfrm>
            <a:off x="5539314" y="-3294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2</a:t>
            </a:r>
            <a:endParaRPr lang="zh-CN" altLang="en-US" sz="1600" u="sng"/>
          </a:p>
        </p:txBody>
      </p: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24857614-507F-C861-9238-B18497BC465D}"/>
              </a:ext>
            </a:extLst>
          </p:cNvPr>
          <p:cNvCxnSpPr>
            <a:cxnSpLocks/>
            <a:stCxn id="86" idx="2"/>
            <a:endCxn id="84" idx="6"/>
          </p:cNvCxnSpPr>
          <p:nvPr/>
        </p:nvCxnSpPr>
        <p:spPr>
          <a:xfrm flipH="1">
            <a:off x="6041199" y="1486367"/>
            <a:ext cx="5458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0" name="椭圆 99">
            <a:extLst>
              <a:ext uri="{FF2B5EF4-FFF2-40B4-BE49-F238E27FC236}">
                <a16:creationId xmlns:a16="http://schemas.microsoft.com/office/drawing/2014/main" id="{A2C4FE26-8034-1559-D71A-753B8ACBDFC1}"/>
              </a:ext>
            </a:extLst>
          </p:cNvPr>
          <p:cNvSpPr/>
          <p:nvPr/>
        </p:nvSpPr>
        <p:spPr>
          <a:xfrm>
            <a:off x="7910530" y="805212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4238AD7B-AC9E-586B-6053-D5085361AF4F}"/>
              </a:ext>
            </a:extLst>
          </p:cNvPr>
          <p:cNvSpPr/>
          <p:nvPr/>
        </p:nvSpPr>
        <p:spPr>
          <a:xfrm>
            <a:off x="8677067" y="305184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99F66062-437B-B0DE-991B-104C9E79F29B}"/>
              </a:ext>
            </a:extLst>
          </p:cNvPr>
          <p:cNvSpPr/>
          <p:nvPr/>
        </p:nvSpPr>
        <p:spPr>
          <a:xfrm>
            <a:off x="8677066" y="1305240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7DC45E48-A2FD-6969-DE58-CD01AFA4006C}"/>
              </a:ext>
            </a:extLst>
          </p:cNvPr>
          <p:cNvSpPr/>
          <p:nvPr/>
        </p:nvSpPr>
        <p:spPr>
          <a:xfrm>
            <a:off x="9578738" y="305185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A73CF193-5090-AD11-8080-B2D5EDD64929}"/>
              </a:ext>
            </a:extLst>
          </p:cNvPr>
          <p:cNvSpPr/>
          <p:nvPr/>
        </p:nvSpPr>
        <p:spPr>
          <a:xfrm>
            <a:off x="9578737" y="1305240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BF680A27-AB69-9B61-0C56-5817C300CF89}"/>
              </a:ext>
            </a:extLst>
          </p:cNvPr>
          <p:cNvCxnSpPr>
            <a:cxnSpLocks/>
            <a:stCxn id="100" idx="7"/>
            <a:endCxn id="101" idx="2"/>
          </p:cNvCxnSpPr>
          <p:nvPr/>
        </p:nvCxnSpPr>
        <p:spPr>
          <a:xfrm flipV="1">
            <a:off x="8214267" y="485888"/>
            <a:ext cx="462800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2DF96FA7-A2A0-4BE2-081A-219330F08B27}"/>
              </a:ext>
            </a:extLst>
          </p:cNvPr>
          <p:cNvCxnSpPr>
            <a:cxnSpLocks/>
            <a:stCxn id="103" idx="2"/>
            <a:endCxn id="101" idx="6"/>
          </p:cNvCxnSpPr>
          <p:nvPr/>
        </p:nvCxnSpPr>
        <p:spPr>
          <a:xfrm flipH="1" flipV="1">
            <a:off x="9032917" y="485888"/>
            <a:ext cx="54582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B25BEB65-7C6C-2746-43C7-F27C282214AD}"/>
              </a:ext>
            </a:extLst>
          </p:cNvPr>
          <p:cNvCxnSpPr>
            <a:cxnSpLocks/>
            <a:stCxn id="100" idx="5"/>
            <a:endCxn id="102" idx="2"/>
          </p:cNvCxnSpPr>
          <p:nvPr/>
        </p:nvCxnSpPr>
        <p:spPr>
          <a:xfrm>
            <a:off x="8214267" y="1113693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0C483FCD-625E-AEBE-B240-071AD429EE70}"/>
              </a:ext>
            </a:extLst>
          </p:cNvPr>
          <p:cNvCxnSpPr>
            <a:cxnSpLocks/>
            <a:stCxn id="102" idx="0"/>
            <a:endCxn id="101" idx="4"/>
          </p:cNvCxnSpPr>
          <p:nvPr/>
        </p:nvCxnSpPr>
        <p:spPr>
          <a:xfrm flipV="1">
            <a:off x="8854992" y="666592"/>
            <a:ext cx="0" cy="638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541D9996-D883-5736-9205-8136B9B7425D}"/>
              </a:ext>
            </a:extLst>
          </p:cNvPr>
          <p:cNvCxnSpPr>
            <a:cxnSpLocks/>
            <a:stCxn id="104" idx="1"/>
            <a:endCxn id="101" idx="5"/>
          </p:cNvCxnSpPr>
          <p:nvPr/>
        </p:nvCxnSpPr>
        <p:spPr>
          <a:xfrm flipH="1" flipV="1">
            <a:off x="8980804" y="613665"/>
            <a:ext cx="650046" cy="744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C4B203B2-CC4F-84D2-6967-D2318B1C6F84}"/>
              </a:ext>
            </a:extLst>
          </p:cNvPr>
          <p:cNvSpPr txBox="1"/>
          <p:nvPr/>
        </p:nvSpPr>
        <p:spPr>
          <a:xfrm>
            <a:off x="8542977" y="161761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3</a:t>
            </a:r>
            <a:endParaRPr lang="zh-CN" altLang="en-US" sz="1600" u="sng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5513C2FC-252E-B71F-DEA0-9290319B4B9E}"/>
              </a:ext>
            </a:extLst>
          </p:cNvPr>
          <p:cNvSpPr txBox="1"/>
          <p:nvPr/>
        </p:nvSpPr>
        <p:spPr>
          <a:xfrm>
            <a:off x="9902193" y="29264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9</a:t>
            </a:r>
            <a:endParaRPr lang="zh-CN" altLang="en-US" sz="1600" u="sng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E8C01DCC-E9C2-517F-C441-4978B01FEB13}"/>
              </a:ext>
            </a:extLst>
          </p:cNvPr>
          <p:cNvSpPr txBox="1"/>
          <p:nvPr/>
        </p:nvSpPr>
        <p:spPr>
          <a:xfrm>
            <a:off x="9630850" y="161761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5</a:t>
            </a:r>
            <a:endParaRPr lang="zh-CN" altLang="en-US" sz="1600" u="sng"/>
          </a:p>
        </p:txBody>
      </p: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8002460D-6B37-603D-692C-3D41D594D286}"/>
              </a:ext>
            </a:extLst>
          </p:cNvPr>
          <p:cNvCxnSpPr>
            <a:cxnSpLocks/>
            <a:stCxn id="104" idx="2"/>
            <a:endCxn id="102" idx="6"/>
          </p:cNvCxnSpPr>
          <p:nvPr/>
        </p:nvCxnSpPr>
        <p:spPr>
          <a:xfrm flipH="1">
            <a:off x="9032917" y="1485944"/>
            <a:ext cx="5458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5" name="椭圆 114">
            <a:extLst>
              <a:ext uri="{FF2B5EF4-FFF2-40B4-BE49-F238E27FC236}">
                <a16:creationId xmlns:a16="http://schemas.microsoft.com/office/drawing/2014/main" id="{22B1045D-D6C6-CA89-773B-354D6FC38C60}"/>
              </a:ext>
            </a:extLst>
          </p:cNvPr>
          <p:cNvSpPr/>
          <p:nvPr/>
        </p:nvSpPr>
        <p:spPr>
          <a:xfrm>
            <a:off x="10367362" y="805212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5D7C9CB3-A85B-4DC8-B2F1-6097EF9A555F}"/>
              </a:ext>
            </a:extLst>
          </p:cNvPr>
          <p:cNvCxnSpPr>
            <a:cxnSpLocks/>
            <a:stCxn id="103" idx="4"/>
            <a:endCxn id="104" idx="0"/>
          </p:cNvCxnSpPr>
          <p:nvPr/>
        </p:nvCxnSpPr>
        <p:spPr>
          <a:xfrm flipH="1">
            <a:off x="9756663" y="666593"/>
            <a:ext cx="1" cy="6386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E8EC0D54-0A60-F7E5-AC69-D72C6C34D362}"/>
              </a:ext>
            </a:extLst>
          </p:cNvPr>
          <p:cNvCxnSpPr>
            <a:cxnSpLocks/>
            <a:stCxn id="115" idx="3"/>
            <a:endCxn id="104" idx="6"/>
          </p:cNvCxnSpPr>
          <p:nvPr/>
        </p:nvCxnSpPr>
        <p:spPr>
          <a:xfrm flipH="1">
            <a:off x="9934588" y="1113693"/>
            <a:ext cx="484887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文本框 121">
            <a:extLst>
              <a:ext uri="{FF2B5EF4-FFF2-40B4-BE49-F238E27FC236}">
                <a16:creationId xmlns:a16="http://schemas.microsoft.com/office/drawing/2014/main" id="{B3B23EE5-9A33-C251-437E-24B80350933F}"/>
              </a:ext>
            </a:extLst>
          </p:cNvPr>
          <p:cNvSpPr txBox="1"/>
          <p:nvPr/>
        </p:nvSpPr>
        <p:spPr>
          <a:xfrm>
            <a:off x="10471551" y="1151894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14</a:t>
            </a:r>
            <a:endParaRPr lang="zh-CN" altLang="en-US" sz="1600" u="sng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A88A34D8-B561-6827-D2D9-AF2BACB906D1}"/>
              </a:ext>
            </a:extLst>
          </p:cNvPr>
          <p:cNvSpPr/>
          <p:nvPr/>
        </p:nvSpPr>
        <p:spPr>
          <a:xfrm>
            <a:off x="1119770" y="3502618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93DF3F9E-60B5-60D0-5F3F-036021BD78A8}"/>
              </a:ext>
            </a:extLst>
          </p:cNvPr>
          <p:cNvSpPr/>
          <p:nvPr/>
        </p:nvSpPr>
        <p:spPr>
          <a:xfrm>
            <a:off x="1886307" y="3002590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29E8A39E-FE75-EF39-011C-285DEC9FDD68}"/>
              </a:ext>
            </a:extLst>
          </p:cNvPr>
          <p:cNvSpPr/>
          <p:nvPr/>
        </p:nvSpPr>
        <p:spPr>
          <a:xfrm>
            <a:off x="1886306" y="4002646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0FA209B5-ABC8-78BF-6B6E-6C58ADCD223F}"/>
              </a:ext>
            </a:extLst>
          </p:cNvPr>
          <p:cNvSpPr/>
          <p:nvPr/>
        </p:nvSpPr>
        <p:spPr>
          <a:xfrm>
            <a:off x="2787978" y="3002591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AE8F19E9-5A89-3CF1-118B-9D8EAC78031A}"/>
              </a:ext>
            </a:extLst>
          </p:cNvPr>
          <p:cNvSpPr/>
          <p:nvPr/>
        </p:nvSpPr>
        <p:spPr>
          <a:xfrm>
            <a:off x="2787977" y="4002646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D39D667A-99AB-0294-2468-CB2D82C71C48}"/>
              </a:ext>
            </a:extLst>
          </p:cNvPr>
          <p:cNvCxnSpPr>
            <a:cxnSpLocks/>
            <a:stCxn id="124" idx="7"/>
            <a:endCxn id="125" idx="2"/>
          </p:cNvCxnSpPr>
          <p:nvPr/>
        </p:nvCxnSpPr>
        <p:spPr>
          <a:xfrm flipV="1">
            <a:off x="1423507" y="3183294"/>
            <a:ext cx="462800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8CE3D79D-BA3D-6C91-2921-8FB3C4546B6C}"/>
              </a:ext>
            </a:extLst>
          </p:cNvPr>
          <p:cNvCxnSpPr>
            <a:cxnSpLocks/>
            <a:stCxn id="127" idx="2"/>
            <a:endCxn id="125" idx="6"/>
          </p:cNvCxnSpPr>
          <p:nvPr/>
        </p:nvCxnSpPr>
        <p:spPr>
          <a:xfrm flipH="1" flipV="1">
            <a:off x="2242157" y="3183294"/>
            <a:ext cx="54582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ED1CCF7D-1447-9392-E7AA-65CF1B5F202C}"/>
              </a:ext>
            </a:extLst>
          </p:cNvPr>
          <p:cNvCxnSpPr>
            <a:cxnSpLocks/>
            <a:stCxn id="124" idx="5"/>
            <a:endCxn id="126" idx="2"/>
          </p:cNvCxnSpPr>
          <p:nvPr/>
        </p:nvCxnSpPr>
        <p:spPr>
          <a:xfrm>
            <a:off x="1423507" y="3811099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B2CF6BD7-1BDE-97BE-69AD-DEC73341C39A}"/>
              </a:ext>
            </a:extLst>
          </p:cNvPr>
          <p:cNvCxnSpPr>
            <a:cxnSpLocks/>
            <a:stCxn id="126" idx="0"/>
            <a:endCxn id="125" idx="4"/>
          </p:cNvCxnSpPr>
          <p:nvPr/>
        </p:nvCxnSpPr>
        <p:spPr>
          <a:xfrm flipV="1">
            <a:off x="2064232" y="3363998"/>
            <a:ext cx="0" cy="638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A3600F0E-1C46-1DAB-F03E-1A3BE9B362C1}"/>
              </a:ext>
            </a:extLst>
          </p:cNvPr>
          <p:cNvCxnSpPr>
            <a:cxnSpLocks/>
            <a:stCxn id="128" idx="1"/>
            <a:endCxn id="125" idx="5"/>
          </p:cNvCxnSpPr>
          <p:nvPr/>
        </p:nvCxnSpPr>
        <p:spPr>
          <a:xfrm flipH="1" flipV="1">
            <a:off x="2190044" y="3311071"/>
            <a:ext cx="650046" cy="744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4" name="文本框 133">
            <a:extLst>
              <a:ext uri="{FF2B5EF4-FFF2-40B4-BE49-F238E27FC236}">
                <a16:creationId xmlns:a16="http://schemas.microsoft.com/office/drawing/2014/main" id="{856FEC18-F226-A9CE-A8BF-B3DBDBFCF675}"/>
              </a:ext>
            </a:extLst>
          </p:cNvPr>
          <p:cNvSpPr txBox="1"/>
          <p:nvPr/>
        </p:nvSpPr>
        <p:spPr>
          <a:xfrm>
            <a:off x="1752217" y="431502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3</a:t>
            </a:r>
            <a:endParaRPr lang="zh-CN" altLang="en-US" sz="1600" u="sng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E4992AD4-E3FD-A91D-09D1-E94B7BBF1D2B}"/>
              </a:ext>
            </a:extLst>
          </p:cNvPr>
          <p:cNvSpPr txBox="1"/>
          <p:nvPr/>
        </p:nvSpPr>
        <p:spPr>
          <a:xfrm>
            <a:off x="3111433" y="275671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9</a:t>
            </a:r>
            <a:endParaRPr lang="zh-CN" altLang="en-US" sz="1600" u="sng"/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8E18AC92-97AE-9208-0B75-F6E6BC77193B}"/>
              </a:ext>
            </a:extLst>
          </p:cNvPr>
          <p:cNvSpPr txBox="1"/>
          <p:nvPr/>
        </p:nvSpPr>
        <p:spPr>
          <a:xfrm>
            <a:off x="2840090" y="431502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5</a:t>
            </a:r>
            <a:endParaRPr lang="zh-CN" altLang="en-US" sz="1600" u="sng"/>
          </a:p>
        </p:txBody>
      </p: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65D1CF91-3954-74D8-1230-D2763EDFA17E}"/>
              </a:ext>
            </a:extLst>
          </p:cNvPr>
          <p:cNvCxnSpPr>
            <a:cxnSpLocks/>
            <a:stCxn id="128" idx="2"/>
            <a:endCxn id="126" idx="6"/>
          </p:cNvCxnSpPr>
          <p:nvPr/>
        </p:nvCxnSpPr>
        <p:spPr>
          <a:xfrm flipH="1">
            <a:off x="2242157" y="4183350"/>
            <a:ext cx="5458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8" name="椭圆 137">
            <a:extLst>
              <a:ext uri="{FF2B5EF4-FFF2-40B4-BE49-F238E27FC236}">
                <a16:creationId xmlns:a16="http://schemas.microsoft.com/office/drawing/2014/main" id="{2BEDA188-C4E0-BF0A-CAEE-8012AF555CD9}"/>
              </a:ext>
            </a:extLst>
          </p:cNvPr>
          <p:cNvSpPr/>
          <p:nvPr/>
        </p:nvSpPr>
        <p:spPr>
          <a:xfrm>
            <a:off x="3576602" y="3502618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5BD788B1-08E8-8E5B-61BF-417FEC23CCEB}"/>
              </a:ext>
            </a:extLst>
          </p:cNvPr>
          <p:cNvCxnSpPr>
            <a:cxnSpLocks/>
            <a:stCxn id="127" idx="4"/>
            <a:endCxn id="128" idx="0"/>
          </p:cNvCxnSpPr>
          <p:nvPr/>
        </p:nvCxnSpPr>
        <p:spPr>
          <a:xfrm flipH="1">
            <a:off x="2965903" y="3363999"/>
            <a:ext cx="1" cy="6386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734938C6-C65E-A922-E72B-DC335810AD46}"/>
              </a:ext>
            </a:extLst>
          </p:cNvPr>
          <p:cNvCxnSpPr>
            <a:cxnSpLocks/>
            <a:stCxn id="138" idx="3"/>
            <a:endCxn id="128" idx="6"/>
          </p:cNvCxnSpPr>
          <p:nvPr/>
        </p:nvCxnSpPr>
        <p:spPr>
          <a:xfrm flipH="1">
            <a:off x="3143828" y="3811099"/>
            <a:ext cx="484887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文本框 140">
            <a:extLst>
              <a:ext uri="{FF2B5EF4-FFF2-40B4-BE49-F238E27FC236}">
                <a16:creationId xmlns:a16="http://schemas.microsoft.com/office/drawing/2014/main" id="{23E1B7AB-6000-7741-182D-5AF697272F11}"/>
              </a:ext>
            </a:extLst>
          </p:cNvPr>
          <p:cNvSpPr txBox="1"/>
          <p:nvPr/>
        </p:nvSpPr>
        <p:spPr>
          <a:xfrm>
            <a:off x="3680791" y="384930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14</a:t>
            </a:r>
            <a:endParaRPr lang="zh-CN" altLang="en-US" sz="1600" u="sng"/>
          </a:p>
        </p:txBody>
      </p: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287E5E5F-A0E1-99F2-FAFF-504843A81E0C}"/>
              </a:ext>
            </a:extLst>
          </p:cNvPr>
          <p:cNvCxnSpPr>
            <a:stCxn id="127" idx="6"/>
            <a:endCxn id="138" idx="1"/>
          </p:cNvCxnSpPr>
          <p:nvPr/>
        </p:nvCxnSpPr>
        <p:spPr>
          <a:xfrm>
            <a:off x="3143829" y="3183295"/>
            <a:ext cx="484886" cy="3722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5" name="文本框 144">
            <a:extLst>
              <a:ext uri="{FF2B5EF4-FFF2-40B4-BE49-F238E27FC236}">
                <a16:creationId xmlns:a16="http://schemas.microsoft.com/office/drawing/2014/main" id="{A5ED3362-26D0-47CF-2D63-88616DFAA91F}"/>
              </a:ext>
            </a:extLst>
          </p:cNvPr>
          <p:cNvSpPr txBox="1"/>
          <p:nvPr/>
        </p:nvSpPr>
        <p:spPr>
          <a:xfrm>
            <a:off x="8562923" y="-785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2</a:t>
            </a:r>
            <a:endParaRPr lang="zh-CN" altLang="en-US" sz="1600" u="sng"/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74C8C6C4-246E-19D5-318B-B0A513DFD7E7}"/>
              </a:ext>
            </a:extLst>
          </p:cNvPr>
          <p:cNvSpPr txBox="1"/>
          <p:nvPr/>
        </p:nvSpPr>
        <p:spPr>
          <a:xfrm>
            <a:off x="1884598" y="263743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2</a:t>
            </a:r>
            <a:endParaRPr lang="zh-CN" altLang="en-US" sz="1600" u="sng"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BA8B1006-948F-BB11-3A78-A2C02312A86C}"/>
              </a:ext>
            </a:extLst>
          </p:cNvPr>
          <p:cNvSpPr txBox="1"/>
          <p:nvPr/>
        </p:nvSpPr>
        <p:spPr>
          <a:xfrm>
            <a:off x="7694" y="64162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0</a:t>
            </a:r>
            <a:endParaRPr lang="zh-CN" altLang="en-US" sz="1600" u="sng"/>
          </a:p>
        </p:txBody>
      </p:sp>
      <p:pic>
        <p:nvPicPr>
          <p:cNvPr id="151" name="图片 150">
            <a:extLst>
              <a:ext uri="{FF2B5EF4-FFF2-40B4-BE49-F238E27FC236}">
                <a16:creationId xmlns:a16="http://schemas.microsoft.com/office/drawing/2014/main" id="{3B3BBF24-588D-DE69-AADA-170668109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1199" y="2662424"/>
            <a:ext cx="4279275" cy="2246620"/>
          </a:xfrm>
          <a:prstGeom prst="rect">
            <a:avLst/>
          </a:prstGeom>
        </p:spPr>
      </p:pic>
      <p:sp>
        <p:nvSpPr>
          <p:cNvPr id="153" name="文本框 152">
            <a:extLst>
              <a:ext uri="{FF2B5EF4-FFF2-40B4-BE49-F238E27FC236}">
                <a16:creationId xmlns:a16="http://schemas.microsoft.com/office/drawing/2014/main" id="{04B9D1FB-6089-9A55-32DD-2E42AB6ABFC4}"/>
              </a:ext>
            </a:extLst>
          </p:cNvPr>
          <p:cNvSpPr txBox="1"/>
          <p:nvPr/>
        </p:nvSpPr>
        <p:spPr>
          <a:xfrm>
            <a:off x="414159" y="2057569"/>
            <a:ext cx="747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a</a:t>
            </a:r>
            <a:r>
              <a:rPr lang="zh-CN" altLang="en-US" sz="2000" b="1"/>
              <a:t>）</a:t>
            </a:r>
            <a:r>
              <a:rPr lang="en-US" altLang="zh-CN" sz="2000" b="1"/>
              <a:t>A</a:t>
            </a:r>
            <a:endParaRPr lang="zh-CN" altLang="en-US" sz="2000" b="1"/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3526AD08-7517-10B8-89F1-48E2BD9E15BF}"/>
              </a:ext>
            </a:extLst>
          </p:cNvPr>
          <p:cNvSpPr txBox="1"/>
          <p:nvPr/>
        </p:nvSpPr>
        <p:spPr>
          <a:xfrm>
            <a:off x="2390736" y="2055960"/>
            <a:ext cx="9220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b</a:t>
            </a:r>
            <a:r>
              <a:rPr lang="zh-CN" altLang="en-US" sz="2000" b="1"/>
              <a:t>）</a:t>
            </a:r>
            <a:r>
              <a:rPr lang="en-US" altLang="zh-CN" sz="2000" b="1"/>
              <a:t>AB</a:t>
            </a:r>
            <a:endParaRPr lang="zh-CN" altLang="en-US" sz="2000" b="1"/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47605DCD-9379-88F8-4CF4-4EE7D728E6C0}"/>
              </a:ext>
            </a:extLst>
          </p:cNvPr>
          <p:cNvSpPr txBox="1"/>
          <p:nvPr/>
        </p:nvSpPr>
        <p:spPr>
          <a:xfrm>
            <a:off x="5222549" y="2088269"/>
            <a:ext cx="1047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c</a:t>
            </a:r>
            <a:r>
              <a:rPr lang="zh-CN" altLang="en-US" sz="2000" b="1"/>
              <a:t>）</a:t>
            </a:r>
            <a:r>
              <a:rPr lang="en-US" altLang="zh-CN" sz="2000" b="1"/>
              <a:t>ABC</a:t>
            </a:r>
            <a:endParaRPr lang="zh-CN" altLang="en-US" sz="2000" b="1"/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39C59A62-9B7E-795F-02E3-48D047B2ADE5}"/>
              </a:ext>
            </a:extLst>
          </p:cNvPr>
          <p:cNvSpPr txBox="1"/>
          <p:nvPr/>
        </p:nvSpPr>
        <p:spPr>
          <a:xfrm>
            <a:off x="8709418" y="2097777"/>
            <a:ext cx="10550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d</a:t>
            </a:r>
            <a:r>
              <a:rPr lang="zh-CN" altLang="en-US" sz="2000" b="1"/>
              <a:t>）</a:t>
            </a:r>
            <a:r>
              <a:rPr lang="en-US" altLang="zh-CN" sz="2000" b="1"/>
              <a:t>ABE</a:t>
            </a:r>
            <a:endParaRPr lang="zh-CN" altLang="en-US" sz="2000" b="1"/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74715D9B-FF4A-651C-2D0A-929CE3CFF626}"/>
              </a:ext>
            </a:extLst>
          </p:cNvPr>
          <p:cNvSpPr txBox="1"/>
          <p:nvPr/>
        </p:nvSpPr>
        <p:spPr>
          <a:xfrm>
            <a:off x="1577542" y="4673895"/>
            <a:ext cx="20665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e</a:t>
            </a:r>
            <a:r>
              <a:rPr lang="zh-CN" altLang="en-US" sz="2000" b="1"/>
              <a:t>）</a:t>
            </a:r>
            <a:r>
              <a:rPr lang="en-US" altLang="zh-CN" sz="2000" b="1"/>
              <a:t>ABED</a:t>
            </a:r>
            <a:r>
              <a:rPr lang="zh-CN" altLang="en-US" sz="2000" b="1"/>
              <a:t>、</a:t>
            </a:r>
            <a:r>
              <a:rPr lang="en-US" altLang="zh-CN" sz="2000" b="1"/>
              <a:t>ABEF</a:t>
            </a:r>
            <a:endParaRPr lang="zh-CN" altLang="en-US" sz="2000" b="1"/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01C2C67C-597D-284D-5FAB-0E7F8F6BA2AF}"/>
              </a:ext>
            </a:extLst>
          </p:cNvPr>
          <p:cNvSpPr txBox="1"/>
          <p:nvPr/>
        </p:nvSpPr>
        <p:spPr>
          <a:xfrm>
            <a:off x="7010763" y="4867755"/>
            <a:ext cx="104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f</a:t>
            </a:r>
            <a:r>
              <a:rPr lang="zh-CN" altLang="en-US" sz="2000" b="1"/>
              <a:t>）原图</a:t>
            </a:r>
          </a:p>
        </p:txBody>
      </p:sp>
    </p:spTree>
    <p:extLst>
      <p:ext uri="{BB962C8B-B14F-4D97-AF65-F5344CB8AC3E}">
        <p14:creationId xmlns:p14="http://schemas.microsoft.com/office/powerpoint/2010/main" val="492194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99327-9706-7EB9-DDE9-6BDA89AF3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47B287C5-C513-6100-C759-C83BCECD7CDB}"/>
              </a:ext>
            </a:extLst>
          </p:cNvPr>
          <p:cNvSpPr/>
          <p:nvPr/>
        </p:nvSpPr>
        <p:spPr>
          <a:xfrm>
            <a:off x="8479194" y="2910065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4533694-23BC-48D5-D096-F92597FBC8D9}"/>
              </a:ext>
            </a:extLst>
          </p:cNvPr>
          <p:cNvSpPr/>
          <p:nvPr/>
        </p:nvSpPr>
        <p:spPr>
          <a:xfrm>
            <a:off x="8479193" y="3910120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EB58A792-BACB-B9A8-A80B-DB4181CD05FB}"/>
              </a:ext>
            </a:extLst>
          </p:cNvPr>
          <p:cNvSpPr/>
          <p:nvPr/>
        </p:nvSpPr>
        <p:spPr>
          <a:xfrm>
            <a:off x="9245732" y="3410092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42A5D2E-9A94-8AD1-412F-B2AB8B6E3995}"/>
              </a:ext>
            </a:extLst>
          </p:cNvPr>
          <p:cNvCxnSpPr>
            <a:cxnSpLocks/>
            <a:stCxn id="3" idx="6"/>
            <a:endCxn id="4" idx="3"/>
          </p:cNvCxnSpPr>
          <p:nvPr/>
        </p:nvCxnSpPr>
        <p:spPr>
          <a:xfrm flipV="1">
            <a:off x="8835044" y="3718573"/>
            <a:ext cx="462801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94D8281-B224-26B2-61FB-D20F3DDEA45D}"/>
              </a:ext>
            </a:extLst>
          </p:cNvPr>
          <p:cNvCxnSpPr>
            <a:cxnSpLocks/>
            <a:stCxn id="4" idx="1"/>
            <a:endCxn id="2" idx="6"/>
          </p:cNvCxnSpPr>
          <p:nvPr/>
        </p:nvCxnSpPr>
        <p:spPr>
          <a:xfrm flipH="1" flipV="1">
            <a:off x="8835045" y="3090769"/>
            <a:ext cx="462800" cy="3722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6C733E2-BECB-2D41-1F63-8B7A1A27D03E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7720599" y="3090769"/>
            <a:ext cx="7585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云形 10">
            <a:extLst>
              <a:ext uri="{FF2B5EF4-FFF2-40B4-BE49-F238E27FC236}">
                <a16:creationId xmlns:a16="http://schemas.microsoft.com/office/drawing/2014/main" id="{93695297-40F0-8922-8411-86D388DF3AD3}"/>
              </a:ext>
            </a:extLst>
          </p:cNvPr>
          <p:cNvSpPr/>
          <p:nvPr/>
        </p:nvSpPr>
        <p:spPr>
          <a:xfrm>
            <a:off x="6157561" y="2910065"/>
            <a:ext cx="1738711" cy="1396173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E209647-BA23-1F43-B6CD-507850C6A29E}"/>
              </a:ext>
            </a:extLst>
          </p:cNvPr>
          <p:cNvCxnSpPr>
            <a:cxnSpLocks/>
          </p:cNvCxnSpPr>
          <p:nvPr/>
        </p:nvCxnSpPr>
        <p:spPr>
          <a:xfrm flipH="1">
            <a:off x="7544926" y="4090824"/>
            <a:ext cx="9342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216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AC1C6-C737-949C-3DC9-3254720EA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C77574D8-D28A-4356-B308-46E4D092A526}"/>
              </a:ext>
            </a:extLst>
          </p:cNvPr>
          <p:cNvSpPr/>
          <p:nvPr/>
        </p:nvSpPr>
        <p:spPr>
          <a:xfrm>
            <a:off x="6810986" y="3410092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061470C1-9584-0F17-B1DC-A8F70DFEC39F}"/>
              </a:ext>
            </a:extLst>
          </p:cNvPr>
          <p:cNvSpPr/>
          <p:nvPr/>
        </p:nvSpPr>
        <p:spPr>
          <a:xfrm>
            <a:off x="7577523" y="2910064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77C6ECEB-022C-2FE5-2791-BD29E35214EB}"/>
              </a:ext>
            </a:extLst>
          </p:cNvPr>
          <p:cNvSpPr/>
          <p:nvPr/>
        </p:nvSpPr>
        <p:spPr>
          <a:xfrm>
            <a:off x="7577522" y="3910120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8FB3E0C-0918-04FA-7C17-79F856950391}"/>
              </a:ext>
            </a:extLst>
          </p:cNvPr>
          <p:cNvSpPr/>
          <p:nvPr/>
        </p:nvSpPr>
        <p:spPr>
          <a:xfrm>
            <a:off x="8479194" y="2910065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0BC8F4-2A22-C445-667D-C3848EC5F39D}"/>
              </a:ext>
            </a:extLst>
          </p:cNvPr>
          <p:cNvSpPr/>
          <p:nvPr/>
        </p:nvSpPr>
        <p:spPr>
          <a:xfrm>
            <a:off x="8479193" y="3910120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8129A8C-5B90-CBFF-048A-3CFE90E912D8}"/>
              </a:ext>
            </a:extLst>
          </p:cNvPr>
          <p:cNvSpPr/>
          <p:nvPr/>
        </p:nvSpPr>
        <p:spPr>
          <a:xfrm>
            <a:off x="9245732" y="3410092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4EC93D9-DDA1-343E-8C16-41C0ACF208BB}"/>
              </a:ext>
            </a:extLst>
          </p:cNvPr>
          <p:cNvCxnSpPr>
            <a:cxnSpLocks/>
            <a:stCxn id="2" idx="7"/>
            <a:endCxn id="3" idx="2"/>
          </p:cNvCxnSpPr>
          <p:nvPr/>
        </p:nvCxnSpPr>
        <p:spPr>
          <a:xfrm flipV="1">
            <a:off x="7114723" y="3090768"/>
            <a:ext cx="462800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14CB932-8E30-044F-5DF7-4650ABA0A756}"/>
              </a:ext>
            </a:extLst>
          </p:cNvPr>
          <p:cNvCxnSpPr>
            <a:cxnSpLocks/>
            <a:stCxn id="5" idx="2"/>
            <a:endCxn id="3" idx="6"/>
          </p:cNvCxnSpPr>
          <p:nvPr/>
        </p:nvCxnSpPr>
        <p:spPr>
          <a:xfrm flipH="1" flipV="1">
            <a:off x="7933373" y="3090768"/>
            <a:ext cx="54582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58B3864-9F9F-D580-9CD8-005C2379452D}"/>
              </a:ext>
            </a:extLst>
          </p:cNvPr>
          <p:cNvCxnSpPr>
            <a:cxnSpLocks/>
            <a:stCxn id="2" idx="5"/>
            <a:endCxn id="4" idx="2"/>
          </p:cNvCxnSpPr>
          <p:nvPr/>
        </p:nvCxnSpPr>
        <p:spPr>
          <a:xfrm>
            <a:off x="7114723" y="3718573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3C3546B-6474-369D-CBB3-CB45750DCE1A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>
            <a:off x="7933373" y="4090824"/>
            <a:ext cx="5458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26CDC98-C9D6-D882-C150-8DFC7131E914}"/>
              </a:ext>
            </a:extLst>
          </p:cNvPr>
          <p:cNvCxnSpPr>
            <a:cxnSpLocks/>
            <a:stCxn id="6" idx="6"/>
            <a:endCxn id="7" idx="3"/>
          </p:cNvCxnSpPr>
          <p:nvPr/>
        </p:nvCxnSpPr>
        <p:spPr>
          <a:xfrm flipV="1">
            <a:off x="8835044" y="3718573"/>
            <a:ext cx="462801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6D41B68-E435-33D3-D510-1F5C6A3F9A15}"/>
              </a:ext>
            </a:extLst>
          </p:cNvPr>
          <p:cNvCxnSpPr>
            <a:cxnSpLocks/>
            <a:stCxn id="7" idx="1"/>
            <a:endCxn id="5" idx="6"/>
          </p:cNvCxnSpPr>
          <p:nvPr/>
        </p:nvCxnSpPr>
        <p:spPr>
          <a:xfrm flipH="1" flipV="1">
            <a:off x="8835045" y="3090769"/>
            <a:ext cx="462800" cy="3722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D4E4C6E-D530-2DEB-6D39-2789643BD5CE}"/>
              </a:ext>
            </a:extLst>
          </p:cNvPr>
          <p:cNvCxnSpPr>
            <a:cxnSpLocks/>
            <a:stCxn id="4" idx="0"/>
            <a:endCxn id="3" idx="4"/>
          </p:cNvCxnSpPr>
          <p:nvPr/>
        </p:nvCxnSpPr>
        <p:spPr>
          <a:xfrm flipV="1">
            <a:off x="7755448" y="3271472"/>
            <a:ext cx="0" cy="638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790ACA3-E8AC-AEA5-0689-0F866E53B16E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8657119" y="3271473"/>
            <a:ext cx="1" cy="6386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80C7B51-6520-C166-314D-F2011117F321}"/>
              </a:ext>
            </a:extLst>
          </p:cNvPr>
          <p:cNvCxnSpPr>
            <a:cxnSpLocks/>
            <a:stCxn id="6" idx="1"/>
            <a:endCxn id="3" idx="5"/>
          </p:cNvCxnSpPr>
          <p:nvPr/>
        </p:nvCxnSpPr>
        <p:spPr>
          <a:xfrm flipH="1" flipV="1">
            <a:off x="7881260" y="3218545"/>
            <a:ext cx="650046" cy="744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6C51C3C6-8653-CE68-B76E-5E40DBAF4BD6}"/>
              </a:ext>
            </a:extLst>
          </p:cNvPr>
          <p:cNvSpPr txBox="1"/>
          <p:nvPr/>
        </p:nvSpPr>
        <p:spPr>
          <a:xfrm>
            <a:off x="7146614" y="298623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8C5D43A-02E5-C36D-47D4-A5F902445EEA}"/>
              </a:ext>
            </a:extLst>
          </p:cNvPr>
          <p:cNvSpPr txBox="1"/>
          <p:nvPr/>
        </p:nvSpPr>
        <p:spPr>
          <a:xfrm>
            <a:off x="7114721" y="384262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5AD9170-EE92-1AD6-C8B2-F5B09F813052}"/>
              </a:ext>
            </a:extLst>
          </p:cNvPr>
          <p:cNvSpPr txBox="1"/>
          <p:nvPr/>
        </p:nvSpPr>
        <p:spPr>
          <a:xfrm>
            <a:off x="7494395" y="337943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349E025-3F3A-EFDB-871D-D373EA7638B7}"/>
              </a:ext>
            </a:extLst>
          </p:cNvPr>
          <p:cNvSpPr txBox="1"/>
          <p:nvPr/>
        </p:nvSpPr>
        <p:spPr>
          <a:xfrm>
            <a:off x="8005988" y="2756718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10</a:t>
            </a:r>
            <a:endParaRPr lang="zh-CN" altLang="en-US" sz="16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AD81736-A321-FC36-6B75-73184A7399CA}"/>
              </a:ext>
            </a:extLst>
          </p:cNvPr>
          <p:cNvSpPr txBox="1"/>
          <p:nvPr/>
        </p:nvSpPr>
        <p:spPr>
          <a:xfrm>
            <a:off x="7965266" y="344718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5FA8917-FDB0-FB24-B10A-894B19E0513E}"/>
              </a:ext>
            </a:extLst>
          </p:cNvPr>
          <p:cNvSpPr txBox="1"/>
          <p:nvPr/>
        </p:nvSpPr>
        <p:spPr>
          <a:xfrm>
            <a:off x="8435258" y="337943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F665862-746C-EE36-C622-8585268413FA}"/>
              </a:ext>
            </a:extLst>
          </p:cNvPr>
          <p:cNvSpPr txBox="1"/>
          <p:nvPr/>
        </p:nvSpPr>
        <p:spPr>
          <a:xfrm>
            <a:off x="9021632" y="301726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E039933-38B5-9FC8-41B5-7E17DB96BDB2}"/>
              </a:ext>
            </a:extLst>
          </p:cNvPr>
          <p:cNvSpPr txBox="1"/>
          <p:nvPr/>
        </p:nvSpPr>
        <p:spPr>
          <a:xfrm>
            <a:off x="8053036" y="408632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916A864-6BBB-94AF-66EE-C58EAE49DAE5}"/>
              </a:ext>
            </a:extLst>
          </p:cNvPr>
          <p:cNvSpPr txBox="1"/>
          <p:nvPr/>
        </p:nvSpPr>
        <p:spPr>
          <a:xfrm>
            <a:off x="9021632" y="388004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9</a:t>
            </a:r>
            <a:endParaRPr lang="zh-CN" altLang="en-US" sz="1600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0A767FAE-FD80-E151-5C56-24BC080BE4DF}"/>
              </a:ext>
            </a:extLst>
          </p:cNvPr>
          <p:cNvSpPr/>
          <p:nvPr/>
        </p:nvSpPr>
        <p:spPr>
          <a:xfrm>
            <a:off x="294992" y="765216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0450C1E5-4FFF-16DF-EBF0-5D1EC23E5C7A}"/>
              </a:ext>
            </a:extLst>
          </p:cNvPr>
          <p:cNvSpPr/>
          <p:nvPr/>
        </p:nvSpPr>
        <p:spPr>
          <a:xfrm>
            <a:off x="1061529" y="265188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1D97C426-7060-FBD9-2C7C-A301DBD45EEA}"/>
              </a:ext>
            </a:extLst>
          </p:cNvPr>
          <p:cNvSpPr/>
          <p:nvPr/>
        </p:nvSpPr>
        <p:spPr>
          <a:xfrm>
            <a:off x="1061528" y="1265244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2C1410F-3A41-5F8C-F1BA-C9EB994EF895}"/>
              </a:ext>
            </a:extLst>
          </p:cNvPr>
          <p:cNvCxnSpPr>
            <a:cxnSpLocks/>
            <a:stCxn id="26" idx="7"/>
            <a:endCxn id="27" idx="2"/>
          </p:cNvCxnSpPr>
          <p:nvPr/>
        </p:nvCxnSpPr>
        <p:spPr>
          <a:xfrm flipV="1">
            <a:off x="598729" y="445892"/>
            <a:ext cx="462800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7546E93-A2AC-7062-2A70-DAE44A8CA202}"/>
              </a:ext>
            </a:extLst>
          </p:cNvPr>
          <p:cNvCxnSpPr>
            <a:cxnSpLocks/>
            <a:stCxn id="26" idx="5"/>
            <a:endCxn id="28" idx="2"/>
          </p:cNvCxnSpPr>
          <p:nvPr/>
        </p:nvCxnSpPr>
        <p:spPr>
          <a:xfrm>
            <a:off x="598729" y="1073697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15ECDAAF-049D-0CE6-7362-F4B118F61035}"/>
              </a:ext>
            </a:extLst>
          </p:cNvPr>
          <p:cNvSpPr txBox="1"/>
          <p:nvPr/>
        </p:nvSpPr>
        <p:spPr>
          <a:xfrm>
            <a:off x="843924" y="2106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2</a:t>
            </a:r>
            <a:endParaRPr lang="zh-CN" altLang="en-US" sz="1600" u="sng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ED0C4EF-E1BE-7706-A32D-A29E13980520}"/>
              </a:ext>
            </a:extLst>
          </p:cNvPr>
          <p:cNvSpPr txBox="1"/>
          <p:nvPr/>
        </p:nvSpPr>
        <p:spPr>
          <a:xfrm>
            <a:off x="1030514" y="162665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5</a:t>
            </a:r>
            <a:endParaRPr lang="zh-CN" altLang="en-US" sz="1600" u="sng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5930CE65-B40F-6459-EC00-0D5EEA163D10}"/>
              </a:ext>
            </a:extLst>
          </p:cNvPr>
          <p:cNvSpPr/>
          <p:nvPr/>
        </p:nvSpPr>
        <p:spPr>
          <a:xfrm>
            <a:off x="2075702" y="792677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E8283D88-0D9B-A8A7-0B3C-1F72A37AFAD5}"/>
              </a:ext>
            </a:extLst>
          </p:cNvPr>
          <p:cNvSpPr/>
          <p:nvPr/>
        </p:nvSpPr>
        <p:spPr>
          <a:xfrm>
            <a:off x="2842239" y="292649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BE224ADE-B836-F2CB-7DBA-F6FE3F536A59}"/>
              </a:ext>
            </a:extLst>
          </p:cNvPr>
          <p:cNvSpPr/>
          <p:nvPr/>
        </p:nvSpPr>
        <p:spPr>
          <a:xfrm>
            <a:off x="2842238" y="1292705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67A9CF27-5606-5671-D3A4-A88525B9648D}"/>
              </a:ext>
            </a:extLst>
          </p:cNvPr>
          <p:cNvSpPr/>
          <p:nvPr/>
        </p:nvSpPr>
        <p:spPr>
          <a:xfrm>
            <a:off x="3743910" y="292650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DF1B0A08-B03E-962B-3ACD-A40F6A638237}"/>
              </a:ext>
            </a:extLst>
          </p:cNvPr>
          <p:cNvSpPr/>
          <p:nvPr/>
        </p:nvSpPr>
        <p:spPr>
          <a:xfrm>
            <a:off x="3743909" y="1292705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138157F1-B3DA-D17E-8607-1AC216022205}"/>
              </a:ext>
            </a:extLst>
          </p:cNvPr>
          <p:cNvCxnSpPr>
            <a:cxnSpLocks/>
            <a:stCxn id="54" idx="7"/>
            <a:endCxn id="55" idx="2"/>
          </p:cNvCxnSpPr>
          <p:nvPr/>
        </p:nvCxnSpPr>
        <p:spPr>
          <a:xfrm flipV="1">
            <a:off x="2379439" y="473353"/>
            <a:ext cx="462800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0D92A536-26F8-C2F2-7B6B-73DD0CD087CB}"/>
              </a:ext>
            </a:extLst>
          </p:cNvPr>
          <p:cNvCxnSpPr>
            <a:cxnSpLocks/>
            <a:stCxn id="57" idx="2"/>
            <a:endCxn id="55" idx="6"/>
          </p:cNvCxnSpPr>
          <p:nvPr/>
        </p:nvCxnSpPr>
        <p:spPr>
          <a:xfrm flipH="1" flipV="1">
            <a:off x="3198089" y="473353"/>
            <a:ext cx="54582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6D3F0BAF-773D-1C66-62C2-5130286C456F}"/>
              </a:ext>
            </a:extLst>
          </p:cNvPr>
          <p:cNvCxnSpPr>
            <a:cxnSpLocks/>
            <a:stCxn id="54" idx="5"/>
            <a:endCxn id="56" idx="2"/>
          </p:cNvCxnSpPr>
          <p:nvPr/>
        </p:nvCxnSpPr>
        <p:spPr>
          <a:xfrm>
            <a:off x="2379439" y="1101158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F5242E86-18DD-1D63-1223-628EDA009DBE}"/>
              </a:ext>
            </a:extLst>
          </p:cNvPr>
          <p:cNvCxnSpPr>
            <a:cxnSpLocks/>
            <a:stCxn id="56" idx="0"/>
            <a:endCxn id="55" idx="4"/>
          </p:cNvCxnSpPr>
          <p:nvPr/>
        </p:nvCxnSpPr>
        <p:spPr>
          <a:xfrm flipV="1">
            <a:off x="3020164" y="654057"/>
            <a:ext cx="0" cy="638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D5463E75-E058-0D95-CB9A-3CF39AE96351}"/>
              </a:ext>
            </a:extLst>
          </p:cNvPr>
          <p:cNvCxnSpPr>
            <a:cxnSpLocks/>
            <a:stCxn id="58" idx="1"/>
            <a:endCxn id="55" idx="5"/>
          </p:cNvCxnSpPr>
          <p:nvPr/>
        </p:nvCxnSpPr>
        <p:spPr>
          <a:xfrm flipH="1" flipV="1">
            <a:off x="3145976" y="601130"/>
            <a:ext cx="650046" cy="744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D0555DFC-58ED-231D-1D35-23533BEFFA9E}"/>
              </a:ext>
            </a:extLst>
          </p:cNvPr>
          <p:cNvSpPr txBox="1"/>
          <p:nvPr/>
        </p:nvSpPr>
        <p:spPr>
          <a:xfrm>
            <a:off x="2851760" y="-1955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2</a:t>
            </a:r>
            <a:endParaRPr lang="zh-CN" altLang="en-US" sz="1600" u="sng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ED41169C-78C4-D16E-07DB-7305AD37E68F}"/>
              </a:ext>
            </a:extLst>
          </p:cNvPr>
          <p:cNvSpPr txBox="1"/>
          <p:nvPr/>
        </p:nvSpPr>
        <p:spPr>
          <a:xfrm>
            <a:off x="2708149" y="160508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3</a:t>
            </a:r>
            <a:endParaRPr lang="zh-CN" altLang="en-US" sz="1600" u="sng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2AC7BA2-52BC-5B54-333C-48E84E672106}"/>
              </a:ext>
            </a:extLst>
          </p:cNvPr>
          <p:cNvSpPr txBox="1"/>
          <p:nvPr/>
        </p:nvSpPr>
        <p:spPr>
          <a:xfrm>
            <a:off x="4067365" y="280114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12</a:t>
            </a:r>
            <a:endParaRPr lang="zh-CN" altLang="en-US" sz="1600" u="sng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09AC3FA3-0113-C987-30F9-760787E4D5BB}"/>
              </a:ext>
            </a:extLst>
          </p:cNvPr>
          <p:cNvSpPr txBox="1"/>
          <p:nvPr/>
        </p:nvSpPr>
        <p:spPr>
          <a:xfrm>
            <a:off x="3796022" y="160508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5</a:t>
            </a:r>
            <a:endParaRPr lang="zh-CN" altLang="en-US" sz="1600" u="sng"/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044F52FF-3D74-7E79-A80C-44EC83BEDAF1}"/>
              </a:ext>
            </a:extLst>
          </p:cNvPr>
          <p:cNvSpPr/>
          <p:nvPr/>
        </p:nvSpPr>
        <p:spPr>
          <a:xfrm>
            <a:off x="4918812" y="805635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0ED56C83-AB2F-E19D-349A-1B99E2ADA742}"/>
              </a:ext>
            </a:extLst>
          </p:cNvPr>
          <p:cNvSpPr/>
          <p:nvPr/>
        </p:nvSpPr>
        <p:spPr>
          <a:xfrm>
            <a:off x="5685349" y="305607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8317704D-63DC-F1AF-FEC1-1889B0F2CC82}"/>
              </a:ext>
            </a:extLst>
          </p:cNvPr>
          <p:cNvSpPr/>
          <p:nvPr/>
        </p:nvSpPr>
        <p:spPr>
          <a:xfrm>
            <a:off x="5685348" y="1305663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60BFD7E5-79FC-F9DF-DFAD-22AAFDEFB70E}"/>
              </a:ext>
            </a:extLst>
          </p:cNvPr>
          <p:cNvSpPr/>
          <p:nvPr/>
        </p:nvSpPr>
        <p:spPr>
          <a:xfrm>
            <a:off x="6587020" y="305608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C08BA57A-B56D-559A-23FC-5A7426BA1C3E}"/>
              </a:ext>
            </a:extLst>
          </p:cNvPr>
          <p:cNvSpPr/>
          <p:nvPr/>
        </p:nvSpPr>
        <p:spPr>
          <a:xfrm>
            <a:off x="6587019" y="1305663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4690B54A-3FD6-A201-C932-648B91661A78}"/>
              </a:ext>
            </a:extLst>
          </p:cNvPr>
          <p:cNvCxnSpPr>
            <a:cxnSpLocks/>
            <a:stCxn id="82" idx="7"/>
            <a:endCxn id="83" idx="2"/>
          </p:cNvCxnSpPr>
          <p:nvPr/>
        </p:nvCxnSpPr>
        <p:spPr>
          <a:xfrm flipV="1">
            <a:off x="5222549" y="486311"/>
            <a:ext cx="462800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8F314B27-0381-073E-EF8B-3CF2496B5784}"/>
              </a:ext>
            </a:extLst>
          </p:cNvPr>
          <p:cNvCxnSpPr>
            <a:cxnSpLocks/>
            <a:stCxn id="85" idx="2"/>
            <a:endCxn id="83" idx="6"/>
          </p:cNvCxnSpPr>
          <p:nvPr/>
        </p:nvCxnSpPr>
        <p:spPr>
          <a:xfrm flipH="1" flipV="1">
            <a:off x="6041199" y="486311"/>
            <a:ext cx="54582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1A73F45B-0A7E-3D70-75E2-D734925446C9}"/>
              </a:ext>
            </a:extLst>
          </p:cNvPr>
          <p:cNvCxnSpPr>
            <a:cxnSpLocks/>
            <a:stCxn id="82" idx="5"/>
            <a:endCxn id="84" idx="2"/>
          </p:cNvCxnSpPr>
          <p:nvPr/>
        </p:nvCxnSpPr>
        <p:spPr>
          <a:xfrm>
            <a:off x="5222549" y="1114116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0735793B-C1D4-09A5-5109-88A4EA67636D}"/>
              </a:ext>
            </a:extLst>
          </p:cNvPr>
          <p:cNvCxnSpPr>
            <a:cxnSpLocks/>
            <a:stCxn id="84" idx="0"/>
            <a:endCxn id="83" idx="4"/>
          </p:cNvCxnSpPr>
          <p:nvPr/>
        </p:nvCxnSpPr>
        <p:spPr>
          <a:xfrm flipV="1">
            <a:off x="5863274" y="667015"/>
            <a:ext cx="0" cy="638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B9AFC9D8-9570-6435-C243-1A853A3D64E9}"/>
              </a:ext>
            </a:extLst>
          </p:cNvPr>
          <p:cNvCxnSpPr>
            <a:cxnSpLocks/>
            <a:stCxn id="86" idx="1"/>
            <a:endCxn id="83" idx="5"/>
          </p:cNvCxnSpPr>
          <p:nvPr/>
        </p:nvCxnSpPr>
        <p:spPr>
          <a:xfrm flipH="1" flipV="1">
            <a:off x="5989086" y="614088"/>
            <a:ext cx="650046" cy="744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E932A55F-7AF8-E213-008F-5321F6E8F615}"/>
              </a:ext>
            </a:extLst>
          </p:cNvPr>
          <p:cNvSpPr txBox="1"/>
          <p:nvPr/>
        </p:nvSpPr>
        <p:spPr>
          <a:xfrm>
            <a:off x="5551259" y="161804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3</a:t>
            </a:r>
            <a:endParaRPr lang="zh-CN" altLang="en-US" sz="1600" u="sng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F6652182-4B05-2518-199B-862ACC0DA00A}"/>
              </a:ext>
            </a:extLst>
          </p:cNvPr>
          <p:cNvSpPr txBox="1"/>
          <p:nvPr/>
        </p:nvSpPr>
        <p:spPr>
          <a:xfrm>
            <a:off x="6910475" y="293072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12</a:t>
            </a:r>
            <a:endParaRPr lang="zh-CN" altLang="en-US" sz="1600" u="sng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732061DA-4F71-29FF-3257-A25BF0843C62}"/>
              </a:ext>
            </a:extLst>
          </p:cNvPr>
          <p:cNvSpPr txBox="1"/>
          <p:nvPr/>
        </p:nvSpPr>
        <p:spPr>
          <a:xfrm>
            <a:off x="6639132" y="161804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5</a:t>
            </a:r>
            <a:endParaRPr lang="zh-CN" altLang="en-US" sz="1600" u="sng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55EFB398-FA00-3343-A443-F62EA68C6D12}"/>
              </a:ext>
            </a:extLst>
          </p:cNvPr>
          <p:cNvSpPr txBox="1"/>
          <p:nvPr/>
        </p:nvSpPr>
        <p:spPr>
          <a:xfrm>
            <a:off x="5539314" y="-3294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2</a:t>
            </a:r>
            <a:endParaRPr lang="zh-CN" altLang="en-US" sz="1600" u="sng"/>
          </a:p>
        </p:txBody>
      </p: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ACD43BD3-8542-C6F0-8E04-47CE36CCF80B}"/>
              </a:ext>
            </a:extLst>
          </p:cNvPr>
          <p:cNvCxnSpPr>
            <a:cxnSpLocks/>
            <a:stCxn id="86" idx="2"/>
            <a:endCxn id="84" idx="6"/>
          </p:cNvCxnSpPr>
          <p:nvPr/>
        </p:nvCxnSpPr>
        <p:spPr>
          <a:xfrm flipH="1">
            <a:off x="6041199" y="1486367"/>
            <a:ext cx="5458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0" name="椭圆 99">
            <a:extLst>
              <a:ext uri="{FF2B5EF4-FFF2-40B4-BE49-F238E27FC236}">
                <a16:creationId xmlns:a16="http://schemas.microsoft.com/office/drawing/2014/main" id="{09DC05B1-C8CB-53C3-7779-CE1B983E6F6A}"/>
              </a:ext>
            </a:extLst>
          </p:cNvPr>
          <p:cNvSpPr/>
          <p:nvPr/>
        </p:nvSpPr>
        <p:spPr>
          <a:xfrm>
            <a:off x="7910530" y="805212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655D2BAB-A0AF-06B8-9CD5-AA3348E332D0}"/>
              </a:ext>
            </a:extLst>
          </p:cNvPr>
          <p:cNvSpPr/>
          <p:nvPr/>
        </p:nvSpPr>
        <p:spPr>
          <a:xfrm>
            <a:off x="8677067" y="305184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23D9DDEF-C678-C25A-FC17-0ECB6A8AEF6C}"/>
              </a:ext>
            </a:extLst>
          </p:cNvPr>
          <p:cNvSpPr/>
          <p:nvPr/>
        </p:nvSpPr>
        <p:spPr>
          <a:xfrm>
            <a:off x="8677066" y="1305240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DA8963E3-4790-B66E-C681-C5EAEA33DEEC}"/>
              </a:ext>
            </a:extLst>
          </p:cNvPr>
          <p:cNvSpPr/>
          <p:nvPr/>
        </p:nvSpPr>
        <p:spPr>
          <a:xfrm>
            <a:off x="9578738" y="305185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A1FA757A-6717-BA03-3838-BD2704E21605}"/>
              </a:ext>
            </a:extLst>
          </p:cNvPr>
          <p:cNvSpPr/>
          <p:nvPr/>
        </p:nvSpPr>
        <p:spPr>
          <a:xfrm>
            <a:off x="9578737" y="1305240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19B9ED27-2661-51AC-1011-CD93A4DC35FB}"/>
              </a:ext>
            </a:extLst>
          </p:cNvPr>
          <p:cNvCxnSpPr>
            <a:cxnSpLocks/>
            <a:stCxn id="100" idx="7"/>
            <a:endCxn id="101" idx="2"/>
          </p:cNvCxnSpPr>
          <p:nvPr/>
        </p:nvCxnSpPr>
        <p:spPr>
          <a:xfrm flipV="1">
            <a:off x="8214267" y="485888"/>
            <a:ext cx="462800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C690576C-94AD-ADAC-7666-623A3A06830E}"/>
              </a:ext>
            </a:extLst>
          </p:cNvPr>
          <p:cNvCxnSpPr>
            <a:cxnSpLocks/>
            <a:stCxn id="103" idx="2"/>
            <a:endCxn id="101" idx="6"/>
          </p:cNvCxnSpPr>
          <p:nvPr/>
        </p:nvCxnSpPr>
        <p:spPr>
          <a:xfrm flipH="1" flipV="1">
            <a:off x="9032917" y="485888"/>
            <a:ext cx="54582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3406C939-BE8A-2C55-09B2-87418F12C876}"/>
              </a:ext>
            </a:extLst>
          </p:cNvPr>
          <p:cNvCxnSpPr>
            <a:cxnSpLocks/>
            <a:stCxn id="100" idx="5"/>
            <a:endCxn id="102" idx="2"/>
          </p:cNvCxnSpPr>
          <p:nvPr/>
        </p:nvCxnSpPr>
        <p:spPr>
          <a:xfrm>
            <a:off x="8214267" y="1113693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5F6FCE3F-EBEE-DA57-4F68-09D179948075}"/>
              </a:ext>
            </a:extLst>
          </p:cNvPr>
          <p:cNvCxnSpPr>
            <a:cxnSpLocks/>
            <a:stCxn id="102" idx="0"/>
            <a:endCxn id="101" idx="4"/>
          </p:cNvCxnSpPr>
          <p:nvPr/>
        </p:nvCxnSpPr>
        <p:spPr>
          <a:xfrm flipV="1">
            <a:off x="8854992" y="666592"/>
            <a:ext cx="0" cy="638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C90D4A40-D9C7-008F-61CB-6B4DB13B66B4}"/>
              </a:ext>
            </a:extLst>
          </p:cNvPr>
          <p:cNvCxnSpPr>
            <a:cxnSpLocks/>
            <a:stCxn id="104" idx="1"/>
            <a:endCxn id="101" idx="5"/>
          </p:cNvCxnSpPr>
          <p:nvPr/>
        </p:nvCxnSpPr>
        <p:spPr>
          <a:xfrm flipH="1" flipV="1">
            <a:off x="8980804" y="613665"/>
            <a:ext cx="650046" cy="744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79434248-4F16-1DD7-074A-86100C231659}"/>
              </a:ext>
            </a:extLst>
          </p:cNvPr>
          <p:cNvSpPr txBox="1"/>
          <p:nvPr/>
        </p:nvSpPr>
        <p:spPr>
          <a:xfrm>
            <a:off x="8542977" y="161761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3</a:t>
            </a:r>
            <a:endParaRPr lang="zh-CN" altLang="en-US" sz="1600" u="sng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B6CEBA80-FA2B-DDCB-127B-4F6DE4A57235}"/>
              </a:ext>
            </a:extLst>
          </p:cNvPr>
          <p:cNvSpPr txBox="1"/>
          <p:nvPr/>
        </p:nvSpPr>
        <p:spPr>
          <a:xfrm>
            <a:off x="9902193" y="29264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9</a:t>
            </a:r>
            <a:endParaRPr lang="zh-CN" altLang="en-US" sz="1600" u="sng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9E45CF09-B9E7-CC18-0F89-EEE10841ED3B}"/>
              </a:ext>
            </a:extLst>
          </p:cNvPr>
          <p:cNvSpPr txBox="1"/>
          <p:nvPr/>
        </p:nvSpPr>
        <p:spPr>
          <a:xfrm>
            <a:off x="9630850" y="161761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5</a:t>
            </a:r>
            <a:endParaRPr lang="zh-CN" altLang="en-US" sz="1600" u="sng"/>
          </a:p>
        </p:txBody>
      </p: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DA531D12-CEBF-B833-5AEF-D411B96D26F1}"/>
              </a:ext>
            </a:extLst>
          </p:cNvPr>
          <p:cNvCxnSpPr>
            <a:cxnSpLocks/>
            <a:stCxn id="104" idx="2"/>
            <a:endCxn id="102" idx="6"/>
          </p:cNvCxnSpPr>
          <p:nvPr/>
        </p:nvCxnSpPr>
        <p:spPr>
          <a:xfrm flipH="1">
            <a:off x="9032917" y="1485944"/>
            <a:ext cx="5458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5" name="椭圆 114">
            <a:extLst>
              <a:ext uri="{FF2B5EF4-FFF2-40B4-BE49-F238E27FC236}">
                <a16:creationId xmlns:a16="http://schemas.microsoft.com/office/drawing/2014/main" id="{0833BC5D-BD5F-AA2C-EC61-FDBC74919670}"/>
              </a:ext>
            </a:extLst>
          </p:cNvPr>
          <p:cNvSpPr/>
          <p:nvPr/>
        </p:nvSpPr>
        <p:spPr>
          <a:xfrm>
            <a:off x="10367362" y="805212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A433303B-0F9F-94C7-D343-08E321728100}"/>
              </a:ext>
            </a:extLst>
          </p:cNvPr>
          <p:cNvCxnSpPr>
            <a:cxnSpLocks/>
            <a:stCxn id="103" idx="4"/>
            <a:endCxn id="104" idx="0"/>
          </p:cNvCxnSpPr>
          <p:nvPr/>
        </p:nvCxnSpPr>
        <p:spPr>
          <a:xfrm flipH="1">
            <a:off x="9756663" y="666593"/>
            <a:ext cx="1" cy="6386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CB6D83AE-1FF1-DD38-003F-108AB22F81DA}"/>
              </a:ext>
            </a:extLst>
          </p:cNvPr>
          <p:cNvCxnSpPr>
            <a:cxnSpLocks/>
            <a:stCxn id="115" idx="3"/>
            <a:endCxn id="104" idx="6"/>
          </p:cNvCxnSpPr>
          <p:nvPr/>
        </p:nvCxnSpPr>
        <p:spPr>
          <a:xfrm flipH="1">
            <a:off x="9934588" y="1113693"/>
            <a:ext cx="484887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文本框 121">
            <a:extLst>
              <a:ext uri="{FF2B5EF4-FFF2-40B4-BE49-F238E27FC236}">
                <a16:creationId xmlns:a16="http://schemas.microsoft.com/office/drawing/2014/main" id="{8AAF210A-9DD0-ADD5-3536-82E581106F8E}"/>
              </a:ext>
            </a:extLst>
          </p:cNvPr>
          <p:cNvSpPr txBox="1"/>
          <p:nvPr/>
        </p:nvSpPr>
        <p:spPr>
          <a:xfrm>
            <a:off x="10471551" y="1151894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14</a:t>
            </a:r>
            <a:endParaRPr lang="zh-CN" altLang="en-US" sz="1600" u="sng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06A150F9-5E36-4475-F268-471DAC1EDDCA}"/>
              </a:ext>
            </a:extLst>
          </p:cNvPr>
          <p:cNvSpPr/>
          <p:nvPr/>
        </p:nvSpPr>
        <p:spPr>
          <a:xfrm>
            <a:off x="1119770" y="3502618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74500D37-8F21-0CAD-F75C-AB7D21464B7A}"/>
              </a:ext>
            </a:extLst>
          </p:cNvPr>
          <p:cNvSpPr/>
          <p:nvPr/>
        </p:nvSpPr>
        <p:spPr>
          <a:xfrm>
            <a:off x="1886307" y="3002590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D61CE392-05AC-5EFD-3C90-786CCFCABEE9}"/>
              </a:ext>
            </a:extLst>
          </p:cNvPr>
          <p:cNvSpPr/>
          <p:nvPr/>
        </p:nvSpPr>
        <p:spPr>
          <a:xfrm>
            <a:off x="1886306" y="4002646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09C16B26-30A8-DA06-817B-D376CC6D9491}"/>
              </a:ext>
            </a:extLst>
          </p:cNvPr>
          <p:cNvSpPr/>
          <p:nvPr/>
        </p:nvSpPr>
        <p:spPr>
          <a:xfrm>
            <a:off x="2787978" y="3002591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D114CEB7-8D78-D03A-6C75-99BD99A398B2}"/>
              </a:ext>
            </a:extLst>
          </p:cNvPr>
          <p:cNvSpPr/>
          <p:nvPr/>
        </p:nvSpPr>
        <p:spPr>
          <a:xfrm>
            <a:off x="2787977" y="4002646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A32509C1-BDD3-D82A-8724-91CE3206966F}"/>
              </a:ext>
            </a:extLst>
          </p:cNvPr>
          <p:cNvCxnSpPr>
            <a:cxnSpLocks/>
            <a:stCxn id="124" idx="7"/>
            <a:endCxn id="125" idx="2"/>
          </p:cNvCxnSpPr>
          <p:nvPr/>
        </p:nvCxnSpPr>
        <p:spPr>
          <a:xfrm flipV="1">
            <a:off x="1423507" y="3183294"/>
            <a:ext cx="462800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D1BA8A07-D9B7-BF5B-72C0-DB99383EA7A1}"/>
              </a:ext>
            </a:extLst>
          </p:cNvPr>
          <p:cNvCxnSpPr>
            <a:cxnSpLocks/>
            <a:stCxn id="127" idx="2"/>
            <a:endCxn id="125" idx="6"/>
          </p:cNvCxnSpPr>
          <p:nvPr/>
        </p:nvCxnSpPr>
        <p:spPr>
          <a:xfrm flipH="1" flipV="1">
            <a:off x="2242157" y="3183294"/>
            <a:ext cx="54582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64B032B2-F713-A54D-AFEB-9104CBCBEEB5}"/>
              </a:ext>
            </a:extLst>
          </p:cNvPr>
          <p:cNvCxnSpPr>
            <a:cxnSpLocks/>
            <a:stCxn id="124" idx="5"/>
            <a:endCxn id="126" idx="2"/>
          </p:cNvCxnSpPr>
          <p:nvPr/>
        </p:nvCxnSpPr>
        <p:spPr>
          <a:xfrm>
            <a:off x="1423507" y="3811099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61AF8C2E-55B8-4BAC-5F1C-0560B98A6FCE}"/>
              </a:ext>
            </a:extLst>
          </p:cNvPr>
          <p:cNvCxnSpPr>
            <a:cxnSpLocks/>
            <a:stCxn id="126" idx="0"/>
            <a:endCxn id="125" idx="4"/>
          </p:cNvCxnSpPr>
          <p:nvPr/>
        </p:nvCxnSpPr>
        <p:spPr>
          <a:xfrm flipV="1">
            <a:off x="2064232" y="3363998"/>
            <a:ext cx="0" cy="638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4BC5353C-4146-078A-7D92-F8F25A20FA2E}"/>
              </a:ext>
            </a:extLst>
          </p:cNvPr>
          <p:cNvCxnSpPr>
            <a:cxnSpLocks/>
            <a:stCxn id="128" idx="1"/>
            <a:endCxn id="125" idx="5"/>
          </p:cNvCxnSpPr>
          <p:nvPr/>
        </p:nvCxnSpPr>
        <p:spPr>
          <a:xfrm flipH="1" flipV="1">
            <a:off x="2190044" y="3311071"/>
            <a:ext cx="650046" cy="744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4" name="文本框 133">
            <a:extLst>
              <a:ext uri="{FF2B5EF4-FFF2-40B4-BE49-F238E27FC236}">
                <a16:creationId xmlns:a16="http://schemas.microsoft.com/office/drawing/2014/main" id="{8C25BC35-7338-9865-19FA-1A5B29D10CB5}"/>
              </a:ext>
            </a:extLst>
          </p:cNvPr>
          <p:cNvSpPr txBox="1"/>
          <p:nvPr/>
        </p:nvSpPr>
        <p:spPr>
          <a:xfrm>
            <a:off x="1752217" y="431502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3</a:t>
            </a:r>
            <a:endParaRPr lang="zh-CN" altLang="en-US" sz="1600" u="sng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6FC9027-9C3E-3F96-8842-D2F4C81B352D}"/>
              </a:ext>
            </a:extLst>
          </p:cNvPr>
          <p:cNvSpPr txBox="1"/>
          <p:nvPr/>
        </p:nvSpPr>
        <p:spPr>
          <a:xfrm>
            <a:off x="3111433" y="275671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9</a:t>
            </a:r>
            <a:endParaRPr lang="zh-CN" altLang="en-US" sz="1600" u="sng"/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4782496E-7E93-360C-864F-6F0AB0376650}"/>
              </a:ext>
            </a:extLst>
          </p:cNvPr>
          <p:cNvSpPr txBox="1"/>
          <p:nvPr/>
        </p:nvSpPr>
        <p:spPr>
          <a:xfrm>
            <a:off x="2840090" y="431502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5</a:t>
            </a:r>
            <a:endParaRPr lang="zh-CN" altLang="en-US" sz="1600" u="sng"/>
          </a:p>
        </p:txBody>
      </p: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4BADA642-DABF-527A-DF62-4326EB2AAD38}"/>
              </a:ext>
            </a:extLst>
          </p:cNvPr>
          <p:cNvCxnSpPr>
            <a:cxnSpLocks/>
            <a:stCxn id="128" idx="2"/>
            <a:endCxn id="126" idx="6"/>
          </p:cNvCxnSpPr>
          <p:nvPr/>
        </p:nvCxnSpPr>
        <p:spPr>
          <a:xfrm flipH="1">
            <a:off x="2242157" y="4183350"/>
            <a:ext cx="5458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8" name="椭圆 137">
            <a:extLst>
              <a:ext uri="{FF2B5EF4-FFF2-40B4-BE49-F238E27FC236}">
                <a16:creationId xmlns:a16="http://schemas.microsoft.com/office/drawing/2014/main" id="{392D7E59-2F5B-A57A-87F4-E8A7BED91F8E}"/>
              </a:ext>
            </a:extLst>
          </p:cNvPr>
          <p:cNvSpPr/>
          <p:nvPr/>
        </p:nvSpPr>
        <p:spPr>
          <a:xfrm>
            <a:off x="3576602" y="3502618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B93DD38C-8C38-AF4C-8799-7F61D0CED675}"/>
              </a:ext>
            </a:extLst>
          </p:cNvPr>
          <p:cNvCxnSpPr>
            <a:cxnSpLocks/>
            <a:stCxn id="127" idx="4"/>
            <a:endCxn id="128" idx="0"/>
          </p:cNvCxnSpPr>
          <p:nvPr/>
        </p:nvCxnSpPr>
        <p:spPr>
          <a:xfrm flipH="1">
            <a:off x="2965903" y="3363999"/>
            <a:ext cx="1" cy="6386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04011AE8-1F0C-9ECC-102F-96A39DBD5709}"/>
              </a:ext>
            </a:extLst>
          </p:cNvPr>
          <p:cNvCxnSpPr>
            <a:cxnSpLocks/>
            <a:stCxn id="138" idx="3"/>
            <a:endCxn id="128" idx="6"/>
          </p:cNvCxnSpPr>
          <p:nvPr/>
        </p:nvCxnSpPr>
        <p:spPr>
          <a:xfrm flipH="1">
            <a:off x="3143828" y="3811099"/>
            <a:ext cx="484887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文本框 140">
            <a:extLst>
              <a:ext uri="{FF2B5EF4-FFF2-40B4-BE49-F238E27FC236}">
                <a16:creationId xmlns:a16="http://schemas.microsoft.com/office/drawing/2014/main" id="{60E89674-348E-99D2-37C9-5CA24A876DD1}"/>
              </a:ext>
            </a:extLst>
          </p:cNvPr>
          <p:cNvSpPr txBox="1"/>
          <p:nvPr/>
        </p:nvSpPr>
        <p:spPr>
          <a:xfrm>
            <a:off x="3680791" y="384930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14</a:t>
            </a:r>
            <a:endParaRPr lang="zh-CN" altLang="en-US" sz="1600" u="sng"/>
          </a:p>
        </p:txBody>
      </p: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E5AB709F-2CB8-44E3-CB9D-899E9533AACD}"/>
              </a:ext>
            </a:extLst>
          </p:cNvPr>
          <p:cNvCxnSpPr>
            <a:stCxn id="127" idx="6"/>
            <a:endCxn id="138" idx="1"/>
          </p:cNvCxnSpPr>
          <p:nvPr/>
        </p:nvCxnSpPr>
        <p:spPr>
          <a:xfrm>
            <a:off x="3143829" y="3183295"/>
            <a:ext cx="484886" cy="3722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5" name="文本框 144">
            <a:extLst>
              <a:ext uri="{FF2B5EF4-FFF2-40B4-BE49-F238E27FC236}">
                <a16:creationId xmlns:a16="http://schemas.microsoft.com/office/drawing/2014/main" id="{9C74A1CF-429D-12E0-43E1-770119671DB9}"/>
              </a:ext>
            </a:extLst>
          </p:cNvPr>
          <p:cNvSpPr txBox="1"/>
          <p:nvPr/>
        </p:nvSpPr>
        <p:spPr>
          <a:xfrm>
            <a:off x="8562923" y="-785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2</a:t>
            </a:r>
            <a:endParaRPr lang="zh-CN" altLang="en-US" sz="1600" u="sng"/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8D598A0D-4F15-2726-2F60-08D71C26F715}"/>
              </a:ext>
            </a:extLst>
          </p:cNvPr>
          <p:cNvSpPr txBox="1"/>
          <p:nvPr/>
        </p:nvSpPr>
        <p:spPr>
          <a:xfrm>
            <a:off x="1884598" y="263743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2</a:t>
            </a:r>
            <a:endParaRPr lang="zh-CN" altLang="en-US" sz="1600" u="sng"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1F018128-13EE-CA55-C08D-E36B65DEFE26}"/>
              </a:ext>
            </a:extLst>
          </p:cNvPr>
          <p:cNvSpPr txBox="1"/>
          <p:nvPr/>
        </p:nvSpPr>
        <p:spPr>
          <a:xfrm>
            <a:off x="7694" y="64162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0</a:t>
            </a:r>
            <a:endParaRPr lang="zh-CN" altLang="en-US" sz="1600" u="sng"/>
          </a:p>
        </p:txBody>
      </p:sp>
      <p:pic>
        <p:nvPicPr>
          <p:cNvPr id="151" name="图片 150">
            <a:extLst>
              <a:ext uri="{FF2B5EF4-FFF2-40B4-BE49-F238E27FC236}">
                <a16:creationId xmlns:a16="http://schemas.microsoft.com/office/drawing/2014/main" id="{97AC09B2-FBA4-F950-2ED0-6635AC54D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493147"/>
            <a:ext cx="4279275" cy="2246620"/>
          </a:xfrm>
          <a:prstGeom prst="rect">
            <a:avLst/>
          </a:prstGeom>
        </p:spPr>
      </p:pic>
      <p:sp>
        <p:nvSpPr>
          <p:cNvPr id="153" name="文本框 152">
            <a:extLst>
              <a:ext uri="{FF2B5EF4-FFF2-40B4-BE49-F238E27FC236}">
                <a16:creationId xmlns:a16="http://schemas.microsoft.com/office/drawing/2014/main" id="{9192DD9A-A7B1-5422-E21B-7370A6402AC2}"/>
              </a:ext>
            </a:extLst>
          </p:cNvPr>
          <p:cNvSpPr txBox="1"/>
          <p:nvPr/>
        </p:nvSpPr>
        <p:spPr>
          <a:xfrm>
            <a:off x="414159" y="2057569"/>
            <a:ext cx="747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a</a:t>
            </a:r>
            <a:r>
              <a:rPr lang="zh-CN" altLang="en-US" sz="2000" b="1"/>
              <a:t>）</a:t>
            </a:r>
            <a:r>
              <a:rPr lang="en-US" altLang="zh-CN" sz="2000" b="1"/>
              <a:t>A</a:t>
            </a:r>
            <a:endParaRPr lang="zh-CN" altLang="en-US" sz="2000" b="1"/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50111446-EBA0-BF46-F08E-0D9BE6CEEE9F}"/>
              </a:ext>
            </a:extLst>
          </p:cNvPr>
          <p:cNvSpPr txBox="1"/>
          <p:nvPr/>
        </p:nvSpPr>
        <p:spPr>
          <a:xfrm>
            <a:off x="2390736" y="2055960"/>
            <a:ext cx="9220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b</a:t>
            </a:r>
            <a:r>
              <a:rPr lang="zh-CN" altLang="en-US" sz="2000" b="1"/>
              <a:t>）</a:t>
            </a:r>
            <a:r>
              <a:rPr lang="en-US" altLang="zh-CN" sz="2000" b="1"/>
              <a:t>AB</a:t>
            </a:r>
            <a:endParaRPr lang="zh-CN" altLang="en-US" sz="2000" b="1"/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0C310A12-502A-2822-EB6E-892209E57F64}"/>
              </a:ext>
            </a:extLst>
          </p:cNvPr>
          <p:cNvSpPr txBox="1"/>
          <p:nvPr/>
        </p:nvSpPr>
        <p:spPr>
          <a:xfrm>
            <a:off x="5222549" y="2088269"/>
            <a:ext cx="1047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c</a:t>
            </a:r>
            <a:r>
              <a:rPr lang="zh-CN" altLang="en-US" sz="2000" b="1"/>
              <a:t>）</a:t>
            </a:r>
            <a:r>
              <a:rPr lang="en-US" altLang="zh-CN" sz="2000" b="1"/>
              <a:t>ABC</a:t>
            </a:r>
            <a:endParaRPr lang="zh-CN" altLang="en-US" sz="2000" b="1"/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B819EC80-3103-64BA-6420-A07A46685DD4}"/>
              </a:ext>
            </a:extLst>
          </p:cNvPr>
          <p:cNvSpPr txBox="1"/>
          <p:nvPr/>
        </p:nvSpPr>
        <p:spPr>
          <a:xfrm>
            <a:off x="8709418" y="2097777"/>
            <a:ext cx="10550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d</a:t>
            </a:r>
            <a:r>
              <a:rPr lang="zh-CN" altLang="en-US" sz="2000" b="1"/>
              <a:t>）</a:t>
            </a:r>
            <a:r>
              <a:rPr lang="en-US" altLang="zh-CN" sz="2000" b="1"/>
              <a:t>ABE</a:t>
            </a:r>
            <a:endParaRPr lang="zh-CN" altLang="en-US" sz="2000" b="1"/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29703754-E58C-13E4-63AF-ED285C170762}"/>
              </a:ext>
            </a:extLst>
          </p:cNvPr>
          <p:cNvSpPr txBox="1"/>
          <p:nvPr/>
        </p:nvSpPr>
        <p:spPr>
          <a:xfrm>
            <a:off x="1577542" y="4673895"/>
            <a:ext cx="20665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e</a:t>
            </a:r>
            <a:r>
              <a:rPr lang="zh-CN" altLang="en-US" sz="2000" b="1"/>
              <a:t>）</a:t>
            </a:r>
            <a:r>
              <a:rPr lang="en-US" altLang="zh-CN" sz="2000" b="1"/>
              <a:t>ABED</a:t>
            </a:r>
            <a:r>
              <a:rPr lang="zh-CN" altLang="en-US" sz="2000" b="1"/>
              <a:t>、</a:t>
            </a:r>
            <a:r>
              <a:rPr lang="en-US" altLang="zh-CN" sz="2000" b="1"/>
              <a:t>ABEF</a:t>
            </a:r>
            <a:endParaRPr lang="zh-CN" altLang="en-US" sz="2000" b="1"/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9DF075FB-83DF-9500-CB2E-CE60E17163B1}"/>
              </a:ext>
            </a:extLst>
          </p:cNvPr>
          <p:cNvSpPr txBox="1"/>
          <p:nvPr/>
        </p:nvSpPr>
        <p:spPr>
          <a:xfrm>
            <a:off x="7010763" y="4867755"/>
            <a:ext cx="104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f</a:t>
            </a:r>
            <a:r>
              <a:rPr lang="zh-CN" altLang="en-US" sz="2000" b="1"/>
              <a:t>）原图</a:t>
            </a: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35D6396D-0212-3DDD-2FB3-01EB62CFB0EF}"/>
              </a:ext>
            </a:extLst>
          </p:cNvPr>
          <p:cNvCxnSpPr>
            <a:cxnSpLocks/>
          </p:cNvCxnSpPr>
          <p:nvPr/>
        </p:nvCxnSpPr>
        <p:spPr>
          <a:xfrm flipH="1">
            <a:off x="2568266" y="665018"/>
            <a:ext cx="278743" cy="23363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E6DB7B0B-1D86-9F41-F7BE-34111A56A7F2}"/>
              </a:ext>
            </a:extLst>
          </p:cNvPr>
          <p:cNvCxnSpPr>
            <a:cxnSpLocks/>
          </p:cNvCxnSpPr>
          <p:nvPr/>
        </p:nvCxnSpPr>
        <p:spPr>
          <a:xfrm flipH="1">
            <a:off x="5375602" y="675861"/>
            <a:ext cx="278743" cy="23363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05AF49B6-1EFE-D764-B3DF-C1E9EB335348}"/>
              </a:ext>
            </a:extLst>
          </p:cNvPr>
          <p:cNvCxnSpPr>
            <a:cxnSpLocks/>
          </p:cNvCxnSpPr>
          <p:nvPr/>
        </p:nvCxnSpPr>
        <p:spPr>
          <a:xfrm flipV="1">
            <a:off x="5764644" y="845604"/>
            <a:ext cx="0" cy="34537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3BAA7472-6923-F08A-A33F-10F8C956E698}"/>
              </a:ext>
            </a:extLst>
          </p:cNvPr>
          <p:cNvSpPr/>
          <p:nvPr/>
        </p:nvSpPr>
        <p:spPr>
          <a:xfrm>
            <a:off x="9135656" y="606833"/>
            <a:ext cx="493298" cy="644134"/>
          </a:xfrm>
          <a:custGeom>
            <a:avLst/>
            <a:gdLst>
              <a:gd name="csX0" fmla="*/ 490983 w 493298"/>
              <a:gd name="csY0" fmla="*/ 644134 h 644134"/>
              <a:gd name="csX1" fmla="*/ 418913 w 493298"/>
              <a:gd name="csY1" fmla="*/ 288284 h 644134"/>
              <a:gd name="csX2" fmla="*/ 0 w 493298"/>
              <a:gd name="csY2" fmla="*/ 0 h 6441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93298" h="644134">
                <a:moveTo>
                  <a:pt x="490983" y="644134"/>
                </a:moveTo>
                <a:cubicBezTo>
                  <a:pt x="495863" y="519887"/>
                  <a:pt x="500744" y="395640"/>
                  <a:pt x="418913" y="288284"/>
                </a:cubicBezTo>
                <a:cubicBezTo>
                  <a:pt x="337082" y="180928"/>
                  <a:pt x="168541" y="90464"/>
                  <a:pt x="0" y="0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F89D7655-386D-B57E-1163-71AC5D9E3F41}"/>
              </a:ext>
            </a:extLst>
          </p:cNvPr>
          <p:cNvCxnSpPr>
            <a:cxnSpLocks/>
          </p:cNvCxnSpPr>
          <p:nvPr/>
        </p:nvCxnSpPr>
        <p:spPr>
          <a:xfrm flipV="1">
            <a:off x="8763846" y="845604"/>
            <a:ext cx="0" cy="34537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DEF42DDF-60F9-6E47-2112-5E5AB72D17B8}"/>
              </a:ext>
            </a:extLst>
          </p:cNvPr>
          <p:cNvCxnSpPr>
            <a:cxnSpLocks/>
          </p:cNvCxnSpPr>
          <p:nvPr/>
        </p:nvCxnSpPr>
        <p:spPr>
          <a:xfrm flipH="1">
            <a:off x="8373971" y="631785"/>
            <a:ext cx="278743" cy="23363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F549BB46-BC1B-9B76-427F-5E4B0CBD6F6B}"/>
              </a:ext>
            </a:extLst>
          </p:cNvPr>
          <p:cNvSpPr/>
          <p:nvPr/>
        </p:nvSpPr>
        <p:spPr>
          <a:xfrm>
            <a:off x="2348940" y="3295897"/>
            <a:ext cx="493298" cy="644134"/>
          </a:xfrm>
          <a:custGeom>
            <a:avLst/>
            <a:gdLst>
              <a:gd name="csX0" fmla="*/ 490983 w 493298"/>
              <a:gd name="csY0" fmla="*/ 644134 h 644134"/>
              <a:gd name="csX1" fmla="*/ 418913 w 493298"/>
              <a:gd name="csY1" fmla="*/ 288284 h 644134"/>
              <a:gd name="csX2" fmla="*/ 0 w 493298"/>
              <a:gd name="csY2" fmla="*/ 0 h 6441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93298" h="644134">
                <a:moveTo>
                  <a:pt x="490983" y="644134"/>
                </a:moveTo>
                <a:cubicBezTo>
                  <a:pt x="495863" y="519887"/>
                  <a:pt x="500744" y="395640"/>
                  <a:pt x="418913" y="288284"/>
                </a:cubicBezTo>
                <a:cubicBezTo>
                  <a:pt x="337082" y="180928"/>
                  <a:pt x="168541" y="90464"/>
                  <a:pt x="0" y="0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417CF083-9015-410E-3B89-813A14653781}"/>
              </a:ext>
            </a:extLst>
          </p:cNvPr>
          <p:cNvCxnSpPr>
            <a:cxnSpLocks/>
          </p:cNvCxnSpPr>
          <p:nvPr/>
        </p:nvCxnSpPr>
        <p:spPr>
          <a:xfrm flipV="1">
            <a:off x="1977130" y="3534668"/>
            <a:ext cx="0" cy="34537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37BFA3A5-7979-E71A-EA10-5F65825C1DFB}"/>
              </a:ext>
            </a:extLst>
          </p:cNvPr>
          <p:cNvCxnSpPr>
            <a:cxnSpLocks/>
          </p:cNvCxnSpPr>
          <p:nvPr/>
        </p:nvCxnSpPr>
        <p:spPr>
          <a:xfrm flipH="1">
            <a:off x="1587255" y="3320849"/>
            <a:ext cx="278743" cy="23363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356726A6-7740-E225-2812-D48176CEA170}"/>
              </a:ext>
            </a:extLst>
          </p:cNvPr>
          <p:cNvCxnSpPr>
            <a:cxnSpLocks/>
          </p:cNvCxnSpPr>
          <p:nvPr/>
        </p:nvCxnSpPr>
        <p:spPr>
          <a:xfrm>
            <a:off x="3081445" y="3429000"/>
            <a:ext cx="0" cy="451046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8464FCDE-103A-D780-DF85-0FB8D1062601}"/>
              </a:ext>
            </a:extLst>
          </p:cNvPr>
          <p:cNvCxnSpPr>
            <a:cxnSpLocks/>
          </p:cNvCxnSpPr>
          <p:nvPr/>
        </p:nvCxnSpPr>
        <p:spPr>
          <a:xfrm flipH="1">
            <a:off x="3261210" y="3911084"/>
            <a:ext cx="409903" cy="307516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4514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394E0-6ADA-CDDF-FD2A-BB1DD0679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2D0C55B5-0287-4A24-8A97-5E68E83F1A50}"/>
              </a:ext>
            </a:extLst>
          </p:cNvPr>
          <p:cNvSpPr/>
          <p:nvPr/>
        </p:nvSpPr>
        <p:spPr>
          <a:xfrm>
            <a:off x="6810986" y="3410092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61E622C-7B32-C435-5C29-B0A69975870D}"/>
              </a:ext>
            </a:extLst>
          </p:cNvPr>
          <p:cNvSpPr/>
          <p:nvPr/>
        </p:nvSpPr>
        <p:spPr>
          <a:xfrm>
            <a:off x="7577523" y="2910064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C917D76D-0C5A-3BBC-443A-936D63F22815}"/>
              </a:ext>
            </a:extLst>
          </p:cNvPr>
          <p:cNvSpPr/>
          <p:nvPr/>
        </p:nvSpPr>
        <p:spPr>
          <a:xfrm>
            <a:off x="7577522" y="3910120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7FE6AB1-4562-FA38-13D9-D665FEF1228C}"/>
              </a:ext>
            </a:extLst>
          </p:cNvPr>
          <p:cNvSpPr/>
          <p:nvPr/>
        </p:nvSpPr>
        <p:spPr>
          <a:xfrm>
            <a:off x="8479194" y="2910065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865DE70-1EB0-5A13-8BDF-74A2E43F73E8}"/>
              </a:ext>
            </a:extLst>
          </p:cNvPr>
          <p:cNvSpPr/>
          <p:nvPr/>
        </p:nvSpPr>
        <p:spPr>
          <a:xfrm>
            <a:off x="8479193" y="3910120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C68AF19-9F8B-166A-455A-55344559E33B}"/>
              </a:ext>
            </a:extLst>
          </p:cNvPr>
          <p:cNvSpPr/>
          <p:nvPr/>
        </p:nvSpPr>
        <p:spPr>
          <a:xfrm>
            <a:off x="9245732" y="3410092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8C729B6-9C05-F80E-EAD5-F63937F5F826}"/>
              </a:ext>
            </a:extLst>
          </p:cNvPr>
          <p:cNvCxnSpPr>
            <a:cxnSpLocks/>
            <a:stCxn id="2" idx="7"/>
            <a:endCxn id="3" idx="2"/>
          </p:cNvCxnSpPr>
          <p:nvPr/>
        </p:nvCxnSpPr>
        <p:spPr>
          <a:xfrm flipV="1">
            <a:off x="7114723" y="3090768"/>
            <a:ext cx="462800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852DEF7-47CD-BFB8-2320-92B28646DBE8}"/>
              </a:ext>
            </a:extLst>
          </p:cNvPr>
          <p:cNvCxnSpPr>
            <a:cxnSpLocks/>
            <a:stCxn id="5" idx="2"/>
            <a:endCxn id="3" idx="6"/>
          </p:cNvCxnSpPr>
          <p:nvPr/>
        </p:nvCxnSpPr>
        <p:spPr>
          <a:xfrm flipH="1" flipV="1">
            <a:off x="7933373" y="3090768"/>
            <a:ext cx="54582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7D83CB5-81E0-2269-117A-A3230C082994}"/>
              </a:ext>
            </a:extLst>
          </p:cNvPr>
          <p:cNvCxnSpPr>
            <a:cxnSpLocks/>
            <a:stCxn id="2" idx="5"/>
            <a:endCxn id="4" idx="2"/>
          </p:cNvCxnSpPr>
          <p:nvPr/>
        </p:nvCxnSpPr>
        <p:spPr>
          <a:xfrm>
            <a:off x="7114723" y="3718573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6F644A7-2098-BDD5-8893-6DFCBA2A5C69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>
            <a:off x="7933373" y="4090824"/>
            <a:ext cx="5458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B5502A7-4389-5036-BD68-0A16E1FBAA34}"/>
              </a:ext>
            </a:extLst>
          </p:cNvPr>
          <p:cNvCxnSpPr>
            <a:cxnSpLocks/>
            <a:stCxn id="6" idx="6"/>
            <a:endCxn id="7" idx="3"/>
          </p:cNvCxnSpPr>
          <p:nvPr/>
        </p:nvCxnSpPr>
        <p:spPr>
          <a:xfrm flipV="1">
            <a:off x="8835044" y="3718573"/>
            <a:ext cx="462801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9C3B73D-F2B4-7B0F-8B8F-BCE8AC1EE9FC}"/>
              </a:ext>
            </a:extLst>
          </p:cNvPr>
          <p:cNvCxnSpPr>
            <a:cxnSpLocks/>
            <a:stCxn id="7" idx="1"/>
            <a:endCxn id="5" idx="6"/>
          </p:cNvCxnSpPr>
          <p:nvPr/>
        </p:nvCxnSpPr>
        <p:spPr>
          <a:xfrm flipH="1" flipV="1">
            <a:off x="8835045" y="3090769"/>
            <a:ext cx="462800" cy="3722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3FCC544-389F-974D-A236-1CF492DC30C5}"/>
              </a:ext>
            </a:extLst>
          </p:cNvPr>
          <p:cNvCxnSpPr>
            <a:cxnSpLocks/>
            <a:stCxn id="4" idx="0"/>
            <a:endCxn id="3" idx="4"/>
          </p:cNvCxnSpPr>
          <p:nvPr/>
        </p:nvCxnSpPr>
        <p:spPr>
          <a:xfrm flipV="1">
            <a:off x="7755448" y="3271472"/>
            <a:ext cx="0" cy="638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5CB3509-4546-C56D-7D68-DA86DD81E3F4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8657119" y="3271473"/>
            <a:ext cx="1" cy="6386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609AB28-D277-E6C6-762C-1192797F4989}"/>
              </a:ext>
            </a:extLst>
          </p:cNvPr>
          <p:cNvCxnSpPr>
            <a:cxnSpLocks/>
            <a:stCxn id="6" idx="1"/>
            <a:endCxn id="3" idx="5"/>
          </p:cNvCxnSpPr>
          <p:nvPr/>
        </p:nvCxnSpPr>
        <p:spPr>
          <a:xfrm flipH="1" flipV="1">
            <a:off x="7881260" y="3218545"/>
            <a:ext cx="650046" cy="744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035962C4-0F58-A59C-2794-E970BF5A10EC}"/>
              </a:ext>
            </a:extLst>
          </p:cNvPr>
          <p:cNvSpPr txBox="1"/>
          <p:nvPr/>
        </p:nvSpPr>
        <p:spPr>
          <a:xfrm>
            <a:off x="7146614" y="298623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20A9816-AA43-F0EE-80B8-E51BA1102E1A}"/>
              </a:ext>
            </a:extLst>
          </p:cNvPr>
          <p:cNvSpPr txBox="1"/>
          <p:nvPr/>
        </p:nvSpPr>
        <p:spPr>
          <a:xfrm>
            <a:off x="7114721" y="384262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C2C0EF8-9B93-90E1-CB9C-35AAF3ACDF43}"/>
              </a:ext>
            </a:extLst>
          </p:cNvPr>
          <p:cNvSpPr txBox="1"/>
          <p:nvPr/>
        </p:nvSpPr>
        <p:spPr>
          <a:xfrm>
            <a:off x="7494395" y="337943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F31D1CA-6EB9-A2F4-10E7-B9E79C78A370}"/>
              </a:ext>
            </a:extLst>
          </p:cNvPr>
          <p:cNvSpPr txBox="1"/>
          <p:nvPr/>
        </p:nvSpPr>
        <p:spPr>
          <a:xfrm>
            <a:off x="8005988" y="2756718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10</a:t>
            </a:r>
            <a:endParaRPr lang="zh-CN" altLang="en-US" sz="16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C746EDC-A594-5641-E25D-CDEECE7C8B11}"/>
              </a:ext>
            </a:extLst>
          </p:cNvPr>
          <p:cNvSpPr txBox="1"/>
          <p:nvPr/>
        </p:nvSpPr>
        <p:spPr>
          <a:xfrm>
            <a:off x="7965266" y="344718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EE28090-E6CD-4FE5-DF8F-88B6D825B665}"/>
              </a:ext>
            </a:extLst>
          </p:cNvPr>
          <p:cNvSpPr txBox="1"/>
          <p:nvPr/>
        </p:nvSpPr>
        <p:spPr>
          <a:xfrm>
            <a:off x="8435258" y="337943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83430F4-FEB1-C841-C54D-EDE933CB4D73}"/>
              </a:ext>
            </a:extLst>
          </p:cNvPr>
          <p:cNvSpPr txBox="1"/>
          <p:nvPr/>
        </p:nvSpPr>
        <p:spPr>
          <a:xfrm>
            <a:off x="9021632" y="301726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927FD96-FC2F-1E80-E4E3-3454D4654077}"/>
              </a:ext>
            </a:extLst>
          </p:cNvPr>
          <p:cNvSpPr txBox="1"/>
          <p:nvPr/>
        </p:nvSpPr>
        <p:spPr>
          <a:xfrm>
            <a:off x="8053036" y="408632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EC29BB9-F887-2657-3B10-62F3FCDF85B1}"/>
              </a:ext>
            </a:extLst>
          </p:cNvPr>
          <p:cNvSpPr txBox="1"/>
          <p:nvPr/>
        </p:nvSpPr>
        <p:spPr>
          <a:xfrm>
            <a:off x="9021632" y="388004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9</a:t>
            </a:r>
            <a:endParaRPr lang="zh-CN" altLang="en-US" sz="1600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0D150D84-A7DD-ED0A-1303-E73366BCD9E0}"/>
              </a:ext>
            </a:extLst>
          </p:cNvPr>
          <p:cNvSpPr/>
          <p:nvPr/>
        </p:nvSpPr>
        <p:spPr>
          <a:xfrm>
            <a:off x="294992" y="765216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5BA0AF26-8F71-6333-FC3A-4FD7B6A504A9}"/>
              </a:ext>
            </a:extLst>
          </p:cNvPr>
          <p:cNvSpPr/>
          <p:nvPr/>
        </p:nvSpPr>
        <p:spPr>
          <a:xfrm>
            <a:off x="1061529" y="265188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FDF7697B-852A-70DC-9D0A-2B51A6E18B30}"/>
              </a:ext>
            </a:extLst>
          </p:cNvPr>
          <p:cNvSpPr/>
          <p:nvPr/>
        </p:nvSpPr>
        <p:spPr>
          <a:xfrm>
            <a:off x="1061528" y="1265244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B7CF30A-8799-1434-EF88-0EA1C21966E0}"/>
              </a:ext>
            </a:extLst>
          </p:cNvPr>
          <p:cNvCxnSpPr>
            <a:cxnSpLocks/>
            <a:stCxn id="26" idx="7"/>
            <a:endCxn id="27" idx="2"/>
          </p:cNvCxnSpPr>
          <p:nvPr/>
        </p:nvCxnSpPr>
        <p:spPr>
          <a:xfrm flipV="1">
            <a:off x="598729" y="445892"/>
            <a:ext cx="462800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FC1D3F0-8772-CE66-D2F4-B467D900FE35}"/>
              </a:ext>
            </a:extLst>
          </p:cNvPr>
          <p:cNvCxnSpPr>
            <a:cxnSpLocks/>
            <a:stCxn id="26" idx="5"/>
            <a:endCxn id="28" idx="2"/>
          </p:cNvCxnSpPr>
          <p:nvPr/>
        </p:nvCxnSpPr>
        <p:spPr>
          <a:xfrm>
            <a:off x="598729" y="1073697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E4FF3EC5-779C-9C8E-8DF3-9F2ECB4D9408}"/>
              </a:ext>
            </a:extLst>
          </p:cNvPr>
          <p:cNvSpPr txBox="1"/>
          <p:nvPr/>
        </p:nvSpPr>
        <p:spPr>
          <a:xfrm>
            <a:off x="843924" y="2106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2</a:t>
            </a:r>
            <a:endParaRPr lang="zh-CN" altLang="en-US" sz="1600" u="sng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CA85762-EF85-05CD-1D83-692F581FF1D3}"/>
              </a:ext>
            </a:extLst>
          </p:cNvPr>
          <p:cNvSpPr txBox="1"/>
          <p:nvPr/>
        </p:nvSpPr>
        <p:spPr>
          <a:xfrm>
            <a:off x="1030514" y="162665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5</a:t>
            </a:r>
            <a:endParaRPr lang="zh-CN" altLang="en-US" sz="1600" u="sng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B3D890D2-65E6-32F2-FF5C-B752670D47DA}"/>
              </a:ext>
            </a:extLst>
          </p:cNvPr>
          <p:cNvSpPr/>
          <p:nvPr/>
        </p:nvSpPr>
        <p:spPr>
          <a:xfrm>
            <a:off x="2075702" y="792677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159A3E3D-A712-507F-D134-67D5EF149D75}"/>
              </a:ext>
            </a:extLst>
          </p:cNvPr>
          <p:cNvSpPr/>
          <p:nvPr/>
        </p:nvSpPr>
        <p:spPr>
          <a:xfrm>
            <a:off x="2842239" y="292649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A9195F55-4E7C-29D5-68B5-1349316803CB}"/>
              </a:ext>
            </a:extLst>
          </p:cNvPr>
          <p:cNvSpPr/>
          <p:nvPr/>
        </p:nvSpPr>
        <p:spPr>
          <a:xfrm>
            <a:off x="2842238" y="1292705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41EC7157-8D82-A2DA-FAAD-D65439BEF578}"/>
              </a:ext>
            </a:extLst>
          </p:cNvPr>
          <p:cNvSpPr/>
          <p:nvPr/>
        </p:nvSpPr>
        <p:spPr>
          <a:xfrm>
            <a:off x="3743910" y="292650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65229D10-8417-7A90-0130-F335CEFEAE31}"/>
              </a:ext>
            </a:extLst>
          </p:cNvPr>
          <p:cNvSpPr/>
          <p:nvPr/>
        </p:nvSpPr>
        <p:spPr>
          <a:xfrm>
            <a:off x="3743909" y="1292705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1B0CD417-6442-43DC-4285-640E4AC95685}"/>
              </a:ext>
            </a:extLst>
          </p:cNvPr>
          <p:cNvCxnSpPr>
            <a:cxnSpLocks/>
            <a:stCxn id="54" idx="7"/>
            <a:endCxn id="55" idx="2"/>
          </p:cNvCxnSpPr>
          <p:nvPr/>
        </p:nvCxnSpPr>
        <p:spPr>
          <a:xfrm flipV="1">
            <a:off x="2379439" y="473353"/>
            <a:ext cx="462800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0AEE02E4-DC40-22F0-30D0-B9BB3012431F}"/>
              </a:ext>
            </a:extLst>
          </p:cNvPr>
          <p:cNvCxnSpPr>
            <a:cxnSpLocks/>
            <a:stCxn id="57" idx="2"/>
            <a:endCxn id="55" idx="6"/>
          </p:cNvCxnSpPr>
          <p:nvPr/>
        </p:nvCxnSpPr>
        <p:spPr>
          <a:xfrm flipH="1" flipV="1">
            <a:off x="3198089" y="473353"/>
            <a:ext cx="54582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8F1B9CD5-D40D-CA17-197B-3B8E3A3CA799}"/>
              </a:ext>
            </a:extLst>
          </p:cNvPr>
          <p:cNvCxnSpPr>
            <a:cxnSpLocks/>
            <a:stCxn id="54" idx="5"/>
            <a:endCxn id="56" idx="2"/>
          </p:cNvCxnSpPr>
          <p:nvPr/>
        </p:nvCxnSpPr>
        <p:spPr>
          <a:xfrm>
            <a:off x="2379439" y="1101158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54419DD4-F20A-16B4-5CE3-E2F56D126699}"/>
              </a:ext>
            </a:extLst>
          </p:cNvPr>
          <p:cNvCxnSpPr>
            <a:cxnSpLocks/>
            <a:stCxn id="56" idx="0"/>
            <a:endCxn id="55" idx="4"/>
          </p:cNvCxnSpPr>
          <p:nvPr/>
        </p:nvCxnSpPr>
        <p:spPr>
          <a:xfrm flipV="1">
            <a:off x="3020164" y="654057"/>
            <a:ext cx="0" cy="638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1C2B571A-C9F4-F8D6-48B7-EA0B6043D832}"/>
              </a:ext>
            </a:extLst>
          </p:cNvPr>
          <p:cNvCxnSpPr>
            <a:cxnSpLocks/>
            <a:stCxn id="58" idx="1"/>
            <a:endCxn id="55" idx="5"/>
          </p:cNvCxnSpPr>
          <p:nvPr/>
        </p:nvCxnSpPr>
        <p:spPr>
          <a:xfrm flipH="1" flipV="1">
            <a:off x="3145976" y="601130"/>
            <a:ext cx="650046" cy="744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F0E81613-9856-1C4F-843E-1A9A919D4385}"/>
              </a:ext>
            </a:extLst>
          </p:cNvPr>
          <p:cNvSpPr txBox="1"/>
          <p:nvPr/>
        </p:nvSpPr>
        <p:spPr>
          <a:xfrm>
            <a:off x="2851760" y="-1955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2</a:t>
            </a:r>
            <a:endParaRPr lang="zh-CN" altLang="en-US" sz="1600" u="sng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60A31264-A333-7992-07FB-CBBA28F23413}"/>
              </a:ext>
            </a:extLst>
          </p:cNvPr>
          <p:cNvSpPr txBox="1"/>
          <p:nvPr/>
        </p:nvSpPr>
        <p:spPr>
          <a:xfrm>
            <a:off x="2708149" y="160508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3</a:t>
            </a:r>
            <a:endParaRPr lang="zh-CN" altLang="en-US" sz="1600" u="sng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F2944EA4-84CD-2487-4E34-C206DB912F3C}"/>
              </a:ext>
            </a:extLst>
          </p:cNvPr>
          <p:cNvSpPr txBox="1"/>
          <p:nvPr/>
        </p:nvSpPr>
        <p:spPr>
          <a:xfrm>
            <a:off x="4067365" y="280114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12</a:t>
            </a:r>
            <a:endParaRPr lang="zh-CN" altLang="en-US" sz="1600" u="sng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C33B9BA0-1DDC-A52A-80D5-44EACC0CDD9F}"/>
              </a:ext>
            </a:extLst>
          </p:cNvPr>
          <p:cNvSpPr txBox="1"/>
          <p:nvPr/>
        </p:nvSpPr>
        <p:spPr>
          <a:xfrm>
            <a:off x="3796022" y="160508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5</a:t>
            </a:r>
            <a:endParaRPr lang="zh-CN" altLang="en-US" sz="1600" u="sng"/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18497DF9-0ED1-4C6D-B029-3695CF6A15B0}"/>
              </a:ext>
            </a:extLst>
          </p:cNvPr>
          <p:cNvSpPr/>
          <p:nvPr/>
        </p:nvSpPr>
        <p:spPr>
          <a:xfrm>
            <a:off x="4918812" y="805635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3FCCD01F-BA93-2545-17D7-ED3AA201D6B1}"/>
              </a:ext>
            </a:extLst>
          </p:cNvPr>
          <p:cNvSpPr/>
          <p:nvPr/>
        </p:nvSpPr>
        <p:spPr>
          <a:xfrm>
            <a:off x="5685349" y="305607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1E90D863-ED2B-07ED-C923-F34AFDE1ADC3}"/>
              </a:ext>
            </a:extLst>
          </p:cNvPr>
          <p:cNvSpPr/>
          <p:nvPr/>
        </p:nvSpPr>
        <p:spPr>
          <a:xfrm>
            <a:off x="5685348" y="1305663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91081738-F817-E0E2-96AD-95962F7908E5}"/>
              </a:ext>
            </a:extLst>
          </p:cNvPr>
          <p:cNvSpPr/>
          <p:nvPr/>
        </p:nvSpPr>
        <p:spPr>
          <a:xfrm>
            <a:off x="6587020" y="305608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5CB135A7-2625-BEE8-CC00-23C28B616F63}"/>
              </a:ext>
            </a:extLst>
          </p:cNvPr>
          <p:cNvSpPr/>
          <p:nvPr/>
        </p:nvSpPr>
        <p:spPr>
          <a:xfrm>
            <a:off x="6587019" y="1305663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E8074225-D9B2-90BB-DE1F-DF5A182ACE92}"/>
              </a:ext>
            </a:extLst>
          </p:cNvPr>
          <p:cNvCxnSpPr>
            <a:cxnSpLocks/>
            <a:stCxn id="82" idx="7"/>
            <a:endCxn id="83" idx="2"/>
          </p:cNvCxnSpPr>
          <p:nvPr/>
        </p:nvCxnSpPr>
        <p:spPr>
          <a:xfrm flipV="1">
            <a:off x="5222549" y="486311"/>
            <a:ext cx="462800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AC9B0F96-EA67-B5CE-7E90-8A767DFF42C5}"/>
              </a:ext>
            </a:extLst>
          </p:cNvPr>
          <p:cNvCxnSpPr>
            <a:cxnSpLocks/>
            <a:stCxn id="85" idx="2"/>
            <a:endCxn id="83" idx="6"/>
          </p:cNvCxnSpPr>
          <p:nvPr/>
        </p:nvCxnSpPr>
        <p:spPr>
          <a:xfrm flipH="1" flipV="1">
            <a:off x="6041199" y="486311"/>
            <a:ext cx="54582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D64026EB-2B26-F5E7-F265-DF4DA7FE7EE0}"/>
              </a:ext>
            </a:extLst>
          </p:cNvPr>
          <p:cNvCxnSpPr>
            <a:cxnSpLocks/>
            <a:stCxn id="82" idx="5"/>
            <a:endCxn id="84" idx="2"/>
          </p:cNvCxnSpPr>
          <p:nvPr/>
        </p:nvCxnSpPr>
        <p:spPr>
          <a:xfrm>
            <a:off x="5222549" y="1114116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E66FAFD5-D6FF-79F5-DF84-1BC7F81F0DD2}"/>
              </a:ext>
            </a:extLst>
          </p:cNvPr>
          <p:cNvCxnSpPr>
            <a:cxnSpLocks/>
            <a:stCxn id="84" idx="0"/>
            <a:endCxn id="83" idx="4"/>
          </p:cNvCxnSpPr>
          <p:nvPr/>
        </p:nvCxnSpPr>
        <p:spPr>
          <a:xfrm flipV="1">
            <a:off x="5863274" y="667015"/>
            <a:ext cx="0" cy="638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77104A6F-DFF3-92E6-0312-847F763AB818}"/>
              </a:ext>
            </a:extLst>
          </p:cNvPr>
          <p:cNvCxnSpPr>
            <a:cxnSpLocks/>
            <a:stCxn id="86" idx="1"/>
            <a:endCxn id="83" idx="5"/>
          </p:cNvCxnSpPr>
          <p:nvPr/>
        </p:nvCxnSpPr>
        <p:spPr>
          <a:xfrm flipH="1" flipV="1">
            <a:off x="5989086" y="614088"/>
            <a:ext cx="650046" cy="744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59678E61-9C93-A93B-527D-D701AA5AF02B}"/>
              </a:ext>
            </a:extLst>
          </p:cNvPr>
          <p:cNvSpPr txBox="1"/>
          <p:nvPr/>
        </p:nvSpPr>
        <p:spPr>
          <a:xfrm>
            <a:off x="5551259" y="161804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3</a:t>
            </a:r>
            <a:endParaRPr lang="zh-CN" altLang="en-US" sz="1600" u="sng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A12AA40-C09F-DCB7-A473-435C3E1D720C}"/>
              </a:ext>
            </a:extLst>
          </p:cNvPr>
          <p:cNvSpPr txBox="1"/>
          <p:nvPr/>
        </p:nvSpPr>
        <p:spPr>
          <a:xfrm>
            <a:off x="6910475" y="293072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12</a:t>
            </a:r>
            <a:endParaRPr lang="zh-CN" altLang="en-US" sz="1600" u="sng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59C37AB6-83F0-F2BB-80B1-46D627F0A6E8}"/>
              </a:ext>
            </a:extLst>
          </p:cNvPr>
          <p:cNvSpPr txBox="1"/>
          <p:nvPr/>
        </p:nvSpPr>
        <p:spPr>
          <a:xfrm>
            <a:off x="6639132" y="161804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5</a:t>
            </a:r>
            <a:endParaRPr lang="zh-CN" altLang="en-US" sz="1600" u="sng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D4DC7F0A-29DB-AFD3-1A4A-BD4843115BC6}"/>
              </a:ext>
            </a:extLst>
          </p:cNvPr>
          <p:cNvSpPr txBox="1"/>
          <p:nvPr/>
        </p:nvSpPr>
        <p:spPr>
          <a:xfrm>
            <a:off x="5539314" y="-3294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2</a:t>
            </a:r>
            <a:endParaRPr lang="zh-CN" altLang="en-US" sz="1600" u="sng"/>
          </a:p>
        </p:txBody>
      </p: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54F03627-5F69-BE3C-1E03-D97CD3233E38}"/>
              </a:ext>
            </a:extLst>
          </p:cNvPr>
          <p:cNvCxnSpPr>
            <a:cxnSpLocks/>
            <a:stCxn id="86" idx="2"/>
            <a:endCxn id="84" idx="6"/>
          </p:cNvCxnSpPr>
          <p:nvPr/>
        </p:nvCxnSpPr>
        <p:spPr>
          <a:xfrm flipH="1">
            <a:off x="6041199" y="1486367"/>
            <a:ext cx="5458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0" name="椭圆 99">
            <a:extLst>
              <a:ext uri="{FF2B5EF4-FFF2-40B4-BE49-F238E27FC236}">
                <a16:creationId xmlns:a16="http://schemas.microsoft.com/office/drawing/2014/main" id="{91B1FD71-017E-4514-EB8E-81C8B1F1A265}"/>
              </a:ext>
            </a:extLst>
          </p:cNvPr>
          <p:cNvSpPr/>
          <p:nvPr/>
        </p:nvSpPr>
        <p:spPr>
          <a:xfrm>
            <a:off x="7910530" y="805212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A6E9D384-2BA0-40DC-DE65-5B1472C6915A}"/>
              </a:ext>
            </a:extLst>
          </p:cNvPr>
          <p:cNvSpPr/>
          <p:nvPr/>
        </p:nvSpPr>
        <p:spPr>
          <a:xfrm>
            <a:off x="8677067" y="305184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7C6BC8DC-8DE1-39B2-8B4C-F7B3CA53A01E}"/>
              </a:ext>
            </a:extLst>
          </p:cNvPr>
          <p:cNvSpPr/>
          <p:nvPr/>
        </p:nvSpPr>
        <p:spPr>
          <a:xfrm>
            <a:off x="8677066" y="1305240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F0507C94-7AE2-F3F2-29EE-15887167283F}"/>
              </a:ext>
            </a:extLst>
          </p:cNvPr>
          <p:cNvSpPr/>
          <p:nvPr/>
        </p:nvSpPr>
        <p:spPr>
          <a:xfrm>
            <a:off x="9578738" y="305185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E358FF9A-C9A7-DA54-4254-7A5CA13703F8}"/>
              </a:ext>
            </a:extLst>
          </p:cNvPr>
          <p:cNvSpPr/>
          <p:nvPr/>
        </p:nvSpPr>
        <p:spPr>
          <a:xfrm>
            <a:off x="9578737" y="1305240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6D79F167-A626-69E0-EA73-C5803B824862}"/>
              </a:ext>
            </a:extLst>
          </p:cNvPr>
          <p:cNvCxnSpPr>
            <a:cxnSpLocks/>
            <a:stCxn id="100" idx="7"/>
            <a:endCxn id="101" idx="2"/>
          </p:cNvCxnSpPr>
          <p:nvPr/>
        </p:nvCxnSpPr>
        <p:spPr>
          <a:xfrm flipV="1">
            <a:off x="8214267" y="485888"/>
            <a:ext cx="462800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4F8223A6-400C-5938-8978-F582F1A759C1}"/>
              </a:ext>
            </a:extLst>
          </p:cNvPr>
          <p:cNvCxnSpPr>
            <a:cxnSpLocks/>
            <a:stCxn id="103" idx="2"/>
            <a:endCxn id="101" idx="6"/>
          </p:cNvCxnSpPr>
          <p:nvPr/>
        </p:nvCxnSpPr>
        <p:spPr>
          <a:xfrm flipH="1" flipV="1">
            <a:off x="9032917" y="485888"/>
            <a:ext cx="54582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8ABDF248-E87C-3970-0E71-F22CE0FAC880}"/>
              </a:ext>
            </a:extLst>
          </p:cNvPr>
          <p:cNvCxnSpPr>
            <a:cxnSpLocks/>
            <a:stCxn id="100" idx="5"/>
            <a:endCxn id="102" idx="2"/>
          </p:cNvCxnSpPr>
          <p:nvPr/>
        </p:nvCxnSpPr>
        <p:spPr>
          <a:xfrm>
            <a:off x="8214267" y="1113693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9263D86D-70E4-4014-E0C9-ACEE0313F857}"/>
              </a:ext>
            </a:extLst>
          </p:cNvPr>
          <p:cNvCxnSpPr>
            <a:cxnSpLocks/>
            <a:stCxn id="102" idx="0"/>
            <a:endCxn id="101" idx="4"/>
          </p:cNvCxnSpPr>
          <p:nvPr/>
        </p:nvCxnSpPr>
        <p:spPr>
          <a:xfrm flipV="1">
            <a:off x="8854992" y="666592"/>
            <a:ext cx="0" cy="638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D57E48BD-40B5-0473-BB6A-2FD76125019A}"/>
              </a:ext>
            </a:extLst>
          </p:cNvPr>
          <p:cNvCxnSpPr>
            <a:cxnSpLocks/>
            <a:stCxn id="104" idx="1"/>
            <a:endCxn id="101" idx="5"/>
          </p:cNvCxnSpPr>
          <p:nvPr/>
        </p:nvCxnSpPr>
        <p:spPr>
          <a:xfrm flipH="1" flipV="1">
            <a:off x="8980804" y="613665"/>
            <a:ext cx="650046" cy="744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1F9C812A-0932-545D-873F-7E49884C4B14}"/>
              </a:ext>
            </a:extLst>
          </p:cNvPr>
          <p:cNvSpPr txBox="1"/>
          <p:nvPr/>
        </p:nvSpPr>
        <p:spPr>
          <a:xfrm>
            <a:off x="8542977" y="161761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3</a:t>
            </a:r>
            <a:endParaRPr lang="zh-CN" altLang="en-US" sz="1600" u="sng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BB911C9C-9569-5032-DDDF-937B5FE49A79}"/>
              </a:ext>
            </a:extLst>
          </p:cNvPr>
          <p:cNvSpPr txBox="1"/>
          <p:nvPr/>
        </p:nvSpPr>
        <p:spPr>
          <a:xfrm>
            <a:off x="9902193" y="29264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9</a:t>
            </a:r>
            <a:endParaRPr lang="zh-CN" altLang="en-US" sz="1600" u="sng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4AFE3ED1-4FF1-2A39-57D4-3D74EB244B67}"/>
              </a:ext>
            </a:extLst>
          </p:cNvPr>
          <p:cNvSpPr txBox="1"/>
          <p:nvPr/>
        </p:nvSpPr>
        <p:spPr>
          <a:xfrm>
            <a:off x="9630850" y="161761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5</a:t>
            </a:r>
            <a:endParaRPr lang="zh-CN" altLang="en-US" sz="1600" u="sng"/>
          </a:p>
        </p:txBody>
      </p: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79CD44A1-0776-BF82-4425-2587DD2E0850}"/>
              </a:ext>
            </a:extLst>
          </p:cNvPr>
          <p:cNvCxnSpPr>
            <a:cxnSpLocks/>
            <a:stCxn id="104" idx="2"/>
            <a:endCxn id="102" idx="6"/>
          </p:cNvCxnSpPr>
          <p:nvPr/>
        </p:nvCxnSpPr>
        <p:spPr>
          <a:xfrm flipH="1">
            <a:off x="9032917" y="1485944"/>
            <a:ext cx="5458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5" name="椭圆 114">
            <a:extLst>
              <a:ext uri="{FF2B5EF4-FFF2-40B4-BE49-F238E27FC236}">
                <a16:creationId xmlns:a16="http://schemas.microsoft.com/office/drawing/2014/main" id="{77D6A23B-0FBB-E55B-EEFD-5082A2BFBAE1}"/>
              </a:ext>
            </a:extLst>
          </p:cNvPr>
          <p:cNvSpPr/>
          <p:nvPr/>
        </p:nvSpPr>
        <p:spPr>
          <a:xfrm>
            <a:off x="10367362" y="805212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37B1B564-2876-73D5-F691-3F3AD65D19F9}"/>
              </a:ext>
            </a:extLst>
          </p:cNvPr>
          <p:cNvCxnSpPr>
            <a:cxnSpLocks/>
            <a:stCxn id="103" idx="4"/>
            <a:endCxn id="104" idx="0"/>
          </p:cNvCxnSpPr>
          <p:nvPr/>
        </p:nvCxnSpPr>
        <p:spPr>
          <a:xfrm flipH="1">
            <a:off x="9756663" y="666593"/>
            <a:ext cx="1" cy="6386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DE4A72B5-EC4D-86E7-7D21-668ED1FF3397}"/>
              </a:ext>
            </a:extLst>
          </p:cNvPr>
          <p:cNvCxnSpPr>
            <a:cxnSpLocks/>
            <a:stCxn id="115" idx="3"/>
            <a:endCxn id="104" idx="6"/>
          </p:cNvCxnSpPr>
          <p:nvPr/>
        </p:nvCxnSpPr>
        <p:spPr>
          <a:xfrm flipH="1">
            <a:off x="9934588" y="1113693"/>
            <a:ext cx="484887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文本框 121">
            <a:extLst>
              <a:ext uri="{FF2B5EF4-FFF2-40B4-BE49-F238E27FC236}">
                <a16:creationId xmlns:a16="http://schemas.microsoft.com/office/drawing/2014/main" id="{A922A7F9-D173-9FFF-9BDA-7DEFC66C71AF}"/>
              </a:ext>
            </a:extLst>
          </p:cNvPr>
          <p:cNvSpPr txBox="1"/>
          <p:nvPr/>
        </p:nvSpPr>
        <p:spPr>
          <a:xfrm>
            <a:off x="10471551" y="1151894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14</a:t>
            </a:r>
            <a:endParaRPr lang="zh-CN" altLang="en-US" sz="1600" u="sng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E32606AB-6150-58AC-C610-D8430399E267}"/>
              </a:ext>
            </a:extLst>
          </p:cNvPr>
          <p:cNvSpPr/>
          <p:nvPr/>
        </p:nvSpPr>
        <p:spPr>
          <a:xfrm>
            <a:off x="1119770" y="3502618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91F9D552-D379-ABC0-F72A-FB363F6BAF86}"/>
              </a:ext>
            </a:extLst>
          </p:cNvPr>
          <p:cNvSpPr/>
          <p:nvPr/>
        </p:nvSpPr>
        <p:spPr>
          <a:xfrm>
            <a:off x="1886307" y="3002590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36EE6AF9-22D7-6D8F-5076-D51BA3BCE971}"/>
              </a:ext>
            </a:extLst>
          </p:cNvPr>
          <p:cNvSpPr/>
          <p:nvPr/>
        </p:nvSpPr>
        <p:spPr>
          <a:xfrm>
            <a:off x="1886306" y="4002646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E43218EE-4EA3-F8CF-202A-C3A9E327EBCD}"/>
              </a:ext>
            </a:extLst>
          </p:cNvPr>
          <p:cNvSpPr/>
          <p:nvPr/>
        </p:nvSpPr>
        <p:spPr>
          <a:xfrm>
            <a:off x="2787978" y="3002591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93D6AFFA-D5D3-DC93-99E2-A64B5313A036}"/>
              </a:ext>
            </a:extLst>
          </p:cNvPr>
          <p:cNvSpPr/>
          <p:nvPr/>
        </p:nvSpPr>
        <p:spPr>
          <a:xfrm>
            <a:off x="2787977" y="4002646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E7BA7CC8-3738-6524-4475-46AC8537E601}"/>
              </a:ext>
            </a:extLst>
          </p:cNvPr>
          <p:cNvCxnSpPr>
            <a:cxnSpLocks/>
            <a:stCxn id="124" idx="7"/>
            <a:endCxn id="125" idx="2"/>
          </p:cNvCxnSpPr>
          <p:nvPr/>
        </p:nvCxnSpPr>
        <p:spPr>
          <a:xfrm flipV="1">
            <a:off x="1423507" y="3183294"/>
            <a:ext cx="462800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152AFC7B-EC2B-F8B6-D1F9-5694F157E48F}"/>
              </a:ext>
            </a:extLst>
          </p:cNvPr>
          <p:cNvCxnSpPr>
            <a:cxnSpLocks/>
            <a:stCxn id="127" idx="2"/>
            <a:endCxn id="125" idx="6"/>
          </p:cNvCxnSpPr>
          <p:nvPr/>
        </p:nvCxnSpPr>
        <p:spPr>
          <a:xfrm flipH="1" flipV="1">
            <a:off x="2242157" y="3183294"/>
            <a:ext cx="54582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B3F93801-2871-4B40-89AE-E99DE7F68396}"/>
              </a:ext>
            </a:extLst>
          </p:cNvPr>
          <p:cNvCxnSpPr>
            <a:cxnSpLocks/>
            <a:stCxn id="124" idx="5"/>
            <a:endCxn id="126" idx="2"/>
          </p:cNvCxnSpPr>
          <p:nvPr/>
        </p:nvCxnSpPr>
        <p:spPr>
          <a:xfrm>
            <a:off x="1423507" y="3811099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5B870291-1668-B10A-4604-CC23DF26E487}"/>
              </a:ext>
            </a:extLst>
          </p:cNvPr>
          <p:cNvCxnSpPr>
            <a:cxnSpLocks/>
            <a:stCxn id="126" idx="0"/>
            <a:endCxn id="125" idx="4"/>
          </p:cNvCxnSpPr>
          <p:nvPr/>
        </p:nvCxnSpPr>
        <p:spPr>
          <a:xfrm flipV="1">
            <a:off x="2064232" y="3363998"/>
            <a:ext cx="0" cy="638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D0C028D4-DE5C-15F4-01F5-A2EB48214715}"/>
              </a:ext>
            </a:extLst>
          </p:cNvPr>
          <p:cNvCxnSpPr>
            <a:cxnSpLocks/>
            <a:stCxn id="128" idx="1"/>
            <a:endCxn id="125" idx="5"/>
          </p:cNvCxnSpPr>
          <p:nvPr/>
        </p:nvCxnSpPr>
        <p:spPr>
          <a:xfrm flipH="1" flipV="1">
            <a:off x="2190044" y="3311071"/>
            <a:ext cx="650046" cy="744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4" name="文本框 133">
            <a:extLst>
              <a:ext uri="{FF2B5EF4-FFF2-40B4-BE49-F238E27FC236}">
                <a16:creationId xmlns:a16="http://schemas.microsoft.com/office/drawing/2014/main" id="{769EA198-9136-1898-7C71-141EAC3147E5}"/>
              </a:ext>
            </a:extLst>
          </p:cNvPr>
          <p:cNvSpPr txBox="1"/>
          <p:nvPr/>
        </p:nvSpPr>
        <p:spPr>
          <a:xfrm>
            <a:off x="1752217" y="431502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3</a:t>
            </a:r>
            <a:endParaRPr lang="zh-CN" altLang="en-US" sz="1600" u="sng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BA6A80C4-427C-1930-9917-681D3F5F2053}"/>
              </a:ext>
            </a:extLst>
          </p:cNvPr>
          <p:cNvSpPr txBox="1"/>
          <p:nvPr/>
        </p:nvSpPr>
        <p:spPr>
          <a:xfrm>
            <a:off x="3111433" y="275671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9</a:t>
            </a:r>
            <a:endParaRPr lang="zh-CN" altLang="en-US" sz="1600" u="sng"/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1F5EF9D9-8E99-79C7-38E9-DEDD1B4631A2}"/>
              </a:ext>
            </a:extLst>
          </p:cNvPr>
          <p:cNvSpPr txBox="1"/>
          <p:nvPr/>
        </p:nvSpPr>
        <p:spPr>
          <a:xfrm>
            <a:off x="2840090" y="431502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5</a:t>
            </a:r>
            <a:endParaRPr lang="zh-CN" altLang="en-US" sz="1600" u="sng"/>
          </a:p>
        </p:txBody>
      </p: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5FF31D7B-C22C-2884-5573-DC3723ABDAFA}"/>
              </a:ext>
            </a:extLst>
          </p:cNvPr>
          <p:cNvCxnSpPr>
            <a:cxnSpLocks/>
            <a:stCxn id="128" idx="2"/>
            <a:endCxn id="126" idx="6"/>
          </p:cNvCxnSpPr>
          <p:nvPr/>
        </p:nvCxnSpPr>
        <p:spPr>
          <a:xfrm flipH="1">
            <a:off x="2242157" y="4183350"/>
            <a:ext cx="5458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8" name="椭圆 137">
            <a:extLst>
              <a:ext uri="{FF2B5EF4-FFF2-40B4-BE49-F238E27FC236}">
                <a16:creationId xmlns:a16="http://schemas.microsoft.com/office/drawing/2014/main" id="{52C51107-E292-FDBC-1B1E-BDAC77118829}"/>
              </a:ext>
            </a:extLst>
          </p:cNvPr>
          <p:cNvSpPr/>
          <p:nvPr/>
        </p:nvSpPr>
        <p:spPr>
          <a:xfrm>
            <a:off x="3576602" y="3502618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C24EFCFA-264B-C4AA-0410-48EACA9DD84A}"/>
              </a:ext>
            </a:extLst>
          </p:cNvPr>
          <p:cNvCxnSpPr>
            <a:cxnSpLocks/>
            <a:stCxn id="127" idx="4"/>
            <a:endCxn id="128" idx="0"/>
          </p:cNvCxnSpPr>
          <p:nvPr/>
        </p:nvCxnSpPr>
        <p:spPr>
          <a:xfrm flipH="1">
            <a:off x="2965903" y="3363999"/>
            <a:ext cx="1" cy="6386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F5EDF13D-A6F8-9425-4342-EF585BA55B22}"/>
              </a:ext>
            </a:extLst>
          </p:cNvPr>
          <p:cNvCxnSpPr>
            <a:cxnSpLocks/>
            <a:stCxn id="138" idx="3"/>
            <a:endCxn id="128" idx="6"/>
          </p:cNvCxnSpPr>
          <p:nvPr/>
        </p:nvCxnSpPr>
        <p:spPr>
          <a:xfrm flipH="1">
            <a:off x="3143828" y="3811099"/>
            <a:ext cx="484887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文本框 140">
            <a:extLst>
              <a:ext uri="{FF2B5EF4-FFF2-40B4-BE49-F238E27FC236}">
                <a16:creationId xmlns:a16="http://schemas.microsoft.com/office/drawing/2014/main" id="{CD357068-FDEC-0AFB-0484-6B0E58C8A2A0}"/>
              </a:ext>
            </a:extLst>
          </p:cNvPr>
          <p:cNvSpPr txBox="1"/>
          <p:nvPr/>
        </p:nvSpPr>
        <p:spPr>
          <a:xfrm>
            <a:off x="3680791" y="384930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14</a:t>
            </a:r>
            <a:endParaRPr lang="zh-CN" altLang="en-US" sz="1600" u="sng"/>
          </a:p>
        </p:txBody>
      </p: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037D667E-CD66-415B-352A-0B67D552AFDD}"/>
              </a:ext>
            </a:extLst>
          </p:cNvPr>
          <p:cNvCxnSpPr>
            <a:stCxn id="127" idx="6"/>
            <a:endCxn id="138" idx="1"/>
          </p:cNvCxnSpPr>
          <p:nvPr/>
        </p:nvCxnSpPr>
        <p:spPr>
          <a:xfrm>
            <a:off x="3143829" y="3183295"/>
            <a:ext cx="484886" cy="3722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5" name="文本框 144">
            <a:extLst>
              <a:ext uri="{FF2B5EF4-FFF2-40B4-BE49-F238E27FC236}">
                <a16:creationId xmlns:a16="http://schemas.microsoft.com/office/drawing/2014/main" id="{C5F65098-99CF-55B7-C458-0478BB8F84EB}"/>
              </a:ext>
            </a:extLst>
          </p:cNvPr>
          <p:cNvSpPr txBox="1"/>
          <p:nvPr/>
        </p:nvSpPr>
        <p:spPr>
          <a:xfrm>
            <a:off x="8562923" y="-785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2</a:t>
            </a:r>
            <a:endParaRPr lang="zh-CN" altLang="en-US" sz="1600" u="sng"/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A397A30E-DC2E-28A1-90EB-B9FB44435546}"/>
              </a:ext>
            </a:extLst>
          </p:cNvPr>
          <p:cNvSpPr txBox="1"/>
          <p:nvPr/>
        </p:nvSpPr>
        <p:spPr>
          <a:xfrm>
            <a:off x="1884598" y="263743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2</a:t>
            </a:r>
            <a:endParaRPr lang="zh-CN" altLang="en-US" sz="1600" u="sng"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59EC0C2D-1F5E-0460-DDF2-7535C8D5FED9}"/>
              </a:ext>
            </a:extLst>
          </p:cNvPr>
          <p:cNvSpPr txBox="1"/>
          <p:nvPr/>
        </p:nvSpPr>
        <p:spPr>
          <a:xfrm>
            <a:off x="7694" y="64162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0</a:t>
            </a:r>
            <a:endParaRPr lang="zh-CN" altLang="en-US" sz="1600" u="sng"/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74C70167-F992-7D17-487F-5EC40B2AF61C}"/>
              </a:ext>
            </a:extLst>
          </p:cNvPr>
          <p:cNvSpPr txBox="1"/>
          <p:nvPr/>
        </p:nvSpPr>
        <p:spPr>
          <a:xfrm>
            <a:off x="414159" y="2057569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a</a:t>
            </a:r>
            <a:r>
              <a:rPr lang="zh-CN" altLang="en-US" sz="2000" b="1"/>
              <a:t>）</a:t>
            </a:r>
            <a:r>
              <a:rPr lang="en-US" altLang="zh-CN" sz="2000" b="1"/>
              <a:t>v</a:t>
            </a:r>
            <a:r>
              <a:rPr lang="en-US" altLang="zh-CN" sz="2000" b="1" baseline="-25000"/>
              <a:t>0</a:t>
            </a:r>
            <a:endParaRPr lang="zh-CN" altLang="en-US" sz="2000" b="1" baseline="-25000"/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097367DF-B094-A498-689D-6414154E64A8}"/>
              </a:ext>
            </a:extLst>
          </p:cNvPr>
          <p:cNvSpPr txBox="1"/>
          <p:nvPr/>
        </p:nvSpPr>
        <p:spPr>
          <a:xfrm>
            <a:off x="2390736" y="2055960"/>
            <a:ext cx="11608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b</a:t>
            </a:r>
            <a:r>
              <a:rPr lang="zh-CN" altLang="en-US" sz="2000" b="1"/>
              <a:t>）</a:t>
            </a:r>
            <a:r>
              <a:rPr lang="en-US" altLang="zh-CN" sz="2000" b="1"/>
              <a:t> v</a:t>
            </a:r>
            <a:r>
              <a:rPr lang="en-US" altLang="zh-CN" sz="2000" b="1" baseline="-25000"/>
              <a:t>0 </a:t>
            </a:r>
            <a:r>
              <a:rPr lang="en-US" altLang="zh-CN" sz="2000" b="1"/>
              <a:t>v</a:t>
            </a:r>
            <a:r>
              <a:rPr lang="en-US" altLang="zh-CN" sz="2000" b="1" baseline="-25000"/>
              <a:t>1</a:t>
            </a:r>
            <a:endParaRPr lang="zh-CN" altLang="en-US" sz="2000" b="1" baseline="-25000"/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DB311C60-F141-2705-B13D-15B6FE5F8F5E}"/>
              </a:ext>
            </a:extLst>
          </p:cNvPr>
          <p:cNvSpPr txBox="1"/>
          <p:nvPr/>
        </p:nvSpPr>
        <p:spPr>
          <a:xfrm>
            <a:off x="5222549" y="2088269"/>
            <a:ext cx="13997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c</a:t>
            </a:r>
            <a:r>
              <a:rPr lang="zh-CN" altLang="en-US" sz="2000" b="1"/>
              <a:t>）</a:t>
            </a:r>
            <a:r>
              <a:rPr lang="en-US" altLang="zh-CN" sz="2000" b="1"/>
              <a:t> v</a:t>
            </a:r>
            <a:r>
              <a:rPr lang="en-US" altLang="zh-CN" sz="2000" b="1" baseline="-25000"/>
              <a:t>0 </a:t>
            </a:r>
            <a:r>
              <a:rPr lang="en-US" altLang="zh-CN" sz="2000" b="1"/>
              <a:t>v</a:t>
            </a:r>
            <a:r>
              <a:rPr lang="en-US" altLang="zh-CN" sz="2000" b="1" baseline="-25000"/>
              <a:t>1</a:t>
            </a:r>
            <a:r>
              <a:rPr lang="en-US" altLang="zh-CN" sz="2000" b="1"/>
              <a:t>v</a:t>
            </a:r>
            <a:r>
              <a:rPr lang="en-US" altLang="zh-CN" sz="2000" b="1" baseline="-25000"/>
              <a:t>2</a:t>
            </a:r>
            <a:endParaRPr lang="zh-CN" altLang="en-US" sz="2000" b="1" baseline="-25000"/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D4C2F6DF-8D5B-613D-BD2F-C70D083609DB}"/>
              </a:ext>
            </a:extLst>
          </p:cNvPr>
          <p:cNvSpPr txBox="1"/>
          <p:nvPr/>
        </p:nvSpPr>
        <p:spPr>
          <a:xfrm>
            <a:off x="8709418" y="2097777"/>
            <a:ext cx="1362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d</a:t>
            </a:r>
            <a:r>
              <a:rPr lang="zh-CN" altLang="en-US" sz="2000" b="1"/>
              <a:t>）</a:t>
            </a:r>
            <a:r>
              <a:rPr lang="en-US" altLang="zh-CN" sz="2000" b="1"/>
              <a:t>v</a:t>
            </a:r>
            <a:r>
              <a:rPr lang="en-US" altLang="zh-CN" sz="2000" b="1" baseline="-25000"/>
              <a:t>0 </a:t>
            </a:r>
            <a:r>
              <a:rPr lang="en-US" altLang="zh-CN" sz="2000" b="1"/>
              <a:t>v</a:t>
            </a:r>
            <a:r>
              <a:rPr lang="en-US" altLang="zh-CN" sz="2000" b="1" baseline="-25000"/>
              <a:t>1</a:t>
            </a:r>
            <a:r>
              <a:rPr lang="en-US" altLang="zh-CN" sz="2000" b="1"/>
              <a:t>v</a:t>
            </a:r>
            <a:r>
              <a:rPr lang="en-US" altLang="zh-CN" sz="2000" b="1" baseline="-25000"/>
              <a:t>4</a:t>
            </a:r>
            <a:endParaRPr lang="zh-CN" altLang="en-US" sz="2000" b="1" baseline="-25000"/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C635FA60-1023-D897-0AF4-9B5B8A770E76}"/>
              </a:ext>
            </a:extLst>
          </p:cNvPr>
          <p:cNvSpPr txBox="1"/>
          <p:nvPr/>
        </p:nvSpPr>
        <p:spPr>
          <a:xfrm>
            <a:off x="1111106" y="4651372"/>
            <a:ext cx="29562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e</a:t>
            </a:r>
            <a:r>
              <a:rPr lang="zh-CN" altLang="en-US" sz="2000" b="1"/>
              <a:t>）</a:t>
            </a:r>
            <a:r>
              <a:rPr lang="en-US" altLang="zh-CN" sz="2000" b="1"/>
              <a:t> v</a:t>
            </a:r>
            <a:r>
              <a:rPr lang="en-US" altLang="zh-CN" sz="2000" b="1" baseline="-25000"/>
              <a:t>0 </a:t>
            </a:r>
            <a:r>
              <a:rPr lang="en-US" altLang="zh-CN" sz="2000" b="1"/>
              <a:t>v</a:t>
            </a:r>
            <a:r>
              <a:rPr lang="en-US" altLang="zh-CN" sz="2000" b="1" baseline="-25000"/>
              <a:t>1</a:t>
            </a:r>
            <a:r>
              <a:rPr lang="en-US" altLang="zh-CN" sz="2000" b="1"/>
              <a:t>v</a:t>
            </a:r>
            <a:r>
              <a:rPr lang="en-US" altLang="zh-CN" sz="2000" b="1" baseline="-25000"/>
              <a:t>4 </a:t>
            </a:r>
            <a:r>
              <a:rPr lang="en-US" altLang="zh-CN" sz="2000" b="1"/>
              <a:t>v</a:t>
            </a:r>
            <a:r>
              <a:rPr lang="en-US" altLang="zh-CN" sz="2000" b="1" baseline="-25000"/>
              <a:t>3</a:t>
            </a:r>
            <a:r>
              <a:rPr lang="zh-CN" altLang="en-US" sz="2000" b="1"/>
              <a:t>、</a:t>
            </a:r>
            <a:r>
              <a:rPr lang="en-US" altLang="zh-CN" sz="2000" b="1"/>
              <a:t> v</a:t>
            </a:r>
            <a:r>
              <a:rPr lang="en-US" altLang="zh-CN" sz="2000" b="1" baseline="-25000"/>
              <a:t>0 </a:t>
            </a:r>
            <a:r>
              <a:rPr lang="en-US" altLang="zh-CN" sz="2000" b="1"/>
              <a:t>v</a:t>
            </a:r>
            <a:r>
              <a:rPr lang="en-US" altLang="zh-CN" sz="2000" b="1" baseline="-25000"/>
              <a:t>1</a:t>
            </a:r>
            <a:r>
              <a:rPr lang="en-US" altLang="zh-CN" sz="2000" b="1"/>
              <a:t>v</a:t>
            </a:r>
            <a:r>
              <a:rPr lang="en-US" altLang="zh-CN" sz="2000" b="1" baseline="-25000"/>
              <a:t>4 </a:t>
            </a:r>
            <a:r>
              <a:rPr lang="en-US" altLang="zh-CN" sz="2000" b="1"/>
              <a:t>v</a:t>
            </a:r>
            <a:r>
              <a:rPr lang="en-US" altLang="zh-CN" sz="2000" b="1" baseline="-25000"/>
              <a:t>5</a:t>
            </a:r>
            <a:endParaRPr lang="zh-CN" altLang="en-US" sz="2000" b="1"/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7F74E066-EA8F-7D05-B48C-4DC9A2AC7FCA}"/>
              </a:ext>
            </a:extLst>
          </p:cNvPr>
          <p:cNvSpPr txBox="1"/>
          <p:nvPr/>
        </p:nvSpPr>
        <p:spPr>
          <a:xfrm>
            <a:off x="7236433" y="4876296"/>
            <a:ext cx="104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f</a:t>
            </a:r>
            <a:r>
              <a:rPr lang="zh-CN" altLang="en-US" sz="2000" b="1"/>
              <a:t>）原图</a:t>
            </a: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72922EA7-CEE1-88AE-403D-F545495E852D}"/>
              </a:ext>
            </a:extLst>
          </p:cNvPr>
          <p:cNvCxnSpPr>
            <a:cxnSpLocks/>
          </p:cNvCxnSpPr>
          <p:nvPr/>
        </p:nvCxnSpPr>
        <p:spPr>
          <a:xfrm flipH="1">
            <a:off x="2568266" y="665018"/>
            <a:ext cx="278743" cy="23363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8C1E4F09-F07D-A19C-56CC-F970050019D0}"/>
              </a:ext>
            </a:extLst>
          </p:cNvPr>
          <p:cNvCxnSpPr>
            <a:cxnSpLocks/>
          </p:cNvCxnSpPr>
          <p:nvPr/>
        </p:nvCxnSpPr>
        <p:spPr>
          <a:xfrm flipH="1">
            <a:off x="5375602" y="675861"/>
            <a:ext cx="278743" cy="23363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2A9ACFE1-3C18-ED6F-7681-BBB6D4A9A9C1}"/>
              </a:ext>
            </a:extLst>
          </p:cNvPr>
          <p:cNvCxnSpPr>
            <a:cxnSpLocks/>
          </p:cNvCxnSpPr>
          <p:nvPr/>
        </p:nvCxnSpPr>
        <p:spPr>
          <a:xfrm flipV="1">
            <a:off x="5764644" y="845604"/>
            <a:ext cx="0" cy="34537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7146EC43-46F5-A2FC-3CCA-9839A25F0252}"/>
              </a:ext>
            </a:extLst>
          </p:cNvPr>
          <p:cNvSpPr/>
          <p:nvPr/>
        </p:nvSpPr>
        <p:spPr>
          <a:xfrm>
            <a:off x="9135656" y="606833"/>
            <a:ext cx="493298" cy="644134"/>
          </a:xfrm>
          <a:custGeom>
            <a:avLst/>
            <a:gdLst>
              <a:gd name="csX0" fmla="*/ 490983 w 493298"/>
              <a:gd name="csY0" fmla="*/ 644134 h 644134"/>
              <a:gd name="csX1" fmla="*/ 418913 w 493298"/>
              <a:gd name="csY1" fmla="*/ 288284 h 644134"/>
              <a:gd name="csX2" fmla="*/ 0 w 493298"/>
              <a:gd name="csY2" fmla="*/ 0 h 6441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93298" h="644134">
                <a:moveTo>
                  <a:pt x="490983" y="644134"/>
                </a:moveTo>
                <a:cubicBezTo>
                  <a:pt x="495863" y="519887"/>
                  <a:pt x="500744" y="395640"/>
                  <a:pt x="418913" y="288284"/>
                </a:cubicBezTo>
                <a:cubicBezTo>
                  <a:pt x="337082" y="180928"/>
                  <a:pt x="168541" y="90464"/>
                  <a:pt x="0" y="0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DDD69C47-C66A-CE87-6808-CDC0EB5CF936}"/>
              </a:ext>
            </a:extLst>
          </p:cNvPr>
          <p:cNvCxnSpPr>
            <a:cxnSpLocks/>
          </p:cNvCxnSpPr>
          <p:nvPr/>
        </p:nvCxnSpPr>
        <p:spPr>
          <a:xfrm flipV="1">
            <a:off x="8763846" y="845604"/>
            <a:ext cx="0" cy="34537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651A8D20-1BD6-E67D-2D54-08BC70ED4DFE}"/>
              </a:ext>
            </a:extLst>
          </p:cNvPr>
          <p:cNvCxnSpPr>
            <a:cxnSpLocks/>
          </p:cNvCxnSpPr>
          <p:nvPr/>
        </p:nvCxnSpPr>
        <p:spPr>
          <a:xfrm flipH="1">
            <a:off x="8373971" y="631785"/>
            <a:ext cx="278743" cy="23363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58208048-6E0C-91F8-01F4-E33CEAE408D4}"/>
              </a:ext>
            </a:extLst>
          </p:cNvPr>
          <p:cNvSpPr/>
          <p:nvPr/>
        </p:nvSpPr>
        <p:spPr>
          <a:xfrm>
            <a:off x="2348940" y="3295897"/>
            <a:ext cx="493298" cy="644134"/>
          </a:xfrm>
          <a:custGeom>
            <a:avLst/>
            <a:gdLst>
              <a:gd name="csX0" fmla="*/ 490983 w 493298"/>
              <a:gd name="csY0" fmla="*/ 644134 h 644134"/>
              <a:gd name="csX1" fmla="*/ 418913 w 493298"/>
              <a:gd name="csY1" fmla="*/ 288284 h 644134"/>
              <a:gd name="csX2" fmla="*/ 0 w 493298"/>
              <a:gd name="csY2" fmla="*/ 0 h 6441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93298" h="644134">
                <a:moveTo>
                  <a:pt x="490983" y="644134"/>
                </a:moveTo>
                <a:cubicBezTo>
                  <a:pt x="495863" y="519887"/>
                  <a:pt x="500744" y="395640"/>
                  <a:pt x="418913" y="288284"/>
                </a:cubicBezTo>
                <a:cubicBezTo>
                  <a:pt x="337082" y="180928"/>
                  <a:pt x="168541" y="90464"/>
                  <a:pt x="0" y="0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1645AD9B-C38A-483E-AD98-D70AC440778F}"/>
              </a:ext>
            </a:extLst>
          </p:cNvPr>
          <p:cNvCxnSpPr>
            <a:cxnSpLocks/>
          </p:cNvCxnSpPr>
          <p:nvPr/>
        </p:nvCxnSpPr>
        <p:spPr>
          <a:xfrm flipV="1">
            <a:off x="1977130" y="3534668"/>
            <a:ext cx="0" cy="34537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FEFDB10A-2497-EE62-62EE-2D7B2A64EEEF}"/>
              </a:ext>
            </a:extLst>
          </p:cNvPr>
          <p:cNvCxnSpPr>
            <a:cxnSpLocks/>
          </p:cNvCxnSpPr>
          <p:nvPr/>
        </p:nvCxnSpPr>
        <p:spPr>
          <a:xfrm flipH="1">
            <a:off x="1587255" y="3320849"/>
            <a:ext cx="278743" cy="23363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3AD6364D-70C0-EFDB-2EE9-0D69545FE04F}"/>
              </a:ext>
            </a:extLst>
          </p:cNvPr>
          <p:cNvCxnSpPr>
            <a:cxnSpLocks/>
          </p:cNvCxnSpPr>
          <p:nvPr/>
        </p:nvCxnSpPr>
        <p:spPr>
          <a:xfrm>
            <a:off x="3081445" y="3429000"/>
            <a:ext cx="0" cy="451046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00F73E53-6B80-0E73-8968-9C2B51D299FF}"/>
              </a:ext>
            </a:extLst>
          </p:cNvPr>
          <p:cNvCxnSpPr>
            <a:cxnSpLocks/>
          </p:cNvCxnSpPr>
          <p:nvPr/>
        </p:nvCxnSpPr>
        <p:spPr>
          <a:xfrm flipH="1">
            <a:off x="3261210" y="3911084"/>
            <a:ext cx="409903" cy="307516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2D0D2BF4-D616-A479-1480-4B59CC15E984}"/>
              </a:ext>
            </a:extLst>
          </p:cNvPr>
          <p:cNvSpPr txBox="1"/>
          <p:nvPr/>
        </p:nvSpPr>
        <p:spPr>
          <a:xfrm>
            <a:off x="6810984" y="3382886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BC14C86-D3BB-ABDD-3719-690C09C28BCE}"/>
              </a:ext>
            </a:extLst>
          </p:cNvPr>
          <p:cNvSpPr txBox="1"/>
          <p:nvPr/>
        </p:nvSpPr>
        <p:spPr>
          <a:xfrm>
            <a:off x="7577521" y="2865770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272E91C-F5ED-FC6A-AC59-72489C95C1C8}"/>
              </a:ext>
            </a:extLst>
          </p:cNvPr>
          <p:cNvSpPr txBox="1"/>
          <p:nvPr/>
        </p:nvSpPr>
        <p:spPr>
          <a:xfrm>
            <a:off x="7593216" y="3882382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2CE1267-B07C-ECB8-94D2-6FD3133DC053}"/>
              </a:ext>
            </a:extLst>
          </p:cNvPr>
          <p:cNvSpPr txBox="1"/>
          <p:nvPr/>
        </p:nvSpPr>
        <p:spPr>
          <a:xfrm>
            <a:off x="8490156" y="286538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F3AFED8-ED10-9B6F-2116-778F3D437F26}"/>
              </a:ext>
            </a:extLst>
          </p:cNvPr>
          <p:cNvSpPr txBox="1"/>
          <p:nvPr/>
        </p:nvSpPr>
        <p:spPr>
          <a:xfrm>
            <a:off x="9260694" y="3368705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zh-CN" altLang="en-US" baseline="-2500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4E657FB-36EA-7127-24EC-A24DD63B6DD3}"/>
              </a:ext>
            </a:extLst>
          </p:cNvPr>
          <p:cNvSpPr txBox="1"/>
          <p:nvPr/>
        </p:nvSpPr>
        <p:spPr>
          <a:xfrm>
            <a:off x="8478871" y="387887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97FEAEED-28FF-9ADD-4844-C0A519477EF1}"/>
              </a:ext>
            </a:extLst>
          </p:cNvPr>
          <p:cNvSpPr txBox="1"/>
          <p:nvPr/>
        </p:nvSpPr>
        <p:spPr>
          <a:xfrm>
            <a:off x="268037" y="72382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E197874B-028D-56B7-FECD-1DF7F83B2FBD}"/>
              </a:ext>
            </a:extLst>
          </p:cNvPr>
          <p:cNvSpPr txBox="1"/>
          <p:nvPr/>
        </p:nvSpPr>
        <p:spPr>
          <a:xfrm>
            <a:off x="1069739" y="249336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B97AC7B6-EE05-E536-5234-A63616319B9D}"/>
              </a:ext>
            </a:extLst>
          </p:cNvPr>
          <p:cNvSpPr txBox="1"/>
          <p:nvPr/>
        </p:nvSpPr>
        <p:spPr>
          <a:xfrm>
            <a:off x="1048350" y="1235751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06649847-1DBC-38C3-B6AA-A74EE0032016}"/>
              </a:ext>
            </a:extLst>
          </p:cNvPr>
          <p:cNvSpPr txBox="1"/>
          <p:nvPr/>
        </p:nvSpPr>
        <p:spPr>
          <a:xfrm>
            <a:off x="2066716" y="765216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C82DAD00-D06E-A454-7454-CF5231886FD6}"/>
              </a:ext>
            </a:extLst>
          </p:cNvPr>
          <p:cNvSpPr txBox="1"/>
          <p:nvPr/>
        </p:nvSpPr>
        <p:spPr>
          <a:xfrm>
            <a:off x="2838865" y="254300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66C13D47-2ECF-660B-207F-8E945EE2B282}"/>
              </a:ext>
            </a:extLst>
          </p:cNvPr>
          <p:cNvSpPr txBox="1"/>
          <p:nvPr/>
        </p:nvSpPr>
        <p:spPr>
          <a:xfrm>
            <a:off x="2823060" y="1259822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5900D4B-F807-ACCF-041C-70E38B1824D4}"/>
              </a:ext>
            </a:extLst>
          </p:cNvPr>
          <p:cNvSpPr txBox="1"/>
          <p:nvPr/>
        </p:nvSpPr>
        <p:spPr>
          <a:xfrm>
            <a:off x="3741762" y="254843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112D489E-3261-919E-AEA7-066814095084}"/>
              </a:ext>
            </a:extLst>
          </p:cNvPr>
          <p:cNvSpPr txBox="1"/>
          <p:nvPr/>
        </p:nvSpPr>
        <p:spPr>
          <a:xfrm>
            <a:off x="3734923" y="1261282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D96B98BC-429B-B616-4A65-86004BBB6C26}"/>
              </a:ext>
            </a:extLst>
          </p:cNvPr>
          <p:cNvSpPr txBox="1"/>
          <p:nvPr/>
        </p:nvSpPr>
        <p:spPr>
          <a:xfrm>
            <a:off x="4902194" y="782685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A0A45553-8CAB-6841-4AA5-4131D71D5AD4}"/>
              </a:ext>
            </a:extLst>
          </p:cNvPr>
          <p:cNvSpPr txBox="1"/>
          <p:nvPr/>
        </p:nvSpPr>
        <p:spPr>
          <a:xfrm>
            <a:off x="5668731" y="26556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F210E2E7-AB58-DD5B-1674-55290E036E1C}"/>
              </a:ext>
            </a:extLst>
          </p:cNvPr>
          <p:cNvSpPr txBox="1"/>
          <p:nvPr/>
        </p:nvSpPr>
        <p:spPr>
          <a:xfrm>
            <a:off x="5684426" y="1282181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DAD7DC11-5F3E-C517-5573-74F864919D64}"/>
              </a:ext>
            </a:extLst>
          </p:cNvPr>
          <p:cNvSpPr txBox="1"/>
          <p:nvPr/>
        </p:nvSpPr>
        <p:spPr>
          <a:xfrm>
            <a:off x="6581366" y="26518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65CD8929-FD08-A405-5109-EF9ABF99DAF4}"/>
              </a:ext>
            </a:extLst>
          </p:cNvPr>
          <p:cNvSpPr txBox="1"/>
          <p:nvPr/>
        </p:nvSpPr>
        <p:spPr>
          <a:xfrm>
            <a:off x="6570081" y="127867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F80AE641-FA17-48AE-0663-5ABD2BC8C17F}"/>
              </a:ext>
            </a:extLst>
          </p:cNvPr>
          <p:cNvSpPr txBox="1"/>
          <p:nvPr/>
        </p:nvSpPr>
        <p:spPr>
          <a:xfrm>
            <a:off x="7917652" y="78535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FAA6F9B5-106B-70B9-4FB5-779864497C54}"/>
              </a:ext>
            </a:extLst>
          </p:cNvPr>
          <p:cNvSpPr txBox="1"/>
          <p:nvPr/>
        </p:nvSpPr>
        <p:spPr>
          <a:xfrm>
            <a:off x="8684189" y="268243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B3D25D0E-3459-6094-0C1F-4F4FC01E2BD4}"/>
              </a:ext>
            </a:extLst>
          </p:cNvPr>
          <p:cNvSpPr txBox="1"/>
          <p:nvPr/>
        </p:nvSpPr>
        <p:spPr>
          <a:xfrm>
            <a:off x="8684694" y="128424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197219A8-A201-2268-5486-EBE9A778EC5F}"/>
              </a:ext>
            </a:extLst>
          </p:cNvPr>
          <p:cNvSpPr txBox="1"/>
          <p:nvPr/>
        </p:nvSpPr>
        <p:spPr>
          <a:xfrm>
            <a:off x="9596824" y="267862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EE9C1D07-036B-2FA4-9786-31CB408CF0CF}"/>
              </a:ext>
            </a:extLst>
          </p:cNvPr>
          <p:cNvSpPr txBox="1"/>
          <p:nvPr/>
        </p:nvSpPr>
        <p:spPr>
          <a:xfrm>
            <a:off x="10367362" y="77117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zh-CN" altLang="en-US" baseline="-25000"/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311C5417-C1AD-AE12-0F66-C95E8EEFD559}"/>
              </a:ext>
            </a:extLst>
          </p:cNvPr>
          <p:cNvSpPr txBox="1"/>
          <p:nvPr/>
        </p:nvSpPr>
        <p:spPr>
          <a:xfrm>
            <a:off x="9585539" y="1281352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6A7B144D-4B8F-C32A-67CA-7C07ED004C79}"/>
              </a:ext>
            </a:extLst>
          </p:cNvPr>
          <p:cNvSpPr txBox="1"/>
          <p:nvPr/>
        </p:nvSpPr>
        <p:spPr>
          <a:xfrm>
            <a:off x="1125476" y="3463551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171" name="文本框 170">
            <a:extLst>
              <a:ext uri="{FF2B5EF4-FFF2-40B4-BE49-F238E27FC236}">
                <a16:creationId xmlns:a16="http://schemas.microsoft.com/office/drawing/2014/main" id="{426FF885-B1C0-6B7F-C88D-11B150F5D941}"/>
              </a:ext>
            </a:extLst>
          </p:cNvPr>
          <p:cNvSpPr txBox="1"/>
          <p:nvPr/>
        </p:nvSpPr>
        <p:spPr>
          <a:xfrm>
            <a:off x="1892013" y="2946435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7221BFA5-8EBF-042C-F254-728C3956BB57}"/>
              </a:ext>
            </a:extLst>
          </p:cNvPr>
          <p:cNvSpPr txBox="1"/>
          <p:nvPr/>
        </p:nvSpPr>
        <p:spPr>
          <a:xfrm>
            <a:off x="1907708" y="3963047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79A9C165-AF31-786F-D028-E1441623BCFC}"/>
              </a:ext>
            </a:extLst>
          </p:cNvPr>
          <p:cNvSpPr txBox="1"/>
          <p:nvPr/>
        </p:nvSpPr>
        <p:spPr>
          <a:xfrm>
            <a:off x="2804648" y="2946054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BECD0E52-4388-37F1-B07E-9D7F00971828}"/>
              </a:ext>
            </a:extLst>
          </p:cNvPr>
          <p:cNvSpPr txBox="1"/>
          <p:nvPr/>
        </p:nvSpPr>
        <p:spPr>
          <a:xfrm>
            <a:off x="3575186" y="3449370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zh-CN" altLang="en-US" baseline="-25000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D7EB3FFA-AD86-6F30-8C0D-9EEA74381363}"/>
              </a:ext>
            </a:extLst>
          </p:cNvPr>
          <p:cNvSpPr txBox="1"/>
          <p:nvPr/>
        </p:nvSpPr>
        <p:spPr>
          <a:xfrm>
            <a:off x="2793363" y="3959544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pic>
        <p:nvPicPr>
          <p:cNvPr id="181" name="图片 180">
            <a:extLst>
              <a:ext uri="{FF2B5EF4-FFF2-40B4-BE49-F238E27FC236}">
                <a16:creationId xmlns:a16="http://schemas.microsoft.com/office/drawing/2014/main" id="{4E4E0A25-B134-DD95-7F64-EB32800C2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170" y="2691469"/>
            <a:ext cx="4058194" cy="205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5549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51195-1D1D-78DD-FC41-75A7C0D57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椭圆 56">
            <a:extLst>
              <a:ext uri="{FF2B5EF4-FFF2-40B4-BE49-F238E27FC236}">
                <a16:creationId xmlns:a16="http://schemas.microsoft.com/office/drawing/2014/main" id="{9ED5E13F-74A2-96E2-DE02-9DC3C4E4FF4C}"/>
              </a:ext>
            </a:extLst>
          </p:cNvPr>
          <p:cNvSpPr/>
          <p:nvPr/>
        </p:nvSpPr>
        <p:spPr>
          <a:xfrm>
            <a:off x="6533437" y="713764"/>
            <a:ext cx="4366683" cy="4366683"/>
          </a:xfrm>
          <a:prstGeom prst="ellipse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488E8D1B-C0E7-6097-13EF-A9DD3922F438}"/>
              </a:ext>
            </a:extLst>
          </p:cNvPr>
          <p:cNvSpPr/>
          <p:nvPr/>
        </p:nvSpPr>
        <p:spPr>
          <a:xfrm>
            <a:off x="7241606" y="1503304"/>
            <a:ext cx="2957181" cy="2957181"/>
          </a:xfrm>
          <a:prstGeom prst="ellipse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E7E704E8-1039-48C8-77C1-830A96FF0DC3}"/>
              </a:ext>
            </a:extLst>
          </p:cNvPr>
          <p:cNvSpPr/>
          <p:nvPr/>
        </p:nvSpPr>
        <p:spPr>
          <a:xfrm>
            <a:off x="7939932" y="2228573"/>
            <a:ext cx="1506644" cy="1506644"/>
          </a:xfrm>
          <a:prstGeom prst="ellipse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68AECF2-0EC3-6052-E03E-FDD4F76582AF}"/>
              </a:ext>
            </a:extLst>
          </p:cNvPr>
          <p:cNvSpPr/>
          <p:nvPr/>
        </p:nvSpPr>
        <p:spPr>
          <a:xfrm>
            <a:off x="2499818" y="1420718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D14C3C8-F322-C7A4-E376-C88667694EDD}"/>
              </a:ext>
            </a:extLst>
          </p:cNvPr>
          <p:cNvSpPr/>
          <p:nvPr/>
        </p:nvSpPr>
        <p:spPr>
          <a:xfrm>
            <a:off x="1481066" y="2195480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B8D23593-50AE-97CF-3F7F-D3B43C4F29FD}"/>
              </a:ext>
            </a:extLst>
          </p:cNvPr>
          <p:cNvSpPr/>
          <p:nvPr/>
        </p:nvSpPr>
        <p:spPr>
          <a:xfrm>
            <a:off x="485586" y="1042346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4D9448D-5EC0-8AE2-3F92-7254199C9D61}"/>
              </a:ext>
            </a:extLst>
          </p:cNvPr>
          <p:cNvSpPr/>
          <p:nvPr/>
        </p:nvSpPr>
        <p:spPr>
          <a:xfrm>
            <a:off x="3602653" y="204871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1D6C839-FBB2-9C16-59DC-E49C6279BAFD}"/>
              </a:ext>
            </a:extLst>
          </p:cNvPr>
          <p:cNvSpPr/>
          <p:nvPr/>
        </p:nvSpPr>
        <p:spPr>
          <a:xfrm>
            <a:off x="2576394" y="3177447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7F2E6D8-85BA-F707-5770-EE4C92F1CFED}"/>
              </a:ext>
            </a:extLst>
          </p:cNvPr>
          <p:cNvCxnSpPr>
            <a:stCxn id="2" idx="3"/>
            <a:endCxn id="3" idx="7"/>
          </p:cNvCxnSpPr>
          <p:nvPr/>
        </p:nvCxnSpPr>
        <p:spPr>
          <a:xfrm flipH="1">
            <a:off x="1804027" y="1743679"/>
            <a:ext cx="751202" cy="5072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A0525CA-4B99-0E23-A11B-2E5B0A056893}"/>
              </a:ext>
            </a:extLst>
          </p:cNvPr>
          <p:cNvCxnSpPr>
            <a:cxnSpLocks/>
            <a:stCxn id="2" idx="5"/>
            <a:endCxn id="5" idx="1"/>
          </p:cNvCxnSpPr>
          <p:nvPr/>
        </p:nvCxnSpPr>
        <p:spPr>
          <a:xfrm>
            <a:off x="2822779" y="1743679"/>
            <a:ext cx="835285" cy="3604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0273B1B-A386-722D-82EA-1C012949A3CF}"/>
              </a:ext>
            </a:extLst>
          </p:cNvPr>
          <p:cNvCxnSpPr>
            <a:cxnSpLocks/>
            <a:stCxn id="5" idx="3"/>
            <a:endCxn id="6" idx="7"/>
          </p:cNvCxnSpPr>
          <p:nvPr/>
        </p:nvCxnSpPr>
        <p:spPr>
          <a:xfrm flipH="1">
            <a:off x="2899355" y="2371673"/>
            <a:ext cx="758709" cy="8611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98B8DBF-9237-37FA-1A16-9B60D1B84F9B}"/>
              </a:ext>
            </a:extLst>
          </p:cNvPr>
          <p:cNvCxnSpPr>
            <a:cxnSpLocks/>
            <a:stCxn id="4" idx="5"/>
            <a:endCxn id="3" idx="1"/>
          </p:cNvCxnSpPr>
          <p:nvPr/>
        </p:nvCxnSpPr>
        <p:spPr>
          <a:xfrm>
            <a:off x="808547" y="1365307"/>
            <a:ext cx="727930" cy="8855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5C251EE-A9AF-8880-2D2F-0B55E6E009A3}"/>
              </a:ext>
            </a:extLst>
          </p:cNvPr>
          <p:cNvCxnSpPr>
            <a:cxnSpLocks/>
            <a:stCxn id="6" idx="1"/>
            <a:endCxn id="3" idx="5"/>
          </p:cNvCxnSpPr>
          <p:nvPr/>
        </p:nvCxnSpPr>
        <p:spPr>
          <a:xfrm flipH="1" flipV="1">
            <a:off x="1804027" y="2518441"/>
            <a:ext cx="827778" cy="7144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34BEB924-744A-309B-4394-908F5DB55690}"/>
              </a:ext>
            </a:extLst>
          </p:cNvPr>
          <p:cNvSpPr/>
          <p:nvPr/>
        </p:nvSpPr>
        <p:spPr>
          <a:xfrm>
            <a:off x="2483301" y="523657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1C3887C-28F8-0D85-2B12-CD1D8D22E4BC}"/>
              </a:ext>
            </a:extLst>
          </p:cNvPr>
          <p:cNvSpPr/>
          <p:nvPr/>
        </p:nvSpPr>
        <p:spPr>
          <a:xfrm>
            <a:off x="3521574" y="523657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u="sng"/>
              <a:t>T</a:t>
            </a:r>
            <a:endParaRPr lang="zh-CN" altLang="en-US" b="1" u="sng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8DDBE25-9C36-7160-FA1D-91306F3DF924}"/>
              </a:ext>
            </a:extLst>
          </p:cNvPr>
          <p:cNvCxnSpPr>
            <a:cxnSpLocks/>
            <a:stCxn id="2" idx="4"/>
            <a:endCxn id="6" idx="0"/>
          </p:cNvCxnSpPr>
          <p:nvPr/>
        </p:nvCxnSpPr>
        <p:spPr>
          <a:xfrm>
            <a:off x="2689004" y="1799090"/>
            <a:ext cx="76576" cy="13783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8B74E18-9D43-0A14-070E-95475DEED79A}"/>
              </a:ext>
            </a:extLst>
          </p:cNvPr>
          <p:cNvCxnSpPr>
            <a:cxnSpLocks/>
            <a:stCxn id="13" idx="2"/>
            <a:endCxn id="12" idx="6"/>
          </p:cNvCxnSpPr>
          <p:nvPr/>
        </p:nvCxnSpPr>
        <p:spPr>
          <a:xfrm flipH="1">
            <a:off x="2861673" y="712843"/>
            <a:ext cx="65990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A5A9F03-9350-DA6B-8A87-91A7658600CF}"/>
              </a:ext>
            </a:extLst>
          </p:cNvPr>
          <p:cNvCxnSpPr>
            <a:stCxn id="2" idx="0"/>
            <a:endCxn id="12" idx="4"/>
          </p:cNvCxnSpPr>
          <p:nvPr/>
        </p:nvCxnSpPr>
        <p:spPr>
          <a:xfrm flipH="1" flipV="1">
            <a:off x="2672487" y="902029"/>
            <a:ext cx="16517" cy="5186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DD11A4DF-558D-2D1D-DE48-90E17FAC5AF1}"/>
              </a:ext>
            </a:extLst>
          </p:cNvPr>
          <p:cNvCxnSpPr>
            <a:stCxn id="4" idx="7"/>
            <a:endCxn id="12" idx="2"/>
          </p:cNvCxnSpPr>
          <p:nvPr/>
        </p:nvCxnSpPr>
        <p:spPr>
          <a:xfrm flipV="1">
            <a:off x="808547" y="712843"/>
            <a:ext cx="1674754" cy="3849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2C75EA01-DBF1-66A0-DF93-78E877AF216F}"/>
              </a:ext>
            </a:extLst>
          </p:cNvPr>
          <p:cNvSpPr txBox="1"/>
          <p:nvPr/>
        </p:nvSpPr>
        <p:spPr>
          <a:xfrm>
            <a:off x="2486304" y="358359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B39BE2C-2461-0BB5-E8E8-ABFA12F2778C}"/>
              </a:ext>
            </a:extLst>
          </p:cNvPr>
          <p:cNvSpPr txBox="1"/>
          <p:nvPr/>
        </p:nvSpPr>
        <p:spPr>
          <a:xfrm>
            <a:off x="1277399" y="257385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EF0389C-27D8-E60E-CD43-E0AA4E0CDAF3}"/>
              </a:ext>
            </a:extLst>
          </p:cNvPr>
          <p:cNvSpPr txBox="1"/>
          <p:nvPr/>
        </p:nvSpPr>
        <p:spPr>
          <a:xfrm>
            <a:off x="3710760" y="246063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36790DD-CBD3-7C0D-7B64-AD98FC23A01D}"/>
              </a:ext>
            </a:extLst>
          </p:cNvPr>
          <p:cNvSpPr txBox="1"/>
          <p:nvPr/>
        </p:nvSpPr>
        <p:spPr>
          <a:xfrm>
            <a:off x="2241506" y="139293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828A9CA-F8DC-1AB7-CC0C-16AA97B61696}"/>
              </a:ext>
            </a:extLst>
          </p:cNvPr>
          <p:cNvSpPr txBox="1"/>
          <p:nvPr/>
        </p:nvSpPr>
        <p:spPr>
          <a:xfrm>
            <a:off x="227274" y="120827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6415F1E-41BB-1EE1-AF71-F4A01111C885}"/>
              </a:ext>
            </a:extLst>
          </p:cNvPr>
          <p:cNvSpPr txBox="1"/>
          <p:nvPr/>
        </p:nvSpPr>
        <p:spPr>
          <a:xfrm>
            <a:off x="2325311" y="24891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5</a:t>
            </a:r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D1AD866-7BAE-580B-D940-22CA9E718E93}"/>
              </a:ext>
            </a:extLst>
          </p:cNvPr>
          <p:cNvSpPr txBox="1"/>
          <p:nvPr/>
        </p:nvSpPr>
        <p:spPr>
          <a:xfrm>
            <a:off x="3746699" y="26383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6</a:t>
            </a:r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A4C9356E-FA62-3627-750C-B026A4B031CB}"/>
              </a:ext>
            </a:extLst>
          </p:cNvPr>
          <p:cNvSpPr/>
          <p:nvPr/>
        </p:nvSpPr>
        <p:spPr>
          <a:xfrm>
            <a:off x="8461867" y="2829971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8B490577-5695-CA36-9C0F-CD33122FC0A8}"/>
              </a:ext>
            </a:extLst>
          </p:cNvPr>
          <p:cNvSpPr/>
          <p:nvPr/>
        </p:nvSpPr>
        <p:spPr>
          <a:xfrm>
            <a:off x="7909179" y="2273258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D83DFD05-F704-45A4-00FE-4C6232C174AA}"/>
              </a:ext>
            </a:extLst>
          </p:cNvPr>
          <p:cNvSpPr/>
          <p:nvPr/>
        </p:nvSpPr>
        <p:spPr>
          <a:xfrm>
            <a:off x="9259152" y="2707920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658BE4CF-18F4-0290-D3A5-28287B5BFC17}"/>
              </a:ext>
            </a:extLst>
          </p:cNvPr>
          <p:cNvSpPr/>
          <p:nvPr/>
        </p:nvSpPr>
        <p:spPr>
          <a:xfrm>
            <a:off x="8078240" y="3444091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C61A42E1-A989-0156-BAB1-C1A2BC08AB27}"/>
              </a:ext>
            </a:extLst>
          </p:cNvPr>
          <p:cNvSpPr/>
          <p:nvPr/>
        </p:nvSpPr>
        <p:spPr>
          <a:xfrm>
            <a:off x="10009601" y="2562128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C4B9CE38-1AFA-D4E2-07D1-A88EA33AF475}"/>
              </a:ext>
            </a:extLst>
          </p:cNvPr>
          <p:cNvSpPr/>
          <p:nvPr/>
        </p:nvSpPr>
        <p:spPr>
          <a:xfrm>
            <a:off x="7342330" y="4587466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7</a:t>
            </a:r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4AF0C30A-CBBB-D21C-B2F9-51CDACF6A33E}"/>
              </a:ext>
            </a:extLst>
          </p:cNvPr>
          <p:cNvSpPr/>
          <p:nvPr/>
        </p:nvSpPr>
        <p:spPr>
          <a:xfrm>
            <a:off x="7672235" y="406599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6</a:t>
            </a:r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F82A53B3-16DB-B95F-D601-BAD0E61FEB38}"/>
              </a:ext>
            </a:extLst>
          </p:cNvPr>
          <p:cNvSpPr/>
          <p:nvPr/>
        </p:nvSpPr>
        <p:spPr>
          <a:xfrm>
            <a:off x="10710934" y="2451599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9</a:t>
            </a:r>
            <a:endParaRPr lang="zh-CN" altLang="en-US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3A9448E8-CB05-F0F1-1BDD-BFB04B191F23}"/>
              </a:ext>
            </a:extLst>
          </p:cNvPr>
          <p:cNvSpPr/>
          <p:nvPr/>
        </p:nvSpPr>
        <p:spPr>
          <a:xfrm>
            <a:off x="7401497" y="1764091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0164D019-8DA7-AA6D-8ACD-F5C10CE24886}"/>
              </a:ext>
            </a:extLst>
          </p:cNvPr>
          <p:cNvSpPr/>
          <p:nvPr/>
        </p:nvSpPr>
        <p:spPr>
          <a:xfrm>
            <a:off x="6892496" y="1195796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8</a:t>
            </a:r>
            <a:endParaRPr lang="zh-CN" altLang="en-US"/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C457B360-87B7-E45B-9D84-575C9ABA87D4}"/>
              </a:ext>
            </a:extLst>
          </p:cNvPr>
          <p:cNvCxnSpPr>
            <a:stCxn id="34" idx="1"/>
            <a:endCxn id="36" idx="5"/>
          </p:cNvCxnSpPr>
          <p:nvPr/>
        </p:nvCxnSpPr>
        <p:spPr>
          <a:xfrm flipH="1" flipV="1">
            <a:off x="8232140" y="2596219"/>
            <a:ext cx="285138" cy="2891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C1867BD3-BDF9-BCB6-0B6D-E1C0BB747DAD}"/>
              </a:ext>
            </a:extLst>
          </p:cNvPr>
          <p:cNvCxnSpPr>
            <a:cxnSpLocks/>
            <a:stCxn id="34" idx="6"/>
            <a:endCxn id="38" idx="2"/>
          </p:cNvCxnSpPr>
          <p:nvPr/>
        </p:nvCxnSpPr>
        <p:spPr>
          <a:xfrm flipV="1">
            <a:off x="8840239" y="2897106"/>
            <a:ext cx="418913" cy="1220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866E4AD3-5127-4002-EE6D-2DA0883A4B07}"/>
              </a:ext>
            </a:extLst>
          </p:cNvPr>
          <p:cNvCxnSpPr>
            <a:cxnSpLocks/>
          </p:cNvCxnSpPr>
          <p:nvPr/>
        </p:nvCxnSpPr>
        <p:spPr>
          <a:xfrm flipH="1">
            <a:off x="8311040" y="3184529"/>
            <a:ext cx="230102" cy="2627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7C9A5016-B75E-180E-1E7D-5E336E873CD1}"/>
              </a:ext>
            </a:extLst>
          </p:cNvPr>
          <p:cNvCxnSpPr>
            <a:cxnSpLocks/>
            <a:stCxn id="36" idx="1"/>
            <a:endCxn id="50" idx="5"/>
          </p:cNvCxnSpPr>
          <p:nvPr/>
        </p:nvCxnSpPr>
        <p:spPr>
          <a:xfrm flipH="1" flipV="1">
            <a:off x="7724458" y="2087052"/>
            <a:ext cx="240132" cy="2416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4C7D8A3C-B8BC-DECD-6111-8B3E784ADE01}"/>
              </a:ext>
            </a:extLst>
          </p:cNvPr>
          <p:cNvCxnSpPr>
            <a:cxnSpLocks/>
            <a:stCxn id="50" idx="1"/>
            <a:endCxn id="52" idx="5"/>
          </p:cNvCxnSpPr>
          <p:nvPr/>
        </p:nvCxnSpPr>
        <p:spPr>
          <a:xfrm flipH="1" flipV="1">
            <a:off x="7215457" y="1518757"/>
            <a:ext cx="241451" cy="3007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C72BD29C-4379-7C7D-00E9-D8B4305D5183}"/>
              </a:ext>
            </a:extLst>
          </p:cNvPr>
          <p:cNvCxnSpPr>
            <a:cxnSpLocks/>
            <a:stCxn id="40" idx="3"/>
          </p:cNvCxnSpPr>
          <p:nvPr/>
        </p:nvCxnSpPr>
        <p:spPr>
          <a:xfrm flipH="1">
            <a:off x="7916685" y="3767052"/>
            <a:ext cx="216966" cy="3038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CE518698-C9B5-C89C-3AA1-4026BAF756E0}"/>
              </a:ext>
            </a:extLst>
          </p:cNvPr>
          <p:cNvCxnSpPr>
            <a:cxnSpLocks/>
            <a:stCxn id="46" idx="3"/>
          </p:cNvCxnSpPr>
          <p:nvPr/>
        </p:nvCxnSpPr>
        <p:spPr>
          <a:xfrm flipH="1">
            <a:off x="7619165" y="4388955"/>
            <a:ext cx="108481" cy="2119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631EB1A7-093D-D003-837C-692F111CB465}"/>
              </a:ext>
            </a:extLst>
          </p:cNvPr>
          <p:cNvCxnSpPr>
            <a:cxnSpLocks/>
            <a:endCxn id="42" idx="2"/>
          </p:cNvCxnSpPr>
          <p:nvPr/>
        </p:nvCxnSpPr>
        <p:spPr>
          <a:xfrm flipV="1">
            <a:off x="9621910" y="2751314"/>
            <a:ext cx="387691" cy="641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06667681-5C1E-F5F4-056C-41DEA2C65659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10379398" y="2640785"/>
            <a:ext cx="331536" cy="779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C783F931-6003-86FE-D7F3-D3EF512B6CD6}"/>
              </a:ext>
            </a:extLst>
          </p:cNvPr>
          <p:cNvSpPr txBox="1"/>
          <p:nvPr/>
        </p:nvSpPr>
        <p:spPr>
          <a:xfrm>
            <a:off x="8572571" y="3146632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起点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50B0C30D-203C-609D-3D21-47D22012FC0A}"/>
              </a:ext>
            </a:extLst>
          </p:cNvPr>
          <p:cNvSpPr txBox="1"/>
          <p:nvPr/>
        </p:nvSpPr>
        <p:spPr>
          <a:xfrm>
            <a:off x="9239693" y="340798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r>
              <a:rPr lang="zh-CN" altLang="en-US" sz="1600"/>
              <a:t>层</a:t>
            </a: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098FFE7F-69B1-6055-6B53-5EB258CDBED0}"/>
              </a:ext>
            </a:extLst>
          </p:cNvPr>
          <p:cNvSpPr txBox="1"/>
          <p:nvPr/>
        </p:nvSpPr>
        <p:spPr>
          <a:xfrm>
            <a:off x="9931307" y="3613517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r>
              <a:rPr lang="zh-CN" altLang="en-US" sz="1600"/>
              <a:t>层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06DF80C-77AF-EB8B-2A0C-C90DB4E65804}"/>
              </a:ext>
            </a:extLst>
          </p:cNvPr>
          <p:cNvSpPr txBox="1"/>
          <p:nvPr/>
        </p:nvSpPr>
        <p:spPr>
          <a:xfrm>
            <a:off x="10658330" y="382246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r>
              <a:rPr lang="zh-CN" altLang="en-US" sz="1600"/>
              <a:t>层</a:t>
            </a:r>
          </a:p>
        </p:txBody>
      </p:sp>
    </p:spTree>
    <p:extLst>
      <p:ext uri="{BB962C8B-B14F-4D97-AF65-F5344CB8AC3E}">
        <p14:creationId xmlns:p14="http://schemas.microsoft.com/office/powerpoint/2010/main" val="2542457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417E2-6F26-D30A-BB3F-8B833FA27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DC76E6F2-A466-27D8-3D9E-CED9663F8545}"/>
              </a:ext>
            </a:extLst>
          </p:cNvPr>
          <p:cNvSpPr/>
          <p:nvPr/>
        </p:nvSpPr>
        <p:spPr>
          <a:xfrm>
            <a:off x="689461" y="1045264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ED01251-5393-B6B9-9945-580FAE2402CE}"/>
              </a:ext>
            </a:extLst>
          </p:cNvPr>
          <p:cNvSpPr/>
          <p:nvPr/>
        </p:nvSpPr>
        <p:spPr>
          <a:xfrm>
            <a:off x="1455998" y="545236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9093974-2504-A962-CA94-C6CADC4E0957}"/>
              </a:ext>
            </a:extLst>
          </p:cNvPr>
          <p:cNvSpPr/>
          <p:nvPr/>
        </p:nvSpPr>
        <p:spPr>
          <a:xfrm>
            <a:off x="1455997" y="1545292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2F7AFF5-24F6-F6C3-59AB-70C5AA66FD92}"/>
              </a:ext>
            </a:extLst>
          </p:cNvPr>
          <p:cNvSpPr/>
          <p:nvPr/>
        </p:nvSpPr>
        <p:spPr>
          <a:xfrm>
            <a:off x="2357669" y="545237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4C4E40-919F-E437-6573-62ACFD46B24E}"/>
              </a:ext>
            </a:extLst>
          </p:cNvPr>
          <p:cNvSpPr/>
          <p:nvPr/>
        </p:nvSpPr>
        <p:spPr>
          <a:xfrm>
            <a:off x="2357668" y="1545292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43FF9C1-51EA-4E56-5AE3-6CA553A9DAD2}"/>
              </a:ext>
            </a:extLst>
          </p:cNvPr>
          <p:cNvSpPr/>
          <p:nvPr/>
        </p:nvSpPr>
        <p:spPr>
          <a:xfrm>
            <a:off x="3124207" y="1045264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12406B2-E6E3-6FE3-F542-F7DCE46E1F60}"/>
              </a:ext>
            </a:extLst>
          </p:cNvPr>
          <p:cNvCxnSpPr>
            <a:cxnSpLocks/>
            <a:stCxn id="2" idx="7"/>
            <a:endCxn id="3" idx="2"/>
          </p:cNvCxnSpPr>
          <p:nvPr/>
        </p:nvCxnSpPr>
        <p:spPr>
          <a:xfrm flipV="1">
            <a:off x="993198" y="725940"/>
            <a:ext cx="462800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29C49E6-6C3F-BD50-B7CB-D99EEA9ABA53}"/>
              </a:ext>
            </a:extLst>
          </p:cNvPr>
          <p:cNvCxnSpPr>
            <a:cxnSpLocks/>
            <a:stCxn id="5" idx="2"/>
            <a:endCxn id="3" idx="6"/>
          </p:cNvCxnSpPr>
          <p:nvPr/>
        </p:nvCxnSpPr>
        <p:spPr>
          <a:xfrm flipH="1" flipV="1">
            <a:off x="1811848" y="725940"/>
            <a:ext cx="54582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67EEB23-A843-E7AE-8226-7B1B1EEDC109}"/>
              </a:ext>
            </a:extLst>
          </p:cNvPr>
          <p:cNvCxnSpPr>
            <a:cxnSpLocks/>
            <a:stCxn id="2" idx="5"/>
            <a:endCxn id="4" idx="2"/>
          </p:cNvCxnSpPr>
          <p:nvPr/>
        </p:nvCxnSpPr>
        <p:spPr>
          <a:xfrm>
            <a:off x="993198" y="1353745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9741F8C-DBA2-AD67-B59B-A75BA1DBE1F5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>
            <a:off x="1811848" y="1725996"/>
            <a:ext cx="5458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4FB98B4-22C3-7B29-378B-98C960928A23}"/>
              </a:ext>
            </a:extLst>
          </p:cNvPr>
          <p:cNvCxnSpPr>
            <a:cxnSpLocks/>
            <a:stCxn id="6" idx="6"/>
            <a:endCxn id="7" idx="3"/>
          </p:cNvCxnSpPr>
          <p:nvPr/>
        </p:nvCxnSpPr>
        <p:spPr>
          <a:xfrm flipV="1">
            <a:off x="2713519" y="1353745"/>
            <a:ext cx="462801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3DCA7B6-FDCC-64C5-A618-02400A084289}"/>
              </a:ext>
            </a:extLst>
          </p:cNvPr>
          <p:cNvCxnSpPr>
            <a:cxnSpLocks/>
            <a:stCxn id="7" idx="1"/>
            <a:endCxn id="5" idx="6"/>
          </p:cNvCxnSpPr>
          <p:nvPr/>
        </p:nvCxnSpPr>
        <p:spPr>
          <a:xfrm flipH="1" flipV="1">
            <a:off x="2713520" y="725941"/>
            <a:ext cx="462800" cy="3722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345B8AE-5D9F-5530-9743-2F6192F39F30}"/>
              </a:ext>
            </a:extLst>
          </p:cNvPr>
          <p:cNvCxnSpPr>
            <a:cxnSpLocks/>
            <a:stCxn id="4" idx="0"/>
            <a:endCxn id="3" idx="4"/>
          </p:cNvCxnSpPr>
          <p:nvPr/>
        </p:nvCxnSpPr>
        <p:spPr>
          <a:xfrm flipV="1">
            <a:off x="1633923" y="906644"/>
            <a:ext cx="0" cy="638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C097BA2-45A4-EDB3-907F-F8506DD2C827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2535594" y="906645"/>
            <a:ext cx="1" cy="6386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905393A-D5E7-F3AD-764E-D25A4DD71F9E}"/>
              </a:ext>
            </a:extLst>
          </p:cNvPr>
          <p:cNvCxnSpPr>
            <a:cxnSpLocks/>
            <a:stCxn id="6" idx="1"/>
            <a:endCxn id="3" idx="5"/>
          </p:cNvCxnSpPr>
          <p:nvPr/>
        </p:nvCxnSpPr>
        <p:spPr>
          <a:xfrm flipH="1" flipV="1">
            <a:off x="1759735" y="853717"/>
            <a:ext cx="650046" cy="744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78E5BE75-31FB-3DDB-2A71-8284322B6749}"/>
              </a:ext>
            </a:extLst>
          </p:cNvPr>
          <p:cNvSpPr txBox="1"/>
          <p:nvPr/>
        </p:nvSpPr>
        <p:spPr>
          <a:xfrm>
            <a:off x="1025089" y="62140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8FA5368-25A7-D168-5733-EC07BEB8CE1F}"/>
              </a:ext>
            </a:extLst>
          </p:cNvPr>
          <p:cNvSpPr txBox="1"/>
          <p:nvPr/>
        </p:nvSpPr>
        <p:spPr>
          <a:xfrm>
            <a:off x="993196" y="147779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A1B9A1E-E903-BCA3-C37D-A21384A5322D}"/>
              </a:ext>
            </a:extLst>
          </p:cNvPr>
          <p:cNvSpPr txBox="1"/>
          <p:nvPr/>
        </p:nvSpPr>
        <p:spPr>
          <a:xfrm>
            <a:off x="1372870" y="101460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0EABDE3-473B-D3D6-BA33-2D7647C42D5F}"/>
              </a:ext>
            </a:extLst>
          </p:cNvPr>
          <p:cNvSpPr txBox="1"/>
          <p:nvPr/>
        </p:nvSpPr>
        <p:spPr>
          <a:xfrm>
            <a:off x="1884463" y="39189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10</a:t>
            </a:r>
            <a:endParaRPr lang="zh-CN" altLang="en-US" sz="16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72480A5-4B76-353F-BBD0-778A5A742110}"/>
              </a:ext>
            </a:extLst>
          </p:cNvPr>
          <p:cNvSpPr txBox="1"/>
          <p:nvPr/>
        </p:nvSpPr>
        <p:spPr>
          <a:xfrm>
            <a:off x="1843741" y="108235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9B514C4-ABF2-255C-B92F-24474D2CB275}"/>
              </a:ext>
            </a:extLst>
          </p:cNvPr>
          <p:cNvSpPr txBox="1"/>
          <p:nvPr/>
        </p:nvSpPr>
        <p:spPr>
          <a:xfrm>
            <a:off x="2313733" y="101460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FEBEAE7-5225-D15B-61C7-49BE885FC8AA}"/>
              </a:ext>
            </a:extLst>
          </p:cNvPr>
          <p:cNvSpPr txBox="1"/>
          <p:nvPr/>
        </p:nvSpPr>
        <p:spPr>
          <a:xfrm>
            <a:off x="2900107" y="65243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8772091-C593-E61D-7176-E6F45B37AA60}"/>
              </a:ext>
            </a:extLst>
          </p:cNvPr>
          <p:cNvSpPr txBox="1"/>
          <p:nvPr/>
        </p:nvSpPr>
        <p:spPr>
          <a:xfrm>
            <a:off x="1931511" y="172149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3FFD4C2-F8AB-991E-E553-2FCAA7F09E36}"/>
              </a:ext>
            </a:extLst>
          </p:cNvPr>
          <p:cNvSpPr txBox="1"/>
          <p:nvPr/>
        </p:nvSpPr>
        <p:spPr>
          <a:xfrm>
            <a:off x="2900107" y="151521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9</a:t>
            </a:r>
            <a:endParaRPr lang="zh-CN" altLang="en-US" sz="16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F43F56C-6244-6348-AD30-F27EE569F8E6}"/>
              </a:ext>
            </a:extLst>
          </p:cNvPr>
          <p:cNvSpPr txBox="1"/>
          <p:nvPr/>
        </p:nvSpPr>
        <p:spPr>
          <a:xfrm>
            <a:off x="689459" y="101805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5EF6B1C-8968-4251-94F1-A825329F3ADB}"/>
              </a:ext>
            </a:extLst>
          </p:cNvPr>
          <p:cNvSpPr txBox="1"/>
          <p:nvPr/>
        </p:nvSpPr>
        <p:spPr>
          <a:xfrm>
            <a:off x="1455996" y="500942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BFD988D-13F9-3252-3EA2-FB28FD54B475}"/>
              </a:ext>
            </a:extLst>
          </p:cNvPr>
          <p:cNvSpPr txBox="1"/>
          <p:nvPr/>
        </p:nvSpPr>
        <p:spPr>
          <a:xfrm>
            <a:off x="1471691" y="1517554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613AFE2-E770-2C10-797F-4665B484A5A6}"/>
              </a:ext>
            </a:extLst>
          </p:cNvPr>
          <p:cNvSpPr txBox="1"/>
          <p:nvPr/>
        </p:nvSpPr>
        <p:spPr>
          <a:xfrm>
            <a:off x="2368631" y="500561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14C62EF-F19B-0EAD-9481-0827BEC8A92F}"/>
              </a:ext>
            </a:extLst>
          </p:cNvPr>
          <p:cNvSpPr txBox="1"/>
          <p:nvPr/>
        </p:nvSpPr>
        <p:spPr>
          <a:xfrm>
            <a:off x="3139169" y="1003877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zh-CN" altLang="en-US" baseline="-2500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382A561-CE65-13DC-9538-75F8AD46CA45}"/>
              </a:ext>
            </a:extLst>
          </p:cNvPr>
          <p:cNvSpPr txBox="1"/>
          <p:nvPr/>
        </p:nvSpPr>
        <p:spPr>
          <a:xfrm>
            <a:off x="2357346" y="1514051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D0FC3CC8-CDCA-E9CD-75AF-A1CB46E5DD16}"/>
              </a:ext>
            </a:extLst>
          </p:cNvPr>
          <p:cNvSpPr/>
          <p:nvPr/>
        </p:nvSpPr>
        <p:spPr>
          <a:xfrm>
            <a:off x="4553956" y="1129432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90B9A86D-341B-7DED-D4A2-40D151CBFF6F}"/>
              </a:ext>
            </a:extLst>
          </p:cNvPr>
          <p:cNvSpPr/>
          <p:nvPr/>
        </p:nvSpPr>
        <p:spPr>
          <a:xfrm>
            <a:off x="5320493" y="629404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39C61323-BFE7-DFEB-B1F7-ECEB795350F8}"/>
              </a:ext>
            </a:extLst>
          </p:cNvPr>
          <p:cNvSpPr/>
          <p:nvPr/>
        </p:nvSpPr>
        <p:spPr>
          <a:xfrm>
            <a:off x="5320492" y="1629460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360B3A18-3A4D-8AD8-D286-2AAA2C325AE2}"/>
              </a:ext>
            </a:extLst>
          </p:cNvPr>
          <p:cNvSpPr/>
          <p:nvPr/>
        </p:nvSpPr>
        <p:spPr>
          <a:xfrm>
            <a:off x="6222163" y="1629460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CD2C8C8C-E595-5F87-B47E-34AA667F7197}"/>
              </a:ext>
            </a:extLst>
          </p:cNvPr>
          <p:cNvCxnSpPr>
            <a:cxnSpLocks/>
            <a:stCxn id="56" idx="5"/>
            <a:endCxn id="58" idx="2"/>
          </p:cNvCxnSpPr>
          <p:nvPr/>
        </p:nvCxnSpPr>
        <p:spPr>
          <a:xfrm>
            <a:off x="4857693" y="1437913"/>
            <a:ext cx="462799" cy="37225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D6ECD2EE-5482-6C22-7D90-DCD2BFA76841}"/>
              </a:ext>
            </a:extLst>
          </p:cNvPr>
          <p:cNvCxnSpPr>
            <a:cxnSpLocks/>
            <a:stCxn id="58" idx="6"/>
            <a:endCxn id="60" idx="2"/>
          </p:cNvCxnSpPr>
          <p:nvPr/>
        </p:nvCxnSpPr>
        <p:spPr>
          <a:xfrm>
            <a:off x="5676343" y="1810164"/>
            <a:ext cx="54582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593FBBF8-08B5-43A5-A437-15F5E00BC850}"/>
              </a:ext>
            </a:extLst>
          </p:cNvPr>
          <p:cNvCxnSpPr>
            <a:cxnSpLocks/>
            <a:stCxn id="58" idx="0"/>
            <a:endCxn id="57" idx="4"/>
          </p:cNvCxnSpPr>
          <p:nvPr/>
        </p:nvCxnSpPr>
        <p:spPr>
          <a:xfrm flipV="1">
            <a:off x="5498418" y="990812"/>
            <a:ext cx="0" cy="63864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7B5E00EB-7179-6402-092E-2AC521E9B57D}"/>
              </a:ext>
            </a:extLst>
          </p:cNvPr>
          <p:cNvSpPr txBox="1"/>
          <p:nvPr/>
        </p:nvSpPr>
        <p:spPr>
          <a:xfrm>
            <a:off x="4553954" y="1102226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DA7EB9C8-9F62-0C80-164E-8ABBAC580FA4}"/>
              </a:ext>
            </a:extLst>
          </p:cNvPr>
          <p:cNvSpPr txBox="1"/>
          <p:nvPr/>
        </p:nvSpPr>
        <p:spPr>
          <a:xfrm>
            <a:off x="5320491" y="585110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C3284DA3-F096-FEA1-DF9F-B03A0C762011}"/>
              </a:ext>
            </a:extLst>
          </p:cNvPr>
          <p:cNvSpPr txBox="1"/>
          <p:nvPr/>
        </p:nvSpPr>
        <p:spPr>
          <a:xfrm>
            <a:off x="5336186" y="1601722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16046DE6-F961-AC58-F65A-471DDF1EBD94}"/>
              </a:ext>
            </a:extLst>
          </p:cNvPr>
          <p:cNvSpPr txBox="1"/>
          <p:nvPr/>
        </p:nvSpPr>
        <p:spPr>
          <a:xfrm>
            <a:off x="6221841" y="159821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5459C7ED-D5E8-4C3C-AAC8-C5973F20354C}"/>
              </a:ext>
            </a:extLst>
          </p:cNvPr>
          <p:cNvSpPr/>
          <p:nvPr/>
        </p:nvSpPr>
        <p:spPr>
          <a:xfrm>
            <a:off x="7319085" y="1182359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0F4F5530-6CA7-25DB-CEC5-9B955868D4BC}"/>
              </a:ext>
            </a:extLst>
          </p:cNvPr>
          <p:cNvSpPr/>
          <p:nvPr/>
        </p:nvSpPr>
        <p:spPr>
          <a:xfrm>
            <a:off x="8085622" y="682331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2DF74FC1-FEDA-9E6C-82D9-5B1DECC2AB53}"/>
              </a:ext>
            </a:extLst>
          </p:cNvPr>
          <p:cNvSpPr/>
          <p:nvPr/>
        </p:nvSpPr>
        <p:spPr>
          <a:xfrm>
            <a:off x="8085621" y="1682387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E195C0A8-73FA-E8CD-0C1C-757D35182C6B}"/>
              </a:ext>
            </a:extLst>
          </p:cNvPr>
          <p:cNvSpPr/>
          <p:nvPr/>
        </p:nvSpPr>
        <p:spPr>
          <a:xfrm>
            <a:off x="8987293" y="682332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61AB18CE-979F-5671-C2B5-7B2142723BC9}"/>
              </a:ext>
            </a:extLst>
          </p:cNvPr>
          <p:cNvSpPr/>
          <p:nvPr/>
        </p:nvSpPr>
        <p:spPr>
          <a:xfrm>
            <a:off x="8987292" y="1682387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23C285B9-AB2A-DC0C-8B8A-E7FFF1A4523E}"/>
              </a:ext>
            </a:extLst>
          </p:cNvPr>
          <p:cNvSpPr/>
          <p:nvPr/>
        </p:nvSpPr>
        <p:spPr>
          <a:xfrm>
            <a:off x="9753831" y="1182359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C36D78EF-99B9-3D62-BC5A-05D470304457}"/>
              </a:ext>
            </a:extLst>
          </p:cNvPr>
          <p:cNvCxnSpPr>
            <a:cxnSpLocks/>
            <a:stCxn id="80" idx="7"/>
            <a:endCxn id="81" idx="2"/>
          </p:cNvCxnSpPr>
          <p:nvPr/>
        </p:nvCxnSpPr>
        <p:spPr>
          <a:xfrm flipV="1">
            <a:off x="7622822" y="863035"/>
            <a:ext cx="462800" cy="37225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82FBACB5-180A-11AD-B123-4E7B46435183}"/>
              </a:ext>
            </a:extLst>
          </p:cNvPr>
          <p:cNvCxnSpPr>
            <a:cxnSpLocks/>
            <a:stCxn id="83" idx="2"/>
            <a:endCxn id="81" idx="6"/>
          </p:cNvCxnSpPr>
          <p:nvPr/>
        </p:nvCxnSpPr>
        <p:spPr>
          <a:xfrm flipH="1" flipV="1">
            <a:off x="8441472" y="863035"/>
            <a:ext cx="545821" cy="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FA0E43CB-4369-1605-8784-84D7066A9F67}"/>
              </a:ext>
            </a:extLst>
          </p:cNvPr>
          <p:cNvCxnSpPr>
            <a:cxnSpLocks/>
            <a:stCxn id="80" idx="5"/>
            <a:endCxn id="82" idx="2"/>
          </p:cNvCxnSpPr>
          <p:nvPr/>
        </p:nvCxnSpPr>
        <p:spPr>
          <a:xfrm>
            <a:off x="7622822" y="1490840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01932BE9-DE08-ADBC-49EC-DABFDBB2DB57}"/>
              </a:ext>
            </a:extLst>
          </p:cNvPr>
          <p:cNvCxnSpPr>
            <a:cxnSpLocks/>
            <a:stCxn id="82" idx="6"/>
            <a:endCxn id="84" idx="2"/>
          </p:cNvCxnSpPr>
          <p:nvPr/>
        </p:nvCxnSpPr>
        <p:spPr>
          <a:xfrm>
            <a:off x="8441472" y="1863091"/>
            <a:ext cx="5458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457A986C-4355-960D-D7CF-B762FD92E8BF}"/>
              </a:ext>
            </a:extLst>
          </p:cNvPr>
          <p:cNvCxnSpPr>
            <a:cxnSpLocks/>
            <a:stCxn id="84" idx="6"/>
            <a:endCxn id="85" idx="3"/>
          </p:cNvCxnSpPr>
          <p:nvPr/>
        </p:nvCxnSpPr>
        <p:spPr>
          <a:xfrm flipV="1">
            <a:off x="9343143" y="1490840"/>
            <a:ext cx="462801" cy="37225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6DBCF1C6-A50B-4EDA-A232-F71E5CFB1419}"/>
              </a:ext>
            </a:extLst>
          </p:cNvPr>
          <p:cNvCxnSpPr>
            <a:cxnSpLocks/>
            <a:stCxn id="82" idx="0"/>
            <a:endCxn id="81" idx="4"/>
          </p:cNvCxnSpPr>
          <p:nvPr/>
        </p:nvCxnSpPr>
        <p:spPr>
          <a:xfrm flipV="1">
            <a:off x="8263547" y="1043739"/>
            <a:ext cx="0" cy="638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8C1ED586-E68E-ED33-D103-0F5C5AE8C2AB}"/>
              </a:ext>
            </a:extLst>
          </p:cNvPr>
          <p:cNvCxnSpPr>
            <a:cxnSpLocks/>
            <a:stCxn id="84" idx="0"/>
            <a:endCxn id="83" idx="4"/>
          </p:cNvCxnSpPr>
          <p:nvPr/>
        </p:nvCxnSpPr>
        <p:spPr>
          <a:xfrm flipV="1">
            <a:off x="9165218" y="1043740"/>
            <a:ext cx="1" cy="63864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C38E2F73-C97A-539F-A993-0CA22485038F}"/>
              </a:ext>
            </a:extLst>
          </p:cNvPr>
          <p:cNvCxnSpPr>
            <a:cxnSpLocks/>
            <a:stCxn id="84" idx="1"/>
            <a:endCxn id="81" idx="5"/>
          </p:cNvCxnSpPr>
          <p:nvPr/>
        </p:nvCxnSpPr>
        <p:spPr>
          <a:xfrm flipH="1" flipV="1">
            <a:off x="8389359" y="990812"/>
            <a:ext cx="650046" cy="74450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71059DA5-7ED1-015F-526F-9B26D95AC96D}"/>
              </a:ext>
            </a:extLst>
          </p:cNvPr>
          <p:cNvSpPr txBox="1"/>
          <p:nvPr/>
        </p:nvSpPr>
        <p:spPr>
          <a:xfrm>
            <a:off x="7319083" y="1155153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AC874BF6-0FEF-0DFC-5FAE-C2E730E86C1C}"/>
              </a:ext>
            </a:extLst>
          </p:cNvPr>
          <p:cNvSpPr txBox="1"/>
          <p:nvPr/>
        </p:nvSpPr>
        <p:spPr>
          <a:xfrm>
            <a:off x="8085620" y="638037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AABDA7E5-6A8E-C0B3-5A73-8A3442A3C244}"/>
              </a:ext>
            </a:extLst>
          </p:cNvPr>
          <p:cNvSpPr txBox="1"/>
          <p:nvPr/>
        </p:nvSpPr>
        <p:spPr>
          <a:xfrm>
            <a:off x="8101315" y="165464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173620F3-764C-3004-2B99-1F5FF09830DB}"/>
              </a:ext>
            </a:extLst>
          </p:cNvPr>
          <p:cNvSpPr txBox="1"/>
          <p:nvPr/>
        </p:nvSpPr>
        <p:spPr>
          <a:xfrm>
            <a:off x="8998255" y="637656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C7FD538B-E56B-D38F-2A4D-8E230324D9DB}"/>
              </a:ext>
            </a:extLst>
          </p:cNvPr>
          <p:cNvSpPr txBox="1"/>
          <p:nvPr/>
        </p:nvSpPr>
        <p:spPr>
          <a:xfrm>
            <a:off x="9768793" y="1140972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zh-CN" altLang="en-US" baseline="-25000"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9785ACF0-04B5-C7DE-37FC-C5D2951B55C3}"/>
              </a:ext>
            </a:extLst>
          </p:cNvPr>
          <p:cNvSpPr txBox="1"/>
          <p:nvPr/>
        </p:nvSpPr>
        <p:spPr>
          <a:xfrm>
            <a:off x="8986970" y="1651146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FFE3658C-7657-8396-38DA-7BE5FFCF7A98}"/>
              </a:ext>
            </a:extLst>
          </p:cNvPr>
          <p:cNvSpPr txBox="1"/>
          <p:nvPr/>
        </p:nvSpPr>
        <p:spPr>
          <a:xfrm>
            <a:off x="4319568" y="89673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5</a:t>
            </a:r>
            <a:endParaRPr lang="zh-CN" altLang="en-US" sz="1600" u="sng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2C8E7D1A-0186-3146-CA18-C0EC88A15D5C}"/>
              </a:ext>
            </a:extLst>
          </p:cNvPr>
          <p:cNvSpPr txBox="1"/>
          <p:nvPr/>
        </p:nvSpPr>
        <p:spPr>
          <a:xfrm>
            <a:off x="5312442" y="29910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1</a:t>
            </a:r>
            <a:endParaRPr lang="zh-CN" altLang="en-US" sz="1600" u="sng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36F2407C-4C70-5915-93AC-CCAB1FDB787C}"/>
              </a:ext>
            </a:extLst>
          </p:cNvPr>
          <p:cNvSpPr txBox="1"/>
          <p:nvPr/>
        </p:nvSpPr>
        <p:spPr>
          <a:xfrm>
            <a:off x="6300953" y="195344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8</a:t>
            </a:r>
            <a:endParaRPr lang="zh-CN" altLang="en-US" sz="1600" u="sng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30E947B6-EF2E-F5A2-9F52-58AA36872242}"/>
              </a:ext>
            </a:extLst>
          </p:cNvPr>
          <p:cNvSpPr txBox="1"/>
          <p:nvPr/>
        </p:nvSpPr>
        <p:spPr>
          <a:xfrm>
            <a:off x="7034262" y="89340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3</a:t>
            </a:r>
            <a:endParaRPr lang="zh-CN" altLang="en-US" sz="1600" u="sng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B606FED7-299A-C26C-4631-9E780F000375}"/>
              </a:ext>
            </a:extLst>
          </p:cNvPr>
          <p:cNvSpPr txBox="1"/>
          <p:nvPr/>
        </p:nvSpPr>
        <p:spPr>
          <a:xfrm>
            <a:off x="7971478" y="39670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1</a:t>
            </a:r>
            <a:endParaRPr lang="zh-CN" altLang="en-US" sz="1600" u="sng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B872BD8-108F-DD17-379F-BBBCBAA9FA5F}"/>
              </a:ext>
            </a:extLst>
          </p:cNvPr>
          <p:cNvSpPr txBox="1"/>
          <p:nvPr/>
        </p:nvSpPr>
        <p:spPr>
          <a:xfrm>
            <a:off x="5059835" y="241203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第一轮</a:t>
            </a: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9648FE84-7C0D-F31D-9E0B-A40345C0C211}"/>
              </a:ext>
            </a:extLst>
          </p:cNvPr>
          <p:cNvSpPr txBox="1"/>
          <p:nvPr/>
        </p:nvSpPr>
        <p:spPr>
          <a:xfrm>
            <a:off x="8275800" y="241203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第二轮</a:t>
            </a: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29C544EF-67ED-A518-1B79-A5C1A0CEE381}"/>
              </a:ext>
            </a:extLst>
          </p:cNvPr>
          <p:cNvSpPr txBox="1"/>
          <p:nvPr/>
        </p:nvSpPr>
        <p:spPr>
          <a:xfrm>
            <a:off x="9152963" y="203073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4</a:t>
            </a:r>
            <a:endParaRPr lang="zh-CN" altLang="en-US" sz="1600" u="sng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B5DD62C-0550-C55C-E1FA-518B677ACABE}"/>
              </a:ext>
            </a:extLst>
          </p:cNvPr>
          <p:cNvSpPr txBox="1"/>
          <p:nvPr/>
        </p:nvSpPr>
        <p:spPr>
          <a:xfrm>
            <a:off x="1582612" y="2412033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r>
              <a:rPr lang="zh-CN" altLang="en-US"/>
              <a:t>为起点</a:t>
            </a:r>
          </a:p>
        </p:txBody>
      </p:sp>
    </p:spTree>
    <p:extLst>
      <p:ext uri="{BB962C8B-B14F-4D97-AF65-F5344CB8AC3E}">
        <p14:creationId xmlns:p14="http://schemas.microsoft.com/office/powerpoint/2010/main" val="885051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5ACF6-5EDD-0809-825E-274048755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94EE0FC6-7FB7-B441-F747-26F211B8A9C6}"/>
              </a:ext>
            </a:extLst>
          </p:cNvPr>
          <p:cNvSpPr/>
          <p:nvPr/>
        </p:nvSpPr>
        <p:spPr>
          <a:xfrm>
            <a:off x="5403357" y="4919968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C950A4-57E9-90C5-6D3F-843CB3F5A2A9}"/>
              </a:ext>
            </a:extLst>
          </p:cNvPr>
          <p:cNvSpPr/>
          <p:nvPr/>
        </p:nvSpPr>
        <p:spPr>
          <a:xfrm>
            <a:off x="5403357" y="2788620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07122A7-2DE8-2471-2B23-950D29205C4C}"/>
              </a:ext>
            </a:extLst>
          </p:cNvPr>
          <p:cNvSpPr/>
          <p:nvPr/>
        </p:nvSpPr>
        <p:spPr>
          <a:xfrm>
            <a:off x="3398133" y="3883198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EF884ADA-EB6C-3A2C-4A18-E463D2D08579}"/>
              </a:ext>
            </a:extLst>
          </p:cNvPr>
          <p:cNvSpPr/>
          <p:nvPr/>
        </p:nvSpPr>
        <p:spPr>
          <a:xfrm>
            <a:off x="4523491" y="3883198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8BE7C00-CB00-2D11-F3CF-DDCDEC7B6420}"/>
              </a:ext>
            </a:extLst>
          </p:cNvPr>
          <p:cNvSpPr/>
          <p:nvPr/>
        </p:nvSpPr>
        <p:spPr>
          <a:xfrm>
            <a:off x="6987415" y="3883527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609EE3D-3A53-4D10-0733-E30BAE034087}"/>
              </a:ext>
            </a:extLst>
          </p:cNvPr>
          <p:cNvSpPr txBox="1"/>
          <p:nvPr/>
        </p:nvSpPr>
        <p:spPr>
          <a:xfrm>
            <a:off x="5447650" y="3874158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……</a:t>
            </a:r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65CDB30-190F-B4C5-654F-681760F3027F}"/>
              </a:ext>
            </a:extLst>
          </p:cNvPr>
          <p:cNvCxnSpPr>
            <a:stCxn id="3" idx="2"/>
            <a:endCxn id="7" idx="5"/>
          </p:cNvCxnSpPr>
          <p:nvPr/>
        </p:nvCxnSpPr>
        <p:spPr>
          <a:xfrm flipH="1" flipV="1">
            <a:off x="3721094" y="4206159"/>
            <a:ext cx="1682263" cy="9029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5019931-52CF-7ABF-9D11-63D184F3AE07}"/>
              </a:ext>
            </a:extLst>
          </p:cNvPr>
          <p:cNvCxnSpPr>
            <a:cxnSpLocks/>
            <a:stCxn id="3" idx="1"/>
            <a:endCxn id="9" idx="5"/>
          </p:cNvCxnSpPr>
          <p:nvPr/>
        </p:nvCxnSpPr>
        <p:spPr>
          <a:xfrm flipH="1" flipV="1">
            <a:off x="4846452" y="4206159"/>
            <a:ext cx="612316" cy="7692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32853C6-69D6-4B66-261E-D1A1F90BE459}"/>
              </a:ext>
            </a:extLst>
          </p:cNvPr>
          <p:cNvCxnSpPr>
            <a:cxnSpLocks/>
            <a:stCxn id="3" idx="0"/>
            <a:endCxn id="12" idx="2"/>
          </p:cNvCxnSpPr>
          <p:nvPr/>
        </p:nvCxnSpPr>
        <p:spPr>
          <a:xfrm flipV="1">
            <a:off x="5592543" y="4243490"/>
            <a:ext cx="109344" cy="6764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855C9B8-9BF1-C9F3-999F-805D32450727}"/>
              </a:ext>
            </a:extLst>
          </p:cNvPr>
          <p:cNvCxnSpPr>
            <a:cxnSpLocks/>
            <a:stCxn id="3" idx="6"/>
            <a:endCxn id="11" idx="3"/>
          </p:cNvCxnSpPr>
          <p:nvPr/>
        </p:nvCxnSpPr>
        <p:spPr>
          <a:xfrm flipV="1">
            <a:off x="5781729" y="4206488"/>
            <a:ext cx="1261097" cy="9026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42787C4-A3A5-1F9D-9601-818721A4E924}"/>
              </a:ext>
            </a:extLst>
          </p:cNvPr>
          <p:cNvCxnSpPr>
            <a:cxnSpLocks/>
            <a:stCxn id="5" idx="2"/>
            <a:endCxn id="7" idx="7"/>
          </p:cNvCxnSpPr>
          <p:nvPr/>
        </p:nvCxnSpPr>
        <p:spPr>
          <a:xfrm flipH="1">
            <a:off x="3721094" y="2977806"/>
            <a:ext cx="1682263" cy="96080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698DE5A-C88A-5D8F-EB65-77BA38A6B0BA}"/>
              </a:ext>
            </a:extLst>
          </p:cNvPr>
          <p:cNvCxnSpPr>
            <a:cxnSpLocks/>
            <a:stCxn id="9" idx="7"/>
            <a:endCxn id="5" idx="3"/>
          </p:cNvCxnSpPr>
          <p:nvPr/>
        </p:nvCxnSpPr>
        <p:spPr>
          <a:xfrm flipV="1">
            <a:off x="4846452" y="3111581"/>
            <a:ext cx="612316" cy="8270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CCAA14DF-7F62-1744-6D83-4A1952A4B5F8}"/>
              </a:ext>
            </a:extLst>
          </p:cNvPr>
          <p:cNvCxnSpPr>
            <a:cxnSpLocks/>
            <a:stCxn id="12" idx="0"/>
            <a:endCxn id="5" idx="4"/>
          </p:cNvCxnSpPr>
          <p:nvPr/>
        </p:nvCxnSpPr>
        <p:spPr>
          <a:xfrm flipH="1" flipV="1">
            <a:off x="5592543" y="3166992"/>
            <a:ext cx="109344" cy="7071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F1D7973-CB69-8AB4-B04B-8ECABE762A6A}"/>
              </a:ext>
            </a:extLst>
          </p:cNvPr>
          <p:cNvCxnSpPr>
            <a:cxnSpLocks/>
            <a:stCxn id="11" idx="1"/>
            <a:endCxn id="5" idx="6"/>
          </p:cNvCxnSpPr>
          <p:nvPr/>
        </p:nvCxnSpPr>
        <p:spPr>
          <a:xfrm flipH="1" flipV="1">
            <a:off x="5781729" y="2977806"/>
            <a:ext cx="1261097" cy="9611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椭圆 41">
            <a:extLst>
              <a:ext uri="{FF2B5EF4-FFF2-40B4-BE49-F238E27FC236}">
                <a16:creationId xmlns:a16="http://schemas.microsoft.com/office/drawing/2014/main" id="{C7D56D2B-0999-1286-C84A-372C82E8E8CE}"/>
              </a:ext>
            </a:extLst>
          </p:cNvPr>
          <p:cNvSpPr/>
          <p:nvPr/>
        </p:nvSpPr>
        <p:spPr>
          <a:xfrm>
            <a:off x="3398133" y="154478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CAA58601-7082-D1C7-B8A2-B080FE76B5C0}"/>
              </a:ext>
            </a:extLst>
          </p:cNvPr>
          <p:cNvSpPr/>
          <p:nvPr/>
        </p:nvSpPr>
        <p:spPr>
          <a:xfrm>
            <a:off x="4523491" y="154478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2E5CAFA2-84B4-A3E9-2F52-B7C822D89173}"/>
              </a:ext>
            </a:extLst>
          </p:cNvPr>
          <p:cNvSpPr/>
          <p:nvPr/>
        </p:nvSpPr>
        <p:spPr>
          <a:xfrm>
            <a:off x="6987415" y="154511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9F1844F-1E9A-DFD9-9598-EA1A368C727F}"/>
              </a:ext>
            </a:extLst>
          </p:cNvPr>
          <p:cNvSpPr txBox="1"/>
          <p:nvPr/>
        </p:nvSpPr>
        <p:spPr>
          <a:xfrm>
            <a:off x="5447650" y="1535745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……</a:t>
            </a:r>
            <a:endParaRPr lang="zh-CN" altLang="en-US"/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2BC701C9-481E-81B4-F54B-D4D94E4A0B37}"/>
              </a:ext>
            </a:extLst>
          </p:cNvPr>
          <p:cNvCxnSpPr>
            <a:cxnSpLocks/>
            <a:stCxn id="5" idx="1"/>
            <a:endCxn id="42" idx="5"/>
          </p:cNvCxnSpPr>
          <p:nvPr/>
        </p:nvCxnSpPr>
        <p:spPr>
          <a:xfrm flipH="1" flipV="1">
            <a:off x="3721094" y="1867746"/>
            <a:ext cx="1737674" cy="9762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15DB6BC4-1587-41D4-5999-88C183476C6B}"/>
              </a:ext>
            </a:extLst>
          </p:cNvPr>
          <p:cNvCxnSpPr>
            <a:cxnSpLocks/>
            <a:stCxn id="5" idx="0"/>
            <a:endCxn id="43" idx="5"/>
          </p:cNvCxnSpPr>
          <p:nvPr/>
        </p:nvCxnSpPr>
        <p:spPr>
          <a:xfrm flipH="1" flipV="1">
            <a:off x="4846452" y="1867746"/>
            <a:ext cx="746091" cy="9208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A07EB4D6-ADF1-80E1-059A-1C83C1A865DD}"/>
              </a:ext>
            </a:extLst>
          </p:cNvPr>
          <p:cNvCxnSpPr>
            <a:cxnSpLocks/>
            <a:stCxn id="5" idx="0"/>
            <a:endCxn id="45" idx="2"/>
          </p:cNvCxnSpPr>
          <p:nvPr/>
        </p:nvCxnSpPr>
        <p:spPr>
          <a:xfrm flipV="1">
            <a:off x="5592543" y="1905077"/>
            <a:ext cx="109344" cy="88354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C7FDBBED-1D41-1F50-9246-540C2BE2D953}"/>
              </a:ext>
            </a:extLst>
          </p:cNvPr>
          <p:cNvCxnSpPr>
            <a:cxnSpLocks/>
            <a:stCxn id="5" idx="7"/>
            <a:endCxn id="44" idx="3"/>
          </p:cNvCxnSpPr>
          <p:nvPr/>
        </p:nvCxnSpPr>
        <p:spPr>
          <a:xfrm flipV="1">
            <a:off x="5726318" y="1868075"/>
            <a:ext cx="1316508" cy="9759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椭圆 53">
            <a:extLst>
              <a:ext uri="{FF2B5EF4-FFF2-40B4-BE49-F238E27FC236}">
                <a16:creationId xmlns:a16="http://schemas.microsoft.com/office/drawing/2014/main" id="{8990B026-A063-3411-74D8-737B43823CC1}"/>
              </a:ext>
            </a:extLst>
          </p:cNvPr>
          <p:cNvSpPr/>
          <p:nvPr/>
        </p:nvSpPr>
        <p:spPr>
          <a:xfrm>
            <a:off x="5347946" y="40608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47C72142-33D5-535B-BDDF-53CB32D03CB6}"/>
              </a:ext>
            </a:extLst>
          </p:cNvPr>
          <p:cNvCxnSpPr>
            <a:cxnSpLocks/>
            <a:stCxn id="54" idx="2"/>
          </p:cNvCxnSpPr>
          <p:nvPr/>
        </p:nvCxnSpPr>
        <p:spPr>
          <a:xfrm flipH="1">
            <a:off x="3665683" y="595270"/>
            <a:ext cx="1682263" cy="96080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EFC027A4-21A1-36CC-087E-3EE0908FB92F}"/>
              </a:ext>
            </a:extLst>
          </p:cNvPr>
          <p:cNvCxnSpPr>
            <a:cxnSpLocks/>
            <a:endCxn id="54" idx="3"/>
          </p:cNvCxnSpPr>
          <p:nvPr/>
        </p:nvCxnSpPr>
        <p:spPr>
          <a:xfrm flipV="1">
            <a:off x="4791041" y="729045"/>
            <a:ext cx="612316" cy="8270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690E8ADD-D235-EBB7-F820-D333B25C6011}"/>
              </a:ext>
            </a:extLst>
          </p:cNvPr>
          <p:cNvCxnSpPr>
            <a:cxnSpLocks/>
            <a:endCxn id="54" idx="4"/>
          </p:cNvCxnSpPr>
          <p:nvPr/>
        </p:nvCxnSpPr>
        <p:spPr>
          <a:xfrm flipH="1" flipV="1">
            <a:off x="5537132" y="784456"/>
            <a:ext cx="109344" cy="7071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0CB914E3-1EC2-068E-47E1-094C99E2E85F}"/>
              </a:ext>
            </a:extLst>
          </p:cNvPr>
          <p:cNvCxnSpPr>
            <a:cxnSpLocks/>
            <a:stCxn id="44" idx="1"/>
            <a:endCxn id="54" idx="6"/>
          </p:cNvCxnSpPr>
          <p:nvPr/>
        </p:nvCxnSpPr>
        <p:spPr>
          <a:xfrm flipH="1" flipV="1">
            <a:off x="5726318" y="595270"/>
            <a:ext cx="1316508" cy="10052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86669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E7D40-DBB6-6918-CBD3-64B16CF59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B562EDCB-0E3C-DB4B-6FA7-7B0B811F5391}"/>
              </a:ext>
            </a:extLst>
          </p:cNvPr>
          <p:cNvSpPr/>
          <p:nvPr/>
        </p:nvSpPr>
        <p:spPr>
          <a:xfrm>
            <a:off x="1947706" y="69795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2ADAD27-3276-0D35-E382-5E5CC7A1C67B}"/>
              </a:ext>
            </a:extLst>
          </p:cNvPr>
          <p:cNvSpPr/>
          <p:nvPr/>
        </p:nvSpPr>
        <p:spPr>
          <a:xfrm>
            <a:off x="1947706" y="174748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980E699-EA91-58C3-0BD2-10068F40DE69}"/>
              </a:ext>
            </a:extLst>
          </p:cNvPr>
          <p:cNvSpPr/>
          <p:nvPr/>
        </p:nvSpPr>
        <p:spPr>
          <a:xfrm>
            <a:off x="3402638" y="69795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08DFBD1-264D-A0A0-59D5-0FF21675FB8A}"/>
              </a:ext>
            </a:extLst>
          </p:cNvPr>
          <p:cNvSpPr/>
          <p:nvPr/>
        </p:nvSpPr>
        <p:spPr>
          <a:xfrm>
            <a:off x="3402638" y="174748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53EFF15-9D40-05F9-DBDE-E423BB144864}"/>
              </a:ext>
            </a:extLst>
          </p:cNvPr>
          <p:cNvSpPr/>
          <p:nvPr/>
        </p:nvSpPr>
        <p:spPr>
          <a:xfrm>
            <a:off x="4857570" y="69795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56B2B39-48A6-08AB-1928-A3359C90CC4D}"/>
              </a:ext>
            </a:extLst>
          </p:cNvPr>
          <p:cNvSpPr/>
          <p:nvPr/>
        </p:nvSpPr>
        <p:spPr>
          <a:xfrm>
            <a:off x="4857570" y="174748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6</a:t>
            </a:r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09FB180-B042-E9A9-7B1D-CF6982C05D49}"/>
              </a:ext>
            </a:extLst>
          </p:cNvPr>
          <p:cNvCxnSpPr>
            <a:stCxn id="5" idx="0"/>
            <a:endCxn id="3" idx="4"/>
          </p:cNvCxnSpPr>
          <p:nvPr/>
        </p:nvCxnSpPr>
        <p:spPr>
          <a:xfrm flipV="1">
            <a:off x="2136892" y="1076324"/>
            <a:ext cx="0" cy="6711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C624F7D-2C53-63FD-891B-83437187CA17}"/>
              </a:ext>
            </a:extLst>
          </p:cNvPr>
          <p:cNvCxnSpPr>
            <a:cxnSpLocks/>
            <a:stCxn id="13" idx="0"/>
            <a:endCxn id="11" idx="4"/>
          </p:cNvCxnSpPr>
          <p:nvPr/>
        </p:nvCxnSpPr>
        <p:spPr>
          <a:xfrm flipV="1">
            <a:off x="5046756" y="1076324"/>
            <a:ext cx="0" cy="6711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0ACF954-F873-902B-4EB0-C9B69104BAA1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>
            <a:off x="3781010" y="887138"/>
            <a:ext cx="10765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89E79FC-CB8B-11FA-0B41-8663CF6B1062}"/>
              </a:ext>
            </a:extLst>
          </p:cNvPr>
          <p:cNvCxnSpPr>
            <a:cxnSpLocks/>
            <a:stCxn id="3" idx="6"/>
            <a:endCxn id="7" idx="2"/>
          </p:cNvCxnSpPr>
          <p:nvPr/>
        </p:nvCxnSpPr>
        <p:spPr>
          <a:xfrm>
            <a:off x="2326078" y="887138"/>
            <a:ext cx="10765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DE79C811-840C-9C49-9155-E0BEB2EC96D8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>
            <a:off x="3781010" y="1936671"/>
            <a:ext cx="10765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8868034C-5590-3B68-3722-12F2A089822D}"/>
              </a:ext>
            </a:extLst>
          </p:cNvPr>
          <p:cNvCxnSpPr>
            <a:cxnSpLocks/>
            <a:stCxn id="9" idx="2"/>
            <a:endCxn id="5" idx="6"/>
          </p:cNvCxnSpPr>
          <p:nvPr/>
        </p:nvCxnSpPr>
        <p:spPr>
          <a:xfrm flipH="1">
            <a:off x="2326078" y="1936671"/>
            <a:ext cx="10765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E2190470-6D06-FA58-2395-36DED819E202}"/>
              </a:ext>
            </a:extLst>
          </p:cNvPr>
          <p:cNvCxnSpPr>
            <a:cxnSpLocks/>
            <a:stCxn id="9" idx="0"/>
            <a:endCxn id="7" idx="4"/>
          </p:cNvCxnSpPr>
          <p:nvPr/>
        </p:nvCxnSpPr>
        <p:spPr>
          <a:xfrm flipV="1">
            <a:off x="3591824" y="1076324"/>
            <a:ext cx="0" cy="6711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922B2413-A582-035E-025C-A1BDE5DFFF00}"/>
              </a:ext>
            </a:extLst>
          </p:cNvPr>
          <p:cNvCxnSpPr>
            <a:cxnSpLocks/>
            <a:stCxn id="3" idx="5"/>
            <a:endCxn id="9" idx="1"/>
          </p:cNvCxnSpPr>
          <p:nvPr/>
        </p:nvCxnSpPr>
        <p:spPr>
          <a:xfrm>
            <a:off x="2270667" y="1020913"/>
            <a:ext cx="1187382" cy="7819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F86C8BCF-9EAE-348C-EAE5-AE54E78019F1}"/>
              </a:ext>
            </a:extLst>
          </p:cNvPr>
          <p:cNvCxnSpPr>
            <a:cxnSpLocks/>
            <a:stCxn id="7" idx="3"/>
            <a:endCxn id="5" idx="7"/>
          </p:cNvCxnSpPr>
          <p:nvPr/>
        </p:nvCxnSpPr>
        <p:spPr>
          <a:xfrm flipH="1">
            <a:off x="2270667" y="1020913"/>
            <a:ext cx="1187382" cy="7819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08F7AC96-F812-250C-835E-11743C6A7BD1}"/>
              </a:ext>
            </a:extLst>
          </p:cNvPr>
          <p:cNvCxnSpPr>
            <a:cxnSpLocks/>
            <a:stCxn id="11" idx="3"/>
            <a:endCxn id="9" idx="7"/>
          </p:cNvCxnSpPr>
          <p:nvPr/>
        </p:nvCxnSpPr>
        <p:spPr>
          <a:xfrm flipH="1">
            <a:off x="3725599" y="1020913"/>
            <a:ext cx="1187382" cy="7819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3239E875-EE56-152F-72C7-0D5E44437394}"/>
              </a:ext>
            </a:extLst>
          </p:cNvPr>
          <p:cNvSpPr txBox="1"/>
          <p:nvPr/>
        </p:nvSpPr>
        <p:spPr>
          <a:xfrm>
            <a:off x="1830398" y="122723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B8F0AF7F-6E01-6F6E-01E4-20DBF9A6FDF4}"/>
              </a:ext>
            </a:extLst>
          </p:cNvPr>
          <p:cNvSpPr txBox="1"/>
          <p:nvPr/>
        </p:nvSpPr>
        <p:spPr>
          <a:xfrm>
            <a:off x="2270667" y="105641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FBE6314-52C9-95B6-B911-B5FDA9ECB5E6}"/>
              </a:ext>
            </a:extLst>
          </p:cNvPr>
          <p:cNvSpPr txBox="1"/>
          <p:nvPr/>
        </p:nvSpPr>
        <p:spPr>
          <a:xfrm>
            <a:off x="4187130" y="54858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E84AF2E-1A81-756F-3872-A6EE152973C9}"/>
              </a:ext>
            </a:extLst>
          </p:cNvPr>
          <p:cNvSpPr txBox="1"/>
          <p:nvPr/>
        </p:nvSpPr>
        <p:spPr>
          <a:xfrm>
            <a:off x="3536414" y="126551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967F4867-E4B8-8097-DCFF-4785C3B1D79C}"/>
              </a:ext>
            </a:extLst>
          </p:cNvPr>
          <p:cNvSpPr txBox="1"/>
          <p:nvPr/>
        </p:nvSpPr>
        <p:spPr>
          <a:xfrm>
            <a:off x="2718324" y="191391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8CF7C1BE-1C20-7F0C-8BBD-3DC4A1B72597}"/>
              </a:ext>
            </a:extLst>
          </p:cNvPr>
          <p:cNvSpPr txBox="1"/>
          <p:nvPr/>
        </p:nvSpPr>
        <p:spPr>
          <a:xfrm>
            <a:off x="4187130" y="193756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5A024A39-3A9C-466D-A9F3-2B228C121EDB}"/>
              </a:ext>
            </a:extLst>
          </p:cNvPr>
          <p:cNvSpPr txBox="1"/>
          <p:nvPr/>
        </p:nvSpPr>
        <p:spPr>
          <a:xfrm>
            <a:off x="4424952" y="122569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838D5A0F-0AC9-3516-DF71-1CC04163BAC8}"/>
              </a:ext>
            </a:extLst>
          </p:cNvPr>
          <p:cNvSpPr txBox="1"/>
          <p:nvPr/>
        </p:nvSpPr>
        <p:spPr>
          <a:xfrm>
            <a:off x="5046755" y="124262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1D558DA-1ECF-B74A-9CFA-AACFC9B53A1A}"/>
              </a:ext>
            </a:extLst>
          </p:cNvPr>
          <p:cNvSpPr txBox="1"/>
          <p:nvPr/>
        </p:nvSpPr>
        <p:spPr>
          <a:xfrm>
            <a:off x="2744798" y="54858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56BE5AAD-849B-A8E5-C6AC-8F1590CE4B8B}"/>
              </a:ext>
            </a:extLst>
          </p:cNvPr>
          <p:cNvSpPr txBox="1"/>
          <p:nvPr/>
        </p:nvSpPr>
        <p:spPr>
          <a:xfrm>
            <a:off x="3153724" y="109623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9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4078698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5625A-BDD5-8434-460D-AD62C43BC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椭圆 63">
            <a:extLst>
              <a:ext uri="{FF2B5EF4-FFF2-40B4-BE49-F238E27FC236}">
                <a16:creationId xmlns:a16="http://schemas.microsoft.com/office/drawing/2014/main" id="{2CD71106-0C71-679C-EAF2-82CA059BC6DE}"/>
              </a:ext>
            </a:extLst>
          </p:cNvPr>
          <p:cNvSpPr/>
          <p:nvPr/>
        </p:nvSpPr>
        <p:spPr>
          <a:xfrm>
            <a:off x="996073" y="504857"/>
            <a:ext cx="378372" cy="37837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4A31D25E-4312-8157-3AF2-C6FC2A73A50F}"/>
              </a:ext>
            </a:extLst>
          </p:cNvPr>
          <p:cNvSpPr/>
          <p:nvPr/>
        </p:nvSpPr>
        <p:spPr>
          <a:xfrm>
            <a:off x="2007248" y="1368563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zh-CN" altLang="en-US"/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DB9FBAA7-94C7-C216-48EB-5E898E9E6BEA}"/>
              </a:ext>
            </a:extLst>
          </p:cNvPr>
          <p:cNvCxnSpPr>
            <a:cxnSpLocks/>
            <a:stCxn id="64" idx="5"/>
            <a:endCxn id="65" idx="1"/>
          </p:cNvCxnSpPr>
          <p:nvPr/>
        </p:nvCxnSpPr>
        <p:spPr>
          <a:xfrm>
            <a:off x="1319034" y="827818"/>
            <a:ext cx="743625" cy="5961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A4F71B69-846E-13F0-E8DC-EC778932FA8B}"/>
              </a:ext>
            </a:extLst>
          </p:cNvPr>
          <p:cNvSpPr txBox="1"/>
          <p:nvPr/>
        </p:nvSpPr>
        <p:spPr>
          <a:xfrm>
            <a:off x="2050400" y="175437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4</a:t>
            </a:r>
            <a:endParaRPr lang="zh-CN" altLang="en-US" sz="1600" u="sng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B1913380-9079-7802-7725-13D9027BDC11}"/>
              </a:ext>
            </a:extLst>
          </p:cNvPr>
          <p:cNvSpPr txBox="1"/>
          <p:nvPr/>
        </p:nvSpPr>
        <p:spPr>
          <a:xfrm>
            <a:off x="784652" y="26499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0</a:t>
            </a:r>
            <a:endParaRPr lang="zh-CN" altLang="en-US" sz="1600" u="sng"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B961869A-E33D-1DE6-5CAC-ED7673D7A136}"/>
              </a:ext>
            </a:extLst>
          </p:cNvPr>
          <p:cNvSpPr/>
          <p:nvPr/>
        </p:nvSpPr>
        <p:spPr>
          <a:xfrm>
            <a:off x="2007248" y="49742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4A254565-AAE2-E27F-4741-F31882DB1EDC}"/>
              </a:ext>
            </a:extLst>
          </p:cNvPr>
          <p:cNvSpPr/>
          <p:nvPr/>
        </p:nvSpPr>
        <p:spPr>
          <a:xfrm>
            <a:off x="8264915" y="23994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30B6421-D29E-01AC-970A-FB936285F806}"/>
              </a:ext>
            </a:extLst>
          </p:cNvPr>
          <p:cNvSpPr/>
          <p:nvPr/>
        </p:nvSpPr>
        <p:spPr>
          <a:xfrm>
            <a:off x="8264915" y="128947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DCFC28FA-8086-C822-809E-D95F0247A1B1}"/>
              </a:ext>
            </a:extLst>
          </p:cNvPr>
          <p:cNvSpPr/>
          <p:nvPr/>
        </p:nvSpPr>
        <p:spPr>
          <a:xfrm>
            <a:off x="9719847" y="23994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DEE8865F-510A-A383-1427-FB26D2677058}"/>
              </a:ext>
            </a:extLst>
          </p:cNvPr>
          <p:cNvSpPr/>
          <p:nvPr/>
        </p:nvSpPr>
        <p:spPr>
          <a:xfrm>
            <a:off x="9719847" y="128947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B335A4B-DEFB-4377-C900-9584FA99A4AF}"/>
              </a:ext>
            </a:extLst>
          </p:cNvPr>
          <p:cNvSpPr/>
          <p:nvPr/>
        </p:nvSpPr>
        <p:spPr>
          <a:xfrm>
            <a:off x="11174779" y="23994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1BED9BE-1C75-0137-8890-0CAB28B86813}"/>
              </a:ext>
            </a:extLst>
          </p:cNvPr>
          <p:cNvSpPr/>
          <p:nvPr/>
        </p:nvSpPr>
        <p:spPr>
          <a:xfrm>
            <a:off x="11174779" y="128947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6</a:t>
            </a:r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4800AC0-7077-8D35-BC16-BD3D0AB6600F}"/>
              </a:ext>
            </a:extLst>
          </p:cNvPr>
          <p:cNvCxnSpPr>
            <a:stCxn id="3" idx="0"/>
            <a:endCxn id="2" idx="4"/>
          </p:cNvCxnSpPr>
          <p:nvPr/>
        </p:nvCxnSpPr>
        <p:spPr>
          <a:xfrm flipV="1">
            <a:off x="8454101" y="618314"/>
            <a:ext cx="0" cy="6711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F4B6E7F-2D75-2D63-C615-D8D8C003E82F}"/>
              </a:ext>
            </a:extLst>
          </p:cNvPr>
          <p:cNvCxnSpPr>
            <a:cxnSpLocks/>
            <a:stCxn id="7" idx="0"/>
            <a:endCxn id="6" idx="4"/>
          </p:cNvCxnSpPr>
          <p:nvPr/>
        </p:nvCxnSpPr>
        <p:spPr>
          <a:xfrm flipV="1">
            <a:off x="11363965" y="618314"/>
            <a:ext cx="0" cy="6711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7EA27431-4862-6E14-14DC-0F9C967B54E2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>
            <a:off x="10098219" y="429128"/>
            <a:ext cx="10765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37567DD-21CD-D92D-B72B-E8EABCF757FA}"/>
              </a:ext>
            </a:extLst>
          </p:cNvPr>
          <p:cNvCxnSpPr>
            <a:cxnSpLocks/>
            <a:stCxn id="2" idx="6"/>
            <a:endCxn id="4" idx="2"/>
          </p:cNvCxnSpPr>
          <p:nvPr/>
        </p:nvCxnSpPr>
        <p:spPr>
          <a:xfrm>
            <a:off x="8643287" y="429128"/>
            <a:ext cx="10765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9B76431-1C69-4930-D55D-7A790389E1C1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10098219" y="1478661"/>
            <a:ext cx="10765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F830B17-9B1C-BD6A-3A29-B90138AC4901}"/>
              </a:ext>
            </a:extLst>
          </p:cNvPr>
          <p:cNvCxnSpPr>
            <a:cxnSpLocks/>
            <a:stCxn id="5" idx="2"/>
            <a:endCxn id="3" idx="6"/>
          </p:cNvCxnSpPr>
          <p:nvPr/>
        </p:nvCxnSpPr>
        <p:spPr>
          <a:xfrm flipH="1">
            <a:off x="8643287" y="1478661"/>
            <a:ext cx="10765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A5AA41F-355D-D807-5D3A-A040DC679E26}"/>
              </a:ext>
            </a:extLst>
          </p:cNvPr>
          <p:cNvCxnSpPr>
            <a:cxnSpLocks/>
            <a:stCxn id="5" idx="0"/>
            <a:endCxn id="4" idx="4"/>
          </p:cNvCxnSpPr>
          <p:nvPr/>
        </p:nvCxnSpPr>
        <p:spPr>
          <a:xfrm flipV="1">
            <a:off x="9909033" y="618314"/>
            <a:ext cx="0" cy="6711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A7AFEBC-B254-2101-503E-E14BAD4A9EAC}"/>
              </a:ext>
            </a:extLst>
          </p:cNvPr>
          <p:cNvCxnSpPr>
            <a:cxnSpLocks/>
            <a:stCxn id="2" idx="5"/>
            <a:endCxn id="5" idx="1"/>
          </p:cNvCxnSpPr>
          <p:nvPr/>
        </p:nvCxnSpPr>
        <p:spPr>
          <a:xfrm>
            <a:off x="8587876" y="562903"/>
            <a:ext cx="1187382" cy="7819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530B9F0-900D-6275-14B8-5012CB37DDAE}"/>
              </a:ext>
            </a:extLst>
          </p:cNvPr>
          <p:cNvCxnSpPr>
            <a:cxnSpLocks/>
            <a:stCxn id="4" idx="3"/>
            <a:endCxn id="3" idx="7"/>
          </p:cNvCxnSpPr>
          <p:nvPr/>
        </p:nvCxnSpPr>
        <p:spPr>
          <a:xfrm flipH="1">
            <a:off x="8587876" y="562903"/>
            <a:ext cx="1187382" cy="7819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63C6A922-ECD5-48CD-1AC1-A8B3E7127EDD}"/>
              </a:ext>
            </a:extLst>
          </p:cNvPr>
          <p:cNvCxnSpPr>
            <a:cxnSpLocks/>
            <a:stCxn id="6" idx="3"/>
            <a:endCxn id="5" idx="7"/>
          </p:cNvCxnSpPr>
          <p:nvPr/>
        </p:nvCxnSpPr>
        <p:spPr>
          <a:xfrm flipH="1">
            <a:off x="10042808" y="562903"/>
            <a:ext cx="1187382" cy="7819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34763D01-7A0F-C970-01FC-8960DB258DE0}"/>
              </a:ext>
            </a:extLst>
          </p:cNvPr>
          <p:cNvSpPr txBox="1"/>
          <p:nvPr/>
        </p:nvSpPr>
        <p:spPr>
          <a:xfrm>
            <a:off x="8147607" y="76922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530076-89B6-4E77-7F87-A1D57E2E21B8}"/>
              </a:ext>
            </a:extLst>
          </p:cNvPr>
          <p:cNvSpPr txBox="1"/>
          <p:nvPr/>
        </p:nvSpPr>
        <p:spPr>
          <a:xfrm>
            <a:off x="8587876" y="59840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2DDA197-6C46-95E7-D76B-5DEAE26E9C81}"/>
              </a:ext>
            </a:extLst>
          </p:cNvPr>
          <p:cNvSpPr txBox="1"/>
          <p:nvPr/>
        </p:nvSpPr>
        <p:spPr>
          <a:xfrm>
            <a:off x="10504339" y="9057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216FD0E-F2DE-92C8-DB4B-85E84886D8D1}"/>
              </a:ext>
            </a:extLst>
          </p:cNvPr>
          <p:cNvSpPr txBox="1"/>
          <p:nvPr/>
        </p:nvSpPr>
        <p:spPr>
          <a:xfrm>
            <a:off x="9853623" y="80750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CDAE2A4-AED5-3D1E-997B-9B1B69B93DA1}"/>
              </a:ext>
            </a:extLst>
          </p:cNvPr>
          <p:cNvSpPr txBox="1"/>
          <p:nvPr/>
        </p:nvSpPr>
        <p:spPr>
          <a:xfrm>
            <a:off x="9035533" y="145590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A7C4665-B008-771A-3E40-E38B04AAC52E}"/>
              </a:ext>
            </a:extLst>
          </p:cNvPr>
          <p:cNvSpPr txBox="1"/>
          <p:nvPr/>
        </p:nvSpPr>
        <p:spPr>
          <a:xfrm>
            <a:off x="10504339" y="147955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384B9E5-1D37-FBBA-F22E-D71B71629C5E}"/>
              </a:ext>
            </a:extLst>
          </p:cNvPr>
          <p:cNvSpPr txBox="1"/>
          <p:nvPr/>
        </p:nvSpPr>
        <p:spPr>
          <a:xfrm>
            <a:off x="10742161" y="76768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88B698E-AAD8-E8C9-5499-C4AADD0CA2B1}"/>
              </a:ext>
            </a:extLst>
          </p:cNvPr>
          <p:cNvSpPr txBox="1"/>
          <p:nvPr/>
        </p:nvSpPr>
        <p:spPr>
          <a:xfrm>
            <a:off x="11363964" y="78461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5CE93F1-4356-4BA1-C50B-5A7ACB2851C8}"/>
              </a:ext>
            </a:extLst>
          </p:cNvPr>
          <p:cNvSpPr txBox="1"/>
          <p:nvPr/>
        </p:nvSpPr>
        <p:spPr>
          <a:xfrm>
            <a:off x="9062007" y="9057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0E4833D-95A8-D546-E19F-1306A44AF9C4}"/>
              </a:ext>
            </a:extLst>
          </p:cNvPr>
          <p:cNvSpPr txBox="1"/>
          <p:nvPr/>
        </p:nvSpPr>
        <p:spPr>
          <a:xfrm>
            <a:off x="9470933" y="63822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9</a:t>
            </a:r>
            <a:endParaRPr lang="zh-CN" altLang="en-US" sz="1600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F33AB086-F410-3003-C7F5-066D9A8A7786}"/>
              </a:ext>
            </a:extLst>
          </p:cNvPr>
          <p:cNvCxnSpPr>
            <a:cxnSpLocks/>
            <a:stCxn id="64" idx="6"/>
            <a:endCxn id="71" idx="2"/>
          </p:cNvCxnSpPr>
          <p:nvPr/>
        </p:nvCxnSpPr>
        <p:spPr>
          <a:xfrm flipV="1">
            <a:off x="1374445" y="686608"/>
            <a:ext cx="632803" cy="74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A823AB88-9AD2-25EA-259A-99530584896F}"/>
              </a:ext>
            </a:extLst>
          </p:cNvPr>
          <p:cNvSpPr txBox="1"/>
          <p:nvPr/>
        </p:nvSpPr>
        <p:spPr>
          <a:xfrm>
            <a:off x="2106348" y="16481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5</a:t>
            </a:r>
            <a:endParaRPr lang="zh-CN" altLang="en-US" sz="1600" u="sng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2AF2E78-BED2-63AD-CAC4-DCBD98C9F076}"/>
              </a:ext>
            </a:extLst>
          </p:cNvPr>
          <p:cNvSpPr txBox="1"/>
          <p:nvPr/>
        </p:nvSpPr>
        <p:spPr>
          <a:xfrm>
            <a:off x="5079468" y="171259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4</a:t>
            </a:r>
            <a:endParaRPr lang="zh-CN" altLang="en-US" sz="1600" u="sng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98398BAA-F2D8-A824-D50A-4C77FA090F6C}"/>
              </a:ext>
            </a:extLst>
          </p:cNvPr>
          <p:cNvSpPr/>
          <p:nvPr/>
        </p:nvSpPr>
        <p:spPr>
          <a:xfrm>
            <a:off x="3972717" y="443589"/>
            <a:ext cx="378372" cy="37837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5C71AA5F-317A-7A64-D45A-B7887FCF4C8D}"/>
              </a:ext>
            </a:extLst>
          </p:cNvPr>
          <p:cNvSpPr/>
          <p:nvPr/>
        </p:nvSpPr>
        <p:spPr>
          <a:xfrm>
            <a:off x="4983892" y="1307295"/>
            <a:ext cx="378372" cy="37837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zh-CN" altLang="en-US"/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3728A102-F7A5-B699-2C0A-651B56402063}"/>
              </a:ext>
            </a:extLst>
          </p:cNvPr>
          <p:cNvCxnSpPr>
            <a:cxnSpLocks/>
            <a:stCxn id="49" idx="5"/>
            <a:endCxn id="50" idx="1"/>
          </p:cNvCxnSpPr>
          <p:nvPr/>
        </p:nvCxnSpPr>
        <p:spPr>
          <a:xfrm>
            <a:off x="4295678" y="766550"/>
            <a:ext cx="743625" cy="5961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FC8F8838-135E-6D97-4EA2-EB6C4A9DE43D}"/>
              </a:ext>
            </a:extLst>
          </p:cNvPr>
          <p:cNvSpPr txBox="1"/>
          <p:nvPr/>
        </p:nvSpPr>
        <p:spPr>
          <a:xfrm>
            <a:off x="3761296" y="20372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0</a:t>
            </a:r>
            <a:endParaRPr lang="zh-CN" altLang="en-US" sz="1600" u="sng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DDCF080B-008C-3D28-2063-785E8E32DB6F}"/>
              </a:ext>
            </a:extLst>
          </p:cNvPr>
          <p:cNvSpPr/>
          <p:nvPr/>
        </p:nvSpPr>
        <p:spPr>
          <a:xfrm>
            <a:off x="4983892" y="43615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398B5F5C-0BEA-E5BD-DA34-716D57B5494C}"/>
              </a:ext>
            </a:extLst>
          </p:cNvPr>
          <p:cNvCxnSpPr>
            <a:cxnSpLocks/>
            <a:stCxn id="49" idx="6"/>
            <a:endCxn id="53" idx="2"/>
          </p:cNvCxnSpPr>
          <p:nvPr/>
        </p:nvCxnSpPr>
        <p:spPr>
          <a:xfrm flipV="1">
            <a:off x="4351089" y="625340"/>
            <a:ext cx="632803" cy="74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1BBDEB4B-55D5-5441-ADE9-B035B40D8D09}"/>
              </a:ext>
            </a:extLst>
          </p:cNvPr>
          <p:cNvSpPr txBox="1"/>
          <p:nvPr/>
        </p:nvSpPr>
        <p:spPr>
          <a:xfrm>
            <a:off x="4893269" y="11750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5</a:t>
            </a:r>
            <a:endParaRPr lang="zh-CN" altLang="en-US" sz="1600" u="sng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B906D8C5-AD73-09E0-5CEE-9A084A118EB6}"/>
              </a:ext>
            </a:extLst>
          </p:cNvPr>
          <p:cNvSpPr/>
          <p:nvPr/>
        </p:nvSpPr>
        <p:spPr>
          <a:xfrm>
            <a:off x="3972717" y="130729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1525F6D4-224B-00E8-3D7B-0C58F2841EE9}"/>
              </a:ext>
            </a:extLst>
          </p:cNvPr>
          <p:cNvSpPr/>
          <p:nvPr/>
        </p:nvSpPr>
        <p:spPr>
          <a:xfrm>
            <a:off x="6054131" y="131431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6</a:t>
            </a:r>
            <a:endParaRPr lang="zh-CN" altLang="en-US"/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E00ABEC4-C18A-9425-3E0B-B6E2DC722E82}"/>
              </a:ext>
            </a:extLst>
          </p:cNvPr>
          <p:cNvCxnSpPr>
            <a:cxnSpLocks/>
            <a:stCxn id="50" idx="6"/>
            <a:endCxn id="58" idx="2"/>
          </p:cNvCxnSpPr>
          <p:nvPr/>
        </p:nvCxnSpPr>
        <p:spPr>
          <a:xfrm>
            <a:off x="5362264" y="1496481"/>
            <a:ext cx="691867" cy="70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2B0AA086-54FF-354C-7C94-24D7DCC778F1}"/>
              </a:ext>
            </a:extLst>
          </p:cNvPr>
          <p:cNvCxnSpPr>
            <a:cxnSpLocks/>
            <a:stCxn id="50" idx="2"/>
            <a:endCxn id="56" idx="6"/>
          </p:cNvCxnSpPr>
          <p:nvPr/>
        </p:nvCxnSpPr>
        <p:spPr>
          <a:xfrm flipH="1">
            <a:off x="4351089" y="1496481"/>
            <a:ext cx="6328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63A3CBC7-3D30-E095-F986-33C1F05B04C5}"/>
              </a:ext>
            </a:extLst>
          </p:cNvPr>
          <p:cNvCxnSpPr>
            <a:cxnSpLocks/>
            <a:endCxn id="53" idx="4"/>
          </p:cNvCxnSpPr>
          <p:nvPr/>
        </p:nvCxnSpPr>
        <p:spPr>
          <a:xfrm flipV="1">
            <a:off x="5173078" y="814526"/>
            <a:ext cx="0" cy="4997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B4A7DC11-5F0F-337F-64A1-27D752563E1C}"/>
              </a:ext>
            </a:extLst>
          </p:cNvPr>
          <p:cNvSpPr txBox="1"/>
          <p:nvPr/>
        </p:nvSpPr>
        <p:spPr>
          <a:xfrm>
            <a:off x="3942482" y="1750165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11</a:t>
            </a:r>
            <a:endParaRPr lang="zh-CN" altLang="en-US" sz="1600" u="sng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E75ADBDD-6969-9269-FA6F-6EDC99016807}"/>
              </a:ext>
            </a:extLst>
          </p:cNvPr>
          <p:cNvSpPr txBox="1"/>
          <p:nvPr/>
        </p:nvSpPr>
        <p:spPr>
          <a:xfrm>
            <a:off x="6068944" y="171259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9</a:t>
            </a:r>
            <a:endParaRPr lang="zh-CN" altLang="en-US" sz="1600" u="sng"/>
          </a:p>
        </p:txBody>
      </p:sp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987B7723-48B2-58B8-C539-1AFF287B4C22}"/>
              </a:ext>
            </a:extLst>
          </p:cNvPr>
          <p:cNvGrpSpPr/>
          <p:nvPr/>
        </p:nvGrpSpPr>
        <p:grpSpPr>
          <a:xfrm>
            <a:off x="-58673" y="2532729"/>
            <a:ext cx="2671621" cy="1971210"/>
            <a:chOff x="6680928" y="1905472"/>
            <a:chExt cx="2671621" cy="1971210"/>
          </a:xfrm>
        </p:grpSpPr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65A89CA4-A21A-FBB5-5C46-08F401128850}"/>
                </a:ext>
              </a:extLst>
            </p:cNvPr>
            <p:cNvSpPr txBox="1"/>
            <p:nvPr/>
          </p:nvSpPr>
          <p:spPr>
            <a:xfrm>
              <a:off x="7999100" y="3500558"/>
              <a:ext cx="2920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u="sng"/>
                <a:t>4</a:t>
              </a:r>
              <a:endParaRPr lang="zh-CN" altLang="en-US" sz="1600" u="sng"/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3AE77B92-B577-6F15-C965-71AA67019B7E}"/>
                </a:ext>
              </a:extLst>
            </p:cNvPr>
            <p:cNvSpPr/>
            <p:nvPr/>
          </p:nvSpPr>
          <p:spPr>
            <a:xfrm>
              <a:off x="6892349" y="2231552"/>
              <a:ext cx="378372" cy="37837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1</a:t>
              </a:r>
              <a:endParaRPr lang="zh-CN" altLang="en-US"/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B86E6DD6-BF87-8810-D8BD-95AD27ECCE85}"/>
                </a:ext>
              </a:extLst>
            </p:cNvPr>
            <p:cNvSpPr/>
            <p:nvPr/>
          </p:nvSpPr>
          <p:spPr>
            <a:xfrm>
              <a:off x="7903524" y="3095258"/>
              <a:ext cx="378372" cy="37837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5</a:t>
              </a:r>
              <a:endParaRPr lang="zh-CN" altLang="en-US"/>
            </a:p>
          </p:txBody>
        </p:sp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580944F9-FD72-6100-E737-18633E499406}"/>
                </a:ext>
              </a:extLst>
            </p:cNvPr>
            <p:cNvCxnSpPr>
              <a:cxnSpLocks/>
              <a:stCxn id="77" idx="5"/>
              <a:endCxn id="78" idx="1"/>
            </p:cNvCxnSpPr>
            <p:nvPr/>
          </p:nvCxnSpPr>
          <p:spPr>
            <a:xfrm>
              <a:off x="7215310" y="2554513"/>
              <a:ext cx="743625" cy="59615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A9975EDB-46C8-1401-4E13-377557556734}"/>
                </a:ext>
              </a:extLst>
            </p:cNvPr>
            <p:cNvSpPr txBox="1"/>
            <p:nvPr/>
          </p:nvSpPr>
          <p:spPr>
            <a:xfrm>
              <a:off x="6680928" y="1991690"/>
              <a:ext cx="2920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u="sng"/>
                <a:t>0</a:t>
              </a:r>
              <a:endParaRPr lang="zh-CN" altLang="en-US" sz="1600" u="sng"/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B9475DEA-A0D9-468C-29EA-26A0BA9C0FD8}"/>
                </a:ext>
              </a:extLst>
            </p:cNvPr>
            <p:cNvSpPr/>
            <p:nvPr/>
          </p:nvSpPr>
          <p:spPr>
            <a:xfrm>
              <a:off x="7903524" y="2224117"/>
              <a:ext cx="378372" cy="37837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2</a:t>
              </a:r>
              <a:endParaRPr lang="zh-CN" altLang="en-US"/>
            </a:p>
          </p:txBody>
        </p: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F1682BB8-28C1-250F-AE4E-915CF6DEEF78}"/>
                </a:ext>
              </a:extLst>
            </p:cNvPr>
            <p:cNvCxnSpPr>
              <a:cxnSpLocks/>
              <a:stCxn id="77" idx="6"/>
              <a:endCxn id="81" idx="2"/>
            </p:cNvCxnSpPr>
            <p:nvPr/>
          </p:nvCxnSpPr>
          <p:spPr>
            <a:xfrm flipV="1">
              <a:off x="7270721" y="2413303"/>
              <a:ext cx="632803" cy="743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814BAE59-D0CD-BCF6-5A3F-FFCCB4B075DA}"/>
                </a:ext>
              </a:extLst>
            </p:cNvPr>
            <p:cNvSpPr txBox="1"/>
            <p:nvPr/>
          </p:nvSpPr>
          <p:spPr>
            <a:xfrm>
              <a:off x="7812901" y="1905472"/>
              <a:ext cx="2920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u="sng"/>
                <a:t>5</a:t>
              </a:r>
              <a:endParaRPr lang="zh-CN" altLang="en-US" sz="1600" u="sng"/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4868569F-41E1-FFD6-AC3B-75AA97A30974}"/>
                </a:ext>
              </a:extLst>
            </p:cNvPr>
            <p:cNvSpPr/>
            <p:nvPr/>
          </p:nvSpPr>
          <p:spPr>
            <a:xfrm>
              <a:off x="6892349" y="3095258"/>
              <a:ext cx="378372" cy="37837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4</a:t>
              </a:r>
              <a:endParaRPr lang="zh-CN" altLang="en-US"/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0BB9B7D8-F356-B35D-CA6D-BC9D81FF4DC3}"/>
                </a:ext>
              </a:extLst>
            </p:cNvPr>
            <p:cNvSpPr/>
            <p:nvPr/>
          </p:nvSpPr>
          <p:spPr>
            <a:xfrm>
              <a:off x="8973763" y="3102277"/>
              <a:ext cx="378372" cy="37837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6</a:t>
              </a:r>
              <a:endParaRPr lang="zh-CN" altLang="en-US"/>
            </a:p>
          </p:txBody>
        </p: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47FEFB43-EAF4-1F15-2856-6936549524BF}"/>
                </a:ext>
              </a:extLst>
            </p:cNvPr>
            <p:cNvCxnSpPr>
              <a:cxnSpLocks/>
              <a:stCxn id="78" idx="6"/>
              <a:endCxn id="85" idx="2"/>
            </p:cNvCxnSpPr>
            <p:nvPr/>
          </p:nvCxnSpPr>
          <p:spPr>
            <a:xfrm>
              <a:off x="8281896" y="3284444"/>
              <a:ext cx="691867" cy="70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407AE7FB-F2A4-22D4-873D-A370C99CA75B}"/>
                </a:ext>
              </a:extLst>
            </p:cNvPr>
            <p:cNvCxnSpPr>
              <a:cxnSpLocks/>
              <a:stCxn id="78" idx="2"/>
              <a:endCxn id="84" idx="6"/>
            </p:cNvCxnSpPr>
            <p:nvPr/>
          </p:nvCxnSpPr>
          <p:spPr>
            <a:xfrm flipH="1">
              <a:off x="7270721" y="3284444"/>
              <a:ext cx="6328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30BDF2B0-E31C-9ECD-338A-56C6868DC7A9}"/>
                </a:ext>
              </a:extLst>
            </p:cNvPr>
            <p:cNvCxnSpPr>
              <a:cxnSpLocks/>
              <a:endCxn id="81" idx="4"/>
            </p:cNvCxnSpPr>
            <p:nvPr/>
          </p:nvCxnSpPr>
          <p:spPr>
            <a:xfrm flipV="1">
              <a:off x="8092710" y="2602489"/>
              <a:ext cx="0" cy="4997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7D2517EB-889F-811B-445D-E1109EDA62AC}"/>
                </a:ext>
              </a:extLst>
            </p:cNvPr>
            <p:cNvSpPr txBox="1"/>
            <p:nvPr/>
          </p:nvSpPr>
          <p:spPr>
            <a:xfrm>
              <a:off x="6862114" y="3538128"/>
              <a:ext cx="3994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u="sng"/>
                <a:t>11</a:t>
              </a:r>
              <a:endParaRPr lang="zh-CN" altLang="en-US" sz="1600" u="sng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795F551D-A7AD-6ED4-0B05-AE6D784114B6}"/>
                </a:ext>
              </a:extLst>
            </p:cNvPr>
            <p:cNvSpPr txBox="1"/>
            <p:nvPr/>
          </p:nvSpPr>
          <p:spPr>
            <a:xfrm>
              <a:off x="8988576" y="3500558"/>
              <a:ext cx="2920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u="sng"/>
                <a:t>9</a:t>
              </a:r>
              <a:endParaRPr lang="zh-CN" altLang="en-US" sz="1600" u="sng"/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1F45B23A-CBD0-C886-2BD1-E866347A2FB9}"/>
                </a:ext>
              </a:extLst>
            </p:cNvPr>
            <p:cNvSpPr/>
            <p:nvPr/>
          </p:nvSpPr>
          <p:spPr>
            <a:xfrm>
              <a:off x="8974177" y="2231552"/>
              <a:ext cx="378372" cy="37837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3</a:t>
              </a:r>
              <a:endParaRPr lang="zh-CN" altLang="en-US"/>
            </a:p>
          </p:txBody>
        </p: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EBE09232-044A-4358-AD21-4A17D5FD4DC6}"/>
                </a:ext>
              </a:extLst>
            </p:cNvPr>
            <p:cNvCxnSpPr>
              <a:cxnSpLocks/>
              <a:stCxn id="81" idx="6"/>
              <a:endCxn id="91" idx="2"/>
            </p:cNvCxnSpPr>
            <p:nvPr/>
          </p:nvCxnSpPr>
          <p:spPr>
            <a:xfrm>
              <a:off x="8281896" y="2413303"/>
              <a:ext cx="692281" cy="743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BBA6E4FB-1CFD-F8BF-4A48-5BB906731040}"/>
                </a:ext>
              </a:extLst>
            </p:cNvPr>
            <p:cNvSpPr txBox="1"/>
            <p:nvPr/>
          </p:nvSpPr>
          <p:spPr>
            <a:xfrm>
              <a:off x="9014452" y="1913211"/>
              <a:ext cx="2920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u="sng"/>
                <a:t>7</a:t>
              </a:r>
              <a:endParaRPr lang="zh-CN" altLang="en-US" sz="1600" u="sng"/>
            </a:p>
          </p:txBody>
        </p:sp>
        <p:cxnSp>
          <p:nvCxnSpPr>
            <p:cNvPr id="142" name="直接箭头连接符 141">
              <a:extLst>
                <a:ext uri="{FF2B5EF4-FFF2-40B4-BE49-F238E27FC236}">
                  <a16:creationId xmlns:a16="http://schemas.microsoft.com/office/drawing/2014/main" id="{75E8DF0B-04ED-C2D4-1762-03713AD78221}"/>
                </a:ext>
              </a:extLst>
            </p:cNvPr>
            <p:cNvCxnSpPr>
              <a:cxnSpLocks/>
              <a:stCxn id="81" idx="3"/>
              <a:endCxn id="84" idx="7"/>
            </p:cNvCxnSpPr>
            <p:nvPr/>
          </p:nvCxnSpPr>
          <p:spPr>
            <a:xfrm flipH="1">
              <a:off x="7215310" y="2547078"/>
              <a:ext cx="743625" cy="60359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7" name="文本框 96">
            <a:extLst>
              <a:ext uri="{FF2B5EF4-FFF2-40B4-BE49-F238E27FC236}">
                <a16:creationId xmlns:a16="http://schemas.microsoft.com/office/drawing/2014/main" id="{C15A9835-D6C0-36CD-974E-86B26C321980}"/>
              </a:ext>
            </a:extLst>
          </p:cNvPr>
          <p:cNvSpPr txBox="1"/>
          <p:nvPr/>
        </p:nvSpPr>
        <p:spPr>
          <a:xfrm>
            <a:off x="4520850" y="411378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4</a:t>
            </a:r>
            <a:endParaRPr lang="zh-CN" altLang="en-US" sz="1600" u="sng"/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D34D6ECB-70EE-334F-14A8-D8A1CED77DCE}"/>
              </a:ext>
            </a:extLst>
          </p:cNvPr>
          <p:cNvSpPr/>
          <p:nvPr/>
        </p:nvSpPr>
        <p:spPr>
          <a:xfrm>
            <a:off x="3414099" y="2844779"/>
            <a:ext cx="378372" cy="37837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59AEB349-11DC-2D3F-7646-F465D7F0AFBE}"/>
              </a:ext>
            </a:extLst>
          </p:cNvPr>
          <p:cNvSpPr/>
          <p:nvPr/>
        </p:nvSpPr>
        <p:spPr>
          <a:xfrm>
            <a:off x="4425274" y="3708485"/>
            <a:ext cx="378372" cy="37837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zh-CN" altLang="en-US"/>
          </a:p>
        </p:txBody>
      </p: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D648B091-8A10-E490-307C-3CBED11602C1}"/>
              </a:ext>
            </a:extLst>
          </p:cNvPr>
          <p:cNvCxnSpPr>
            <a:cxnSpLocks/>
            <a:stCxn id="98" idx="5"/>
            <a:endCxn id="99" idx="1"/>
          </p:cNvCxnSpPr>
          <p:nvPr/>
        </p:nvCxnSpPr>
        <p:spPr>
          <a:xfrm>
            <a:off x="3737060" y="3167740"/>
            <a:ext cx="743625" cy="5961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:a16="http://schemas.microsoft.com/office/drawing/2014/main" id="{B63D6EBB-F1DD-AC49-2B79-7D4B96B467A6}"/>
              </a:ext>
            </a:extLst>
          </p:cNvPr>
          <p:cNvSpPr txBox="1"/>
          <p:nvPr/>
        </p:nvSpPr>
        <p:spPr>
          <a:xfrm>
            <a:off x="3202678" y="260491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0</a:t>
            </a:r>
            <a:endParaRPr lang="zh-CN" altLang="en-US" sz="1600" u="sng"/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37070B58-4BEF-8181-72CD-D0AABB105E47}"/>
              </a:ext>
            </a:extLst>
          </p:cNvPr>
          <p:cNvSpPr/>
          <p:nvPr/>
        </p:nvSpPr>
        <p:spPr>
          <a:xfrm>
            <a:off x="4425274" y="2837344"/>
            <a:ext cx="378372" cy="37837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876DB48A-51FA-F936-EA68-26010A3DCCAB}"/>
              </a:ext>
            </a:extLst>
          </p:cNvPr>
          <p:cNvCxnSpPr>
            <a:cxnSpLocks/>
            <a:stCxn id="98" idx="6"/>
            <a:endCxn id="102" idx="2"/>
          </p:cNvCxnSpPr>
          <p:nvPr/>
        </p:nvCxnSpPr>
        <p:spPr>
          <a:xfrm flipV="1">
            <a:off x="3792471" y="3026530"/>
            <a:ext cx="632803" cy="74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7DA1CCE8-DF35-42BE-9641-2716D5509479}"/>
              </a:ext>
            </a:extLst>
          </p:cNvPr>
          <p:cNvSpPr txBox="1"/>
          <p:nvPr/>
        </p:nvSpPr>
        <p:spPr>
          <a:xfrm>
            <a:off x="4334651" y="251869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5</a:t>
            </a:r>
            <a:endParaRPr lang="zh-CN" altLang="en-US" sz="1600" u="sng"/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8A46E34F-F0A7-F64D-1D3C-BD4F9C769C09}"/>
              </a:ext>
            </a:extLst>
          </p:cNvPr>
          <p:cNvSpPr/>
          <p:nvPr/>
        </p:nvSpPr>
        <p:spPr>
          <a:xfrm>
            <a:off x="3414099" y="370848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CFF723D3-C5AA-7BD6-B30D-14DC1F1BE23C}"/>
              </a:ext>
            </a:extLst>
          </p:cNvPr>
          <p:cNvSpPr/>
          <p:nvPr/>
        </p:nvSpPr>
        <p:spPr>
          <a:xfrm>
            <a:off x="5495513" y="371550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6</a:t>
            </a:r>
            <a:endParaRPr lang="zh-CN" altLang="en-US"/>
          </a:p>
        </p:txBody>
      </p: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347BDC49-9469-F271-2998-3A0097547D44}"/>
              </a:ext>
            </a:extLst>
          </p:cNvPr>
          <p:cNvCxnSpPr>
            <a:cxnSpLocks/>
            <a:stCxn id="99" idx="6"/>
            <a:endCxn id="106" idx="2"/>
          </p:cNvCxnSpPr>
          <p:nvPr/>
        </p:nvCxnSpPr>
        <p:spPr>
          <a:xfrm>
            <a:off x="4803646" y="3897671"/>
            <a:ext cx="691867" cy="70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F64E3BA5-1C21-D544-B0C1-D08F56031357}"/>
              </a:ext>
            </a:extLst>
          </p:cNvPr>
          <p:cNvCxnSpPr>
            <a:cxnSpLocks/>
            <a:stCxn id="99" idx="2"/>
            <a:endCxn id="105" idx="6"/>
          </p:cNvCxnSpPr>
          <p:nvPr/>
        </p:nvCxnSpPr>
        <p:spPr>
          <a:xfrm flipH="1">
            <a:off x="3792471" y="3897671"/>
            <a:ext cx="6328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0009A122-06F0-93C7-0D67-7704DDA1ABBC}"/>
              </a:ext>
            </a:extLst>
          </p:cNvPr>
          <p:cNvCxnSpPr>
            <a:cxnSpLocks/>
            <a:endCxn id="102" idx="4"/>
          </p:cNvCxnSpPr>
          <p:nvPr/>
        </p:nvCxnSpPr>
        <p:spPr>
          <a:xfrm flipV="1">
            <a:off x="4614460" y="3215716"/>
            <a:ext cx="0" cy="4997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0EE31F04-A204-A9D3-5705-B795BAAEE8A2}"/>
              </a:ext>
            </a:extLst>
          </p:cNvPr>
          <p:cNvSpPr txBox="1"/>
          <p:nvPr/>
        </p:nvSpPr>
        <p:spPr>
          <a:xfrm>
            <a:off x="3383864" y="4151355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11</a:t>
            </a:r>
            <a:endParaRPr lang="zh-CN" altLang="en-US" sz="1600" u="sng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C671043B-B94C-62DF-9F9E-23381692840F}"/>
              </a:ext>
            </a:extLst>
          </p:cNvPr>
          <p:cNvSpPr txBox="1"/>
          <p:nvPr/>
        </p:nvSpPr>
        <p:spPr>
          <a:xfrm>
            <a:off x="5510326" y="411378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9</a:t>
            </a:r>
            <a:endParaRPr lang="zh-CN" altLang="en-US" sz="1600" u="sng"/>
          </a:p>
        </p:txBody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03BF1ABC-09F5-BBE4-0B9D-882489E65E7D}"/>
              </a:ext>
            </a:extLst>
          </p:cNvPr>
          <p:cNvSpPr/>
          <p:nvPr/>
        </p:nvSpPr>
        <p:spPr>
          <a:xfrm>
            <a:off x="5495927" y="2844779"/>
            <a:ext cx="378372" cy="37837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zh-CN" altLang="en-US"/>
          </a:p>
        </p:txBody>
      </p: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0D977AF2-902B-9907-7C5D-0C183E51A826}"/>
              </a:ext>
            </a:extLst>
          </p:cNvPr>
          <p:cNvCxnSpPr>
            <a:cxnSpLocks/>
            <a:stCxn id="102" idx="6"/>
            <a:endCxn id="112" idx="2"/>
          </p:cNvCxnSpPr>
          <p:nvPr/>
        </p:nvCxnSpPr>
        <p:spPr>
          <a:xfrm>
            <a:off x="4803646" y="3026530"/>
            <a:ext cx="692281" cy="74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45E05C42-50BA-B38B-6A45-449539C5C1AD}"/>
              </a:ext>
            </a:extLst>
          </p:cNvPr>
          <p:cNvSpPr txBox="1"/>
          <p:nvPr/>
        </p:nvSpPr>
        <p:spPr>
          <a:xfrm>
            <a:off x="5536202" y="252643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7</a:t>
            </a:r>
            <a:endParaRPr lang="zh-CN" altLang="en-US" sz="1600" u="sng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73380DCB-B8FA-697F-E3F4-334DD9BCB1EC}"/>
              </a:ext>
            </a:extLst>
          </p:cNvPr>
          <p:cNvSpPr txBox="1"/>
          <p:nvPr/>
        </p:nvSpPr>
        <p:spPr>
          <a:xfrm>
            <a:off x="7647933" y="412781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4</a:t>
            </a:r>
            <a:endParaRPr lang="zh-CN" altLang="en-US" sz="1600" u="sng"/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B6ACAB03-B3AA-C4C1-59E4-FDFD3112276C}"/>
              </a:ext>
            </a:extLst>
          </p:cNvPr>
          <p:cNvSpPr/>
          <p:nvPr/>
        </p:nvSpPr>
        <p:spPr>
          <a:xfrm>
            <a:off x="6541182" y="2858809"/>
            <a:ext cx="378372" cy="37837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23211A3A-E3E5-ADC4-EDEB-5803A0E76D5B}"/>
              </a:ext>
            </a:extLst>
          </p:cNvPr>
          <p:cNvSpPr/>
          <p:nvPr/>
        </p:nvSpPr>
        <p:spPr>
          <a:xfrm>
            <a:off x="7552357" y="3722515"/>
            <a:ext cx="378372" cy="37837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zh-CN" altLang="en-US"/>
          </a:p>
        </p:txBody>
      </p: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9362BF72-0EFB-A047-5CFD-A873018DDF8D}"/>
              </a:ext>
            </a:extLst>
          </p:cNvPr>
          <p:cNvCxnSpPr>
            <a:cxnSpLocks/>
            <a:stCxn id="116" idx="5"/>
            <a:endCxn id="117" idx="1"/>
          </p:cNvCxnSpPr>
          <p:nvPr/>
        </p:nvCxnSpPr>
        <p:spPr>
          <a:xfrm>
            <a:off x="6864143" y="3181770"/>
            <a:ext cx="743625" cy="5961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9" name="文本框 118">
            <a:extLst>
              <a:ext uri="{FF2B5EF4-FFF2-40B4-BE49-F238E27FC236}">
                <a16:creationId xmlns:a16="http://schemas.microsoft.com/office/drawing/2014/main" id="{FD91093D-3A20-9C57-4881-35E6AA661C35}"/>
              </a:ext>
            </a:extLst>
          </p:cNvPr>
          <p:cNvSpPr txBox="1"/>
          <p:nvPr/>
        </p:nvSpPr>
        <p:spPr>
          <a:xfrm>
            <a:off x="6329761" y="261894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0</a:t>
            </a:r>
            <a:endParaRPr lang="zh-CN" altLang="en-US" sz="1600" u="sng"/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0085C0DF-5E9F-C959-9274-BF0C48ADEE29}"/>
              </a:ext>
            </a:extLst>
          </p:cNvPr>
          <p:cNvSpPr/>
          <p:nvPr/>
        </p:nvSpPr>
        <p:spPr>
          <a:xfrm>
            <a:off x="7552357" y="2851374"/>
            <a:ext cx="378372" cy="37837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id="{792A082C-35BD-6E4C-B6FF-465B266BDC40}"/>
              </a:ext>
            </a:extLst>
          </p:cNvPr>
          <p:cNvCxnSpPr>
            <a:cxnSpLocks/>
            <a:stCxn id="116" idx="6"/>
            <a:endCxn id="120" idx="2"/>
          </p:cNvCxnSpPr>
          <p:nvPr/>
        </p:nvCxnSpPr>
        <p:spPr>
          <a:xfrm flipV="1">
            <a:off x="6919554" y="3040560"/>
            <a:ext cx="632803" cy="74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文本框 121">
            <a:extLst>
              <a:ext uri="{FF2B5EF4-FFF2-40B4-BE49-F238E27FC236}">
                <a16:creationId xmlns:a16="http://schemas.microsoft.com/office/drawing/2014/main" id="{FE04D5E2-E325-10DB-8AA5-C64E42F9DF44}"/>
              </a:ext>
            </a:extLst>
          </p:cNvPr>
          <p:cNvSpPr txBox="1"/>
          <p:nvPr/>
        </p:nvSpPr>
        <p:spPr>
          <a:xfrm>
            <a:off x="7461734" y="253272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5</a:t>
            </a:r>
            <a:endParaRPr lang="zh-CN" altLang="en-US" sz="1600" u="sng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9AE0E47D-6DB1-5C6E-95DE-BA695749B4A9}"/>
              </a:ext>
            </a:extLst>
          </p:cNvPr>
          <p:cNvSpPr/>
          <p:nvPr/>
        </p:nvSpPr>
        <p:spPr>
          <a:xfrm>
            <a:off x="6541182" y="372251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A8977C67-9559-BA70-BE49-682C9439B6E5}"/>
              </a:ext>
            </a:extLst>
          </p:cNvPr>
          <p:cNvSpPr/>
          <p:nvPr/>
        </p:nvSpPr>
        <p:spPr>
          <a:xfrm>
            <a:off x="8622596" y="3729534"/>
            <a:ext cx="378372" cy="37837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6</a:t>
            </a:r>
            <a:endParaRPr lang="zh-CN" altLang="en-US"/>
          </a:p>
        </p:txBody>
      </p: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D242027B-88D4-76C8-FAD3-4B3C67B8CB32}"/>
              </a:ext>
            </a:extLst>
          </p:cNvPr>
          <p:cNvCxnSpPr>
            <a:cxnSpLocks/>
            <a:stCxn id="117" idx="6"/>
            <a:endCxn id="124" idx="2"/>
          </p:cNvCxnSpPr>
          <p:nvPr/>
        </p:nvCxnSpPr>
        <p:spPr>
          <a:xfrm>
            <a:off x="7930729" y="3911701"/>
            <a:ext cx="691867" cy="70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D88ED84E-C914-BE29-262F-2535DA7E0313}"/>
              </a:ext>
            </a:extLst>
          </p:cNvPr>
          <p:cNvCxnSpPr>
            <a:cxnSpLocks/>
            <a:stCxn id="117" idx="2"/>
            <a:endCxn id="123" idx="6"/>
          </p:cNvCxnSpPr>
          <p:nvPr/>
        </p:nvCxnSpPr>
        <p:spPr>
          <a:xfrm flipH="1">
            <a:off x="6919554" y="3911701"/>
            <a:ext cx="6328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1160B39F-122D-8B72-894B-30D2B9E24E6D}"/>
              </a:ext>
            </a:extLst>
          </p:cNvPr>
          <p:cNvCxnSpPr>
            <a:cxnSpLocks/>
            <a:endCxn id="120" idx="4"/>
          </p:cNvCxnSpPr>
          <p:nvPr/>
        </p:nvCxnSpPr>
        <p:spPr>
          <a:xfrm flipV="1">
            <a:off x="7741543" y="3229746"/>
            <a:ext cx="0" cy="4997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8" name="文本框 127">
            <a:extLst>
              <a:ext uri="{FF2B5EF4-FFF2-40B4-BE49-F238E27FC236}">
                <a16:creationId xmlns:a16="http://schemas.microsoft.com/office/drawing/2014/main" id="{C307428D-60B2-0826-7518-E28FFFCA4BB0}"/>
              </a:ext>
            </a:extLst>
          </p:cNvPr>
          <p:cNvSpPr txBox="1"/>
          <p:nvPr/>
        </p:nvSpPr>
        <p:spPr>
          <a:xfrm>
            <a:off x="6510947" y="4165385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11</a:t>
            </a:r>
            <a:endParaRPr lang="zh-CN" altLang="en-US" sz="1600" u="sng"/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715A81F3-554D-AB95-900F-2A18EC5003AC}"/>
              </a:ext>
            </a:extLst>
          </p:cNvPr>
          <p:cNvSpPr txBox="1"/>
          <p:nvPr/>
        </p:nvSpPr>
        <p:spPr>
          <a:xfrm>
            <a:off x="8637409" y="412781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9</a:t>
            </a:r>
            <a:endParaRPr lang="zh-CN" altLang="en-US" sz="1600" u="sng"/>
          </a:p>
        </p:txBody>
      </p:sp>
      <p:sp>
        <p:nvSpPr>
          <p:cNvPr id="130" name="椭圆 129">
            <a:extLst>
              <a:ext uri="{FF2B5EF4-FFF2-40B4-BE49-F238E27FC236}">
                <a16:creationId xmlns:a16="http://schemas.microsoft.com/office/drawing/2014/main" id="{E64B3AC2-C725-29FE-24E0-C064D902BC63}"/>
              </a:ext>
            </a:extLst>
          </p:cNvPr>
          <p:cNvSpPr/>
          <p:nvPr/>
        </p:nvSpPr>
        <p:spPr>
          <a:xfrm>
            <a:off x="8623010" y="2858809"/>
            <a:ext cx="378372" cy="37837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zh-CN" altLang="en-US"/>
          </a:p>
        </p:txBody>
      </p: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A30BA773-064C-9EA1-6E6C-1C2638CFEDA3}"/>
              </a:ext>
            </a:extLst>
          </p:cNvPr>
          <p:cNvCxnSpPr>
            <a:cxnSpLocks/>
            <a:stCxn id="120" idx="6"/>
            <a:endCxn id="130" idx="2"/>
          </p:cNvCxnSpPr>
          <p:nvPr/>
        </p:nvCxnSpPr>
        <p:spPr>
          <a:xfrm>
            <a:off x="7930729" y="3040560"/>
            <a:ext cx="692281" cy="74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2" name="文本框 131">
            <a:extLst>
              <a:ext uri="{FF2B5EF4-FFF2-40B4-BE49-F238E27FC236}">
                <a16:creationId xmlns:a16="http://schemas.microsoft.com/office/drawing/2014/main" id="{8FE6354B-F7B9-6751-2216-CB1D2862FAC7}"/>
              </a:ext>
            </a:extLst>
          </p:cNvPr>
          <p:cNvSpPr txBox="1"/>
          <p:nvPr/>
        </p:nvSpPr>
        <p:spPr>
          <a:xfrm>
            <a:off x="8663285" y="254046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7</a:t>
            </a:r>
            <a:endParaRPr lang="zh-CN" altLang="en-US" sz="1600" u="sng"/>
          </a:p>
        </p:txBody>
      </p:sp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DD217CAD-A641-12FC-1641-3B4DF4EE693E}"/>
              </a:ext>
            </a:extLst>
          </p:cNvPr>
          <p:cNvCxnSpPr>
            <a:cxnSpLocks/>
            <a:stCxn id="112" idx="3"/>
            <a:endCxn id="99" idx="7"/>
          </p:cNvCxnSpPr>
          <p:nvPr/>
        </p:nvCxnSpPr>
        <p:spPr>
          <a:xfrm flipH="1">
            <a:off x="4748235" y="3167740"/>
            <a:ext cx="803103" cy="5961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07F3B6C4-8E94-339E-0A47-873C0CF70779}"/>
              </a:ext>
            </a:extLst>
          </p:cNvPr>
          <p:cNvCxnSpPr>
            <a:cxnSpLocks/>
            <a:stCxn id="124" idx="0"/>
            <a:endCxn id="130" idx="4"/>
          </p:cNvCxnSpPr>
          <p:nvPr/>
        </p:nvCxnSpPr>
        <p:spPr>
          <a:xfrm flipV="1">
            <a:off x="8811782" y="3237181"/>
            <a:ext cx="414" cy="4923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CC07D327-294A-5183-8296-D5B60F07F68B}"/>
              </a:ext>
            </a:extLst>
          </p:cNvPr>
          <p:cNvCxnSpPr>
            <a:cxnSpLocks/>
            <a:stCxn id="130" idx="3"/>
            <a:endCxn id="117" idx="7"/>
          </p:cNvCxnSpPr>
          <p:nvPr/>
        </p:nvCxnSpPr>
        <p:spPr>
          <a:xfrm flipH="1">
            <a:off x="7875318" y="3181770"/>
            <a:ext cx="803103" cy="5961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BFDA07AC-DBD6-82BC-330B-DC2AD4E31C3E}"/>
              </a:ext>
            </a:extLst>
          </p:cNvPr>
          <p:cNvCxnSpPr>
            <a:cxnSpLocks/>
            <a:stCxn id="102" idx="3"/>
            <a:endCxn id="105" idx="7"/>
          </p:cNvCxnSpPr>
          <p:nvPr/>
        </p:nvCxnSpPr>
        <p:spPr>
          <a:xfrm flipH="1">
            <a:off x="3737060" y="3160305"/>
            <a:ext cx="743625" cy="603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22D221AA-2AD7-527E-F136-1E0546AD72B3}"/>
              </a:ext>
            </a:extLst>
          </p:cNvPr>
          <p:cNvCxnSpPr>
            <a:cxnSpLocks/>
            <a:stCxn id="120" idx="3"/>
            <a:endCxn id="123" idx="7"/>
          </p:cNvCxnSpPr>
          <p:nvPr/>
        </p:nvCxnSpPr>
        <p:spPr>
          <a:xfrm flipH="1">
            <a:off x="6864143" y="3174335"/>
            <a:ext cx="743625" cy="603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1" name="文本框 150">
            <a:extLst>
              <a:ext uri="{FF2B5EF4-FFF2-40B4-BE49-F238E27FC236}">
                <a16:creationId xmlns:a16="http://schemas.microsoft.com/office/drawing/2014/main" id="{49F95241-AD5D-044F-2F29-03669D7A60F6}"/>
              </a:ext>
            </a:extLst>
          </p:cNvPr>
          <p:cNvSpPr txBox="1"/>
          <p:nvPr/>
        </p:nvSpPr>
        <p:spPr>
          <a:xfrm>
            <a:off x="10637412" y="412409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4</a:t>
            </a:r>
            <a:endParaRPr lang="zh-CN" altLang="en-US" sz="1600" u="sng"/>
          </a:p>
        </p:txBody>
      </p:sp>
      <p:sp>
        <p:nvSpPr>
          <p:cNvPr id="152" name="椭圆 151">
            <a:extLst>
              <a:ext uri="{FF2B5EF4-FFF2-40B4-BE49-F238E27FC236}">
                <a16:creationId xmlns:a16="http://schemas.microsoft.com/office/drawing/2014/main" id="{9517B335-8B3B-1F49-5FC5-C0B76CC10C58}"/>
              </a:ext>
            </a:extLst>
          </p:cNvPr>
          <p:cNvSpPr/>
          <p:nvPr/>
        </p:nvSpPr>
        <p:spPr>
          <a:xfrm>
            <a:off x="9530661" y="2855091"/>
            <a:ext cx="378372" cy="37837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153" name="椭圆 152">
            <a:extLst>
              <a:ext uri="{FF2B5EF4-FFF2-40B4-BE49-F238E27FC236}">
                <a16:creationId xmlns:a16="http://schemas.microsoft.com/office/drawing/2014/main" id="{50AEF7D1-38FD-C3EE-2842-567D23B5386F}"/>
              </a:ext>
            </a:extLst>
          </p:cNvPr>
          <p:cNvSpPr/>
          <p:nvPr/>
        </p:nvSpPr>
        <p:spPr>
          <a:xfrm>
            <a:off x="10541836" y="3718797"/>
            <a:ext cx="378372" cy="37837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zh-CN" altLang="en-US"/>
          </a:p>
        </p:txBody>
      </p: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4581477A-8368-53A3-9E33-EBD7D293CFFF}"/>
              </a:ext>
            </a:extLst>
          </p:cNvPr>
          <p:cNvCxnSpPr>
            <a:cxnSpLocks/>
            <a:stCxn id="152" idx="5"/>
            <a:endCxn id="153" idx="1"/>
          </p:cNvCxnSpPr>
          <p:nvPr/>
        </p:nvCxnSpPr>
        <p:spPr>
          <a:xfrm>
            <a:off x="9853622" y="3178052"/>
            <a:ext cx="743625" cy="5961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5" name="文本框 154">
            <a:extLst>
              <a:ext uri="{FF2B5EF4-FFF2-40B4-BE49-F238E27FC236}">
                <a16:creationId xmlns:a16="http://schemas.microsoft.com/office/drawing/2014/main" id="{C39882FD-4EE2-3E45-3143-60FABDF95922}"/>
              </a:ext>
            </a:extLst>
          </p:cNvPr>
          <p:cNvSpPr txBox="1"/>
          <p:nvPr/>
        </p:nvSpPr>
        <p:spPr>
          <a:xfrm>
            <a:off x="9324899" y="260491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0</a:t>
            </a:r>
            <a:endParaRPr lang="zh-CN" altLang="en-US" sz="1600" u="sng"/>
          </a:p>
        </p:txBody>
      </p:sp>
      <p:sp>
        <p:nvSpPr>
          <p:cNvPr id="156" name="椭圆 155">
            <a:extLst>
              <a:ext uri="{FF2B5EF4-FFF2-40B4-BE49-F238E27FC236}">
                <a16:creationId xmlns:a16="http://schemas.microsoft.com/office/drawing/2014/main" id="{16AEDD82-5B14-CCF6-6A01-3A39F791BA38}"/>
              </a:ext>
            </a:extLst>
          </p:cNvPr>
          <p:cNvSpPr/>
          <p:nvPr/>
        </p:nvSpPr>
        <p:spPr>
          <a:xfrm>
            <a:off x="10541836" y="2847656"/>
            <a:ext cx="378372" cy="37837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cxnSp>
        <p:nvCxnSpPr>
          <p:cNvPr id="157" name="直接箭头连接符 156">
            <a:extLst>
              <a:ext uri="{FF2B5EF4-FFF2-40B4-BE49-F238E27FC236}">
                <a16:creationId xmlns:a16="http://schemas.microsoft.com/office/drawing/2014/main" id="{82DCF4ED-A744-F4D9-0D3F-D429F98183F1}"/>
              </a:ext>
            </a:extLst>
          </p:cNvPr>
          <p:cNvCxnSpPr>
            <a:cxnSpLocks/>
            <a:stCxn id="152" idx="6"/>
            <a:endCxn id="156" idx="2"/>
          </p:cNvCxnSpPr>
          <p:nvPr/>
        </p:nvCxnSpPr>
        <p:spPr>
          <a:xfrm flipV="1">
            <a:off x="9909033" y="3036842"/>
            <a:ext cx="632803" cy="74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8" name="文本框 157">
            <a:extLst>
              <a:ext uri="{FF2B5EF4-FFF2-40B4-BE49-F238E27FC236}">
                <a16:creationId xmlns:a16="http://schemas.microsoft.com/office/drawing/2014/main" id="{5812FF4C-C731-040D-3F8D-8FA12B5F10AF}"/>
              </a:ext>
            </a:extLst>
          </p:cNvPr>
          <p:cNvSpPr txBox="1"/>
          <p:nvPr/>
        </p:nvSpPr>
        <p:spPr>
          <a:xfrm>
            <a:off x="10451213" y="252901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5</a:t>
            </a:r>
            <a:endParaRPr lang="zh-CN" altLang="en-US" sz="1600" u="sng"/>
          </a:p>
        </p:txBody>
      </p:sp>
      <p:sp>
        <p:nvSpPr>
          <p:cNvPr id="159" name="椭圆 158">
            <a:extLst>
              <a:ext uri="{FF2B5EF4-FFF2-40B4-BE49-F238E27FC236}">
                <a16:creationId xmlns:a16="http://schemas.microsoft.com/office/drawing/2014/main" id="{631275B1-A740-4A81-FD74-6BEAC47A0CED}"/>
              </a:ext>
            </a:extLst>
          </p:cNvPr>
          <p:cNvSpPr/>
          <p:nvPr/>
        </p:nvSpPr>
        <p:spPr>
          <a:xfrm>
            <a:off x="9530661" y="3718797"/>
            <a:ext cx="378372" cy="37837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160" name="椭圆 159">
            <a:extLst>
              <a:ext uri="{FF2B5EF4-FFF2-40B4-BE49-F238E27FC236}">
                <a16:creationId xmlns:a16="http://schemas.microsoft.com/office/drawing/2014/main" id="{FE54485A-86D7-D22A-93FD-D35CC4100D58}"/>
              </a:ext>
            </a:extLst>
          </p:cNvPr>
          <p:cNvSpPr/>
          <p:nvPr/>
        </p:nvSpPr>
        <p:spPr>
          <a:xfrm>
            <a:off x="11612075" y="3725816"/>
            <a:ext cx="378372" cy="37837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6</a:t>
            </a:r>
            <a:endParaRPr lang="zh-CN" altLang="en-US"/>
          </a:p>
        </p:txBody>
      </p: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84CE84CF-910E-D21C-A78B-804190AA5C7A}"/>
              </a:ext>
            </a:extLst>
          </p:cNvPr>
          <p:cNvCxnSpPr>
            <a:cxnSpLocks/>
            <a:stCxn id="153" idx="6"/>
            <a:endCxn id="160" idx="2"/>
          </p:cNvCxnSpPr>
          <p:nvPr/>
        </p:nvCxnSpPr>
        <p:spPr>
          <a:xfrm>
            <a:off x="10920208" y="3907983"/>
            <a:ext cx="691867" cy="70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47590B0C-D878-22AA-BBC0-F40B326AC449}"/>
              </a:ext>
            </a:extLst>
          </p:cNvPr>
          <p:cNvCxnSpPr>
            <a:cxnSpLocks/>
            <a:stCxn id="153" idx="2"/>
            <a:endCxn id="159" idx="6"/>
          </p:cNvCxnSpPr>
          <p:nvPr/>
        </p:nvCxnSpPr>
        <p:spPr>
          <a:xfrm flipH="1">
            <a:off x="9909033" y="3907983"/>
            <a:ext cx="6328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131A7CCB-CEF7-A7A0-5E9F-B68A6EA8645F}"/>
              </a:ext>
            </a:extLst>
          </p:cNvPr>
          <p:cNvCxnSpPr>
            <a:cxnSpLocks/>
            <a:endCxn id="156" idx="4"/>
          </p:cNvCxnSpPr>
          <p:nvPr/>
        </p:nvCxnSpPr>
        <p:spPr>
          <a:xfrm flipV="1">
            <a:off x="10731022" y="3226028"/>
            <a:ext cx="0" cy="4997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4" name="文本框 163">
            <a:extLst>
              <a:ext uri="{FF2B5EF4-FFF2-40B4-BE49-F238E27FC236}">
                <a16:creationId xmlns:a16="http://schemas.microsoft.com/office/drawing/2014/main" id="{C2A6A157-FA69-913A-2D72-736E9A54B45C}"/>
              </a:ext>
            </a:extLst>
          </p:cNvPr>
          <p:cNvSpPr txBox="1"/>
          <p:nvPr/>
        </p:nvSpPr>
        <p:spPr>
          <a:xfrm>
            <a:off x="9500426" y="416166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11</a:t>
            </a:r>
            <a:endParaRPr lang="zh-CN" altLang="en-US" sz="1600" u="sng"/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14CF4A8E-FAA7-1615-D6A5-D3EF78CDB1D1}"/>
              </a:ext>
            </a:extLst>
          </p:cNvPr>
          <p:cNvSpPr txBox="1"/>
          <p:nvPr/>
        </p:nvSpPr>
        <p:spPr>
          <a:xfrm>
            <a:off x="11626888" y="412409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9</a:t>
            </a:r>
            <a:endParaRPr lang="zh-CN" altLang="en-US" sz="1600" u="sng"/>
          </a:p>
        </p:txBody>
      </p:sp>
      <p:sp>
        <p:nvSpPr>
          <p:cNvPr id="166" name="椭圆 165">
            <a:extLst>
              <a:ext uri="{FF2B5EF4-FFF2-40B4-BE49-F238E27FC236}">
                <a16:creationId xmlns:a16="http://schemas.microsoft.com/office/drawing/2014/main" id="{85D49DBE-0617-9D0B-AB51-E5A9E6DE7E7A}"/>
              </a:ext>
            </a:extLst>
          </p:cNvPr>
          <p:cNvSpPr/>
          <p:nvPr/>
        </p:nvSpPr>
        <p:spPr>
          <a:xfrm>
            <a:off x="11612489" y="2855091"/>
            <a:ext cx="378372" cy="37837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zh-CN" altLang="en-US"/>
          </a:p>
        </p:txBody>
      </p: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6FC940DF-87AD-B60E-E49A-3342F02B496C}"/>
              </a:ext>
            </a:extLst>
          </p:cNvPr>
          <p:cNvCxnSpPr>
            <a:cxnSpLocks/>
            <a:stCxn id="156" idx="6"/>
            <a:endCxn id="166" idx="2"/>
          </p:cNvCxnSpPr>
          <p:nvPr/>
        </p:nvCxnSpPr>
        <p:spPr>
          <a:xfrm>
            <a:off x="10920208" y="3036842"/>
            <a:ext cx="692281" cy="74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8" name="文本框 167">
            <a:extLst>
              <a:ext uri="{FF2B5EF4-FFF2-40B4-BE49-F238E27FC236}">
                <a16:creationId xmlns:a16="http://schemas.microsoft.com/office/drawing/2014/main" id="{11B4C8CA-93A3-0088-DD28-F35779890B5C}"/>
              </a:ext>
            </a:extLst>
          </p:cNvPr>
          <p:cNvSpPr txBox="1"/>
          <p:nvPr/>
        </p:nvSpPr>
        <p:spPr>
          <a:xfrm>
            <a:off x="11652764" y="253675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7</a:t>
            </a:r>
            <a:endParaRPr lang="zh-CN" altLang="en-US" sz="1600" u="sng"/>
          </a:p>
        </p:txBody>
      </p: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C5C11C33-4F15-D4AB-E2D5-15E5298C4B7C}"/>
              </a:ext>
            </a:extLst>
          </p:cNvPr>
          <p:cNvCxnSpPr>
            <a:cxnSpLocks/>
            <a:stCxn id="160" idx="0"/>
            <a:endCxn id="166" idx="4"/>
          </p:cNvCxnSpPr>
          <p:nvPr/>
        </p:nvCxnSpPr>
        <p:spPr>
          <a:xfrm flipV="1">
            <a:off x="11801261" y="3233463"/>
            <a:ext cx="414" cy="4923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直接箭头连接符 169">
            <a:extLst>
              <a:ext uri="{FF2B5EF4-FFF2-40B4-BE49-F238E27FC236}">
                <a16:creationId xmlns:a16="http://schemas.microsoft.com/office/drawing/2014/main" id="{E0CAA6DA-A18A-1DA8-DB3B-C85C7397FD25}"/>
              </a:ext>
            </a:extLst>
          </p:cNvPr>
          <p:cNvCxnSpPr>
            <a:cxnSpLocks/>
            <a:stCxn id="166" idx="3"/>
            <a:endCxn id="153" idx="7"/>
          </p:cNvCxnSpPr>
          <p:nvPr/>
        </p:nvCxnSpPr>
        <p:spPr>
          <a:xfrm flipH="1">
            <a:off x="10864797" y="3178052"/>
            <a:ext cx="803103" cy="5961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直接箭头连接符 170">
            <a:extLst>
              <a:ext uri="{FF2B5EF4-FFF2-40B4-BE49-F238E27FC236}">
                <a16:creationId xmlns:a16="http://schemas.microsoft.com/office/drawing/2014/main" id="{88E55C14-AA90-6414-60BC-8AB1FB92D7DF}"/>
              </a:ext>
            </a:extLst>
          </p:cNvPr>
          <p:cNvCxnSpPr>
            <a:cxnSpLocks/>
            <a:stCxn id="156" idx="3"/>
            <a:endCxn id="159" idx="7"/>
          </p:cNvCxnSpPr>
          <p:nvPr/>
        </p:nvCxnSpPr>
        <p:spPr>
          <a:xfrm flipH="1">
            <a:off x="9853622" y="3170617"/>
            <a:ext cx="743625" cy="603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2" name="直接箭头连接符 171">
            <a:extLst>
              <a:ext uri="{FF2B5EF4-FFF2-40B4-BE49-F238E27FC236}">
                <a16:creationId xmlns:a16="http://schemas.microsoft.com/office/drawing/2014/main" id="{9C3181A6-EBDB-4081-E88D-0E28B0ABBA86}"/>
              </a:ext>
            </a:extLst>
          </p:cNvPr>
          <p:cNvCxnSpPr>
            <a:cxnSpLocks/>
            <a:stCxn id="159" idx="0"/>
            <a:endCxn id="152" idx="4"/>
          </p:cNvCxnSpPr>
          <p:nvPr/>
        </p:nvCxnSpPr>
        <p:spPr>
          <a:xfrm flipV="1">
            <a:off x="9719847" y="3233463"/>
            <a:ext cx="0" cy="485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文本框 174">
            <a:extLst>
              <a:ext uri="{FF2B5EF4-FFF2-40B4-BE49-F238E27FC236}">
                <a16:creationId xmlns:a16="http://schemas.microsoft.com/office/drawing/2014/main" id="{443A3A5A-1DBF-0AA2-83B2-30C558D9F664}"/>
              </a:ext>
            </a:extLst>
          </p:cNvPr>
          <p:cNvSpPr txBox="1"/>
          <p:nvPr/>
        </p:nvSpPr>
        <p:spPr>
          <a:xfrm>
            <a:off x="9648497" y="184231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原图</a:t>
            </a: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A8732DD3-E715-1C42-D889-4B8A277A7658}"/>
              </a:ext>
            </a:extLst>
          </p:cNvPr>
          <p:cNvSpPr txBox="1"/>
          <p:nvPr/>
        </p:nvSpPr>
        <p:spPr>
          <a:xfrm>
            <a:off x="1002633" y="2177221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第一步，选</a:t>
            </a:r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F41902DD-CAB6-9734-59A1-52F8E3CEFB7F}"/>
              </a:ext>
            </a:extLst>
          </p:cNvPr>
          <p:cNvSpPr txBox="1"/>
          <p:nvPr/>
        </p:nvSpPr>
        <p:spPr>
          <a:xfrm>
            <a:off x="4284416" y="2153217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第二步，选</a:t>
            </a:r>
            <a:r>
              <a:rPr lang="en-US" altLang="zh-CN"/>
              <a:t>5</a:t>
            </a:r>
            <a:endParaRPr lang="zh-CN" altLang="en-US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C5F84463-FAFC-643E-0F0D-4D276D50D7C7}"/>
              </a:ext>
            </a:extLst>
          </p:cNvPr>
          <p:cNvSpPr txBox="1"/>
          <p:nvPr/>
        </p:nvSpPr>
        <p:spPr>
          <a:xfrm>
            <a:off x="444015" y="4643484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第三步，选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B27506A2-23E4-D2B7-4467-EA26CEAC9E03}"/>
              </a:ext>
            </a:extLst>
          </p:cNvPr>
          <p:cNvSpPr txBox="1"/>
          <p:nvPr/>
        </p:nvSpPr>
        <p:spPr>
          <a:xfrm>
            <a:off x="4073318" y="4627602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第四步，选</a:t>
            </a:r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2108693C-9C38-B84F-C30E-A3E4208E3555}"/>
              </a:ext>
            </a:extLst>
          </p:cNvPr>
          <p:cNvSpPr txBox="1"/>
          <p:nvPr/>
        </p:nvSpPr>
        <p:spPr>
          <a:xfrm>
            <a:off x="7063639" y="4629624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第五步，选</a:t>
            </a:r>
            <a:r>
              <a:rPr lang="en-US" altLang="zh-CN"/>
              <a:t>6</a:t>
            </a:r>
            <a:endParaRPr lang="zh-CN" altLang="en-US"/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408E4A0E-31B2-D013-3AA3-5F685DFC55E2}"/>
              </a:ext>
            </a:extLst>
          </p:cNvPr>
          <p:cNvSpPr txBox="1"/>
          <p:nvPr/>
        </p:nvSpPr>
        <p:spPr>
          <a:xfrm>
            <a:off x="9961082" y="4637882"/>
            <a:ext cx="1459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第六步，选</a:t>
            </a:r>
            <a:r>
              <a:rPr lang="en-US" altLang="zh-CN"/>
              <a:t>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0467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A7BDA-482A-BA39-3515-6CB0A0825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29BB4E43-BD0E-6917-CF87-F7EEB0AE773D}"/>
              </a:ext>
            </a:extLst>
          </p:cNvPr>
          <p:cNvSpPr/>
          <p:nvPr/>
        </p:nvSpPr>
        <p:spPr>
          <a:xfrm>
            <a:off x="2675916" y="2892082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0B9A4041-E9D3-202A-F8A1-B84BF2F0616A}"/>
              </a:ext>
            </a:extLst>
          </p:cNvPr>
          <p:cNvSpPr/>
          <p:nvPr/>
        </p:nvSpPr>
        <p:spPr>
          <a:xfrm>
            <a:off x="3442453" y="2392054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C84364EB-CCE5-A4FA-EE2C-8D4518450B81}"/>
              </a:ext>
            </a:extLst>
          </p:cNvPr>
          <p:cNvSpPr/>
          <p:nvPr/>
        </p:nvSpPr>
        <p:spPr>
          <a:xfrm>
            <a:off x="3442452" y="3392110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E38F061-0AAE-A5FD-847B-8519CEC640C1}"/>
              </a:ext>
            </a:extLst>
          </p:cNvPr>
          <p:cNvSpPr/>
          <p:nvPr/>
        </p:nvSpPr>
        <p:spPr>
          <a:xfrm>
            <a:off x="4344124" y="2392055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1CA559A-1D20-4F60-360D-9E0E95A11B70}"/>
              </a:ext>
            </a:extLst>
          </p:cNvPr>
          <p:cNvSpPr/>
          <p:nvPr/>
        </p:nvSpPr>
        <p:spPr>
          <a:xfrm>
            <a:off x="4344123" y="3392110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D7DE64F-19E9-89DF-0BE6-5650E7D991FB}"/>
              </a:ext>
            </a:extLst>
          </p:cNvPr>
          <p:cNvSpPr/>
          <p:nvPr/>
        </p:nvSpPr>
        <p:spPr>
          <a:xfrm>
            <a:off x="5110662" y="2892082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7311AD2-C8E6-A1B3-D3A6-8B5A8A1673F9}"/>
              </a:ext>
            </a:extLst>
          </p:cNvPr>
          <p:cNvCxnSpPr>
            <a:cxnSpLocks/>
            <a:stCxn id="2" idx="7"/>
            <a:endCxn id="3" idx="2"/>
          </p:cNvCxnSpPr>
          <p:nvPr/>
        </p:nvCxnSpPr>
        <p:spPr>
          <a:xfrm flipV="1">
            <a:off x="2979653" y="2572758"/>
            <a:ext cx="462800" cy="37225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1B56B9C-B0BC-E143-1E11-08CF6B448D7F}"/>
              </a:ext>
            </a:extLst>
          </p:cNvPr>
          <p:cNvCxnSpPr>
            <a:cxnSpLocks/>
            <a:stCxn id="2" idx="5"/>
            <a:endCxn id="4" idx="2"/>
          </p:cNvCxnSpPr>
          <p:nvPr/>
        </p:nvCxnSpPr>
        <p:spPr>
          <a:xfrm>
            <a:off x="2979653" y="3200563"/>
            <a:ext cx="462799" cy="372251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941DCB6-BE03-105C-B17B-2583B5ACAE54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>
            <a:off x="3798303" y="3572814"/>
            <a:ext cx="54582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6B077DC-1BB0-EAF0-915D-2B71AC46DE02}"/>
              </a:ext>
            </a:extLst>
          </p:cNvPr>
          <p:cNvCxnSpPr>
            <a:cxnSpLocks/>
            <a:stCxn id="4" idx="0"/>
            <a:endCxn id="3" idx="4"/>
          </p:cNvCxnSpPr>
          <p:nvPr/>
        </p:nvCxnSpPr>
        <p:spPr>
          <a:xfrm flipV="1">
            <a:off x="3620378" y="2753462"/>
            <a:ext cx="0" cy="638648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21EB721B-A0AE-259B-47DB-DE5BBC9DE7F2}"/>
              </a:ext>
            </a:extLst>
          </p:cNvPr>
          <p:cNvSpPr txBox="1"/>
          <p:nvPr/>
        </p:nvSpPr>
        <p:spPr>
          <a:xfrm>
            <a:off x="3011544" y="246822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4ADC84E-2702-F559-EF2C-E8F93836FCA0}"/>
              </a:ext>
            </a:extLst>
          </p:cNvPr>
          <p:cNvSpPr txBox="1"/>
          <p:nvPr/>
        </p:nvSpPr>
        <p:spPr>
          <a:xfrm>
            <a:off x="2979651" y="332461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EF8350E-457C-2A96-7887-6D7783405A60}"/>
              </a:ext>
            </a:extLst>
          </p:cNvPr>
          <p:cNvSpPr txBox="1"/>
          <p:nvPr/>
        </p:nvSpPr>
        <p:spPr>
          <a:xfrm>
            <a:off x="3359325" y="286142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DB586FB-6580-337A-313F-46CDE9E491A1}"/>
              </a:ext>
            </a:extLst>
          </p:cNvPr>
          <p:cNvSpPr txBox="1"/>
          <p:nvPr/>
        </p:nvSpPr>
        <p:spPr>
          <a:xfrm>
            <a:off x="3917966" y="356831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82DD11E5-2426-D85E-A860-4D71A497E56D}"/>
              </a:ext>
            </a:extLst>
          </p:cNvPr>
          <p:cNvCxnSpPr>
            <a:cxnSpLocks/>
          </p:cNvCxnSpPr>
          <p:nvPr/>
        </p:nvCxnSpPr>
        <p:spPr>
          <a:xfrm flipV="1">
            <a:off x="5538516" y="784274"/>
            <a:ext cx="0" cy="638648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F308522B-B043-110D-1660-58051E41EB5E}"/>
              </a:ext>
            </a:extLst>
          </p:cNvPr>
          <p:cNvCxnSpPr>
            <a:cxnSpLocks/>
            <a:stCxn id="5" idx="2"/>
            <a:endCxn id="3" idx="6"/>
          </p:cNvCxnSpPr>
          <p:nvPr/>
        </p:nvCxnSpPr>
        <p:spPr>
          <a:xfrm flipH="1" flipV="1">
            <a:off x="3798303" y="2572758"/>
            <a:ext cx="545821" cy="1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4B22D18E-5CAA-483F-BF5C-2E63BE885340}"/>
              </a:ext>
            </a:extLst>
          </p:cNvPr>
          <p:cNvSpPr txBox="1"/>
          <p:nvPr/>
        </p:nvSpPr>
        <p:spPr>
          <a:xfrm>
            <a:off x="3917966" y="223420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C982720-C0E5-94C3-8A85-9D571B4B899F}"/>
              </a:ext>
            </a:extLst>
          </p:cNvPr>
          <p:cNvCxnSpPr>
            <a:cxnSpLocks/>
            <a:stCxn id="5" idx="3"/>
            <a:endCxn id="4" idx="7"/>
          </p:cNvCxnSpPr>
          <p:nvPr/>
        </p:nvCxnSpPr>
        <p:spPr>
          <a:xfrm flipH="1">
            <a:off x="3746190" y="2700536"/>
            <a:ext cx="650047" cy="744501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54F646FF-7477-BB99-E538-8ECAE46751E6}"/>
              </a:ext>
            </a:extLst>
          </p:cNvPr>
          <p:cNvSpPr txBox="1"/>
          <p:nvPr/>
        </p:nvSpPr>
        <p:spPr>
          <a:xfrm>
            <a:off x="3832918" y="280915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B11F6896-F303-BCA8-8351-FF2DF902A6E4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4522049" y="2753463"/>
            <a:ext cx="1" cy="638647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B156310D-8FF7-9F18-7CF9-CD4F9CCA5CBE}"/>
              </a:ext>
            </a:extLst>
          </p:cNvPr>
          <p:cNvSpPr txBox="1"/>
          <p:nvPr/>
        </p:nvSpPr>
        <p:spPr>
          <a:xfrm>
            <a:off x="4323450" y="283638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949C41FD-6374-ABE2-55DC-99BAB6D26E39}"/>
              </a:ext>
            </a:extLst>
          </p:cNvPr>
          <p:cNvCxnSpPr>
            <a:cxnSpLocks/>
            <a:stCxn id="7" idx="1"/>
            <a:endCxn id="5" idx="6"/>
          </p:cNvCxnSpPr>
          <p:nvPr/>
        </p:nvCxnSpPr>
        <p:spPr>
          <a:xfrm flipH="1" flipV="1">
            <a:off x="4699975" y="2572759"/>
            <a:ext cx="462800" cy="37225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9CBAB912-7B5F-D671-580E-727E497C261F}"/>
              </a:ext>
            </a:extLst>
          </p:cNvPr>
          <p:cNvSpPr txBox="1"/>
          <p:nvPr/>
        </p:nvSpPr>
        <p:spPr>
          <a:xfrm>
            <a:off x="4857679" y="246822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03EDFF03-5AEB-1A5D-8B5D-0FDDBEDD5842}"/>
              </a:ext>
            </a:extLst>
          </p:cNvPr>
          <p:cNvCxnSpPr>
            <a:cxnSpLocks/>
            <a:stCxn id="7" idx="2"/>
            <a:endCxn id="4" idx="7"/>
          </p:cNvCxnSpPr>
          <p:nvPr/>
        </p:nvCxnSpPr>
        <p:spPr>
          <a:xfrm flipH="1">
            <a:off x="3746190" y="3072786"/>
            <a:ext cx="1364472" cy="372251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738A60B5-F70C-684C-5CF9-42A77AC10172}"/>
              </a:ext>
            </a:extLst>
          </p:cNvPr>
          <p:cNvSpPr txBox="1"/>
          <p:nvPr/>
        </p:nvSpPr>
        <p:spPr>
          <a:xfrm>
            <a:off x="4083495" y="313267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51216C62-64C3-5E92-715D-B8CB1C8FEA99}"/>
              </a:ext>
            </a:extLst>
          </p:cNvPr>
          <p:cNvCxnSpPr>
            <a:cxnSpLocks/>
            <a:stCxn id="7" idx="3"/>
            <a:endCxn id="6" idx="6"/>
          </p:cNvCxnSpPr>
          <p:nvPr/>
        </p:nvCxnSpPr>
        <p:spPr>
          <a:xfrm flipH="1">
            <a:off x="4699974" y="3200563"/>
            <a:ext cx="462801" cy="372251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A8F864E7-B518-FF99-3FB4-4EAAAE5D1C1E}"/>
              </a:ext>
            </a:extLst>
          </p:cNvPr>
          <p:cNvSpPr txBox="1"/>
          <p:nvPr/>
        </p:nvSpPr>
        <p:spPr>
          <a:xfrm>
            <a:off x="4825786" y="3317259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5209451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96360-81A6-A100-A8C2-F5E743FAD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BD983416-2699-FEA5-EA16-BBCA297A0F95}"/>
              </a:ext>
            </a:extLst>
          </p:cNvPr>
          <p:cNvSpPr/>
          <p:nvPr/>
        </p:nvSpPr>
        <p:spPr>
          <a:xfrm>
            <a:off x="1591849" y="173586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4AF06C8-FEF6-27D4-08AC-19B8A03EFC82}"/>
              </a:ext>
            </a:extLst>
          </p:cNvPr>
          <p:cNvSpPr/>
          <p:nvPr/>
        </p:nvSpPr>
        <p:spPr>
          <a:xfrm>
            <a:off x="305833" y="963434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8573A6F-BC85-F279-6254-81C386216F1E}"/>
              </a:ext>
            </a:extLst>
          </p:cNvPr>
          <p:cNvSpPr/>
          <p:nvPr/>
        </p:nvSpPr>
        <p:spPr>
          <a:xfrm>
            <a:off x="2877865" y="963434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42CE327-C185-998A-C5F0-11C2DF053527}"/>
              </a:ext>
            </a:extLst>
          </p:cNvPr>
          <p:cNvSpPr/>
          <p:nvPr/>
        </p:nvSpPr>
        <p:spPr>
          <a:xfrm>
            <a:off x="868888" y="2206658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730D123-B268-70A9-F00A-8D502EA02331}"/>
              </a:ext>
            </a:extLst>
          </p:cNvPr>
          <p:cNvSpPr/>
          <p:nvPr/>
        </p:nvSpPr>
        <p:spPr>
          <a:xfrm>
            <a:off x="2170669" y="2206658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D669D6A-03CF-56B5-9F9C-69470BE0DBBA}"/>
              </a:ext>
            </a:extLst>
          </p:cNvPr>
          <p:cNvCxnSpPr>
            <a:stCxn id="3" idx="2"/>
            <a:endCxn id="5" idx="7"/>
          </p:cNvCxnSpPr>
          <p:nvPr/>
        </p:nvCxnSpPr>
        <p:spPr>
          <a:xfrm flipH="1">
            <a:off x="609570" y="354290"/>
            <a:ext cx="982279" cy="6620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02C8BBBC-E4E0-6703-1C7E-B17415649C32}"/>
              </a:ext>
            </a:extLst>
          </p:cNvPr>
          <p:cNvSpPr txBox="1"/>
          <p:nvPr/>
        </p:nvSpPr>
        <p:spPr>
          <a:xfrm>
            <a:off x="953661" y="35265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B2A3788-4A9E-F3E3-9D03-184D217D4ABB}"/>
              </a:ext>
            </a:extLst>
          </p:cNvPr>
          <p:cNvCxnSpPr>
            <a:cxnSpLocks/>
            <a:stCxn id="3" idx="6"/>
            <a:endCxn id="7" idx="1"/>
          </p:cNvCxnSpPr>
          <p:nvPr/>
        </p:nvCxnSpPr>
        <p:spPr>
          <a:xfrm>
            <a:off x="1947699" y="354290"/>
            <a:ext cx="982279" cy="6620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C3EC496-B9CB-48C8-459F-ED730BD38984}"/>
              </a:ext>
            </a:extLst>
          </p:cNvPr>
          <p:cNvCxnSpPr>
            <a:cxnSpLocks/>
            <a:stCxn id="3" idx="5"/>
            <a:endCxn id="11" idx="0"/>
          </p:cNvCxnSpPr>
          <p:nvPr/>
        </p:nvCxnSpPr>
        <p:spPr>
          <a:xfrm>
            <a:off x="1895586" y="482067"/>
            <a:ext cx="453008" cy="1724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8066B5D-8CD7-5C5A-8A3F-2B7558517ABB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661683" y="1144138"/>
            <a:ext cx="22161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47717602-1A42-7D4F-406F-5E5830FFA262}"/>
              </a:ext>
            </a:extLst>
          </p:cNvPr>
          <p:cNvCxnSpPr>
            <a:cxnSpLocks/>
            <a:stCxn id="5" idx="5"/>
            <a:endCxn id="11" idx="1"/>
          </p:cNvCxnSpPr>
          <p:nvPr/>
        </p:nvCxnSpPr>
        <p:spPr>
          <a:xfrm>
            <a:off x="609570" y="1271915"/>
            <a:ext cx="1613212" cy="987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FDFB84A4-E215-3D41-5276-A175A4F32853}"/>
              </a:ext>
            </a:extLst>
          </p:cNvPr>
          <p:cNvCxnSpPr>
            <a:cxnSpLocks/>
            <a:stCxn id="5" idx="4"/>
            <a:endCxn id="9" idx="0"/>
          </p:cNvCxnSpPr>
          <p:nvPr/>
        </p:nvCxnSpPr>
        <p:spPr>
          <a:xfrm>
            <a:off x="483758" y="1324842"/>
            <a:ext cx="563055" cy="8818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DA7B4FDD-EBFE-3097-054E-B297E35C5FC5}"/>
              </a:ext>
            </a:extLst>
          </p:cNvPr>
          <p:cNvCxnSpPr>
            <a:cxnSpLocks/>
            <a:stCxn id="9" idx="7"/>
            <a:endCxn id="7" idx="3"/>
          </p:cNvCxnSpPr>
          <p:nvPr/>
        </p:nvCxnSpPr>
        <p:spPr>
          <a:xfrm flipV="1">
            <a:off x="1172625" y="1271915"/>
            <a:ext cx="1757353" cy="987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519F1FC0-CAF9-F679-13AA-53AFEB2A0911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>
            <a:off x="1224738" y="2387362"/>
            <a:ext cx="9459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D30486C8-AF6B-E9F9-E43A-60B8CFD40B97}"/>
              </a:ext>
            </a:extLst>
          </p:cNvPr>
          <p:cNvCxnSpPr>
            <a:cxnSpLocks/>
            <a:stCxn id="11" idx="7"/>
            <a:endCxn id="7" idx="4"/>
          </p:cNvCxnSpPr>
          <p:nvPr/>
        </p:nvCxnSpPr>
        <p:spPr>
          <a:xfrm flipV="1">
            <a:off x="2474406" y="1324842"/>
            <a:ext cx="581384" cy="934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35C4332A-E66F-1CE4-FB78-621694A64EF1}"/>
              </a:ext>
            </a:extLst>
          </p:cNvPr>
          <p:cNvSpPr txBox="1"/>
          <p:nvPr/>
        </p:nvSpPr>
        <p:spPr>
          <a:xfrm>
            <a:off x="2252863" y="262186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26</a:t>
            </a:r>
            <a:endParaRPr lang="zh-CN" altLang="en-US" sz="160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08DBC6C-13F8-65A4-F0C7-9E528202859E}"/>
              </a:ext>
            </a:extLst>
          </p:cNvPr>
          <p:cNvSpPr txBox="1"/>
          <p:nvPr/>
        </p:nvSpPr>
        <p:spPr>
          <a:xfrm>
            <a:off x="2013764" y="63010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E5DE9B7-AD96-A440-6C3A-7C24465375E5}"/>
              </a:ext>
            </a:extLst>
          </p:cNvPr>
          <p:cNvSpPr txBox="1"/>
          <p:nvPr/>
        </p:nvSpPr>
        <p:spPr>
          <a:xfrm flipH="1">
            <a:off x="1244476" y="858511"/>
            <a:ext cx="495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15</a:t>
            </a:r>
            <a:endParaRPr lang="zh-CN" altLang="en-US" sz="160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02C4A8D-37AD-5E3F-1352-C618EB7D4FA5}"/>
              </a:ext>
            </a:extLst>
          </p:cNvPr>
          <p:cNvSpPr txBox="1"/>
          <p:nvPr/>
        </p:nvSpPr>
        <p:spPr>
          <a:xfrm>
            <a:off x="431645" y="158168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6AABBA3-DB23-8481-3BA5-18A253DFC33E}"/>
              </a:ext>
            </a:extLst>
          </p:cNvPr>
          <p:cNvSpPr txBox="1"/>
          <p:nvPr/>
        </p:nvSpPr>
        <p:spPr>
          <a:xfrm>
            <a:off x="1065142" y="131962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983D137-5E1D-41CF-0AAD-9F1372F4755A}"/>
              </a:ext>
            </a:extLst>
          </p:cNvPr>
          <p:cNvSpPr txBox="1"/>
          <p:nvPr/>
        </p:nvSpPr>
        <p:spPr>
          <a:xfrm>
            <a:off x="1234233" y="184210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7FF79DE-8DEF-296E-208F-AC0E783D09A2}"/>
              </a:ext>
            </a:extLst>
          </p:cNvPr>
          <p:cNvSpPr txBox="1"/>
          <p:nvPr/>
        </p:nvSpPr>
        <p:spPr>
          <a:xfrm>
            <a:off x="1551669" y="239878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0DAB0A1-1A06-9A34-F6DB-ED2216DF847A}"/>
              </a:ext>
            </a:extLst>
          </p:cNvPr>
          <p:cNvSpPr txBox="1"/>
          <p:nvPr/>
        </p:nvSpPr>
        <p:spPr>
          <a:xfrm>
            <a:off x="2678131" y="1739445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22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6070776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B32BE-677F-55C9-3AB1-91D5CB63A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B89A9FC8-116F-73CE-DB32-EECDB2691D17}"/>
              </a:ext>
            </a:extLst>
          </p:cNvPr>
          <p:cNvSpPr/>
          <p:nvPr/>
        </p:nvSpPr>
        <p:spPr>
          <a:xfrm>
            <a:off x="1644240" y="1683985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68C2DA3-0235-B78E-F1B6-54B53868A1EF}"/>
              </a:ext>
            </a:extLst>
          </p:cNvPr>
          <p:cNvSpPr/>
          <p:nvPr/>
        </p:nvSpPr>
        <p:spPr>
          <a:xfrm>
            <a:off x="358224" y="2473833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63E99FD-7143-5557-3057-9F6042F40A22}"/>
              </a:ext>
            </a:extLst>
          </p:cNvPr>
          <p:cNvSpPr/>
          <p:nvPr/>
        </p:nvSpPr>
        <p:spPr>
          <a:xfrm>
            <a:off x="2930256" y="2473833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0B98491-3968-14B2-92CF-6B7B1BC5EDE5}"/>
              </a:ext>
            </a:extLst>
          </p:cNvPr>
          <p:cNvSpPr/>
          <p:nvPr/>
        </p:nvSpPr>
        <p:spPr>
          <a:xfrm>
            <a:off x="921279" y="3717057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354B48A-15FB-7E5F-BE00-D8240B86D2D6}"/>
              </a:ext>
            </a:extLst>
          </p:cNvPr>
          <p:cNvSpPr/>
          <p:nvPr/>
        </p:nvSpPr>
        <p:spPr>
          <a:xfrm>
            <a:off x="2223060" y="3717057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7785FE3-C788-A6C5-B8F8-758E231D14E0}"/>
              </a:ext>
            </a:extLst>
          </p:cNvPr>
          <p:cNvCxnSpPr>
            <a:stCxn id="3" idx="2"/>
            <a:endCxn id="5" idx="7"/>
          </p:cNvCxnSpPr>
          <p:nvPr/>
        </p:nvCxnSpPr>
        <p:spPr>
          <a:xfrm flipH="1">
            <a:off x="661961" y="1864689"/>
            <a:ext cx="982279" cy="6620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0A24FFFB-155C-6FA4-5C8E-FF6270787E9A}"/>
              </a:ext>
            </a:extLst>
          </p:cNvPr>
          <p:cNvSpPr txBox="1"/>
          <p:nvPr/>
        </p:nvSpPr>
        <p:spPr>
          <a:xfrm>
            <a:off x="1006052" y="186305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C612486-A17F-91B7-DEE5-58C2928BA2D1}"/>
              </a:ext>
            </a:extLst>
          </p:cNvPr>
          <p:cNvCxnSpPr>
            <a:cxnSpLocks/>
            <a:stCxn id="3" idx="6"/>
            <a:endCxn id="7" idx="1"/>
          </p:cNvCxnSpPr>
          <p:nvPr/>
        </p:nvCxnSpPr>
        <p:spPr>
          <a:xfrm>
            <a:off x="2000090" y="1864689"/>
            <a:ext cx="982279" cy="6620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901D662-0950-68D9-2EEB-FB2B40B53D0E}"/>
              </a:ext>
            </a:extLst>
          </p:cNvPr>
          <p:cNvCxnSpPr>
            <a:cxnSpLocks/>
            <a:stCxn id="3" idx="5"/>
            <a:endCxn id="11" idx="0"/>
          </p:cNvCxnSpPr>
          <p:nvPr/>
        </p:nvCxnSpPr>
        <p:spPr>
          <a:xfrm>
            <a:off x="1947977" y="1992466"/>
            <a:ext cx="453008" cy="1724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13CCB642-254F-FC37-DB56-0693877CF202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714074" y="2654537"/>
            <a:ext cx="22161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C63B1447-6319-ABB1-671A-7F24413CD7FD}"/>
              </a:ext>
            </a:extLst>
          </p:cNvPr>
          <p:cNvCxnSpPr>
            <a:cxnSpLocks/>
            <a:stCxn id="5" idx="5"/>
            <a:endCxn id="11" idx="1"/>
          </p:cNvCxnSpPr>
          <p:nvPr/>
        </p:nvCxnSpPr>
        <p:spPr>
          <a:xfrm>
            <a:off x="661961" y="2782314"/>
            <a:ext cx="1613212" cy="987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9F0844D7-E543-549E-1775-A2D8E08710D7}"/>
              </a:ext>
            </a:extLst>
          </p:cNvPr>
          <p:cNvCxnSpPr>
            <a:cxnSpLocks/>
            <a:stCxn id="5" idx="4"/>
            <a:endCxn id="9" idx="0"/>
          </p:cNvCxnSpPr>
          <p:nvPr/>
        </p:nvCxnSpPr>
        <p:spPr>
          <a:xfrm>
            <a:off x="536149" y="2835241"/>
            <a:ext cx="563055" cy="8818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FA00A4EC-DE4F-6FF0-82C6-0CAD3ECF197C}"/>
              </a:ext>
            </a:extLst>
          </p:cNvPr>
          <p:cNvCxnSpPr>
            <a:cxnSpLocks/>
            <a:stCxn id="9" idx="7"/>
            <a:endCxn id="7" idx="3"/>
          </p:cNvCxnSpPr>
          <p:nvPr/>
        </p:nvCxnSpPr>
        <p:spPr>
          <a:xfrm flipV="1">
            <a:off x="1225016" y="2782314"/>
            <a:ext cx="1757353" cy="987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22A6F6CB-2A30-DD50-D6FF-6882A9B91213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>
            <a:off x="1277129" y="3897761"/>
            <a:ext cx="9459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E22E1051-0CCA-875D-44C2-BF12C2451867}"/>
              </a:ext>
            </a:extLst>
          </p:cNvPr>
          <p:cNvCxnSpPr>
            <a:cxnSpLocks/>
            <a:stCxn id="11" idx="7"/>
            <a:endCxn id="7" idx="4"/>
          </p:cNvCxnSpPr>
          <p:nvPr/>
        </p:nvCxnSpPr>
        <p:spPr>
          <a:xfrm flipV="1">
            <a:off x="2526797" y="2835241"/>
            <a:ext cx="581384" cy="934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37C008A7-1A3C-EF34-015E-E23ED908517E}"/>
              </a:ext>
            </a:extLst>
          </p:cNvPr>
          <p:cNvSpPr txBox="1"/>
          <p:nvPr/>
        </p:nvSpPr>
        <p:spPr>
          <a:xfrm>
            <a:off x="2305254" y="1772585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26</a:t>
            </a:r>
            <a:endParaRPr lang="zh-CN" altLang="en-US" sz="160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8B5C078-B10E-E5D8-0467-7E59C49F8FD0}"/>
              </a:ext>
            </a:extLst>
          </p:cNvPr>
          <p:cNvSpPr txBox="1"/>
          <p:nvPr/>
        </p:nvSpPr>
        <p:spPr>
          <a:xfrm>
            <a:off x="2066155" y="214050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9CF6303-5316-ED48-24AD-92743C8CF3E0}"/>
              </a:ext>
            </a:extLst>
          </p:cNvPr>
          <p:cNvSpPr txBox="1"/>
          <p:nvPr/>
        </p:nvSpPr>
        <p:spPr>
          <a:xfrm flipH="1">
            <a:off x="1296867" y="2368910"/>
            <a:ext cx="495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15</a:t>
            </a:r>
            <a:endParaRPr lang="zh-CN" altLang="en-US" sz="160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1387A99-81EB-9671-833E-F1AB19196230}"/>
              </a:ext>
            </a:extLst>
          </p:cNvPr>
          <p:cNvSpPr txBox="1"/>
          <p:nvPr/>
        </p:nvSpPr>
        <p:spPr>
          <a:xfrm>
            <a:off x="484036" y="309208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DCA2BCD-806E-1626-4209-36CB57E489F3}"/>
              </a:ext>
            </a:extLst>
          </p:cNvPr>
          <p:cNvSpPr txBox="1"/>
          <p:nvPr/>
        </p:nvSpPr>
        <p:spPr>
          <a:xfrm>
            <a:off x="1117533" y="283001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DDB5F21-0E1C-F334-0208-2BEB02B7852D}"/>
              </a:ext>
            </a:extLst>
          </p:cNvPr>
          <p:cNvSpPr txBox="1"/>
          <p:nvPr/>
        </p:nvSpPr>
        <p:spPr>
          <a:xfrm>
            <a:off x="1286624" y="335250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9CE8C57-6627-D2A3-23CA-752C24E7359A}"/>
              </a:ext>
            </a:extLst>
          </p:cNvPr>
          <p:cNvSpPr txBox="1"/>
          <p:nvPr/>
        </p:nvSpPr>
        <p:spPr>
          <a:xfrm>
            <a:off x="1604060" y="390918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FB280AC6-1885-6C37-1256-DD3D6EE0CA0B}"/>
              </a:ext>
            </a:extLst>
          </p:cNvPr>
          <p:cNvSpPr txBox="1"/>
          <p:nvPr/>
        </p:nvSpPr>
        <p:spPr>
          <a:xfrm>
            <a:off x="2730522" y="3249844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22</a:t>
            </a:r>
            <a:endParaRPr lang="zh-CN" altLang="en-US" sz="1600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0AA997D2-FEE1-6FED-916A-2B8563CF3319}"/>
              </a:ext>
            </a:extLst>
          </p:cNvPr>
          <p:cNvSpPr/>
          <p:nvPr/>
        </p:nvSpPr>
        <p:spPr>
          <a:xfrm>
            <a:off x="4944949" y="376844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EECF1DD9-36D7-02A2-FC83-4809BAB93A00}"/>
              </a:ext>
            </a:extLst>
          </p:cNvPr>
          <p:cNvSpPr/>
          <p:nvPr/>
        </p:nvSpPr>
        <p:spPr>
          <a:xfrm>
            <a:off x="5157769" y="1665258"/>
            <a:ext cx="355850" cy="36140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zh-CN" altLang="en-US"/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6BA824B2-5808-7750-18D9-D6CC6A293055}"/>
              </a:ext>
            </a:extLst>
          </p:cNvPr>
          <p:cNvCxnSpPr>
            <a:cxnSpLocks/>
            <a:stCxn id="54" idx="5"/>
            <a:endCxn id="55" idx="0"/>
          </p:cNvCxnSpPr>
          <p:nvPr/>
        </p:nvCxnSpPr>
        <p:spPr>
          <a:xfrm>
            <a:off x="5248686" y="685325"/>
            <a:ext cx="87008" cy="979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9194C337-FBF8-7778-0CE9-34A17C6FF33F}"/>
              </a:ext>
            </a:extLst>
          </p:cNvPr>
          <p:cNvSpPr txBox="1"/>
          <p:nvPr/>
        </p:nvSpPr>
        <p:spPr>
          <a:xfrm>
            <a:off x="5232751" y="206020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3</a:t>
            </a:r>
            <a:endParaRPr lang="zh-CN" altLang="en-US" sz="1600" u="sng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A2F524F3-4B2A-BF2C-538D-7D7BFC0C7D0D}"/>
              </a:ext>
            </a:extLst>
          </p:cNvPr>
          <p:cNvSpPr/>
          <p:nvPr/>
        </p:nvSpPr>
        <p:spPr>
          <a:xfrm>
            <a:off x="4140595" y="812584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zh-CN" altLang="en-US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749729D8-2DE9-3676-33A5-02BB9A009164}"/>
              </a:ext>
            </a:extLst>
          </p:cNvPr>
          <p:cNvSpPr/>
          <p:nvPr/>
        </p:nvSpPr>
        <p:spPr>
          <a:xfrm>
            <a:off x="5814461" y="790074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E09FA965-1142-9AB6-71FB-257111F6C87F}"/>
              </a:ext>
            </a:extLst>
          </p:cNvPr>
          <p:cNvCxnSpPr>
            <a:cxnSpLocks/>
            <a:stCxn id="54" idx="2"/>
            <a:endCxn id="62" idx="7"/>
          </p:cNvCxnSpPr>
          <p:nvPr/>
        </p:nvCxnSpPr>
        <p:spPr>
          <a:xfrm flipH="1">
            <a:off x="4444332" y="557548"/>
            <a:ext cx="500617" cy="307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4A731520-69C2-5D04-0D02-1A5BFDC46521}"/>
              </a:ext>
            </a:extLst>
          </p:cNvPr>
          <p:cNvCxnSpPr>
            <a:cxnSpLocks/>
            <a:stCxn id="54" idx="6"/>
            <a:endCxn id="63" idx="1"/>
          </p:cNvCxnSpPr>
          <p:nvPr/>
        </p:nvCxnSpPr>
        <p:spPr>
          <a:xfrm>
            <a:off x="5300799" y="557548"/>
            <a:ext cx="565775" cy="285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FD8F8BDB-70BE-ACE6-6EB5-FAB5AB941518}"/>
              </a:ext>
            </a:extLst>
          </p:cNvPr>
          <p:cNvSpPr txBox="1"/>
          <p:nvPr/>
        </p:nvSpPr>
        <p:spPr>
          <a:xfrm>
            <a:off x="3831226" y="110975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6</a:t>
            </a:r>
            <a:endParaRPr lang="zh-CN" altLang="en-US" sz="1600" u="sng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6DC3F992-8E1F-EB92-3FB5-3E8E57512AC8}"/>
              </a:ext>
            </a:extLst>
          </p:cNvPr>
          <p:cNvSpPr txBox="1"/>
          <p:nvPr/>
        </p:nvSpPr>
        <p:spPr>
          <a:xfrm>
            <a:off x="6204914" y="961031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26</a:t>
            </a:r>
            <a:endParaRPr lang="zh-CN" altLang="en-US" sz="1600" u="sng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AC8DF3C8-0710-85CE-BB92-22D04DC2DEF6}"/>
              </a:ext>
            </a:extLst>
          </p:cNvPr>
          <p:cNvSpPr/>
          <p:nvPr/>
        </p:nvSpPr>
        <p:spPr>
          <a:xfrm>
            <a:off x="6564030" y="2933095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08E9F3C9-5A7B-F7FA-F112-1E9F47A019B5}"/>
              </a:ext>
            </a:extLst>
          </p:cNvPr>
          <p:cNvSpPr/>
          <p:nvPr/>
        </p:nvSpPr>
        <p:spPr>
          <a:xfrm>
            <a:off x="7057421" y="4217017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88E7974-4556-AE47-5BDA-CB9B65A998BD}"/>
              </a:ext>
            </a:extLst>
          </p:cNvPr>
          <p:cNvCxnSpPr>
            <a:cxnSpLocks/>
            <a:stCxn id="2" idx="5"/>
            <a:endCxn id="4" idx="0"/>
          </p:cNvCxnSpPr>
          <p:nvPr/>
        </p:nvCxnSpPr>
        <p:spPr>
          <a:xfrm>
            <a:off x="6867767" y="3241576"/>
            <a:ext cx="367579" cy="9754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E30F2ED7-63A5-8682-ED49-2E5AE3D21357}"/>
              </a:ext>
            </a:extLst>
          </p:cNvPr>
          <p:cNvSpPr txBox="1"/>
          <p:nvPr/>
        </p:nvSpPr>
        <p:spPr>
          <a:xfrm>
            <a:off x="7310857" y="456368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3</a:t>
            </a:r>
            <a:endParaRPr lang="zh-CN" altLang="en-US" sz="1600" u="sng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D202478-8FAD-D258-B219-75814B09D897}"/>
              </a:ext>
            </a:extLst>
          </p:cNvPr>
          <p:cNvSpPr/>
          <p:nvPr/>
        </p:nvSpPr>
        <p:spPr>
          <a:xfrm>
            <a:off x="5740150" y="3368835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629C8B9-3372-22C9-936D-9192BA15EEEC}"/>
              </a:ext>
            </a:extLst>
          </p:cNvPr>
          <p:cNvSpPr/>
          <p:nvPr/>
        </p:nvSpPr>
        <p:spPr>
          <a:xfrm>
            <a:off x="7498700" y="3329060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0DEA0C2-1667-158B-C0E3-2872EB5E492E}"/>
              </a:ext>
            </a:extLst>
          </p:cNvPr>
          <p:cNvCxnSpPr>
            <a:cxnSpLocks/>
            <a:stCxn id="2" idx="2"/>
            <a:endCxn id="10" idx="7"/>
          </p:cNvCxnSpPr>
          <p:nvPr/>
        </p:nvCxnSpPr>
        <p:spPr>
          <a:xfrm flipH="1">
            <a:off x="6043887" y="3113799"/>
            <a:ext cx="520143" cy="307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B1ECE91-B992-FA51-1946-C1A597607690}"/>
              </a:ext>
            </a:extLst>
          </p:cNvPr>
          <p:cNvCxnSpPr>
            <a:cxnSpLocks/>
            <a:stCxn id="2" idx="6"/>
            <a:endCxn id="12" idx="1"/>
          </p:cNvCxnSpPr>
          <p:nvPr/>
        </p:nvCxnSpPr>
        <p:spPr>
          <a:xfrm>
            <a:off x="6919880" y="3113799"/>
            <a:ext cx="630933" cy="2681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361679C0-31EE-6C75-ABFB-7E9FBEA564CC}"/>
              </a:ext>
            </a:extLst>
          </p:cNvPr>
          <p:cNvSpPr txBox="1"/>
          <p:nvPr/>
        </p:nvSpPr>
        <p:spPr>
          <a:xfrm>
            <a:off x="5398221" y="350803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6</a:t>
            </a:r>
            <a:endParaRPr lang="zh-CN" altLang="en-US" sz="1600" u="sng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3118509-4D9E-9C64-A256-CB812135D90B}"/>
              </a:ext>
            </a:extLst>
          </p:cNvPr>
          <p:cNvSpPr txBox="1"/>
          <p:nvPr/>
        </p:nvSpPr>
        <p:spPr>
          <a:xfrm>
            <a:off x="7854550" y="343269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21</a:t>
            </a:r>
            <a:endParaRPr lang="zh-CN" altLang="en-US" sz="1600" u="sng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A6025A0-9FCF-5203-E497-78D6DAA1CC42}"/>
              </a:ext>
            </a:extLst>
          </p:cNvPr>
          <p:cNvCxnSpPr>
            <a:cxnSpLocks/>
            <a:stCxn id="10" idx="6"/>
            <a:endCxn id="12" idx="2"/>
          </p:cNvCxnSpPr>
          <p:nvPr/>
        </p:nvCxnSpPr>
        <p:spPr>
          <a:xfrm flipV="1">
            <a:off x="6096000" y="3509764"/>
            <a:ext cx="1402700" cy="397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椭圆 21">
            <a:extLst>
              <a:ext uri="{FF2B5EF4-FFF2-40B4-BE49-F238E27FC236}">
                <a16:creationId xmlns:a16="http://schemas.microsoft.com/office/drawing/2014/main" id="{683C3A33-9050-DFF2-42F2-00B0BEC3C440}"/>
              </a:ext>
            </a:extLst>
          </p:cNvPr>
          <p:cNvSpPr/>
          <p:nvPr/>
        </p:nvSpPr>
        <p:spPr>
          <a:xfrm>
            <a:off x="6190786" y="4217017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4</a:t>
            </a:r>
            <a:endParaRPr lang="zh-CN" altLang="en-US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FCFA7550-A00E-AB55-68FA-98559970731A}"/>
              </a:ext>
            </a:extLst>
          </p:cNvPr>
          <p:cNvCxnSpPr>
            <a:cxnSpLocks/>
            <a:stCxn id="10" idx="5"/>
            <a:endCxn id="4" idx="1"/>
          </p:cNvCxnSpPr>
          <p:nvPr/>
        </p:nvCxnSpPr>
        <p:spPr>
          <a:xfrm>
            <a:off x="6043887" y="3677316"/>
            <a:ext cx="1065647" cy="5926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4C162BAA-FA59-09B8-4111-CE4AE8DE381B}"/>
              </a:ext>
            </a:extLst>
          </p:cNvPr>
          <p:cNvCxnSpPr>
            <a:cxnSpLocks/>
            <a:stCxn id="10" idx="4"/>
            <a:endCxn id="22" idx="0"/>
          </p:cNvCxnSpPr>
          <p:nvPr/>
        </p:nvCxnSpPr>
        <p:spPr>
          <a:xfrm>
            <a:off x="5918075" y="3730243"/>
            <a:ext cx="450636" cy="486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AE44054F-BF6E-A48A-6E7F-8CE640D3B3D0}"/>
              </a:ext>
            </a:extLst>
          </p:cNvPr>
          <p:cNvSpPr txBox="1"/>
          <p:nvPr/>
        </p:nvSpPr>
        <p:spPr>
          <a:xfrm>
            <a:off x="6001132" y="4563683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14</a:t>
            </a:r>
            <a:endParaRPr lang="zh-CN" altLang="en-US" sz="1600" u="sng"/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A5F101FC-F91C-BEBA-EF87-81837C78D5F4}"/>
              </a:ext>
            </a:extLst>
          </p:cNvPr>
          <p:cNvSpPr/>
          <p:nvPr/>
        </p:nvSpPr>
        <p:spPr>
          <a:xfrm>
            <a:off x="8199597" y="323917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BC66EB8F-4F7B-04C6-8467-38BC58B0FB6A}"/>
              </a:ext>
            </a:extLst>
          </p:cNvPr>
          <p:cNvSpPr/>
          <p:nvPr/>
        </p:nvSpPr>
        <p:spPr>
          <a:xfrm>
            <a:off x="8412417" y="1612331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zh-CN" altLang="en-US"/>
          </a:p>
        </p:txBody>
      </p: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CBE115C6-C905-2427-907F-21D8DBA7A500}"/>
              </a:ext>
            </a:extLst>
          </p:cNvPr>
          <p:cNvCxnSpPr>
            <a:cxnSpLocks/>
            <a:stCxn id="84" idx="5"/>
            <a:endCxn id="85" idx="0"/>
          </p:cNvCxnSpPr>
          <p:nvPr/>
        </p:nvCxnSpPr>
        <p:spPr>
          <a:xfrm>
            <a:off x="8503334" y="632398"/>
            <a:ext cx="87008" cy="979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6AD36CFB-674D-5EE0-BA6C-1B294E3BD792}"/>
              </a:ext>
            </a:extLst>
          </p:cNvPr>
          <p:cNvSpPr txBox="1"/>
          <p:nvPr/>
        </p:nvSpPr>
        <p:spPr>
          <a:xfrm>
            <a:off x="8487399" y="200727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3</a:t>
            </a:r>
            <a:endParaRPr lang="zh-CN" altLang="en-US" sz="1600" u="sng"/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643444F5-169A-6516-FD5D-5DDBAC53BF19}"/>
              </a:ext>
            </a:extLst>
          </p:cNvPr>
          <p:cNvSpPr/>
          <p:nvPr/>
        </p:nvSpPr>
        <p:spPr>
          <a:xfrm>
            <a:off x="7395243" y="759657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zh-CN" altLang="en-US"/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B33A7A81-E986-5BB1-3AC8-29EE660126C8}"/>
              </a:ext>
            </a:extLst>
          </p:cNvPr>
          <p:cNvSpPr/>
          <p:nvPr/>
        </p:nvSpPr>
        <p:spPr>
          <a:xfrm>
            <a:off x="9069109" y="737147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F5A6E30D-8E6B-CAA8-9DD5-360ADCBD596A}"/>
              </a:ext>
            </a:extLst>
          </p:cNvPr>
          <p:cNvCxnSpPr>
            <a:cxnSpLocks/>
            <a:stCxn id="84" idx="2"/>
            <a:endCxn id="88" idx="7"/>
          </p:cNvCxnSpPr>
          <p:nvPr/>
        </p:nvCxnSpPr>
        <p:spPr>
          <a:xfrm flipH="1">
            <a:off x="7698980" y="504621"/>
            <a:ext cx="500617" cy="307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11E97CA2-A6B5-95CB-7971-6CE23A2B21E2}"/>
              </a:ext>
            </a:extLst>
          </p:cNvPr>
          <p:cNvCxnSpPr>
            <a:cxnSpLocks/>
            <a:stCxn id="84" idx="6"/>
            <a:endCxn id="89" idx="1"/>
          </p:cNvCxnSpPr>
          <p:nvPr/>
        </p:nvCxnSpPr>
        <p:spPr>
          <a:xfrm>
            <a:off x="8555447" y="504621"/>
            <a:ext cx="565775" cy="285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9DE0FBF5-7E9B-81CD-B0FB-F06B70531CD5}"/>
              </a:ext>
            </a:extLst>
          </p:cNvPr>
          <p:cNvSpPr txBox="1"/>
          <p:nvPr/>
        </p:nvSpPr>
        <p:spPr>
          <a:xfrm>
            <a:off x="7085874" y="105682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6</a:t>
            </a:r>
            <a:endParaRPr lang="zh-CN" altLang="en-US" sz="1600" u="sng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07E10EC0-E1B3-698B-23DF-0D283021407D}"/>
              </a:ext>
            </a:extLst>
          </p:cNvPr>
          <p:cNvSpPr txBox="1"/>
          <p:nvPr/>
        </p:nvSpPr>
        <p:spPr>
          <a:xfrm>
            <a:off x="9459562" y="908104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25</a:t>
            </a:r>
            <a:endParaRPr lang="zh-CN" altLang="en-US" sz="1600" u="sng"/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FCF01B48-FEF6-FE27-B485-03E9B86035EF}"/>
              </a:ext>
            </a:extLst>
          </p:cNvPr>
          <p:cNvCxnSpPr>
            <a:cxnSpLocks/>
            <a:stCxn id="85" idx="7"/>
            <a:endCxn id="89" idx="3"/>
          </p:cNvCxnSpPr>
          <p:nvPr/>
        </p:nvCxnSpPr>
        <p:spPr>
          <a:xfrm flipV="1">
            <a:off x="8716154" y="1045628"/>
            <a:ext cx="405068" cy="619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F077D05C-0A92-97AF-69BC-279224B8CD80}"/>
              </a:ext>
            </a:extLst>
          </p:cNvPr>
          <p:cNvSpPr txBox="1"/>
          <p:nvPr/>
        </p:nvSpPr>
        <p:spPr>
          <a:xfrm>
            <a:off x="4654268" y="2395078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第一步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8785EAFF-CBC3-05DC-4654-8ABDEBA63BA0}"/>
              </a:ext>
            </a:extLst>
          </p:cNvPr>
          <p:cNvSpPr txBox="1"/>
          <p:nvPr/>
        </p:nvSpPr>
        <p:spPr>
          <a:xfrm>
            <a:off x="7973835" y="240759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第二步</a:t>
            </a: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FE70C2D9-7ECE-75B4-5A8B-9265DCB6D3A9}"/>
              </a:ext>
            </a:extLst>
          </p:cNvPr>
          <p:cNvSpPr txBox="1"/>
          <p:nvPr/>
        </p:nvSpPr>
        <p:spPr>
          <a:xfrm>
            <a:off x="6304195" y="508686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第三步</a:t>
            </a:r>
          </a:p>
        </p:txBody>
      </p:sp>
    </p:spTree>
    <p:extLst>
      <p:ext uri="{BB962C8B-B14F-4D97-AF65-F5344CB8AC3E}">
        <p14:creationId xmlns:p14="http://schemas.microsoft.com/office/powerpoint/2010/main" val="36425870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71813-363B-371A-8F7F-781B845E7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C0D91C76-74D1-86C5-A491-F8A2B6137E21}"/>
              </a:ext>
            </a:extLst>
          </p:cNvPr>
          <p:cNvSpPr/>
          <p:nvPr/>
        </p:nvSpPr>
        <p:spPr>
          <a:xfrm>
            <a:off x="639912" y="1324539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41C36A1-22DE-A38C-816E-FF744015C1B0}"/>
              </a:ext>
            </a:extLst>
          </p:cNvPr>
          <p:cNvSpPr/>
          <p:nvPr/>
        </p:nvSpPr>
        <p:spPr>
          <a:xfrm>
            <a:off x="1406449" y="824511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ECE21D79-4966-CF77-404E-975642DA19BC}"/>
              </a:ext>
            </a:extLst>
          </p:cNvPr>
          <p:cNvSpPr/>
          <p:nvPr/>
        </p:nvSpPr>
        <p:spPr>
          <a:xfrm>
            <a:off x="1406448" y="1824567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50B0FDA-A6B0-6814-D4BA-2659A7635408}"/>
              </a:ext>
            </a:extLst>
          </p:cNvPr>
          <p:cNvCxnSpPr>
            <a:cxnSpLocks/>
            <a:stCxn id="2" idx="7"/>
            <a:endCxn id="3" idx="2"/>
          </p:cNvCxnSpPr>
          <p:nvPr/>
        </p:nvCxnSpPr>
        <p:spPr>
          <a:xfrm flipV="1">
            <a:off x="943649" y="1005215"/>
            <a:ext cx="462800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B1E5A7B-A083-1381-3AC6-03F412512551}"/>
              </a:ext>
            </a:extLst>
          </p:cNvPr>
          <p:cNvCxnSpPr>
            <a:cxnSpLocks/>
            <a:stCxn id="2" idx="5"/>
            <a:endCxn id="4" idx="2"/>
          </p:cNvCxnSpPr>
          <p:nvPr/>
        </p:nvCxnSpPr>
        <p:spPr>
          <a:xfrm>
            <a:off x="943649" y="1633020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37FEDB1-5320-43C6-13EF-C5D41669DFB0}"/>
              </a:ext>
            </a:extLst>
          </p:cNvPr>
          <p:cNvSpPr txBox="1"/>
          <p:nvPr/>
        </p:nvSpPr>
        <p:spPr>
          <a:xfrm>
            <a:off x="851588" y="86842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2,2</a:t>
            </a:r>
            <a:endParaRPr lang="zh-CN" altLang="en-US" sz="16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74D3557-FB3A-2C43-43AD-2A0F071BFCF5}"/>
              </a:ext>
            </a:extLst>
          </p:cNvPr>
          <p:cNvSpPr txBox="1"/>
          <p:nvPr/>
        </p:nvSpPr>
        <p:spPr>
          <a:xfrm>
            <a:off x="851588" y="1772224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2,1</a:t>
            </a:r>
            <a:endParaRPr lang="zh-CN" altLang="en-US" sz="16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2EF65B3-3A9B-0885-69B4-2FF73966D4A2}"/>
              </a:ext>
            </a:extLst>
          </p:cNvPr>
          <p:cNvSpPr txBox="1"/>
          <p:nvPr/>
        </p:nvSpPr>
        <p:spPr>
          <a:xfrm>
            <a:off x="639910" y="1297333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1410FC1-C781-9ECC-02E9-4FFAC52A6B49}"/>
              </a:ext>
            </a:extLst>
          </p:cNvPr>
          <p:cNvSpPr txBox="1"/>
          <p:nvPr/>
        </p:nvSpPr>
        <p:spPr>
          <a:xfrm>
            <a:off x="1406447" y="780217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600B945-DF66-A9C8-068D-EE757A80E957}"/>
              </a:ext>
            </a:extLst>
          </p:cNvPr>
          <p:cNvSpPr txBox="1"/>
          <p:nvPr/>
        </p:nvSpPr>
        <p:spPr>
          <a:xfrm>
            <a:off x="1416521" y="1763496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AD2B754-8D7F-47F2-4A14-1F1EE4B7872C}"/>
              </a:ext>
            </a:extLst>
          </p:cNvPr>
          <p:cNvCxnSpPr>
            <a:cxnSpLocks/>
            <a:stCxn id="4" idx="0"/>
            <a:endCxn id="3" idx="4"/>
          </p:cNvCxnSpPr>
          <p:nvPr/>
        </p:nvCxnSpPr>
        <p:spPr>
          <a:xfrm flipV="1">
            <a:off x="1584374" y="1185919"/>
            <a:ext cx="0" cy="638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DC374547-94AB-7FC1-3714-1874A15B92D6}"/>
              </a:ext>
            </a:extLst>
          </p:cNvPr>
          <p:cNvSpPr txBox="1"/>
          <p:nvPr/>
        </p:nvSpPr>
        <p:spPr>
          <a:xfrm>
            <a:off x="1603431" y="1335966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1,1</a:t>
            </a:r>
            <a:endParaRPr lang="zh-CN" altLang="en-US" sz="160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1978CC2-98A5-AD09-8725-1789FBD7CE9C}"/>
              </a:ext>
            </a:extLst>
          </p:cNvPr>
          <p:cNvSpPr txBox="1"/>
          <p:nvPr/>
        </p:nvSpPr>
        <p:spPr>
          <a:xfrm>
            <a:off x="306302" y="408909"/>
            <a:ext cx="1212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边</a:t>
            </a:r>
            <a:r>
              <a:rPr lang="en-US" altLang="zh-CN" sz="1400"/>
              <a:t>: </a:t>
            </a:r>
            <a:r>
              <a:rPr lang="zh-CN" altLang="en-US" sz="1400"/>
              <a:t>时间</a:t>
            </a:r>
            <a:r>
              <a:rPr lang="en-US" altLang="zh-CN" sz="1400"/>
              <a:t>,</a:t>
            </a:r>
            <a:r>
              <a:rPr lang="zh-CN" altLang="en-US" sz="1400"/>
              <a:t>能量</a:t>
            </a:r>
          </a:p>
        </p:txBody>
      </p:sp>
    </p:spTree>
    <p:extLst>
      <p:ext uri="{BB962C8B-B14F-4D97-AF65-F5344CB8AC3E}">
        <p14:creationId xmlns:p14="http://schemas.microsoft.com/office/powerpoint/2010/main" val="32842885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675AB-0259-1E45-D59D-F1F826B5A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F195D772-3BD5-7D98-E360-9621A01A309F}"/>
              </a:ext>
            </a:extLst>
          </p:cNvPr>
          <p:cNvSpPr/>
          <p:nvPr/>
        </p:nvSpPr>
        <p:spPr>
          <a:xfrm>
            <a:off x="639912" y="1324539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B1D50BEE-78EB-2720-53DE-FB140CE8B2ED}"/>
              </a:ext>
            </a:extLst>
          </p:cNvPr>
          <p:cNvSpPr/>
          <p:nvPr/>
        </p:nvSpPr>
        <p:spPr>
          <a:xfrm>
            <a:off x="1406449" y="824511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8DCF845-432C-F630-7027-CCCF9596E40F}"/>
              </a:ext>
            </a:extLst>
          </p:cNvPr>
          <p:cNvSpPr/>
          <p:nvPr/>
        </p:nvSpPr>
        <p:spPr>
          <a:xfrm>
            <a:off x="1406448" y="1824567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09985A3-8200-2A76-6330-3717EDF3D285}"/>
              </a:ext>
            </a:extLst>
          </p:cNvPr>
          <p:cNvCxnSpPr>
            <a:cxnSpLocks/>
            <a:stCxn id="2" idx="7"/>
            <a:endCxn id="3" idx="2"/>
          </p:cNvCxnSpPr>
          <p:nvPr/>
        </p:nvCxnSpPr>
        <p:spPr>
          <a:xfrm flipV="1">
            <a:off x="943649" y="1005215"/>
            <a:ext cx="462800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6E4CAB7-6047-C38D-AB97-5DD246625418}"/>
              </a:ext>
            </a:extLst>
          </p:cNvPr>
          <p:cNvCxnSpPr>
            <a:cxnSpLocks/>
            <a:stCxn id="2" idx="5"/>
            <a:endCxn id="4" idx="2"/>
          </p:cNvCxnSpPr>
          <p:nvPr/>
        </p:nvCxnSpPr>
        <p:spPr>
          <a:xfrm>
            <a:off x="943649" y="1633020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8B1E6C1-41B9-A6F9-0E0C-9FA8DE4172FD}"/>
              </a:ext>
            </a:extLst>
          </p:cNvPr>
          <p:cNvSpPr txBox="1"/>
          <p:nvPr/>
        </p:nvSpPr>
        <p:spPr>
          <a:xfrm>
            <a:off x="709800" y="803105"/>
            <a:ext cx="6078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e</a:t>
            </a:r>
            <a:r>
              <a:rPr lang="en-US" altLang="zh-CN" sz="1600" baseline="-25000"/>
              <a:t>0 </a:t>
            </a:r>
            <a:r>
              <a:rPr lang="en-US" altLang="zh-CN" sz="1600"/>
              <a:t>: 2</a:t>
            </a:r>
            <a:endParaRPr lang="zh-CN" altLang="en-US" sz="16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D57C23F-76B1-10D7-7132-DE27CA07D505}"/>
              </a:ext>
            </a:extLst>
          </p:cNvPr>
          <p:cNvSpPr txBox="1"/>
          <p:nvPr/>
        </p:nvSpPr>
        <p:spPr>
          <a:xfrm>
            <a:off x="639910" y="1297333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838E143-13E6-CF20-E244-1804F96BD2A2}"/>
              </a:ext>
            </a:extLst>
          </p:cNvPr>
          <p:cNvSpPr txBox="1"/>
          <p:nvPr/>
        </p:nvSpPr>
        <p:spPr>
          <a:xfrm>
            <a:off x="1406447" y="780217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F20EBBB-7390-CB6B-299E-AB0921F01CB8}"/>
              </a:ext>
            </a:extLst>
          </p:cNvPr>
          <p:cNvSpPr txBox="1"/>
          <p:nvPr/>
        </p:nvSpPr>
        <p:spPr>
          <a:xfrm>
            <a:off x="1416521" y="1763496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16845B0-208D-3E00-8B63-B8B05656175F}"/>
              </a:ext>
            </a:extLst>
          </p:cNvPr>
          <p:cNvCxnSpPr>
            <a:cxnSpLocks/>
            <a:stCxn id="4" idx="0"/>
            <a:endCxn id="3" idx="4"/>
          </p:cNvCxnSpPr>
          <p:nvPr/>
        </p:nvCxnSpPr>
        <p:spPr>
          <a:xfrm flipV="1">
            <a:off x="1584374" y="1185919"/>
            <a:ext cx="0" cy="638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D573AA25-20EC-C6B7-A362-3C3EEA3DB0E9}"/>
              </a:ext>
            </a:extLst>
          </p:cNvPr>
          <p:cNvSpPr txBox="1"/>
          <p:nvPr/>
        </p:nvSpPr>
        <p:spPr>
          <a:xfrm>
            <a:off x="1603431" y="1335966"/>
            <a:ext cx="6270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e</a:t>
            </a:r>
            <a:r>
              <a:rPr lang="en-US" altLang="zh-CN" sz="1600" baseline="-25000"/>
              <a:t>2</a:t>
            </a:r>
            <a:r>
              <a:rPr lang="en-US" altLang="zh-CN" sz="1600"/>
              <a:t> : 1</a:t>
            </a:r>
            <a:endParaRPr lang="zh-CN" altLang="en-US" sz="160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A3B03B0-AEF0-6820-644E-8E43F9AE94E5}"/>
              </a:ext>
            </a:extLst>
          </p:cNvPr>
          <p:cNvSpPr txBox="1"/>
          <p:nvPr/>
        </p:nvSpPr>
        <p:spPr>
          <a:xfrm>
            <a:off x="691832" y="1819145"/>
            <a:ext cx="6078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e</a:t>
            </a:r>
            <a:r>
              <a:rPr lang="en-US" altLang="zh-CN" sz="1600" baseline="-25000"/>
              <a:t>1 </a:t>
            </a:r>
            <a:r>
              <a:rPr lang="en-US" altLang="zh-CN" sz="1600"/>
              <a:t>: 3</a:t>
            </a:r>
            <a:endParaRPr lang="zh-CN" altLang="en-US" sz="160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0CD521CD-B688-FA78-2F31-01B870FC4267}"/>
              </a:ext>
            </a:extLst>
          </p:cNvPr>
          <p:cNvSpPr/>
          <p:nvPr/>
        </p:nvSpPr>
        <p:spPr>
          <a:xfrm>
            <a:off x="2981467" y="1357372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6171D6DD-284E-0DE9-E0AB-A74D39E72885}"/>
              </a:ext>
            </a:extLst>
          </p:cNvPr>
          <p:cNvSpPr/>
          <p:nvPr/>
        </p:nvSpPr>
        <p:spPr>
          <a:xfrm>
            <a:off x="3748004" y="857344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218539E-29AE-659D-E672-4E6A1CDE16DF}"/>
              </a:ext>
            </a:extLst>
          </p:cNvPr>
          <p:cNvSpPr/>
          <p:nvPr/>
        </p:nvSpPr>
        <p:spPr>
          <a:xfrm>
            <a:off x="3748003" y="1857400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3DFCD7B-E78F-CD46-4FB4-6AA3A210ED36}"/>
              </a:ext>
            </a:extLst>
          </p:cNvPr>
          <p:cNvCxnSpPr>
            <a:cxnSpLocks/>
            <a:stCxn id="16" idx="7"/>
            <a:endCxn id="17" idx="2"/>
          </p:cNvCxnSpPr>
          <p:nvPr/>
        </p:nvCxnSpPr>
        <p:spPr>
          <a:xfrm flipV="1">
            <a:off x="3285204" y="1038048"/>
            <a:ext cx="462800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DFA355C-52E7-711B-3732-9B575AAA7CF9}"/>
              </a:ext>
            </a:extLst>
          </p:cNvPr>
          <p:cNvSpPr txBox="1"/>
          <p:nvPr/>
        </p:nvSpPr>
        <p:spPr>
          <a:xfrm>
            <a:off x="3051355" y="835938"/>
            <a:ext cx="6078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e</a:t>
            </a:r>
            <a:r>
              <a:rPr lang="en-US" altLang="zh-CN" sz="1600" baseline="-25000"/>
              <a:t>0 </a:t>
            </a:r>
            <a:r>
              <a:rPr lang="en-US" altLang="zh-CN" sz="1600"/>
              <a:t>: 2</a:t>
            </a:r>
            <a:endParaRPr lang="zh-CN" altLang="en-US" sz="16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026745B-5EF0-E19A-B0EC-AEB1E298CEC9}"/>
              </a:ext>
            </a:extLst>
          </p:cNvPr>
          <p:cNvSpPr txBox="1"/>
          <p:nvPr/>
        </p:nvSpPr>
        <p:spPr>
          <a:xfrm>
            <a:off x="2981465" y="1330166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D9A3F1C-393F-8836-4E3E-E8A673963AE0}"/>
              </a:ext>
            </a:extLst>
          </p:cNvPr>
          <p:cNvSpPr txBox="1"/>
          <p:nvPr/>
        </p:nvSpPr>
        <p:spPr>
          <a:xfrm>
            <a:off x="3748002" y="813050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D19B1CA-D3F6-C6DA-08DB-0EBB17DACBC4}"/>
              </a:ext>
            </a:extLst>
          </p:cNvPr>
          <p:cNvSpPr txBox="1"/>
          <p:nvPr/>
        </p:nvSpPr>
        <p:spPr>
          <a:xfrm>
            <a:off x="3758076" y="179632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B556BBF9-E7BF-58D1-343A-E5CBD98983C8}"/>
              </a:ext>
            </a:extLst>
          </p:cNvPr>
          <p:cNvCxnSpPr>
            <a:cxnSpLocks/>
            <a:stCxn id="20" idx="0"/>
            <a:endCxn id="17" idx="4"/>
          </p:cNvCxnSpPr>
          <p:nvPr/>
        </p:nvCxnSpPr>
        <p:spPr>
          <a:xfrm flipV="1">
            <a:off x="3925929" y="1218752"/>
            <a:ext cx="0" cy="638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9F86B5C7-D2EF-043A-0262-89AC6D2C4D82}"/>
              </a:ext>
            </a:extLst>
          </p:cNvPr>
          <p:cNvSpPr txBox="1"/>
          <p:nvPr/>
        </p:nvSpPr>
        <p:spPr>
          <a:xfrm>
            <a:off x="3944986" y="1368799"/>
            <a:ext cx="6270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e</a:t>
            </a:r>
            <a:r>
              <a:rPr lang="en-US" altLang="zh-CN" sz="1600" baseline="-25000"/>
              <a:t>2</a:t>
            </a:r>
            <a:r>
              <a:rPr lang="en-US" altLang="zh-CN" sz="1600"/>
              <a:t> : 1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28244382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A20C1-A31D-582D-810D-1803BEA0F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30446006-6B2A-8168-67C0-260E692FE6B1}"/>
              </a:ext>
            </a:extLst>
          </p:cNvPr>
          <p:cNvSpPr/>
          <p:nvPr/>
        </p:nvSpPr>
        <p:spPr>
          <a:xfrm>
            <a:off x="365142" y="892113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BC4E8E9-748D-3EC3-152D-A927CA6CA057}"/>
              </a:ext>
            </a:extLst>
          </p:cNvPr>
          <p:cNvSpPr/>
          <p:nvPr/>
        </p:nvSpPr>
        <p:spPr>
          <a:xfrm>
            <a:off x="1131679" y="392085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9172FE5-F8A8-3B73-1F3B-E48B942B35A0}"/>
              </a:ext>
            </a:extLst>
          </p:cNvPr>
          <p:cNvSpPr/>
          <p:nvPr/>
        </p:nvSpPr>
        <p:spPr>
          <a:xfrm>
            <a:off x="1131678" y="1392141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A7A8CAE-356C-ED3C-E219-FA81F4C4DCF1}"/>
              </a:ext>
            </a:extLst>
          </p:cNvPr>
          <p:cNvSpPr/>
          <p:nvPr/>
        </p:nvSpPr>
        <p:spPr>
          <a:xfrm>
            <a:off x="2033350" y="392086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57E1DEE4-6C1E-DEF7-E099-10D6F3D0AFA4}"/>
              </a:ext>
            </a:extLst>
          </p:cNvPr>
          <p:cNvSpPr/>
          <p:nvPr/>
        </p:nvSpPr>
        <p:spPr>
          <a:xfrm>
            <a:off x="2033349" y="1392141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8D3F7C4-CE2A-460A-4F15-7F0267D81C09}"/>
              </a:ext>
            </a:extLst>
          </p:cNvPr>
          <p:cNvSpPr/>
          <p:nvPr/>
        </p:nvSpPr>
        <p:spPr>
          <a:xfrm>
            <a:off x="2799888" y="892113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FB0CEDD-334E-74FB-81E1-4A798FD4629E}"/>
              </a:ext>
            </a:extLst>
          </p:cNvPr>
          <p:cNvCxnSpPr>
            <a:cxnSpLocks/>
            <a:stCxn id="2" idx="7"/>
            <a:endCxn id="3" idx="2"/>
          </p:cNvCxnSpPr>
          <p:nvPr/>
        </p:nvCxnSpPr>
        <p:spPr>
          <a:xfrm flipV="1">
            <a:off x="668879" y="572789"/>
            <a:ext cx="462800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AF70BE7-090D-BB25-B5D1-BC9588B84CDE}"/>
              </a:ext>
            </a:extLst>
          </p:cNvPr>
          <p:cNvCxnSpPr>
            <a:cxnSpLocks/>
            <a:stCxn id="5" idx="2"/>
            <a:endCxn id="3" idx="6"/>
          </p:cNvCxnSpPr>
          <p:nvPr/>
        </p:nvCxnSpPr>
        <p:spPr>
          <a:xfrm flipH="1" flipV="1">
            <a:off x="1487529" y="572789"/>
            <a:ext cx="54582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368995B-0CA0-482A-1C17-7A439DABD78B}"/>
              </a:ext>
            </a:extLst>
          </p:cNvPr>
          <p:cNvCxnSpPr>
            <a:cxnSpLocks/>
            <a:stCxn id="2" idx="5"/>
            <a:endCxn id="4" idx="2"/>
          </p:cNvCxnSpPr>
          <p:nvPr/>
        </p:nvCxnSpPr>
        <p:spPr>
          <a:xfrm>
            <a:off x="668879" y="1200594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EDB2532-A3F3-DBCB-F564-2EC42E7AB883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>
            <a:off x="1487529" y="1572845"/>
            <a:ext cx="5458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F604FBB-2E2B-F2D4-E3C3-F75292F0A136}"/>
              </a:ext>
            </a:extLst>
          </p:cNvPr>
          <p:cNvCxnSpPr>
            <a:cxnSpLocks/>
            <a:stCxn id="6" idx="6"/>
            <a:endCxn id="7" idx="3"/>
          </p:cNvCxnSpPr>
          <p:nvPr/>
        </p:nvCxnSpPr>
        <p:spPr>
          <a:xfrm flipV="1">
            <a:off x="2389200" y="1200594"/>
            <a:ext cx="462801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3834702-F83C-77CD-9C1F-89A6EE28F978}"/>
              </a:ext>
            </a:extLst>
          </p:cNvPr>
          <p:cNvCxnSpPr>
            <a:cxnSpLocks/>
            <a:stCxn id="7" idx="1"/>
            <a:endCxn id="5" idx="6"/>
          </p:cNvCxnSpPr>
          <p:nvPr/>
        </p:nvCxnSpPr>
        <p:spPr>
          <a:xfrm flipH="1" flipV="1">
            <a:off x="2389201" y="572790"/>
            <a:ext cx="462800" cy="3722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98FB822-3932-73F5-1C76-E762543819D0}"/>
              </a:ext>
            </a:extLst>
          </p:cNvPr>
          <p:cNvCxnSpPr>
            <a:cxnSpLocks/>
            <a:stCxn id="4" idx="0"/>
            <a:endCxn id="3" idx="4"/>
          </p:cNvCxnSpPr>
          <p:nvPr/>
        </p:nvCxnSpPr>
        <p:spPr>
          <a:xfrm flipV="1">
            <a:off x="1309604" y="753493"/>
            <a:ext cx="0" cy="638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F5F2D3D-0F25-1B46-8D66-C6101EB30696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2211275" y="753494"/>
            <a:ext cx="1" cy="6386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05C8237-865B-90DF-0528-68CB2ACD976C}"/>
              </a:ext>
            </a:extLst>
          </p:cNvPr>
          <p:cNvCxnSpPr>
            <a:cxnSpLocks/>
            <a:stCxn id="6" idx="1"/>
            <a:endCxn id="3" idx="5"/>
          </p:cNvCxnSpPr>
          <p:nvPr/>
        </p:nvCxnSpPr>
        <p:spPr>
          <a:xfrm flipH="1" flipV="1">
            <a:off x="1435416" y="700566"/>
            <a:ext cx="650046" cy="744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C51933E6-ABAD-E63C-A211-DE6AAC2289D1}"/>
              </a:ext>
            </a:extLst>
          </p:cNvPr>
          <p:cNvSpPr txBox="1"/>
          <p:nvPr/>
        </p:nvSpPr>
        <p:spPr>
          <a:xfrm>
            <a:off x="700770" y="46825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CB20F45-525A-4EDC-BBFC-661CB068EB13}"/>
              </a:ext>
            </a:extLst>
          </p:cNvPr>
          <p:cNvSpPr txBox="1"/>
          <p:nvPr/>
        </p:nvSpPr>
        <p:spPr>
          <a:xfrm>
            <a:off x="668877" y="132464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F24FAC0-A755-D29A-9796-3E5AD27D7516}"/>
              </a:ext>
            </a:extLst>
          </p:cNvPr>
          <p:cNvSpPr txBox="1"/>
          <p:nvPr/>
        </p:nvSpPr>
        <p:spPr>
          <a:xfrm>
            <a:off x="1048551" y="86145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D5721C1-1F75-9EFC-0A46-FEE9461B3F92}"/>
              </a:ext>
            </a:extLst>
          </p:cNvPr>
          <p:cNvSpPr txBox="1"/>
          <p:nvPr/>
        </p:nvSpPr>
        <p:spPr>
          <a:xfrm>
            <a:off x="1560144" y="238739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10</a:t>
            </a:r>
            <a:endParaRPr lang="zh-CN" altLang="en-US" sz="16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69CCA52-6402-B034-0737-04F0641B398A}"/>
              </a:ext>
            </a:extLst>
          </p:cNvPr>
          <p:cNvSpPr txBox="1"/>
          <p:nvPr/>
        </p:nvSpPr>
        <p:spPr>
          <a:xfrm>
            <a:off x="1519422" y="92920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E4D54A4-8683-358B-FAE7-5D3A184AC804}"/>
              </a:ext>
            </a:extLst>
          </p:cNvPr>
          <p:cNvSpPr txBox="1"/>
          <p:nvPr/>
        </p:nvSpPr>
        <p:spPr>
          <a:xfrm>
            <a:off x="1989414" y="86145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8149D61-32CA-285A-0962-2938ADA1D235}"/>
              </a:ext>
            </a:extLst>
          </p:cNvPr>
          <p:cNvSpPr txBox="1"/>
          <p:nvPr/>
        </p:nvSpPr>
        <p:spPr>
          <a:xfrm>
            <a:off x="2575788" y="49928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571A705-1401-2D29-390D-1DD59C9E2808}"/>
              </a:ext>
            </a:extLst>
          </p:cNvPr>
          <p:cNvSpPr txBox="1"/>
          <p:nvPr/>
        </p:nvSpPr>
        <p:spPr>
          <a:xfrm>
            <a:off x="1607192" y="156834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B732A63-5F65-37D4-F962-D3DF8000EB48}"/>
              </a:ext>
            </a:extLst>
          </p:cNvPr>
          <p:cNvSpPr txBox="1"/>
          <p:nvPr/>
        </p:nvSpPr>
        <p:spPr>
          <a:xfrm>
            <a:off x="2575788" y="136206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9</a:t>
            </a:r>
            <a:endParaRPr lang="zh-CN" altLang="en-US" sz="1600"/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815FB605-1838-3BC4-F722-462228358AB4}"/>
              </a:ext>
            </a:extLst>
          </p:cNvPr>
          <p:cNvSpPr/>
          <p:nvPr/>
        </p:nvSpPr>
        <p:spPr>
          <a:xfrm>
            <a:off x="4058027" y="892113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6C454535-2159-BE27-8723-1A33ECB02CA6}"/>
              </a:ext>
            </a:extLst>
          </p:cNvPr>
          <p:cNvSpPr/>
          <p:nvPr/>
        </p:nvSpPr>
        <p:spPr>
          <a:xfrm>
            <a:off x="4906263" y="392085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C5B8FCFE-5092-A65C-6CF2-040CEE2F7C2A}"/>
              </a:ext>
            </a:extLst>
          </p:cNvPr>
          <p:cNvSpPr/>
          <p:nvPr/>
        </p:nvSpPr>
        <p:spPr>
          <a:xfrm>
            <a:off x="4906262" y="1392141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1EFF8F08-1A68-EAC9-F938-7F1D64346776}"/>
              </a:ext>
            </a:extLst>
          </p:cNvPr>
          <p:cNvCxnSpPr>
            <a:cxnSpLocks/>
            <a:stCxn id="76" idx="7"/>
            <a:endCxn id="78" idx="2"/>
          </p:cNvCxnSpPr>
          <p:nvPr/>
        </p:nvCxnSpPr>
        <p:spPr>
          <a:xfrm flipV="1">
            <a:off x="4361764" y="572789"/>
            <a:ext cx="5444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7F36B32D-21F9-5E1F-C5B9-D199CD3CD6BC}"/>
              </a:ext>
            </a:extLst>
          </p:cNvPr>
          <p:cNvCxnSpPr>
            <a:cxnSpLocks/>
            <a:stCxn id="76" idx="5"/>
            <a:endCxn id="80" idx="2"/>
          </p:cNvCxnSpPr>
          <p:nvPr/>
        </p:nvCxnSpPr>
        <p:spPr>
          <a:xfrm>
            <a:off x="4361764" y="1200594"/>
            <a:ext cx="544498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A099094D-11DF-284C-0016-7A344937EAF9}"/>
              </a:ext>
            </a:extLst>
          </p:cNvPr>
          <p:cNvSpPr txBox="1"/>
          <p:nvPr/>
        </p:nvSpPr>
        <p:spPr>
          <a:xfrm>
            <a:off x="4792119" y="6946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2</a:t>
            </a:r>
            <a:endParaRPr lang="zh-CN" altLang="en-US" sz="1600" u="sng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78B20B5F-0487-AFDD-A363-0BF615B6274B}"/>
              </a:ext>
            </a:extLst>
          </p:cNvPr>
          <p:cNvSpPr txBox="1"/>
          <p:nvPr/>
        </p:nvSpPr>
        <p:spPr>
          <a:xfrm>
            <a:off x="4760228" y="173761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5</a:t>
            </a:r>
            <a:endParaRPr lang="zh-CN" altLang="en-US" sz="1600" u="sng"/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52B4042C-9CB9-F66E-48A6-C0249C410685}"/>
              </a:ext>
            </a:extLst>
          </p:cNvPr>
          <p:cNvSpPr/>
          <p:nvPr/>
        </p:nvSpPr>
        <p:spPr>
          <a:xfrm>
            <a:off x="6259579" y="886691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AF114F3C-E43D-EAD8-99E1-F14B1B303184}"/>
              </a:ext>
            </a:extLst>
          </p:cNvPr>
          <p:cNvSpPr/>
          <p:nvPr/>
        </p:nvSpPr>
        <p:spPr>
          <a:xfrm>
            <a:off x="7107815" y="386663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92926BCE-3D41-2DE8-65DE-ADA700A32A51}"/>
              </a:ext>
            </a:extLst>
          </p:cNvPr>
          <p:cNvSpPr/>
          <p:nvPr/>
        </p:nvSpPr>
        <p:spPr>
          <a:xfrm>
            <a:off x="7107814" y="1386719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55F3E982-7625-2FB8-D492-D6F5E5DE5088}"/>
              </a:ext>
            </a:extLst>
          </p:cNvPr>
          <p:cNvCxnSpPr>
            <a:cxnSpLocks/>
            <a:stCxn id="90" idx="7"/>
            <a:endCxn id="91" idx="2"/>
          </p:cNvCxnSpPr>
          <p:nvPr/>
        </p:nvCxnSpPr>
        <p:spPr>
          <a:xfrm flipV="1">
            <a:off x="6563316" y="567367"/>
            <a:ext cx="544499" cy="37225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1436AE97-93B3-568F-BCC5-ECF2289CB31D}"/>
              </a:ext>
            </a:extLst>
          </p:cNvPr>
          <p:cNvCxnSpPr>
            <a:cxnSpLocks/>
            <a:stCxn id="90" idx="5"/>
            <a:endCxn id="92" idx="2"/>
          </p:cNvCxnSpPr>
          <p:nvPr/>
        </p:nvCxnSpPr>
        <p:spPr>
          <a:xfrm>
            <a:off x="6563316" y="1195172"/>
            <a:ext cx="544498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2C57B16B-947D-D52F-2451-944B82CDCC70}"/>
              </a:ext>
            </a:extLst>
          </p:cNvPr>
          <p:cNvSpPr txBox="1"/>
          <p:nvPr/>
        </p:nvSpPr>
        <p:spPr>
          <a:xfrm>
            <a:off x="6887577" y="1758970"/>
            <a:ext cx="6383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5</a:t>
            </a:r>
            <a:r>
              <a:rPr lang="en-US" altLang="zh-CN" sz="1600"/>
              <a:t>-&gt;</a:t>
            </a:r>
            <a:r>
              <a:rPr lang="en-US" altLang="zh-CN" sz="1600" u="sng"/>
              <a:t>1</a:t>
            </a:r>
            <a:endParaRPr lang="zh-CN" altLang="en-US" sz="1600" u="sng"/>
          </a:p>
        </p:txBody>
      </p: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2A15C28E-55BE-9582-A027-7F063ECF6A41}"/>
              </a:ext>
            </a:extLst>
          </p:cNvPr>
          <p:cNvCxnSpPr>
            <a:cxnSpLocks/>
            <a:stCxn id="92" idx="0"/>
            <a:endCxn id="91" idx="4"/>
          </p:cNvCxnSpPr>
          <p:nvPr/>
        </p:nvCxnSpPr>
        <p:spPr>
          <a:xfrm flipV="1">
            <a:off x="7285740" y="748071"/>
            <a:ext cx="0" cy="638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椭圆 100">
            <a:extLst>
              <a:ext uri="{FF2B5EF4-FFF2-40B4-BE49-F238E27FC236}">
                <a16:creationId xmlns:a16="http://schemas.microsoft.com/office/drawing/2014/main" id="{3C8A267E-6BC3-D73A-BBCC-657E2CAF3461}"/>
              </a:ext>
            </a:extLst>
          </p:cNvPr>
          <p:cNvSpPr/>
          <p:nvPr/>
        </p:nvSpPr>
        <p:spPr>
          <a:xfrm>
            <a:off x="8271239" y="386663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3D72D6E1-9CA3-0B3B-673F-E741AD2BCCB3}"/>
              </a:ext>
            </a:extLst>
          </p:cNvPr>
          <p:cNvSpPr/>
          <p:nvPr/>
        </p:nvSpPr>
        <p:spPr>
          <a:xfrm>
            <a:off x="8271240" y="1386719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7DBB29B9-CB6C-65E5-019D-8752CC98308C}"/>
              </a:ext>
            </a:extLst>
          </p:cNvPr>
          <p:cNvCxnSpPr>
            <a:cxnSpLocks/>
            <a:stCxn id="91" idx="6"/>
            <a:endCxn id="101" idx="2"/>
          </p:cNvCxnSpPr>
          <p:nvPr/>
        </p:nvCxnSpPr>
        <p:spPr>
          <a:xfrm>
            <a:off x="7463665" y="567367"/>
            <a:ext cx="807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BAE98F68-B57B-3CFB-F702-EB0546E2A32B}"/>
              </a:ext>
            </a:extLst>
          </p:cNvPr>
          <p:cNvCxnSpPr>
            <a:cxnSpLocks/>
            <a:stCxn id="91" idx="5"/>
            <a:endCxn id="103" idx="2"/>
          </p:cNvCxnSpPr>
          <p:nvPr/>
        </p:nvCxnSpPr>
        <p:spPr>
          <a:xfrm>
            <a:off x="7411552" y="695144"/>
            <a:ext cx="859688" cy="87227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2" name="文本框 111">
            <a:extLst>
              <a:ext uri="{FF2B5EF4-FFF2-40B4-BE49-F238E27FC236}">
                <a16:creationId xmlns:a16="http://schemas.microsoft.com/office/drawing/2014/main" id="{EBA3B180-C381-7496-DD35-D18D109E5B7D}"/>
              </a:ext>
            </a:extLst>
          </p:cNvPr>
          <p:cNvSpPr txBox="1"/>
          <p:nvPr/>
        </p:nvSpPr>
        <p:spPr>
          <a:xfrm>
            <a:off x="7867452" y="25839"/>
            <a:ext cx="9941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+inf</a:t>
            </a:r>
            <a:r>
              <a:rPr lang="en-US" altLang="zh-CN" sz="1600"/>
              <a:t>-&gt;</a:t>
            </a:r>
            <a:r>
              <a:rPr lang="en-US" altLang="zh-CN" sz="1600" u="sng"/>
              <a:t>10</a:t>
            </a:r>
            <a:endParaRPr lang="zh-CN" altLang="en-US" sz="1600" u="sng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D41D6FCF-6F98-62B0-5DA9-91F0587FEFD0}"/>
              </a:ext>
            </a:extLst>
          </p:cNvPr>
          <p:cNvSpPr txBox="1"/>
          <p:nvPr/>
        </p:nvSpPr>
        <p:spPr>
          <a:xfrm>
            <a:off x="7974854" y="1770397"/>
            <a:ext cx="8867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+inf</a:t>
            </a:r>
            <a:r>
              <a:rPr lang="en-US" altLang="zh-CN" sz="1600"/>
              <a:t>-&gt;</a:t>
            </a:r>
            <a:r>
              <a:rPr lang="en-US" altLang="zh-CN" sz="1600" u="sng"/>
              <a:t>3</a:t>
            </a:r>
            <a:endParaRPr lang="zh-CN" altLang="en-US" sz="1600" u="sng"/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A6186949-CF0F-6C9E-0F2F-2FFD6F796A5C}"/>
              </a:ext>
            </a:extLst>
          </p:cNvPr>
          <p:cNvSpPr/>
          <p:nvPr/>
        </p:nvSpPr>
        <p:spPr>
          <a:xfrm>
            <a:off x="9281449" y="898702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AA83E8B9-69AA-2FD9-F900-792EB4F6A3B5}"/>
              </a:ext>
            </a:extLst>
          </p:cNvPr>
          <p:cNvSpPr/>
          <p:nvPr/>
        </p:nvSpPr>
        <p:spPr>
          <a:xfrm>
            <a:off x="10129685" y="398674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2D8393EB-8DD0-1415-E925-D46A05ECE83D}"/>
              </a:ext>
            </a:extLst>
          </p:cNvPr>
          <p:cNvSpPr/>
          <p:nvPr/>
        </p:nvSpPr>
        <p:spPr>
          <a:xfrm>
            <a:off x="10129684" y="1398730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id="{292F28A4-D5D7-2322-A806-734410D7FA08}"/>
              </a:ext>
            </a:extLst>
          </p:cNvPr>
          <p:cNvCxnSpPr>
            <a:cxnSpLocks/>
            <a:stCxn id="115" idx="7"/>
            <a:endCxn id="116" idx="2"/>
          </p:cNvCxnSpPr>
          <p:nvPr/>
        </p:nvCxnSpPr>
        <p:spPr>
          <a:xfrm flipV="1">
            <a:off x="9585186" y="579378"/>
            <a:ext cx="544499" cy="37225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1AAFA4CD-88AA-D352-692E-7E48520646FF}"/>
              </a:ext>
            </a:extLst>
          </p:cNvPr>
          <p:cNvCxnSpPr>
            <a:cxnSpLocks/>
            <a:stCxn id="115" idx="5"/>
            <a:endCxn id="117" idx="2"/>
          </p:cNvCxnSpPr>
          <p:nvPr/>
        </p:nvCxnSpPr>
        <p:spPr>
          <a:xfrm>
            <a:off x="9585186" y="1207183"/>
            <a:ext cx="544498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EC548CD3-CDC2-44D4-69EB-9AA0136CD7AD}"/>
              </a:ext>
            </a:extLst>
          </p:cNvPr>
          <p:cNvCxnSpPr>
            <a:cxnSpLocks/>
            <a:stCxn id="117" idx="0"/>
            <a:endCxn id="116" idx="4"/>
          </p:cNvCxnSpPr>
          <p:nvPr/>
        </p:nvCxnSpPr>
        <p:spPr>
          <a:xfrm flipV="1">
            <a:off x="10307610" y="760082"/>
            <a:ext cx="0" cy="638648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1" name="椭圆 120">
            <a:extLst>
              <a:ext uri="{FF2B5EF4-FFF2-40B4-BE49-F238E27FC236}">
                <a16:creationId xmlns:a16="http://schemas.microsoft.com/office/drawing/2014/main" id="{784E3472-D95B-38AB-EB20-091663160DFA}"/>
              </a:ext>
            </a:extLst>
          </p:cNvPr>
          <p:cNvSpPr/>
          <p:nvPr/>
        </p:nvSpPr>
        <p:spPr>
          <a:xfrm>
            <a:off x="11293109" y="398674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1C35F728-0629-5D47-ADD3-49F5E4766BE2}"/>
              </a:ext>
            </a:extLst>
          </p:cNvPr>
          <p:cNvSpPr/>
          <p:nvPr/>
        </p:nvSpPr>
        <p:spPr>
          <a:xfrm>
            <a:off x="11293110" y="1398730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37823B2F-D6FF-655E-9779-3367A49604D6}"/>
              </a:ext>
            </a:extLst>
          </p:cNvPr>
          <p:cNvCxnSpPr>
            <a:cxnSpLocks/>
            <a:stCxn id="116" idx="6"/>
            <a:endCxn id="121" idx="2"/>
          </p:cNvCxnSpPr>
          <p:nvPr/>
        </p:nvCxnSpPr>
        <p:spPr>
          <a:xfrm>
            <a:off x="10485535" y="579378"/>
            <a:ext cx="807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49BA0020-9725-FF74-156A-0580BB99B823}"/>
              </a:ext>
            </a:extLst>
          </p:cNvPr>
          <p:cNvCxnSpPr>
            <a:cxnSpLocks/>
            <a:stCxn id="116" idx="5"/>
            <a:endCxn id="122" idx="2"/>
          </p:cNvCxnSpPr>
          <p:nvPr/>
        </p:nvCxnSpPr>
        <p:spPr>
          <a:xfrm>
            <a:off x="10433422" y="707155"/>
            <a:ext cx="859688" cy="87227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0" name="文本框 129">
            <a:extLst>
              <a:ext uri="{FF2B5EF4-FFF2-40B4-BE49-F238E27FC236}">
                <a16:creationId xmlns:a16="http://schemas.microsoft.com/office/drawing/2014/main" id="{FD85921E-10CE-54D5-9385-AD534ED478EF}"/>
              </a:ext>
            </a:extLst>
          </p:cNvPr>
          <p:cNvSpPr txBox="1"/>
          <p:nvPr/>
        </p:nvSpPr>
        <p:spPr>
          <a:xfrm>
            <a:off x="11343096" y="25839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10</a:t>
            </a:r>
            <a:endParaRPr lang="zh-CN" altLang="en-US" sz="1600" u="sng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A71C5C24-32A6-62D8-DB4C-1FC2A7BD5289}"/>
              </a:ext>
            </a:extLst>
          </p:cNvPr>
          <p:cNvSpPr txBox="1"/>
          <p:nvPr/>
        </p:nvSpPr>
        <p:spPr>
          <a:xfrm>
            <a:off x="11371730" y="175464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3</a:t>
            </a:r>
            <a:endParaRPr lang="zh-CN" altLang="en-US" sz="1600" u="sng"/>
          </a:p>
        </p:txBody>
      </p: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2E4E60EA-6814-B930-9515-C7310C774706}"/>
              </a:ext>
            </a:extLst>
          </p:cNvPr>
          <p:cNvCxnSpPr>
            <a:cxnSpLocks/>
            <a:stCxn id="117" idx="6"/>
            <a:endCxn id="122" idx="2"/>
          </p:cNvCxnSpPr>
          <p:nvPr/>
        </p:nvCxnSpPr>
        <p:spPr>
          <a:xfrm>
            <a:off x="10485535" y="1579434"/>
            <a:ext cx="8075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6" name="椭圆 135">
            <a:extLst>
              <a:ext uri="{FF2B5EF4-FFF2-40B4-BE49-F238E27FC236}">
                <a16:creationId xmlns:a16="http://schemas.microsoft.com/office/drawing/2014/main" id="{F6E4DD53-6B94-537D-8BFE-A9FC1232B9A2}"/>
              </a:ext>
            </a:extLst>
          </p:cNvPr>
          <p:cNvSpPr/>
          <p:nvPr/>
        </p:nvSpPr>
        <p:spPr>
          <a:xfrm>
            <a:off x="945711" y="3067388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137" name="椭圆 136">
            <a:extLst>
              <a:ext uri="{FF2B5EF4-FFF2-40B4-BE49-F238E27FC236}">
                <a16:creationId xmlns:a16="http://schemas.microsoft.com/office/drawing/2014/main" id="{27F072BE-838D-5AD1-5481-6B847F455DF7}"/>
              </a:ext>
            </a:extLst>
          </p:cNvPr>
          <p:cNvSpPr/>
          <p:nvPr/>
        </p:nvSpPr>
        <p:spPr>
          <a:xfrm>
            <a:off x="945710" y="4067444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cxnSp>
        <p:nvCxnSpPr>
          <p:cNvPr id="138" name="直接连接符 137">
            <a:extLst>
              <a:ext uri="{FF2B5EF4-FFF2-40B4-BE49-F238E27FC236}">
                <a16:creationId xmlns:a16="http://schemas.microsoft.com/office/drawing/2014/main" id="{2AB43EF8-C5EE-9C81-E6B2-002EBC1E50C4}"/>
              </a:ext>
            </a:extLst>
          </p:cNvPr>
          <p:cNvCxnSpPr>
            <a:cxnSpLocks/>
            <a:stCxn id="151" idx="7"/>
            <a:endCxn id="136" idx="2"/>
          </p:cNvCxnSpPr>
          <p:nvPr/>
        </p:nvCxnSpPr>
        <p:spPr>
          <a:xfrm flipV="1">
            <a:off x="401213" y="3248092"/>
            <a:ext cx="544498" cy="350693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19A42C6E-CA8C-BAA4-5003-8CE63A85F7F1}"/>
              </a:ext>
            </a:extLst>
          </p:cNvPr>
          <p:cNvCxnSpPr>
            <a:cxnSpLocks/>
            <a:stCxn id="151" idx="5"/>
            <a:endCxn id="137" idx="2"/>
          </p:cNvCxnSpPr>
          <p:nvPr/>
        </p:nvCxnSpPr>
        <p:spPr>
          <a:xfrm>
            <a:off x="401213" y="3854339"/>
            <a:ext cx="544497" cy="3938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8E6DF081-B0E9-F315-2CAE-2717A485E3DE}"/>
              </a:ext>
            </a:extLst>
          </p:cNvPr>
          <p:cNvCxnSpPr>
            <a:cxnSpLocks/>
            <a:stCxn id="137" idx="0"/>
            <a:endCxn id="136" idx="4"/>
          </p:cNvCxnSpPr>
          <p:nvPr/>
        </p:nvCxnSpPr>
        <p:spPr>
          <a:xfrm flipV="1">
            <a:off x="1123636" y="3428796"/>
            <a:ext cx="0" cy="638648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椭圆 140">
            <a:extLst>
              <a:ext uri="{FF2B5EF4-FFF2-40B4-BE49-F238E27FC236}">
                <a16:creationId xmlns:a16="http://schemas.microsoft.com/office/drawing/2014/main" id="{48546A03-731A-C2B8-70E0-BB9176CE88DF}"/>
              </a:ext>
            </a:extLst>
          </p:cNvPr>
          <p:cNvSpPr/>
          <p:nvPr/>
        </p:nvSpPr>
        <p:spPr>
          <a:xfrm>
            <a:off x="2109135" y="3067388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142" name="椭圆 141">
            <a:extLst>
              <a:ext uri="{FF2B5EF4-FFF2-40B4-BE49-F238E27FC236}">
                <a16:creationId xmlns:a16="http://schemas.microsoft.com/office/drawing/2014/main" id="{F9639D7C-6B83-D218-0B00-16B121447420}"/>
              </a:ext>
            </a:extLst>
          </p:cNvPr>
          <p:cNvSpPr/>
          <p:nvPr/>
        </p:nvSpPr>
        <p:spPr>
          <a:xfrm>
            <a:off x="2109136" y="4067444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D079F356-70A5-0E9F-A5B6-79268559371B}"/>
              </a:ext>
            </a:extLst>
          </p:cNvPr>
          <p:cNvCxnSpPr>
            <a:cxnSpLocks/>
            <a:stCxn id="136" idx="6"/>
            <a:endCxn id="141" idx="2"/>
          </p:cNvCxnSpPr>
          <p:nvPr/>
        </p:nvCxnSpPr>
        <p:spPr>
          <a:xfrm>
            <a:off x="1301561" y="3248092"/>
            <a:ext cx="807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8206BDC0-5393-8900-DB62-4D345E2FC586}"/>
              </a:ext>
            </a:extLst>
          </p:cNvPr>
          <p:cNvCxnSpPr>
            <a:cxnSpLocks/>
            <a:stCxn id="136" idx="5"/>
            <a:endCxn id="142" idx="2"/>
          </p:cNvCxnSpPr>
          <p:nvPr/>
        </p:nvCxnSpPr>
        <p:spPr>
          <a:xfrm>
            <a:off x="1249448" y="3375869"/>
            <a:ext cx="859688" cy="87227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7" name="文本框 146">
            <a:extLst>
              <a:ext uri="{FF2B5EF4-FFF2-40B4-BE49-F238E27FC236}">
                <a16:creationId xmlns:a16="http://schemas.microsoft.com/office/drawing/2014/main" id="{AABF2F20-AECE-06CD-624B-6CC48EB67082}"/>
              </a:ext>
            </a:extLst>
          </p:cNvPr>
          <p:cNvSpPr txBox="1"/>
          <p:nvPr/>
        </p:nvSpPr>
        <p:spPr>
          <a:xfrm>
            <a:off x="1932297" y="2654103"/>
            <a:ext cx="7457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10</a:t>
            </a:r>
            <a:r>
              <a:rPr lang="en-US" altLang="zh-CN" sz="1600"/>
              <a:t>-&gt;</a:t>
            </a:r>
            <a:r>
              <a:rPr lang="en-US" altLang="zh-CN" sz="1600" u="sng"/>
              <a:t>4</a:t>
            </a:r>
            <a:endParaRPr lang="zh-CN" altLang="en-US" sz="1600" u="sng"/>
          </a:p>
        </p:txBody>
      </p: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74E7D5C9-84AD-16F7-B1AC-34E0C2987F3E}"/>
              </a:ext>
            </a:extLst>
          </p:cNvPr>
          <p:cNvCxnSpPr>
            <a:cxnSpLocks/>
            <a:stCxn id="137" idx="6"/>
            <a:endCxn id="142" idx="2"/>
          </p:cNvCxnSpPr>
          <p:nvPr/>
        </p:nvCxnSpPr>
        <p:spPr>
          <a:xfrm>
            <a:off x="1301561" y="4248148"/>
            <a:ext cx="8075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1" name="椭圆 150">
            <a:extLst>
              <a:ext uri="{FF2B5EF4-FFF2-40B4-BE49-F238E27FC236}">
                <a16:creationId xmlns:a16="http://schemas.microsoft.com/office/drawing/2014/main" id="{2E300673-F225-6AA2-9C4D-4E619FC35808}"/>
              </a:ext>
            </a:extLst>
          </p:cNvPr>
          <p:cNvSpPr/>
          <p:nvPr/>
        </p:nvSpPr>
        <p:spPr>
          <a:xfrm>
            <a:off x="97476" y="3545858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458137E6-A8A1-99EB-2F14-D2967DC4849E}"/>
              </a:ext>
            </a:extLst>
          </p:cNvPr>
          <p:cNvCxnSpPr>
            <a:cxnSpLocks/>
            <a:stCxn id="141" idx="4"/>
            <a:endCxn id="142" idx="0"/>
          </p:cNvCxnSpPr>
          <p:nvPr/>
        </p:nvCxnSpPr>
        <p:spPr>
          <a:xfrm>
            <a:off x="2287061" y="3428796"/>
            <a:ext cx="1" cy="638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8" name="椭圆 157">
            <a:extLst>
              <a:ext uri="{FF2B5EF4-FFF2-40B4-BE49-F238E27FC236}">
                <a16:creationId xmlns:a16="http://schemas.microsoft.com/office/drawing/2014/main" id="{895DDB10-2DAD-AFEF-6E1F-9B01DED5BD84}"/>
              </a:ext>
            </a:extLst>
          </p:cNvPr>
          <p:cNvSpPr/>
          <p:nvPr/>
        </p:nvSpPr>
        <p:spPr>
          <a:xfrm>
            <a:off x="2983683" y="3545858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id="{DC08A070-5BC9-61B9-488B-3D213A2DAAB2}"/>
              </a:ext>
            </a:extLst>
          </p:cNvPr>
          <p:cNvCxnSpPr>
            <a:cxnSpLocks/>
            <a:stCxn id="158" idx="3"/>
            <a:endCxn id="142" idx="6"/>
          </p:cNvCxnSpPr>
          <p:nvPr/>
        </p:nvCxnSpPr>
        <p:spPr>
          <a:xfrm flipH="1">
            <a:off x="2464987" y="3854339"/>
            <a:ext cx="570809" cy="3938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4" name="文本框 163">
            <a:extLst>
              <a:ext uri="{FF2B5EF4-FFF2-40B4-BE49-F238E27FC236}">
                <a16:creationId xmlns:a16="http://schemas.microsoft.com/office/drawing/2014/main" id="{58AA6B80-2CDB-EA78-36F4-FE336C6A48D8}"/>
              </a:ext>
            </a:extLst>
          </p:cNvPr>
          <p:cNvSpPr txBox="1"/>
          <p:nvPr/>
        </p:nvSpPr>
        <p:spPr>
          <a:xfrm>
            <a:off x="2983683" y="3918480"/>
            <a:ext cx="8867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+inf</a:t>
            </a:r>
            <a:r>
              <a:rPr lang="en-US" altLang="zh-CN" sz="1600"/>
              <a:t>-&gt;</a:t>
            </a:r>
            <a:r>
              <a:rPr lang="en-US" altLang="zh-CN" sz="1600" u="sng"/>
              <a:t>9</a:t>
            </a:r>
            <a:endParaRPr lang="zh-CN" altLang="en-US" sz="1600" u="sng"/>
          </a:p>
        </p:txBody>
      </p:sp>
      <p:sp>
        <p:nvSpPr>
          <p:cNvPr id="165" name="椭圆 164">
            <a:extLst>
              <a:ext uri="{FF2B5EF4-FFF2-40B4-BE49-F238E27FC236}">
                <a16:creationId xmlns:a16="http://schemas.microsoft.com/office/drawing/2014/main" id="{DDF885D9-9BC4-CD9F-EEC0-68345DF92759}"/>
              </a:ext>
            </a:extLst>
          </p:cNvPr>
          <p:cNvSpPr/>
          <p:nvPr/>
        </p:nvSpPr>
        <p:spPr>
          <a:xfrm>
            <a:off x="4941745" y="3089740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166" name="椭圆 165">
            <a:extLst>
              <a:ext uri="{FF2B5EF4-FFF2-40B4-BE49-F238E27FC236}">
                <a16:creationId xmlns:a16="http://schemas.microsoft.com/office/drawing/2014/main" id="{B3A37238-0303-8801-2E86-FEE8878B9CAB}"/>
              </a:ext>
            </a:extLst>
          </p:cNvPr>
          <p:cNvSpPr/>
          <p:nvPr/>
        </p:nvSpPr>
        <p:spPr>
          <a:xfrm>
            <a:off x="4941744" y="4089796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cxnSp>
        <p:nvCxnSpPr>
          <p:cNvPr id="167" name="直接连接符 166">
            <a:extLst>
              <a:ext uri="{FF2B5EF4-FFF2-40B4-BE49-F238E27FC236}">
                <a16:creationId xmlns:a16="http://schemas.microsoft.com/office/drawing/2014/main" id="{543099B1-CFDC-380B-0B9F-C7533213D172}"/>
              </a:ext>
            </a:extLst>
          </p:cNvPr>
          <p:cNvCxnSpPr>
            <a:cxnSpLocks/>
            <a:stCxn id="179" idx="7"/>
            <a:endCxn id="165" idx="2"/>
          </p:cNvCxnSpPr>
          <p:nvPr/>
        </p:nvCxnSpPr>
        <p:spPr>
          <a:xfrm flipV="1">
            <a:off x="4397247" y="3270444"/>
            <a:ext cx="544498" cy="350693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8" name="直接连接符 167">
            <a:extLst>
              <a:ext uri="{FF2B5EF4-FFF2-40B4-BE49-F238E27FC236}">
                <a16:creationId xmlns:a16="http://schemas.microsoft.com/office/drawing/2014/main" id="{C4EF8171-70C6-2613-8ACF-A26551CD5504}"/>
              </a:ext>
            </a:extLst>
          </p:cNvPr>
          <p:cNvCxnSpPr>
            <a:cxnSpLocks/>
            <a:stCxn id="179" idx="5"/>
            <a:endCxn id="166" idx="2"/>
          </p:cNvCxnSpPr>
          <p:nvPr/>
        </p:nvCxnSpPr>
        <p:spPr>
          <a:xfrm>
            <a:off x="4397247" y="3876691"/>
            <a:ext cx="544497" cy="3938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9" name="直接连接符 168">
            <a:extLst>
              <a:ext uri="{FF2B5EF4-FFF2-40B4-BE49-F238E27FC236}">
                <a16:creationId xmlns:a16="http://schemas.microsoft.com/office/drawing/2014/main" id="{E3601CD4-9063-F128-35DE-AF86969897EF}"/>
              </a:ext>
            </a:extLst>
          </p:cNvPr>
          <p:cNvCxnSpPr>
            <a:cxnSpLocks/>
            <a:stCxn id="166" idx="0"/>
            <a:endCxn id="165" idx="4"/>
          </p:cNvCxnSpPr>
          <p:nvPr/>
        </p:nvCxnSpPr>
        <p:spPr>
          <a:xfrm flipV="1">
            <a:off x="5119670" y="3451148"/>
            <a:ext cx="0" cy="638648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0" name="椭圆 169">
            <a:extLst>
              <a:ext uri="{FF2B5EF4-FFF2-40B4-BE49-F238E27FC236}">
                <a16:creationId xmlns:a16="http://schemas.microsoft.com/office/drawing/2014/main" id="{7FB9DF11-C850-CC4A-4C25-555253C672A5}"/>
              </a:ext>
            </a:extLst>
          </p:cNvPr>
          <p:cNvSpPr/>
          <p:nvPr/>
        </p:nvSpPr>
        <p:spPr>
          <a:xfrm>
            <a:off x="6105169" y="3089740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171" name="椭圆 170">
            <a:extLst>
              <a:ext uri="{FF2B5EF4-FFF2-40B4-BE49-F238E27FC236}">
                <a16:creationId xmlns:a16="http://schemas.microsoft.com/office/drawing/2014/main" id="{F4ACFEC0-62FF-2698-7DFB-B62F7E2BD767}"/>
              </a:ext>
            </a:extLst>
          </p:cNvPr>
          <p:cNvSpPr/>
          <p:nvPr/>
        </p:nvSpPr>
        <p:spPr>
          <a:xfrm>
            <a:off x="6105170" y="4089796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cxnSp>
        <p:nvCxnSpPr>
          <p:cNvPr id="172" name="直接连接符 171">
            <a:extLst>
              <a:ext uri="{FF2B5EF4-FFF2-40B4-BE49-F238E27FC236}">
                <a16:creationId xmlns:a16="http://schemas.microsoft.com/office/drawing/2014/main" id="{F8E92E96-4D4A-8F1E-5DE3-8E6DCC502EC3}"/>
              </a:ext>
            </a:extLst>
          </p:cNvPr>
          <p:cNvCxnSpPr>
            <a:cxnSpLocks/>
            <a:stCxn id="165" idx="6"/>
            <a:endCxn id="170" idx="2"/>
          </p:cNvCxnSpPr>
          <p:nvPr/>
        </p:nvCxnSpPr>
        <p:spPr>
          <a:xfrm>
            <a:off x="5297595" y="3270444"/>
            <a:ext cx="807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D6508F62-C1CA-7355-D97B-D2AB31D829BC}"/>
              </a:ext>
            </a:extLst>
          </p:cNvPr>
          <p:cNvCxnSpPr>
            <a:cxnSpLocks/>
            <a:stCxn id="165" idx="5"/>
            <a:endCxn id="171" idx="2"/>
          </p:cNvCxnSpPr>
          <p:nvPr/>
        </p:nvCxnSpPr>
        <p:spPr>
          <a:xfrm>
            <a:off x="5245482" y="3398221"/>
            <a:ext cx="859688" cy="87227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8" name="直接连接符 177">
            <a:extLst>
              <a:ext uri="{FF2B5EF4-FFF2-40B4-BE49-F238E27FC236}">
                <a16:creationId xmlns:a16="http://schemas.microsoft.com/office/drawing/2014/main" id="{1F11A8BF-E229-E6C9-0C4C-442CDFC1BC6F}"/>
              </a:ext>
            </a:extLst>
          </p:cNvPr>
          <p:cNvCxnSpPr>
            <a:cxnSpLocks/>
            <a:stCxn id="166" idx="6"/>
            <a:endCxn id="171" idx="2"/>
          </p:cNvCxnSpPr>
          <p:nvPr/>
        </p:nvCxnSpPr>
        <p:spPr>
          <a:xfrm>
            <a:off x="5297595" y="4270500"/>
            <a:ext cx="8075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9" name="椭圆 178">
            <a:extLst>
              <a:ext uri="{FF2B5EF4-FFF2-40B4-BE49-F238E27FC236}">
                <a16:creationId xmlns:a16="http://schemas.microsoft.com/office/drawing/2014/main" id="{8730680C-BCCA-176B-2F72-CD8FD3B2190E}"/>
              </a:ext>
            </a:extLst>
          </p:cNvPr>
          <p:cNvSpPr/>
          <p:nvPr/>
        </p:nvSpPr>
        <p:spPr>
          <a:xfrm>
            <a:off x="4093510" y="3568210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9BEBBA9A-06E8-3B02-9557-C5CB677E8EF4}"/>
              </a:ext>
            </a:extLst>
          </p:cNvPr>
          <p:cNvCxnSpPr>
            <a:cxnSpLocks/>
            <a:stCxn id="170" idx="4"/>
            <a:endCxn id="171" idx="0"/>
          </p:cNvCxnSpPr>
          <p:nvPr/>
        </p:nvCxnSpPr>
        <p:spPr>
          <a:xfrm>
            <a:off x="6283095" y="3451148"/>
            <a:ext cx="1" cy="638648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1" name="椭圆 180">
            <a:extLst>
              <a:ext uri="{FF2B5EF4-FFF2-40B4-BE49-F238E27FC236}">
                <a16:creationId xmlns:a16="http://schemas.microsoft.com/office/drawing/2014/main" id="{F3533606-AE12-5D52-87EA-CAF2FD3BC790}"/>
              </a:ext>
            </a:extLst>
          </p:cNvPr>
          <p:cNvSpPr/>
          <p:nvPr/>
        </p:nvSpPr>
        <p:spPr>
          <a:xfrm>
            <a:off x="6979717" y="3568210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182" name="直接连接符 181">
            <a:extLst>
              <a:ext uri="{FF2B5EF4-FFF2-40B4-BE49-F238E27FC236}">
                <a16:creationId xmlns:a16="http://schemas.microsoft.com/office/drawing/2014/main" id="{A25F6E80-743A-2242-9DF3-3D6E3C574658}"/>
              </a:ext>
            </a:extLst>
          </p:cNvPr>
          <p:cNvCxnSpPr>
            <a:cxnSpLocks/>
            <a:stCxn id="181" idx="3"/>
            <a:endCxn id="171" idx="6"/>
          </p:cNvCxnSpPr>
          <p:nvPr/>
        </p:nvCxnSpPr>
        <p:spPr>
          <a:xfrm flipH="1">
            <a:off x="6461021" y="3876691"/>
            <a:ext cx="570809" cy="3938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3" name="文本框 182">
            <a:extLst>
              <a:ext uri="{FF2B5EF4-FFF2-40B4-BE49-F238E27FC236}">
                <a16:creationId xmlns:a16="http://schemas.microsoft.com/office/drawing/2014/main" id="{3F01B013-62DC-D634-F0DF-D3E2B516EBDF}"/>
              </a:ext>
            </a:extLst>
          </p:cNvPr>
          <p:cNvSpPr txBox="1"/>
          <p:nvPr/>
        </p:nvSpPr>
        <p:spPr>
          <a:xfrm>
            <a:off x="6979717" y="3940832"/>
            <a:ext cx="7457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u="sng"/>
              <a:t>14</a:t>
            </a:r>
            <a:r>
              <a:rPr lang="en-US" altLang="zh-CN" sz="1600"/>
              <a:t>-&gt;</a:t>
            </a:r>
            <a:r>
              <a:rPr lang="en-US" altLang="zh-CN" sz="1600" u="sng"/>
              <a:t>6</a:t>
            </a:r>
            <a:endParaRPr lang="zh-CN" altLang="en-US" sz="1600" u="sng"/>
          </a:p>
        </p:txBody>
      </p:sp>
      <p:cxnSp>
        <p:nvCxnSpPr>
          <p:cNvPr id="184" name="直接连接符 183">
            <a:extLst>
              <a:ext uri="{FF2B5EF4-FFF2-40B4-BE49-F238E27FC236}">
                <a16:creationId xmlns:a16="http://schemas.microsoft.com/office/drawing/2014/main" id="{7CF614DA-A9F2-B9F4-2663-FF67AB90114F}"/>
              </a:ext>
            </a:extLst>
          </p:cNvPr>
          <p:cNvCxnSpPr>
            <a:cxnSpLocks/>
            <a:stCxn id="170" idx="6"/>
            <a:endCxn id="181" idx="1"/>
          </p:cNvCxnSpPr>
          <p:nvPr/>
        </p:nvCxnSpPr>
        <p:spPr>
          <a:xfrm>
            <a:off x="6461020" y="3270444"/>
            <a:ext cx="570810" cy="3506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7" name="椭圆 186">
            <a:extLst>
              <a:ext uri="{FF2B5EF4-FFF2-40B4-BE49-F238E27FC236}">
                <a16:creationId xmlns:a16="http://schemas.microsoft.com/office/drawing/2014/main" id="{41BD2CFC-5756-5C4C-742B-3BC1E119D246}"/>
              </a:ext>
            </a:extLst>
          </p:cNvPr>
          <p:cNvSpPr/>
          <p:nvPr/>
        </p:nvSpPr>
        <p:spPr>
          <a:xfrm>
            <a:off x="8949273" y="3089740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188" name="椭圆 187">
            <a:extLst>
              <a:ext uri="{FF2B5EF4-FFF2-40B4-BE49-F238E27FC236}">
                <a16:creationId xmlns:a16="http://schemas.microsoft.com/office/drawing/2014/main" id="{06C6A049-48E0-C856-E34B-296324C158B7}"/>
              </a:ext>
            </a:extLst>
          </p:cNvPr>
          <p:cNvSpPr/>
          <p:nvPr/>
        </p:nvSpPr>
        <p:spPr>
          <a:xfrm>
            <a:off x="8949272" y="4089796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cxnSp>
        <p:nvCxnSpPr>
          <p:cNvPr id="189" name="直接连接符 188">
            <a:extLst>
              <a:ext uri="{FF2B5EF4-FFF2-40B4-BE49-F238E27FC236}">
                <a16:creationId xmlns:a16="http://schemas.microsoft.com/office/drawing/2014/main" id="{E90DB450-209F-FA8A-8A3F-38B60FD0366A}"/>
              </a:ext>
            </a:extLst>
          </p:cNvPr>
          <p:cNvCxnSpPr>
            <a:cxnSpLocks/>
            <a:stCxn id="197" idx="7"/>
            <a:endCxn id="187" idx="2"/>
          </p:cNvCxnSpPr>
          <p:nvPr/>
        </p:nvCxnSpPr>
        <p:spPr>
          <a:xfrm flipV="1">
            <a:off x="8404775" y="3270444"/>
            <a:ext cx="544498" cy="350693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直接连接符 189">
            <a:extLst>
              <a:ext uri="{FF2B5EF4-FFF2-40B4-BE49-F238E27FC236}">
                <a16:creationId xmlns:a16="http://schemas.microsoft.com/office/drawing/2014/main" id="{5A149DED-5469-F3A8-BE9F-6A718EBA206A}"/>
              </a:ext>
            </a:extLst>
          </p:cNvPr>
          <p:cNvCxnSpPr>
            <a:cxnSpLocks/>
            <a:stCxn id="197" idx="5"/>
            <a:endCxn id="188" idx="2"/>
          </p:cNvCxnSpPr>
          <p:nvPr/>
        </p:nvCxnSpPr>
        <p:spPr>
          <a:xfrm>
            <a:off x="8404775" y="3876691"/>
            <a:ext cx="544497" cy="3938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直接连接符 190">
            <a:extLst>
              <a:ext uri="{FF2B5EF4-FFF2-40B4-BE49-F238E27FC236}">
                <a16:creationId xmlns:a16="http://schemas.microsoft.com/office/drawing/2014/main" id="{AE28CC60-F298-9112-4E53-D6C8D7C2C568}"/>
              </a:ext>
            </a:extLst>
          </p:cNvPr>
          <p:cNvCxnSpPr>
            <a:cxnSpLocks/>
            <a:stCxn id="188" idx="0"/>
            <a:endCxn id="187" idx="4"/>
          </p:cNvCxnSpPr>
          <p:nvPr/>
        </p:nvCxnSpPr>
        <p:spPr>
          <a:xfrm flipV="1">
            <a:off x="9127198" y="3451148"/>
            <a:ext cx="0" cy="638648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2" name="椭圆 191">
            <a:extLst>
              <a:ext uri="{FF2B5EF4-FFF2-40B4-BE49-F238E27FC236}">
                <a16:creationId xmlns:a16="http://schemas.microsoft.com/office/drawing/2014/main" id="{17B08A09-39C9-F6B1-269B-6612C9DA4B5A}"/>
              </a:ext>
            </a:extLst>
          </p:cNvPr>
          <p:cNvSpPr/>
          <p:nvPr/>
        </p:nvSpPr>
        <p:spPr>
          <a:xfrm>
            <a:off x="10112697" y="3089740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193" name="椭圆 192">
            <a:extLst>
              <a:ext uri="{FF2B5EF4-FFF2-40B4-BE49-F238E27FC236}">
                <a16:creationId xmlns:a16="http://schemas.microsoft.com/office/drawing/2014/main" id="{4A93502C-C458-CB4B-8E13-9C0A9A15D0C4}"/>
              </a:ext>
            </a:extLst>
          </p:cNvPr>
          <p:cNvSpPr/>
          <p:nvPr/>
        </p:nvSpPr>
        <p:spPr>
          <a:xfrm>
            <a:off x="10112698" y="4089796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cxnSp>
        <p:nvCxnSpPr>
          <p:cNvPr id="194" name="直接连接符 193">
            <a:extLst>
              <a:ext uri="{FF2B5EF4-FFF2-40B4-BE49-F238E27FC236}">
                <a16:creationId xmlns:a16="http://schemas.microsoft.com/office/drawing/2014/main" id="{7EF6EBD2-AD9C-059C-F564-90A8FBFE93EE}"/>
              </a:ext>
            </a:extLst>
          </p:cNvPr>
          <p:cNvCxnSpPr>
            <a:cxnSpLocks/>
            <a:stCxn id="187" idx="6"/>
            <a:endCxn id="192" idx="2"/>
          </p:cNvCxnSpPr>
          <p:nvPr/>
        </p:nvCxnSpPr>
        <p:spPr>
          <a:xfrm>
            <a:off x="9305123" y="3270444"/>
            <a:ext cx="8075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297F335D-687E-5160-1E1A-CA1FB14FBB47}"/>
              </a:ext>
            </a:extLst>
          </p:cNvPr>
          <p:cNvCxnSpPr>
            <a:cxnSpLocks/>
            <a:stCxn id="187" idx="5"/>
            <a:endCxn id="193" idx="2"/>
          </p:cNvCxnSpPr>
          <p:nvPr/>
        </p:nvCxnSpPr>
        <p:spPr>
          <a:xfrm>
            <a:off x="9253010" y="3398221"/>
            <a:ext cx="859688" cy="87227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直接连接符 195">
            <a:extLst>
              <a:ext uri="{FF2B5EF4-FFF2-40B4-BE49-F238E27FC236}">
                <a16:creationId xmlns:a16="http://schemas.microsoft.com/office/drawing/2014/main" id="{57037F78-1817-B1F4-B8B1-69954AC05889}"/>
              </a:ext>
            </a:extLst>
          </p:cNvPr>
          <p:cNvCxnSpPr>
            <a:cxnSpLocks/>
            <a:stCxn id="188" idx="6"/>
            <a:endCxn id="193" idx="2"/>
          </p:cNvCxnSpPr>
          <p:nvPr/>
        </p:nvCxnSpPr>
        <p:spPr>
          <a:xfrm>
            <a:off x="9305123" y="4270500"/>
            <a:ext cx="8075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7" name="椭圆 196">
            <a:extLst>
              <a:ext uri="{FF2B5EF4-FFF2-40B4-BE49-F238E27FC236}">
                <a16:creationId xmlns:a16="http://schemas.microsoft.com/office/drawing/2014/main" id="{9DC52B2D-92E8-A230-9B2B-A93C444FA0EA}"/>
              </a:ext>
            </a:extLst>
          </p:cNvPr>
          <p:cNvSpPr/>
          <p:nvPr/>
        </p:nvSpPr>
        <p:spPr>
          <a:xfrm>
            <a:off x="8101038" y="3568210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cxnSp>
        <p:nvCxnSpPr>
          <p:cNvPr id="198" name="直接连接符 197">
            <a:extLst>
              <a:ext uri="{FF2B5EF4-FFF2-40B4-BE49-F238E27FC236}">
                <a16:creationId xmlns:a16="http://schemas.microsoft.com/office/drawing/2014/main" id="{6C201E2E-E2A4-32B1-BD04-778FBA2ABB05}"/>
              </a:ext>
            </a:extLst>
          </p:cNvPr>
          <p:cNvCxnSpPr>
            <a:cxnSpLocks/>
            <a:stCxn id="192" idx="4"/>
            <a:endCxn id="193" idx="0"/>
          </p:cNvCxnSpPr>
          <p:nvPr/>
        </p:nvCxnSpPr>
        <p:spPr>
          <a:xfrm>
            <a:off x="10290623" y="3451148"/>
            <a:ext cx="1" cy="638648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椭圆 198">
            <a:extLst>
              <a:ext uri="{FF2B5EF4-FFF2-40B4-BE49-F238E27FC236}">
                <a16:creationId xmlns:a16="http://schemas.microsoft.com/office/drawing/2014/main" id="{258245DF-6072-8D09-0CBB-2AA2C9C71F07}"/>
              </a:ext>
            </a:extLst>
          </p:cNvPr>
          <p:cNvSpPr/>
          <p:nvPr/>
        </p:nvSpPr>
        <p:spPr>
          <a:xfrm>
            <a:off x="10987245" y="3568210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200" name="直接连接符 199">
            <a:extLst>
              <a:ext uri="{FF2B5EF4-FFF2-40B4-BE49-F238E27FC236}">
                <a16:creationId xmlns:a16="http://schemas.microsoft.com/office/drawing/2014/main" id="{3A5F0653-3FE3-01F3-69AE-60E9E199C8A6}"/>
              </a:ext>
            </a:extLst>
          </p:cNvPr>
          <p:cNvCxnSpPr>
            <a:cxnSpLocks/>
            <a:stCxn id="199" idx="3"/>
            <a:endCxn id="193" idx="6"/>
          </p:cNvCxnSpPr>
          <p:nvPr/>
        </p:nvCxnSpPr>
        <p:spPr>
          <a:xfrm flipH="1">
            <a:off x="10468549" y="3876691"/>
            <a:ext cx="570809" cy="3938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3EEFBF94-ACD1-649C-F372-682336D15462}"/>
              </a:ext>
            </a:extLst>
          </p:cNvPr>
          <p:cNvCxnSpPr>
            <a:cxnSpLocks/>
            <a:stCxn id="192" idx="6"/>
            <a:endCxn id="199" idx="1"/>
          </p:cNvCxnSpPr>
          <p:nvPr/>
        </p:nvCxnSpPr>
        <p:spPr>
          <a:xfrm>
            <a:off x="10468548" y="3270444"/>
            <a:ext cx="570810" cy="350693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3" name="文本框 202">
            <a:extLst>
              <a:ext uri="{FF2B5EF4-FFF2-40B4-BE49-F238E27FC236}">
                <a16:creationId xmlns:a16="http://schemas.microsoft.com/office/drawing/2014/main" id="{4B77055C-1EC5-BFAE-9A95-8D83FCF32F63}"/>
              </a:ext>
            </a:extLst>
          </p:cNvPr>
          <p:cNvSpPr txBox="1"/>
          <p:nvPr/>
        </p:nvSpPr>
        <p:spPr>
          <a:xfrm>
            <a:off x="1164174" y="2119745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a</a:t>
            </a:r>
            <a:r>
              <a:rPr lang="zh-CN" altLang="en-US" b="1"/>
              <a:t>）原图</a:t>
            </a:r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6AF63D8B-1D83-F5E4-98C9-5CAD3FC10D72}"/>
              </a:ext>
            </a:extLst>
          </p:cNvPr>
          <p:cNvSpPr txBox="1"/>
          <p:nvPr/>
        </p:nvSpPr>
        <p:spPr>
          <a:xfrm>
            <a:off x="4146323" y="2139312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b</a:t>
            </a:r>
            <a:r>
              <a:rPr lang="zh-CN" altLang="en-US" b="1"/>
              <a:t>）收入</a:t>
            </a:r>
            <a:r>
              <a:rPr lang="en-US" altLang="zh-CN" b="1"/>
              <a:t>A</a:t>
            </a:r>
            <a:endParaRPr lang="zh-CN" altLang="en-US" b="1"/>
          </a:p>
        </p:txBody>
      </p:sp>
      <p:sp>
        <p:nvSpPr>
          <p:cNvPr id="207" name="文本框 206">
            <a:extLst>
              <a:ext uri="{FF2B5EF4-FFF2-40B4-BE49-F238E27FC236}">
                <a16:creationId xmlns:a16="http://schemas.microsoft.com/office/drawing/2014/main" id="{508F0D91-54DD-BEBD-933C-84D896BC29A7}"/>
              </a:ext>
            </a:extLst>
          </p:cNvPr>
          <p:cNvSpPr txBox="1"/>
          <p:nvPr/>
        </p:nvSpPr>
        <p:spPr>
          <a:xfrm>
            <a:off x="6939835" y="2160956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c</a:t>
            </a:r>
            <a:r>
              <a:rPr lang="zh-CN" altLang="en-US" b="1"/>
              <a:t>）收入</a:t>
            </a:r>
            <a:r>
              <a:rPr lang="en-US" altLang="zh-CN" b="1"/>
              <a:t>B</a:t>
            </a:r>
            <a:endParaRPr lang="zh-CN" altLang="en-US" b="1"/>
          </a:p>
        </p:txBody>
      </p:sp>
      <p:sp>
        <p:nvSpPr>
          <p:cNvPr id="209" name="文本框 208">
            <a:extLst>
              <a:ext uri="{FF2B5EF4-FFF2-40B4-BE49-F238E27FC236}">
                <a16:creationId xmlns:a16="http://schemas.microsoft.com/office/drawing/2014/main" id="{FC800E63-ABDF-2619-21AE-3F4D09F4817F}"/>
              </a:ext>
            </a:extLst>
          </p:cNvPr>
          <p:cNvSpPr txBox="1"/>
          <p:nvPr/>
        </p:nvSpPr>
        <p:spPr>
          <a:xfrm>
            <a:off x="9877459" y="2155701"/>
            <a:ext cx="1156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d</a:t>
            </a:r>
            <a:r>
              <a:rPr lang="zh-CN" altLang="en-US" b="1"/>
              <a:t>）收入</a:t>
            </a:r>
            <a:r>
              <a:rPr lang="en-US" altLang="zh-CN" b="1"/>
              <a:t>C</a:t>
            </a:r>
            <a:endParaRPr lang="zh-CN" altLang="en-US" b="1"/>
          </a:p>
        </p:txBody>
      </p:sp>
      <p:sp>
        <p:nvSpPr>
          <p:cNvPr id="211" name="文本框 210">
            <a:extLst>
              <a:ext uri="{FF2B5EF4-FFF2-40B4-BE49-F238E27FC236}">
                <a16:creationId xmlns:a16="http://schemas.microsoft.com/office/drawing/2014/main" id="{68592557-C9E7-48A4-1337-DD4D091D7BB0}"/>
              </a:ext>
            </a:extLst>
          </p:cNvPr>
          <p:cNvSpPr txBox="1"/>
          <p:nvPr/>
        </p:nvSpPr>
        <p:spPr>
          <a:xfrm>
            <a:off x="1055062" y="4624931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e</a:t>
            </a:r>
            <a:r>
              <a:rPr lang="zh-CN" altLang="en-US" b="1"/>
              <a:t>）收入</a:t>
            </a:r>
            <a:r>
              <a:rPr lang="en-US" altLang="zh-CN" b="1"/>
              <a:t>E</a:t>
            </a:r>
            <a:endParaRPr lang="zh-CN" altLang="en-US" b="1"/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34CD7C8C-DDE1-01BC-3E84-0D8E5BE03F93}"/>
              </a:ext>
            </a:extLst>
          </p:cNvPr>
          <p:cNvSpPr txBox="1"/>
          <p:nvPr/>
        </p:nvSpPr>
        <p:spPr>
          <a:xfrm>
            <a:off x="5236845" y="4678814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f</a:t>
            </a:r>
            <a:r>
              <a:rPr lang="zh-CN" altLang="en-US" b="1"/>
              <a:t>）收入</a:t>
            </a:r>
            <a:r>
              <a:rPr lang="en-US" altLang="zh-CN" b="1"/>
              <a:t>D</a:t>
            </a:r>
            <a:endParaRPr lang="zh-CN" altLang="en-US" b="1"/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19AB7170-421A-0763-2109-A439C7770D57}"/>
              </a:ext>
            </a:extLst>
          </p:cNvPr>
          <p:cNvSpPr txBox="1"/>
          <p:nvPr/>
        </p:nvSpPr>
        <p:spPr>
          <a:xfrm>
            <a:off x="9258746" y="4716009"/>
            <a:ext cx="1156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g</a:t>
            </a:r>
            <a:r>
              <a:rPr lang="zh-CN" altLang="en-US" b="1"/>
              <a:t>）收入</a:t>
            </a:r>
            <a:r>
              <a:rPr lang="en-US" altLang="zh-CN" b="1"/>
              <a:t>F</a:t>
            </a:r>
            <a:endParaRPr lang="zh-CN" altLang="en-US" b="1"/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0D1C4864-83C7-A23C-7540-CA15388BC260}"/>
              </a:ext>
            </a:extLst>
          </p:cNvPr>
          <p:cNvSpPr txBox="1"/>
          <p:nvPr/>
        </p:nvSpPr>
        <p:spPr>
          <a:xfrm>
            <a:off x="8438369" y="315265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220" name="文本框 219">
            <a:extLst>
              <a:ext uri="{FF2B5EF4-FFF2-40B4-BE49-F238E27FC236}">
                <a16:creationId xmlns:a16="http://schemas.microsoft.com/office/drawing/2014/main" id="{29EA22DD-90D6-57D7-6862-45254A2CA26F}"/>
              </a:ext>
            </a:extLst>
          </p:cNvPr>
          <p:cNvSpPr txBox="1"/>
          <p:nvPr/>
        </p:nvSpPr>
        <p:spPr>
          <a:xfrm>
            <a:off x="8852468" y="359878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44C1CE62-9AEF-6DEF-B0BE-4D594991D38E}"/>
              </a:ext>
            </a:extLst>
          </p:cNvPr>
          <p:cNvSpPr txBox="1"/>
          <p:nvPr/>
        </p:nvSpPr>
        <p:spPr>
          <a:xfrm>
            <a:off x="9430504" y="370741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C52B7C50-7572-790C-FEA5-F5FD006600A3}"/>
              </a:ext>
            </a:extLst>
          </p:cNvPr>
          <p:cNvSpPr txBox="1"/>
          <p:nvPr/>
        </p:nvSpPr>
        <p:spPr>
          <a:xfrm>
            <a:off x="9983650" y="362113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226" name="文本框 225">
            <a:extLst>
              <a:ext uri="{FF2B5EF4-FFF2-40B4-BE49-F238E27FC236}">
                <a16:creationId xmlns:a16="http://schemas.microsoft.com/office/drawing/2014/main" id="{58F66584-311A-BC88-F346-E57AE620F198}"/>
              </a:ext>
            </a:extLst>
          </p:cNvPr>
          <p:cNvSpPr txBox="1"/>
          <p:nvPr/>
        </p:nvSpPr>
        <p:spPr>
          <a:xfrm>
            <a:off x="10776296" y="315215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227" name="任意多边形: 形状 226">
            <a:extLst>
              <a:ext uri="{FF2B5EF4-FFF2-40B4-BE49-F238E27FC236}">
                <a16:creationId xmlns:a16="http://schemas.microsoft.com/office/drawing/2014/main" id="{ED5F93F6-CD1A-893E-84FD-159DE4BCB7D9}"/>
              </a:ext>
            </a:extLst>
          </p:cNvPr>
          <p:cNvSpPr/>
          <p:nvPr/>
        </p:nvSpPr>
        <p:spPr>
          <a:xfrm>
            <a:off x="7029450" y="774763"/>
            <a:ext cx="168635" cy="567558"/>
          </a:xfrm>
          <a:custGeom>
            <a:avLst/>
            <a:gdLst>
              <a:gd name="csX0" fmla="*/ 168635 w 168635"/>
              <a:gd name="csY0" fmla="*/ 567558 h 567558"/>
              <a:gd name="csX1" fmla="*/ 1971 w 168635"/>
              <a:gd name="csY1" fmla="*/ 409903 h 567558"/>
              <a:gd name="csX2" fmla="*/ 92059 w 168635"/>
              <a:gd name="csY2" fmla="*/ 0 h 5675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8635" h="567558">
                <a:moveTo>
                  <a:pt x="168635" y="567558"/>
                </a:moveTo>
                <a:cubicBezTo>
                  <a:pt x="91684" y="536027"/>
                  <a:pt x="14734" y="504496"/>
                  <a:pt x="1971" y="409903"/>
                </a:cubicBezTo>
                <a:cubicBezTo>
                  <a:pt x="-10792" y="315310"/>
                  <a:pt x="40633" y="157655"/>
                  <a:pt x="92059" y="0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任意多边形: 形状 227">
            <a:extLst>
              <a:ext uri="{FF2B5EF4-FFF2-40B4-BE49-F238E27FC236}">
                <a16:creationId xmlns:a16="http://schemas.microsoft.com/office/drawing/2014/main" id="{D676D848-856B-E4D2-4D57-BCB3B3B71C8D}"/>
              </a:ext>
            </a:extLst>
          </p:cNvPr>
          <p:cNvSpPr/>
          <p:nvPr/>
        </p:nvSpPr>
        <p:spPr>
          <a:xfrm>
            <a:off x="7427811" y="869356"/>
            <a:ext cx="706165" cy="698067"/>
          </a:xfrm>
          <a:custGeom>
            <a:avLst/>
            <a:gdLst>
              <a:gd name="csX0" fmla="*/ 810798 w 810798"/>
              <a:gd name="csY0" fmla="*/ 756744 h 756744"/>
              <a:gd name="csX1" fmla="*/ 396390 w 810798"/>
              <a:gd name="csY1" fmla="*/ 576567 h 756744"/>
              <a:gd name="csX2" fmla="*/ 0 w 810798"/>
              <a:gd name="csY2" fmla="*/ 0 h 7567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10798" h="756744">
                <a:moveTo>
                  <a:pt x="810798" y="756744"/>
                </a:moveTo>
                <a:cubicBezTo>
                  <a:pt x="671160" y="729717"/>
                  <a:pt x="531523" y="702691"/>
                  <a:pt x="396390" y="576567"/>
                </a:cubicBezTo>
                <a:cubicBezTo>
                  <a:pt x="261257" y="450443"/>
                  <a:pt x="130628" y="225221"/>
                  <a:pt x="0" y="0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0" name="任意多边形: 形状 229">
            <a:extLst>
              <a:ext uri="{FF2B5EF4-FFF2-40B4-BE49-F238E27FC236}">
                <a16:creationId xmlns:a16="http://schemas.microsoft.com/office/drawing/2014/main" id="{1DF40CAE-74AC-4118-9C03-D65B6A295260}"/>
              </a:ext>
            </a:extLst>
          </p:cNvPr>
          <p:cNvSpPr/>
          <p:nvPr/>
        </p:nvSpPr>
        <p:spPr>
          <a:xfrm>
            <a:off x="7598979" y="702692"/>
            <a:ext cx="653143" cy="99459"/>
          </a:xfrm>
          <a:custGeom>
            <a:avLst/>
            <a:gdLst>
              <a:gd name="csX0" fmla="*/ 653143 w 653143"/>
              <a:gd name="csY0" fmla="*/ 27026 h 99459"/>
              <a:gd name="csX1" fmla="*/ 306302 w 653143"/>
              <a:gd name="csY1" fmla="*/ 99097 h 99459"/>
              <a:gd name="csX2" fmla="*/ 0 w 653143"/>
              <a:gd name="csY2" fmla="*/ 0 h 994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53143" h="99459">
                <a:moveTo>
                  <a:pt x="653143" y="27026"/>
                </a:moveTo>
                <a:cubicBezTo>
                  <a:pt x="534151" y="65313"/>
                  <a:pt x="415159" y="103601"/>
                  <a:pt x="306302" y="99097"/>
                </a:cubicBezTo>
                <a:cubicBezTo>
                  <a:pt x="197445" y="94593"/>
                  <a:pt x="98722" y="47296"/>
                  <a:pt x="0" y="0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任意多边形: 形状 231">
            <a:extLst>
              <a:ext uri="{FF2B5EF4-FFF2-40B4-BE49-F238E27FC236}">
                <a16:creationId xmlns:a16="http://schemas.microsoft.com/office/drawing/2014/main" id="{142F58F2-E568-6F4A-5377-E4591BC9F04B}"/>
              </a:ext>
            </a:extLst>
          </p:cNvPr>
          <p:cNvSpPr/>
          <p:nvPr/>
        </p:nvSpPr>
        <p:spPr>
          <a:xfrm>
            <a:off x="10433421" y="806810"/>
            <a:ext cx="706165" cy="698067"/>
          </a:xfrm>
          <a:custGeom>
            <a:avLst/>
            <a:gdLst>
              <a:gd name="csX0" fmla="*/ 810798 w 810798"/>
              <a:gd name="csY0" fmla="*/ 756744 h 756744"/>
              <a:gd name="csX1" fmla="*/ 396390 w 810798"/>
              <a:gd name="csY1" fmla="*/ 576567 h 756744"/>
              <a:gd name="csX2" fmla="*/ 0 w 810798"/>
              <a:gd name="csY2" fmla="*/ 0 h 7567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10798" h="756744">
                <a:moveTo>
                  <a:pt x="810798" y="756744"/>
                </a:moveTo>
                <a:cubicBezTo>
                  <a:pt x="671160" y="729717"/>
                  <a:pt x="531523" y="702691"/>
                  <a:pt x="396390" y="576567"/>
                </a:cubicBezTo>
                <a:cubicBezTo>
                  <a:pt x="261257" y="450443"/>
                  <a:pt x="130628" y="225221"/>
                  <a:pt x="0" y="0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任意多边形: 形状 233">
            <a:extLst>
              <a:ext uri="{FF2B5EF4-FFF2-40B4-BE49-F238E27FC236}">
                <a16:creationId xmlns:a16="http://schemas.microsoft.com/office/drawing/2014/main" id="{4F49F2C6-39EC-A14D-897B-EB7B2F6EB5F1}"/>
              </a:ext>
            </a:extLst>
          </p:cNvPr>
          <p:cNvSpPr/>
          <p:nvPr/>
        </p:nvSpPr>
        <p:spPr>
          <a:xfrm>
            <a:off x="10577060" y="691833"/>
            <a:ext cx="653143" cy="99459"/>
          </a:xfrm>
          <a:custGeom>
            <a:avLst/>
            <a:gdLst>
              <a:gd name="csX0" fmla="*/ 653143 w 653143"/>
              <a:gd name="csY0" fmla="*/ 27026 h 99459"/>
              <a:gd name="csX1" fmla="*/ 306302 w 653143"/>
              <a:gd name="csY1" fmla="*/ 99097 h 99459"/>
              <a:gd name="csX2" fmla="*/ 0 w 653143"/>
              <a:gd name="csY2" fmla="*/ 0 h 994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53143" h="99459">
                <a:moveTo>
                  <a:pt x="653143" y="27026"/>
                </a:moveTo>
                <a:cubicBezTo>
                  <a:pt x="534151" y="65313"/>
                  <a:pt x="415159" y="103601"/>
                  <a:pt x="306302" y="99097"/>
                </a:cubicBezTo>
                <a:cubicBezTo>
                  <a:pt x="197445" y="94593"/>
                  <a:pt x="98722" y="47296"/>
                  <a:pt x="0" y="0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5" name="任意多边形: 形状 234">
            <a:extLst>
              <a:ext uri="{FF2B5EF4-FFF2-40B4-BE49-F238E27FC236}">
                <a16:creationId xmlns:a16="http://schemas.microsoft.com/office/drawing/2014/main" id="{4304B335-C7CC-0E7B-6C13-04278A256BFD}"/>
              </a:ext>
            </a:extLst>
          </p:cNvPr>
          <p:cNvSpPr/>
          <p:nvPr/>
        </p:nvSpPr>
        <p:spPr>
          <a:xfrm>
            <a:off x="4319752" y="481975"/>
            <a:ext cx="504496" cy="328823"/>
          </a:xfrm>
          <a:custGeom>
            <a:avLst/>
            <a:gdLst>
              <a:gd name="csX0" fmla="*/ 504496 w 504496"/>
              <a:gd name="csY0" fmla="*/ 4504 h 328823"/>
              <a:gd name="csX1" fmla="*/ 148646 w 504496"/>
              <a:gd name="csY1" fmla="*/ 45044 h 328823"/>
              <a:gd name="csX2" fmla="*/ 0 w 504496"/>
              <a:gd name="csY2" fmla="*/ 328823 h 328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04496" h="328823">
                <a:moveTo>
                  <a:pt x="504496" y="4504"/>
                </a:moveTo>
                <a:cubicBezTo>
                  <a:pt x="368612" y="-2253"/>
                  <a:pt x="232729" y="-9009"/>
                  <a:pt x="148646" y="45044"/>
                </a:cubicBezTo>
                <a:cubicBezTo>
                  <a:pt x="64563" y="99097"/>
                  <a:pt x="32281" y="213960"/>
                  <a:pt x="0" y="328823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6" name="任意多边形: 形状 235">
            <a:extLst>
              <a:ext uri="{FF2B5EF4-FFF2-40B4-BE49-F238E27FC236}">
                <a16:creationId xmlns:a16="http://schemas.microsoft.com/office/drawing/2014/main" id="{DF8A0AB9-7D29-1391-040E-5A01AD432B51}"/>
              </a:ext>
            </a:extLst>
          </p:cNvPr>
          <p:cNvSpPr/>
          <p:nvPr/>
        </p:nvSpPr>
        <p:spPr>
          <a:xfrm>
            <a:off x="4337769" y="1373852"/>
            <a:ext cx="518010" cy="310806"/>
          </a:xfrm>
          <a:custGeom>
            <a:avLst/>
            <a:gdLst>
              <a:gd name="csX0" fmla="*/ 518010 w 518010"/>
              <a:gd name="csY0" fmla="*/ 310806 h 310806"/>
              <a:gd name="csX1" fmla="*/ 144142 w 518010"/>
              <a:gd name="csY1" fmla="*/ 229726 h 310806"/>
              <a:gd name="csX2" fmla="*/ 0 w 518010"/>
              <a:gd name="csY2" fmla="*/ 0 h 3108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18010" h="310806">
                <a:moveTo>
                  <a:pt x="518010" y="310806"/>
                </a:moveTo>
                <a:cubicBezTo>
                  <a:pt x="374243" y="296166"/>
                  <a:pt x="230477" y="281527"/>
                  <a:pt x="144142" y="229726"/>
                </a:cubicBezTo>
                <a:cubicBezTo>
                  <a:pt x="57807" y="177925"/>
                  <a:pt x="28903" y="88962"/>
                  <a:pt x="0" y="0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任意多边形: 形状 236">
            <a:extLst>
              <a:ext uri="{FF2B5EF4-FFF2-40B4-BE49-F238E27FC236}">
                <a16:creationId xmlns:a16="http://schemas.microsoft.com/office/drawing/2014/main" id="{32D05C81-422A-E6A7-5FB6-FCAFA63496BE}"/>
              </a:ext>
            </a:extLst>
          </p:cNvPr>
          <p:cNvSpPr/>
          <p:nvPr/>
        </p:nvSpPr>
        <p:spPr>
          <a:xfrm>
            <a:off x="1989971" y="3373821"/>
            <a:ext cx="154139" cy="612603"/>
          </a:xfrm>
          <a:custGeom>
            <a:avLst/>
            <a:gdLst>
              <a:gd name="csX0" fmla="*/ 100086 w 154139"/>
              <a:gd name="csY0" fmla="*/ 0 h 612603"/>
              <a:gd name="csX1" fmla="*/ 989 w 154139"/>
              <a:gd name="csY1" fmla="*/ 256752 h 612603"/>
              <a:gd name="csX2" fmla="*/ 154139 w 154139"/>
              <a:gd name="csY2" fmla="*/ 612603 h 6126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4139" h="612603">
                <a:moveTo>
                  <a:pt x="100086" y="0"/>
                </a:moveTo>
                <a:cubicBezTo>
                  <a:pt x="46033" y="77326"/>
                  <a:pt x="-8020" y="154652"/>
                  <a:pt x="989" y="256752"/>
                </a:cubicBezTo>
                <a:cubicBezTo>
                  <a:pt x="9998" y="358852"/>
                  <a:pt x="82068" y="485727"/>
                  <a:pt x="154139" y="612603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任意多边形: 形状 237">
            <a:extLst>
              <a:ext uri="{FF2B5EF4-FFF2-40B4-BE49-F238E27FC236}">
                <a16:creationId xmlns:a16="http://schemas.microsoft.com/office/drawing/2014/main" id="{3067085E-3AA2-58FB-8F64-89A8F2516865}"/>
              </a:ext>
            </a:extLst>
          </p:cNvPr>
          <p:cNvSpPr/>
          <p:nvPr/>
        </p:nvSpPr>
        <p:spPr>
          <a:xfrm>
            <a:off x="2468430" y="3662104"/>
            <a:ext cx="481974" cy="351346"/>
          </a:xfrm>
          <a:custGeom>
            <a:avLst/>
            <a:gdLst>
              <a:gd name="csX0" fmla="*/ 481974 w 481974"/>
              <a:gd name="csY0" fmla="*/ 0 h 351346"/>
              <a:gd name="csX1" fmla="*/ 130628 w 481974"/>
              <a:gd name="csY1" fmla="*/ 63063 h 351346"/>
              <a:gd name="csX2" fmla="*/ 0 w 481974"/>
              <a:gd name="csY2" fmla="*/ 351346 h 3513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81974" h="351346">
                <a:moveTo>
                  <a:pt x="481974" y="0"/>
                </a:moveTo>
                <a:cubicBezTo>
                  <a:pt x="346465" y="2252"/>
                  <a:pt x="210957" y="4505"/>
                  <a:pt x="130628" y="63063"/>
                </a:cubicBezTo>
                <a:cubicBezTo>
                  <a:pt x="50299" y="121621"/>
                  <a:pt x="25149" y="236483"/>
                  <a:pt x="0" y="351346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任意多边形: 形状 239">
            <a:extLst>
              <a:ext uri="{FF2B5EF4-FFF2-40B4-BE49-F238E27FC236}">
                <a16:creationId xmlns:a16="http://schemas.microsoft.com/office/drawing/2014/main" id="{BC3DD79D-9F6F-6CB5-BBD6-3D3A0A101117}"/>
              </a:ext>
            </a:extLst>
          </p:cNvPr>
          <p:cNvSpPr/>
          <p:nvPr/>
        </p:nvSpPr>
        <p:spPr>
          <a:xfrm flipV="1">
            <a:off x="6422850" y="3508953"/>
            <a:ext cx="544498" cy="233853"/>
          </a:xfrm>
          <a:custGeom>
            <a:avLst/>
            <a:gdLst>
              <a:gd name="csX0" fmla="*/ 481974 w 481974"/>
              <a:gd name="csY0" fmla="*/ 0 h 351346"/>
              <a:gd name="csX1" fmla="*/ 130628 w 481974"/>
              <a:gd name="csY1" fmla="*/ 63063 h 351346"/>
              <a:gd name="csX2" fmla="*/ 0 w 481974"/>
              <a:gd name="csY2" fmla="*/ 351346 h 3513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81974" h="351346">
                <a:moveTo>
                  <a:pt x="481974" y="0"/>
                </a:moveTo>
                <a:cubicBezTo>
                  <a:pt x="346465" y="2252"/>
                  <a:pt x="210957" y="4505"/>
                  <a:pt x="130628" y="63063"/>
                </a:cubicBezTo>
                <a:cubicBezTo>
                  <a:pt x="50299" y="121621"/>
                  <a:pt x="25149" y="236483"/>
                  <a:pt x="0" y="351346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093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0778B-483D-402F-5627-6AA6389F0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358E56A7-6392-0BBB-04DB-92F7DE0411F5}"/>
              </a:ext>
            </a:extLst>
          </p:cNvPr>
          <p:cNvSpPr/>
          <p:nvPr/>
        </p:nvSpPr>
        <p:spPr>
          <a:xfrm>
            <a:off x="365142" y="892113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9CB3B16-5C58-B1DE-D081-129351A75BD1}"/>
              </a:ext>
            </a:extLst>
          </p:cNvPr>
          <p:cNvSpPr/>
          <p:nvPr/>
        </p:nvSpPr>
        <p:spPr>
          <a:xfrm>
            <a:off x="1131679" y="392085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B4237B38-9A56-B181-8088-519C984CA90B}"/>
              </a:ext>
            </a:extLst>
          </p:cNvPr>
          <p:cNvSpPr/>
          <p:nvPr/>
        </p:nvSpPr>
        <p:spPr>
          <a:xfrm>
            <a:off x="1131678" y="1392141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C3F3C25-80A2-C16A-6FA6-7D6C75B9B35F}"/>
              </a:ext>
            </a:extLst>
          </p:cNvPr>
          <p:cNvSpPr/>
          <p:nvPr/>
        </p:nvSpPr>
        <p:spPr>
          <a:xfrm>
            <a:off x="2033350" y="392086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20302E4-CBAD-5EB7-E0AF-69BAA05E8F85}"/>
              </a:ext>
            </a:extLst>
          </p:cNvPr>
          <p:cNvSpPr/>
          <p:nvPr/>
        </p:nvSpPr>
        <p:spPr>
          <a:xfrm>
            <a:off x="2033349" y="1392141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7E7FB93-786F-8A90-AEB5-C5051B6B7063}"/>
              </a:ext>
            </a:extLst>
          </p:cNvPr>
          <p:cNvSpPr/>
          <p:nvPr/>
        </p:nvSpPr>
        <p:spPr>
          <a:xfrm>
            <a:off x="2799888" y="892113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1F018DF-B169-723E-A23A-4E10DD795D94}"/>
              </a:ext>
            </a:extLst>
          </p:cNvPr>
          <p:cNvCxnSpPr>
            <a:cxnSpLocks/>
            <a:stCxn id="2" idx="7"/>
            <a:endCxn id="3" idx="2"/>
          </p:cNvCxnSpPr>
          <p:nvPr/>
        </p:nvCxnSpPr>
        <p:spPr>
          <a:xfrm flipV="1">
            <a:off x="668879" y="572789"/>
            <a:ext cx="462800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8F89B9D-6199-412C-47DC-7E6FED47C594}"/>
              </a:ext>
            </a:extLst>
          </p:cNvPr>
          <p:cNvCxnSpPr>
            <a:cxnSpLocks/>
            <a:stCxn id="5" idx="2"/>
            <a:endCxn id="3" idx="6"/>
          </p:cNvCxnSpPr>
          <p:nvPr/>
        </p:nvCxnSpPr>
        <p:spPr>
          <a:xfrm flipH="1" flipV="1">
            <a:off x="1487529" y="572789"/>
            <a:ext cx="54582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13C266B-96B8-C5A4-7445-DE936E93628D}"/>
              </a:ext>
            </a:extLst>
          </p:cNvPr>
          <p:cNvCxnSpPr>
            <a:cxnSpLocks/>
            <a:stCxn id="2" idx="5"/>
            <a:endCxn id="4" idx="2"/>
          </p:cNvCxnSpPr>
          <p:nvPr/>
        </p:nvCxnSpPr>
        <p:spPr>
          <a:xfrm>
            <a:off x="668879" y="1200594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0D3E794-D5D1-B14F-56D9-538869F29B11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>
            <a:off x="1487529" y="1572845"/>
            <a:ext cx="5458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AB3339DC-B69D-62D2-8610-05A70A92FCDF}"/>
              </a:ext>
            </a:extLst>
          </p:cNvPr>
          <p:cNvCxnSpPr>
            <a:cxnSpLocks/>
            <a:stCxn id="6" idx="6"/>
            <a:endCxn id="7" idx="3"/>
          </p:cNvCxnSpPr>
          <p:nvPr/>
        </p:nvCxnSpPr>
        <p:spPr>
          <a:xfrm flipV="1">
            <a:off x="2389200" y="1200594"/>
            <a:ext cx="462801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67F2CA2-EE9F-B841-FF3F-EE212DBBF728}"/>
              </a:ext>
            </a:extLst>
          </p:cNvPr>
          <p:cNvCxnSpPr>
            <a:cxnSpLocks/>
            <a:stCxn id="7" idx="1"/>
            <a:endCxn id="5" idx="6"/>
          </p:cNvCxnSpPr>
          <p:nvPr/>
        </p:nvCxnSpPr>
        <p:spPr>
          <a:xfrm flipH="1" flipV="1">
            <a:off x="2389201" y="572790"/>
            <a:ext cx="462800" cy="3722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51BE25E-B1AC-2AAF-16BE-45066CF42C4F}"/>
              </a:ext>
            </a:extLst>
          </p:cNvPr>
          <p:cNvCxnSpPr>
            <a:cxnSpLocks/>
            <a:stCxn id="4" idx="0"/>
            <a:endCxn id="3" idx="4"/>
          </p:cNvCxnSpPr>
          <p:nvPr/>
        </p:nvCxnSpPr>
        <p:spPr>
          <a:xfrm flipV="1">
            <a:off x="1309604" y="753493"/>
            <a:ext cx="0" cy="638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A6ABFCB-47AD-FFB9-DD01-DBE7D12E4BB8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2211275" y="753494"/>
            <a:ext cx="1" cy="6386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926E81F-D3A2-9B3D-E534-743FACEBE2FA}"/>
              </a:ext>
            </a:extLst>
          </p:cNvPr>
          <p:cNvCxnSpPr>
            <a:cxnSpLocks/>
            <a:stCxn id="6" idx="1"/>
            <a:endCxn id="3" idx="5"/>
          </p:cNvCxnSpPr>
          <p:nvPr/>
        </p:nvCxnSpPr>
        <p:spPr>
          <a:xfrm flipH="1" flipV="1">
            <a:off x="1435416" y="700566"/>
            <a:ext cx="650046" cy="744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53F7242B-4D3B-4D43-1E00-26441904635E}"/>
              </a:ext>
            </a:extLst>
          </p:cNvPr>
          <p:cNvSpPr txBox="1"/>
          <p:nvPr/>
        </p:nvSpPr>
        <p:spPr>
          <a:xfrm>
            <a:off x="700770" y="46825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75064BA-10E6-A955-0A91-14B3FD3CFF37}"/>
              </a:ext>
            </a:extLst>
          </p:cNvPr>
          <p:cNvSpPr txBox="1"/>
          <p:nvPr/>
        </p:nvSpPr>
        <p:spPr>
          <a:xfrm>
            <a:off x="668877" y="132464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705F5F6-0333-9692-1DF9-7BF808D15559}"/>
              </a:ext>
            </a:extLst>
          </p:cNvPr>
          <p:cNvSpPr txBox="1"/>
          <p:nvPr/>
        </p:nvSpPr>
        <p:spPr>
          <a:xfrm>
            <a:off x="1048551" y="86145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04BDD67-A7A1-ADD0-6BB2-344D96C336B6}"/>
              </a:ext>
            </a:extLst>
          </p:cNvPr>
          <p:cNvSpPr txBox="1"/>
          <p:nvPr/>
        </p:nvSpPr>
        <p:spPr>
          <a:xfrm>
            <a:off x="1560144" y="238739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10</a:t>
            </a:r>
            <a:endParaRPr lang="zh-CN" altLang="en-US" sz="16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3DBBA3C-A3CA-4029-3AEB-D44604D288FE}"/>
              </a:ext>
            </a:extLst>
          </p:cNvPr>
          <p:cNvSpPr txBox="1"/>
          <p:nvPr/>
        </p:nvSpPr>
        <p:spPr>
          <a:xfrm>
            <a:off x="1519422" y="92920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0259B59-C8EC-3E73-6587-1C5DB6301BAB}"/>
              </a:ext>
            </a:extLst>
          </p:cNvPr>
          <p:cNvSpPr txBox="1"/>
          <p:nvPr/>
        </p:nvSpPr>
        <p:spPr>
          <a:xfrm>
            <a:off x="1989414" y="86145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CA425DC-22BC-E4F6-D6C3-6FBD267929B5}"/>
              </a:ext>
            </a:extLst>
          </p:cNvPr>
          <p:cNvSpPr txBox="1"/>
          <p:nvPr/>
        </p:nvSpPr>
        <p:spPr>
          <a:xfrm>
            <a:off x="2575788" y="49928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9D9F4FB-681A-7781-B0F1-E0FE95FEB494}"/>
              </a:ext>
            </a:extLst>
          </p:cNvPr>
          <p:cNvSpPr txBox="1"/>
          <p:nvPr/>
        </p:nvSpPr>
        <p:spPr>
          <a:xfrm>
            <a:off x="1607192" y="156834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8E492D2-7545-FBFC-EF1E-8E6C2E079468}"/>
              </a:ext>
            </a:extLst>
          </p:cNvPr>
          <p:cNvSpPr txBox="1"/>
          <p:nvPr/>
        </p:nvSpPr>
        <p:spPr>
          <a:xfrm>
            <a:off x="2575788" y="136206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9</a:t>
            </a:r>
            <a:endParaRPr lang="zh-CN" altLang="en-US" sz="16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0D81D58-0E0B-3D33-AE6F-C8B5A50037D4}"/>
              </a:ext>
            </a:extLst>
          </p:cNvPr>
          <p:cNvSpPr txBox="1"/>
          <p:nvPr/>
        </p:nvSpPr>
        <p:spPr>
          <a:xfrm>
            <a:off x="1164174" y="2119745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a</a:t>
            </a:r>
            <a:r>
              <a:rPr lang="zh-CN" altLang="en-US" b="1"/>
              <a:t>）原图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E47E5ED7-D3F3-233F-118B-B9E1B9B3BF76}"/>
              </a:ext>
            </a:extLst>
          </p:cNvPr>
          <p:cNvSpPr/>
          <p:nvPr/>
        </p:nvSpPr>
        <p:spPr>
          <a:xfrm>
            <a:off x="3639114" y="892113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AA5BEC98-BA09-74AB-0642-11218743FC5B}"/>
              </a:ext>
            </a:extLst>
          </p:cNvPr>
          <p:cNvSpPr/>
          <p:nvPr/>
        </p:nvSpPr>
        <p:spPr>
          <a:xfrm>
            <a:off x="4405651" y="392085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CCA42B8F-41B7-E9DE-6234-7FEAA02B9D79}"/>
              </a:ext>
            </a:extLst>
          </p:cNvPr>
          <p:cNvSpPr/>
          <p:nvPr/>
        </p:nvSpPr>
        <p:spPr>
          <a:xfrm>
            <a:off x="4405650" y="1392141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14FFE209-7868-04E9-7D6F-BBF2B4B70809}"/>
              </a:ext>
            </a:extLst>
          </p:cNvPr>
          <p:cNvSpPr/>
          <p:nvPr/>
        </p:nvSpPr>
        <p:spPr>
          <a:xfrm>
            <a:off x="5307322" y="392086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AD6D2F87-FC87-D4C9-8222-09BBE054CE1A}"/>
              </a:ext>
            </a:extLst>
          </p:cNvPr>
          <p:cNvSpPr/>
          <p:nvPr/>
        </p:nvSpPr>
        <p:spPr>
          <a:xfrm>
            <a:off x="5307321" y="1392141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2483975D-20DA-87DE-47C9-0A5212A873C0}"/>
              </a:ext>
            </a:extLst>
          </p:cNvPr>
          <p:cNvSpPr/>
          <p:nvPr/>
        </p:nvSpPr>
        <p:spPr>
          <a:xfrm>
            <a:off x="6073860" y="892113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D20BECC-E136-C4BB-FC33-6EFF3AA128D7}"/>
              </a:ext>
            </a:extLst>
          </p:cNvPr>
          <p:cNvCxnSpPr>
            <a:cxnSpLocks/>
            <a:stCxn id="27" idx="7"/>
            <a:endCxn id="28" idx="2"/>
          </p:cNvCxnSpPr>
          <p:nvPr/>
        </p:nvCxnSpPr>
        <p:spPr>
          <a:xfrm flipV="1">
            <a:off x="3942851" y="572789"/>
            <a:ext cx="462800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0B5471E-D434-DD98-0A4D-9441A0246D83}"/>
              </a:ext>
            </a:extLst>
          </p:cNvPr>
          <p:cNvCxnSpPr>
            <a:cxnSpLocks/>
            <a:stCxn id="30" idx="2"/>
            <a:endCxn id="28" idx="6"/>
          </p:cNvCxnSpPr>
          <p:nvPr/>
        </p:nvCxnSpPr>
        <p:spPr>
          <a:xfrm flipH="1" flipV="1">
            <a:off x="4761501" y="572789"/>
            <a:ext cx="54582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E830AB3A-2D6B-29DD-32BB-84320EB31C19}"/>
              </a:ext>
            </a:extLst>
          </p:cNvPr>
          <p:cNvCxnSpPr>
            <a:cxnSpLocks/>
            <a:stCxn id="27" idx="5"/>
            <a:endCxn id="29" idx="2"/>
          </p:cNvCxnSpPr>
          <p:nvPr/>
        </p:nvCxnSpPr>
        <p:spPr>
          <a:xfrm>
            <a:off x="3942851" y="1200594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CB99CBB3-6676-B828-20C7-D74CC4D10AC3}"/>
              </a:ext>
            </a:extLst>
          </p:cNvPr>
          <p:cNvCxnSpPr>
            <a:cxnSpLocks/>
            <a:stCxn id="29" idx="6"/>
            <a:endCxn id="31" idx="2"/>
          </p:cNvCxnSpPr>
          <p:nvPr/>
        </p:nvCxnSpPr>
        <p:spPr>
          <a:xfrm>
            <a:off x="4761501" y="1572845"/>
            <a:ext cx="5458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8BAE29E9-B77F-090B-9F92-141762D7C0CA}"/>
              </a:ext>
            </a:extLst>
          </p:cNvPr>
          <p:cNvCxnSpPr>
            <a:cxnSpLocks/>
            <a:stCxn id="31" idx="6"/>
            <a:endCxn id="32" idx="3"/>
          </p:cNvCxnSpPr>
          <p:nvPr/>
        </p:nvCxnSpPr>
        <p:spPr>
          <a:xfrm flipV="1">
            <a:off x="5663172" y="1200594"/>
            <a:ext cx="462801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73ECE4B-0CBF-0704-CB83-FAC616069B81}"/>
              </a:ext>
            </a:extLst>
          </p:cNvPr>
          <p:cNvCxnSpPr>
            <a:cxnSpLocks/>
            <a:stCxn id="32" idx="1"/>
            <a:endCxn id="30" idx="6"/>
          </p:cNvCxnSpPr>
          <p:nvPr/>
        </p:nvCxnSpPr>
        <p:spPr>
          <a:xfrm flipH="1" flipV="1">
            <a:off x="5663173" y="572790"/>
            <a:ext cx="462800" cy="3722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9E354BDD-768A-1160-0F13-BBBB573FD689}"/>
              </a:ext>
            </a:extLst>
          </p:cNvPr>
          <p:cNvCxnSpPr>
            <a:cxnSpLocks/>
            <a:stCxn id="29" idx="0"/>
            <a:endCxn id="28" idx="4"/>
          </p:cNvCxnSpPr>
          <p:nvPr/>
        </p:nvCxnSpPr>
        <p:spPr>
          <a:xfrm flipV="1">
            <a:off x="4583576" y="753493"/>
            <a:ext cx="0" cy="638648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1B60E835-B6CD-160E-6577-46CD9982D853}"/>
              </a:ext>
            </a:extLst>
          </p:cNvPr>
          <p:cNvCxnSpPr>
            <a:cxnSpLocks/>
            <a:stCxn id="31" idx="0"/>
            <a:endCxn id="30" idx="4"/>
          </p:cNvCxnSpPr>
          <p:nvPr/>
        </p:nvCxnSpPr>
        <p:spPr>
          <a:xfrm flipV="1">
            <a:off x="5485247" y="753494"/>
            <a:ext cx="1" cy="6386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B0CE549E-662D-6BA2-C9E3-EF323F1990AA}"/>
              </a:ext>
            </a:extLst>
          </p:cNvPr>
          <p:cNvCxnSpPr>
            <a:cxnSpLocks/>
            <a:stCxn id="31" idx="1"/>
            <a:endCxn id="28" idx="5"/>
          </p:cNvCxnSpPr>
          <p:nvPr/>
        </p:nvCxnSpPr>
        <p:spPr>
          <a:xfrm flipH="1" flipV="1">
            <a:off x="4709388" y="700566"/>
            <a:ext cx="650046" cy="744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E1299D11-131D-82C9-69E7-90035B41F7A7}"/>
              </a:ext>
            </a:extLst>
          </p:cNvPr>
          <p:cNvSpPr txBox="1"/>
          <p:nvPr/>
        </p:nvSpPr>
        <p:spPr>
          <a:xfrm>
            <a:off x="3974742" y="46825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A382BBE-E977-4DE8-F070-E3B233786BF0}"/>
              </a:ext>
            </a:extLst>
          </p:cNvPr>
          <p:cNvSpPr txBox="1"/>
          <p:nvPr/>
        </p:nvSpPr>
        <p:spPr>
          <a:xfrm>
            <a:off x="3942849" y="132464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9412749-E908-D0AD-3615-BC4BE4C79ADE}"/>
              </a:ext>
            </a:extLst>
          </p:cNvPr>
          <p:cNvSpPr txBox="1"/>
          <p:nvPr/>
        </p:nvSpPr>
        <p:spPr>
          <a:xfrm>
            <a:off x="4322523" y="86145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362FE2E-B539-D4B9-7601-24A68560F164}"/>
              </a:ext>
            </a:extLst>
          </p:cNvPr>
          <p:cNvSpPr txBox="1"/>
          <p:nvPr/>
        </p:nvSpPr>
        <p:spPr>
          <a:xfrm>
            <a:off x="4834116" y="238739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10</a:t>
            </a:r>
            <a:endParaRPr lang="zh-CN" altLang="en-US" sz="160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61AD8B7-F5B4-FF8A-4347-4295B9A19C14}"/>
              </a:ext>
            </a:extLst>
          </p:cNvPr>
          <p:cNvSpPr txBox="1"/>
          <p:nvPr/>
        </p:nvSpPr>
        <p:spPr>
          <a:xfrm>
            <a:off x="4793394" y="92920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23A7DAA-30F6-B7CC-954C-61A9DB073F54}"/>
              </a:ext>
            </a:extLst>
          </p:cNvPr>
          <p:cNvSpPr txBox="1"/>
          <p:nvPr/>
        </p:nvSpPr>
        <p:spPr>
          <a:xfrm>
            <a:off x="5263386" y="86145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BA68C945-E60C-2BA2-73B4-13714983935E}"/>
              </a:ext>
            </a:extLst>
          </p:cNvPr>
          <p:cNvSpPr txBox="1"/>
          <p:nvPr/>
        </p:nvSpPr>
        <p:spPr>
          <a:xfrm>
            <a:off x="5849760" y="49928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4C27BE02-D9FA-C2D2-1C4F-C9CA48D2F4EF}"/>
              </a:ext>
            </a:extLst>
          </p:cNvPr>
          <p:cNvSpPr txBox="1"/>
          <p:nvPr/>
        </p:nvSpPr>
        <p:spPr>
          <a:xfrm>
            <a:off x="4881164" y="156834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4A47FD2-5A2F-B585-9F08-94A2D3E3BCAF}"/>
              </a:ext>
            </a:extLst>
          </p:cNvPr>
          <p:cNvSpPr txBox="1"/>
          <p:nvPr/>
        </p:nvSpPr>
        <p:spPr>
          <a:xfrm>
            <a:off x="5849760" y="136206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9</a:t>
            </a:r>
            <a:endParaRPr lang="zh-CN" altLang="en-US" sz="1600"/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7E4FDF56-BE88-F5C5-AB7D-2A56E67D2D19}"/>
              </a:ext>
            </a:extLst>
          </p:cNvPr>
          <p:cNvSpPr/>
          <p:nvPr/>
        </p:nvSpPr>
        <p:spPr>
          <a:xfrm>
            <a:off x="7038599" y="892113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37683C4C-D69E-39C5-23DB-257661CD707C}"/>
              </a:ext>
            </a:extLst>
          </p:cNvPr>
          <p:cNvSpPr/>
          <p:nvPr/>
        </p:nvSpPr>
        <p:spPr>
          <a:xfrm>
            <a:off x="7805136" y="392085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F5FC2825-D988-EEE3-89BD-6836E541F775}"/>
              </a:ext>
            </a:extLst>
          </p:cNvPr>
          <p:cNvSpPr/>
          <p:nvPr/>
        </p:nvSpPr>
        <p:spPr>
          <a:xfrm>
            <a:off x="7805135" y="1392141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15036C9B-5E71-22A1-BE32-6D481BCA675F}"/>
              </a:ext>
            </a:extLst>
          </p:cNvPr>
          <p:cNvSpPr/>
          <p:nvPr/>
        </p:nvSpPr>
        <p:spPr>
          <a:xfrm>
            <a:off x="8706807" y="392086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BFB2840E-96EC-FBA4-178B-01DC3E8E5C75}"/>
              </a:ext>
            </a:extLst>
          </p:cNvPr>
          <p:cNvSpPr/>
          <p:nvPr/>
        </p:nvSpPr>
        <p:spPr>
          <a:xfrm>
            <a:off x="8706806" y="1392141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59150D7E-8DA9-0451-758E-55B755386159}"/>
              </a:ext>
            </a:extLst>
          </p:cNvPr>
          <p:cNvSpPr/>
          <p:nvPr/>
        </p:nvSpPr>
        <p:spPr>
          <a:xfrm>
            <a:off x="9473345" y="892113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DB5601B4-7B75-99FE-4BC2-04925C40CB8A}"/>
              </a:ext>
            </a:extLst>
          </p:cNvPr>
          <p:cNvCxnSpPr>
            <a:cxnSpLocks/>
            <a:stCxn id="51" idx="7"/>
            <a:endCxn id="52" idx="2"/>
          </p:cNvCxnSpPr>
          <p:nvPr/>
        </p:nvCxnSpPr>
        <p:spPr>
          <a:xfrm flipV="1">
            <a:off x="7342336" y="572789"/>
            <a:ext cx="462800" cy="37225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8154DF1D-990A-A743-95A4-DB96E44D1B86}"/>
              </a:ext>
            </a:extLst>
          </p:cNvPr>
          <p:cNvCxnSpPr>
            <a:cxnSpLocks/>
            <a:stCxn id="54" idx="2"/>
            <a:endCxn id="52" idx="6"/>
          </p:cNvCxnSpPr>
          <p:nvPr/>
        </p:nvCxnSpPr>
        <p:spPr>
          <a:xfrm flipH="1" flipV="1">
            <a:off x="8160986" y="572789"/>
            <a:ext cx="54582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D75C91B8-C51B-07F3-DBC1-D8E0E13C96E0}"/>
              </a:ext>
            </a:extLst>
          </p:cNvPr>
          <p:cNvCxnSpPr>
            <a:cxnSpLocks/>
            <a:stCxn id="51" idx="5"/>
            <a:endCxn id="53" idx="2"/>
          </p:cNvCxnSpPr>
          <p:nvPr/>
        </p:nvCxnSpPr>
        <p:spPr>
          <a:xfrm>
            <a:off x="7342336" y="1200594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F7C1A7D8-B020-3493-BE2A-3D7DA278FC90}"/>
              </a:ext>
            </a:extLst>
          </p:cNvPr>
          <p:cNvCxnSpPr>
            <a:cxnSpLocks/>
            <a:stCxn id="53" idx="6"/>
            <a:endCxn id="55" idx="2"/>
          </p:cNvCxnSpPr>
          <p:nvPr/>
        </p:nvCxnSpPr>
        <p:spPr>
          <a:xfrm>
            <a:off x="8160986" y="1572845"/>
            <a:ext cx="5458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BB2D8D49-E911-5923-6942-D76E3250F875}"/>
              </a:ext>
            </a:extLst>
          </p:cNvPr>
          <p:cNvCxnSpPr>
            <a:cxnSpLocks/>
            <a:stCxn id="55" idx="6"/>
            <a:endCxn id="56" idx="3"/>
          </p:cNvCxnSpPr>
          <p:nvPr/>
        </p:nvCxnSpPr>
        <p:spPr>
          <a:xfrm flipV="1">
            <a:off x="9062657" y="1200594"/>
            <a:ext cx="462801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33388AEB-DF4A-D74B-1B49-A9D4D8EC4941}"/>
              </a:ext>
            </a:extLst>
          </p:cNvPr>
          <p:cNvCxnSpPr>
            <a:cxnSpLocks/>
            <a:stCxn id="56" idx="1"/>
            <a:endCxn id="54" idx="6"/>
          </p:cNvCxnSpPr>
          <p:nvPr/>
        </p:nvCxnSpPr>
        <p:spPr>
          <a:xfrm flipH="1" flipV="1">
            <a:off x="9062658" y="572790"/>
            <a:ext cx="462800" cy="3722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B65ED9B5-3723-44EA-A37B-9FEF2F3CE822}"/>
              </a:ext>
            </a:extLst>
          </p:cNvPr>
          <p:cNvCxnSpPr>
            <a:cxnSpLocks/>
            <a:stCxn id="53" idx="0"/>
            <a:endCxn id="52" idx="4"/>
          </p:cNvCxnSpPr>
          <p:nvPr/>
        </p:nvCxnSpPr>
        <p:spPr>
          <a:xfrm flipV="1">
            <a:off x="7983061" y="753493"/>
            <a:ext cx="0" cy="638648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2F21F657-36E7-3803-A416-849BCE12077B}"/>
              </a:ext>
            </a:extLst>
          </p:cNvPr>
          <p:cNvCxnSpPr>
            <a:cxnSpLocks/>
            <a:stCxn id="55" idx="0"/>
            <a:endCxn id="54" idx="4"/>
          </p:cNvCxnSpPr>
          <p:nvPr/>
        </p:nvCxnSpPr>
        <p:spPr>
          <a:xfrm flipV="1">
            <a:off x="8884732" y="753494"/>
            <a:ext cx="1" cy="6386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B4EF492E-8A22-D3DB-10EE-055202E04B24}"/>
              </a:ext>
            </a:extLst>
          </p:cNvPr>
          <p:cNvCxnSpPr>
            <a:cxnSpLocks/>
            <a:stCxn id="55" idx="1"/>
            <a:endCxn id="52" idx="5"/>
          </p:cNvCxnSpPr>
          <p:nvPr/>
        </p:nvCxnSpPr>
        <p:spPr>
          <a:xfrm flipH="1" flipV="1">
            <a:off x="8108873" y="700566"/>
            <a:ext cx="650046" cy="744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FE4A7465-0AE3-7F3F-58B0-BCC504AA65FC}"/>
              </a:ext>
            </a:extLst>
          </p:cNvPr>
          <p:cNvSpPr txBox="1"/>
          <p:nvPr/>
        </p:nvSpPr>
        <p:spPr>
          <a:xfrm>
            <a:off x="7374227" y="46825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8348B8B1-CC23-807F-D313-4427FF00C670}"/>
              </a:ext>
            </a:extLst>
          </p:cNvPr>
          <p:cNvSpPr txBox="1"/>
          <p:nvPr/>
        </p:nvSpPr>
        <p:spPr>
          <a:xfrm>
            <a:off x="7342334" y="132464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30460AEB-4491-2A4E-F047-F0ECF89A2BA1}"/>
              </a:ext>
            </a:extLst>
          </p:cNvPr>
          <p:cNvSpPr txBox="1"/>
          <p:nvPr/>
        </p:nvSpPr>
        <p:spPr>
          <a:xfrm>
            <a:off x="7722008" y="86145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91AC0CF0-29F9-7E6E-1CFE-EBF5C95FC20C}"/>
              </a:ext>
            </a:extLst>
          </p:cNvPr>
          <p:cNvSpPr txBox="1"/>
          <p:nvPr/>
        </p:nvSpPr>
        <p:spPr>
          <a:xfrm>
            <a:off x="8233601" y="238739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10</a:t>
            </a:r>
            <a:endParaRPr lang="zh-CN" altLang="en-US" sz="160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F49D3DC-4014-9385-43E8-3CA0E2C5658D}"/>
              </a:ext>
            </a:extLst>
          </p:cNvPr>
          <p:cNvSpPr txBox="1"/>
          <p:nvPr/>
        </p:nvSpPr>
        <p:spPr>
          <a:xfrm>
            <a:off x="8192879" y="92920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0B01D51E-4B0C-9F1E-90A2-73AD1DC67A66}"/>
              </a:ext>
            </a:extLst>
          </p:cNvPr>
          <p:cNvSpPr txBox="1"/>
          <p:nvPr/>
        </p:nvSpPr>
        <p:spPr>
          <a:xfrm>
            <a:off x="8662871" y="86145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8102FB42-B821-6AC5-C949-197EFFB9AB79}"/>
              </a:ext>
            </a:extLst>
          </p:cNvPr>
          <p:cNvSpPr txBox="1"/>
          <p:nvPr/>
        </p:nvSpPr>
        <p:spPr>
          <a:xfrm>
            <a:off x="9249245" y="49928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2C3EB418-3B0A-0654-2BD0-0D79BC0093B3}"/>
              </a:ext>
            </a:extLst>
          </p:cNvPr>
          <p:cNvSpPr txBox="1"/>
          <p:nvPr/>
        </p:nvSpPr>
        <p:spPr>
          <a:xfrm>
            <a:off x="8280649" y="156834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26208A25-5669-B340-2336-7499600E2706}"/>
              </a:ext>
            </a:extLst>
          </p:cNvPr>
          <p:cNvSpPr txBox="1"/>
          <p:nvPr/>
        </p:nvSpPr>
        <p:spPr>
          <a:xfrm>
            <a:off x="9249245" y="136206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9</a:t>
            </a:r>
            <a:endParaRPr lang="zh-CN" altLang="en-US" sz="1600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71F6BD77-C9A4-1273-95F8-E454E86AC7B4}"/>
              </a:ext>
            </a:extLst>
          </p:cNvPr>
          <p:cNvSpPr/>
          <p:nvPr/>
        </p:nvSpPr>
        <p:spPr>
          <a:xfrm>
            <a:off x="324376" y="3473337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909C2087-5F2C-EC8B-0B3A-24B2778E8D8E}"/>
              </a:ext>
            </a:extLst>
          </p:cNvPr>
          <p:cNvSpPr/>
          <p:nvPr/>
        </p:nvSpPr>
        <p:spPr>
          <a:xfrm>
            <a:off x="1090913" y="2973309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33072ACA-209A-6286-91CC-5975A3F9823B}"/>
              </a:ext>
            </a:extLst>
          </p:cNvPr>
          <p:cNvSpPr/>
          <p:nvPr/>
        </p:nvSpPr>
        <p:spPr>
          <a:xfrm>
            <a:off x="1090912" y="3973365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F1165EF1-E93C-9B9A-9F4D-D3A0332294A5}"/>
              </a:ext>
            </a:extLst>
          </p:cNvPr>
          <p:cNvSpPr/>
          <p:nvPr/>
        </p:nvSpPr>
        <p:spPr>
          <a:xfrm>
            <a:off x="1992584" y="2973310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02641933-2058-317F-8034-41126A733EF1}"/>
              </a:ext>
            </a:extLst>
          </p:cNvPr>
          <p:cNvSpPr/>
          <p:nvPr/>
        </p:nvSpPr>
        <p:spPr>
          <a:xfrm>
            <a:off x="1992583" y="3973365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C8DE5A29-E90B-73DA-DF26-51AD952C4A4F}"/>
              </a:ext>
            </a:extLst>
          </p:cNvPr>
          <p:cNvSpPr/>
          <p:nvPr/>
        </p:nvSpPr>
        <p:spPr>
          <a:xfrm>
            <a:off x="2759122" y="3473337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360F2FAC-DBA0-89CE-7106-2875D803CD86}"/>
              </a:ext>
            </a:extLst>
          </p:cNvPr>
          <p:cNvCxnSpPr>
            <a:cxnSpLocks/>
            <a:stCxn id="75" idx="7"/>
            <a:endCxn id="76" idx="2"/>
          </p:cNvCxnSpPr>
          <p:nvPr/>
        </p:nvCxnSpPr>
        <p:spPr>
          <a:xfrm flipV="1">
            <a:off x="628113" y="3154013"/>
            <a:ext cx="462800" cy="37225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8C9521AC-917A-D74E-BC44-4B4F43443C41}"/>
              </a:ext>
            </a:extLst>
          </p:cNvPr>
          <p:cNvCxnSpPr>
            <a:cxnSpLocks/>
            <a:stCxn id="78" idx="2"/>
            <a:endCxn id="76" idx="6"/>
          </p:cNvCxnSpPr>
          <p:nvPr/>
        </p:nvCxnSpPr>
        <p:spPr>
          <a:xfrm flipH="1" flipV="1">
            <a:off x="1446763" y="3154013"/>
            <a:ext cx="54582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56267272-D773-C570-9417-5ECA9E13EE64}"/>
              </a:ext>
            </a:extLst>
          </p:cNvPr>
          <p:cNvCxnSpPr>
            <a:cxnSpLocks/>
            <a:stCxn id="75" idx="5"/>
            <a:endCxn id="77" idx="2"/>
          </p:cNvCxnSpPr>
          <p:nvPr/>
        </p:nvCxnSpPr>
        <p:spPr>
          <a:xfrm>
            <a:off x="628113" y="3781818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371B8543-5BC6-2274-5BEF-C0744277FEFC}"/>
              </a:ext>
            </a:extLst>
          </p:cNvPr>
          <p:cNvCxnSpPr>
            <a:cxnSpLocks/>
            <a:stCxn id="77" idx="6"/>
            <a:endCxn id="79" idx="2"/>
          </p:cNvCxnSpPr>
          <p:nvPr/>
        </p:nvCxnSpPr>
        <p:spPr>
          <a:xfrm>
            <a:off x="1446763" y="4154069"/>
            <a:ext cx="5458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9A8C2616-2BF7-FDB6-6319-1606AB43FC11}"/>
              </a:ext>
            </a:extLst>
          </p:cNvPr>
          <p:cNvCxnSpPr>
            <a:cxnSpLocks/>
            <a:stCxn id="79" idx="6"/>
            <a:endCxn id="80" idx="3"/>
          </p:cNvCxnSpPr>
          <p:nvPr/>
        </p:nvCxnSpPr>
        <p:spPr>
          <a:xfrm flipV="1">
            <a:off x="2348434" y="3781818"/>
            <a:ext cx="462801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56A1AF28-C27F-321F-B244-E4B460B9BC33}"/>
              </a:ext>
            </a:extLst>
          </p:cNvPr>
          <p:cNvCxnSpPr>
            <a:cxnSpLocks/>
            <a:stCxn id="80" idx="1"/>
            <a:endCxn id="78" idx="6"/>
          </p:cNvCxnSpPr>
          <p:nvPr/>
        </p:nvCxnSpPr>
        <p:spPr>
          <a:xfrm flipH="1" flipV="1">
            <a:off x="2348435" y="3154014"/>
            <a:ext cx="462800" cy="3722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79372434-F8CB-E925-412F-4C3B043BA38D}"/>
              </a:ext>
            </a:extLst>
          </p:cNvPr>
          <p:cNvCxnSpPr>
            <a:cxnSpLocks/>
            <a:stCxn id="77" idx="0"/>
            <a:endCxn id="76" idx="4"/>
          </p:cNvCxnSpPr>
          <p:nvPr/>
        </p:nvCxnSpPr>
        <p:spPr>
          <a:xfrm flipV="1">
            <a:off x="1268838" y="3334717"/>
            <a:ext cx="0" cy="638648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852E2831-5E04-F0BB-835C-45BA109CCBA9}"/>
              </a:ext>
            </a:extLst>
          </p:cNvPr>
          <p:cNvCxnSpPr>
            <a:cxnSpLocks/>
            <a:stCxn id="79" idx="0"/>
            <a:endCxn id="78" idx="4"/>
          </p:cNvCxnSpPr>
          <p:nvPr/>
        </p:nvCxnSpPr>
        <p:spPr>
          <a:xfrm flipV="1">
            <a:off x="2170509" y="3334718"/>
            <a:ext cx="1" cy="6386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2FE81B3F-8F7D-8022-0023-0713E3778320}"/>
              </a:ext>
            </a:extLst>
          </p:cNvPr>
          <p:cNvCxnSpPr>
            <a:cxnSpLocks/>
            <a:stCxn id="79" idx="1"/>
            <a:endCxn id="76" idx="5"/>
          </p:cNvCxnSpPr>
          <p:nvPr/>
        </p:nvCxnSpPr>
        <p:spPr>
          <a:xfrm flipH="1" flipV="1">
            <a:off x="1394650" y="3281790"/>
            <a:ext cx="650046" cy="74450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文本框 89">
            <a:extLst>
              <a:ext uri="{FF2B5EF4-FFF2-40B4-BE49-F238E27FC236}">
                <a16:creationId xmlns:a16="http://schemas.microsoft.com/office/drawing/2014/main" id="{57771492-72B4-70A3-A55C-66DAE8255405}"/>
              </a:ext>
            </a:extLst>
          </p:cNvPr>
          <p:cNvSpPr txBox="1"/>
          <p:nvPr/>
        </p:nvSpPr>
        <p:spPr>
          <a:xfrm>
            <a:off x="660004" y="304948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CE3A7FB5-D56B-EAE8-3EE9-330F116BB9B1}"/>
              </a:ext>
            </a:extLst>
          </p:cNvPr>
          <p:cNvSpPr txBox="1"/>
          <p:nvPr/>
        </p:nvSpPr>
        <p:spPr>
          <a:xfrm>
            <a:off x="628111" y="390586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9385625-9D26-AC45-FB37-BB709D81DA01}"/>
              </a:ext>
            </a:extLst>
          </p:cNvPr>
          <p:cNvSpPr txBox="1"/>
          <p:nvPr/>
        </p:nvSpPr>
        <p:spPr>
          <a:xfrm>
            <a:off x="1007785" y="344268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DF8FE29A-153F-DD1B-0006-BB500E22BD35}"/>
              </a:ext>
            </a:extLst>
          </p:cNvPr>
          <p:cNvSpPr txBox="1"/>
          <p:nvPr/>
        </p:nvSpPr>
        <p:spPr>
          <a:xfrm>
            <a:off x="1519378" y="2819963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10</a:t>
            </a:r>
            <a:endParaRPr lang="zh-CN" altLang="en-US" sz="1600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A82F3883-6670-0398-2C34-00021CC50C16}"/>
              </a:ext>
            </a:extLst>
          </p:cNvPr>
          <p:cNvSpPr txBox="1"/>
          <p:nvPr/>
        </p:nvSpPr>
        <p:spPr>
          <a:xfrm>
            <a:off x="1478656" y="351042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8404BB66-E445-5B6A-1D6D-5BCAD0703FBE}"/>
              </a:ext>
            </a:extLst>
          </p:cNvPr>
          <p:cNvSpPr txBox="1"/>
          <p:nvPr/>
        </p:nvSpPr>
        <p:spPr>
          <a:xfrm>
            <a:off x="1948648" y="344268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74CEA268-5845-C7D0-C5CA-73FCED900DD7}"/>
              </a:ext>
            </a:extLst>
          </p:cNvPr>
          <p:cNvSpPr txBox="1"/>
          <p:nvPr/>
        </p:nvSpPr>
        <p:spPr>
          <a:xfrm>
            <a:off x="2535022" y="308051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1260156E-5CF5-0435-D3A6-D025CC730814}"/>
              </a:ext>
            </a:extLst>
          </p:cNvPr>
          <p:cNvSpPr txBox="1"/>
          <p:nvPr/>
        </p:nvSpPr>
        <p:spPr>
          <a:xfrm>
            <a:off x="1566426" y="414956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F93EDC62-CFB7-CF14-9558-F5711F9C0A41}"/>
              </a:ext>
            </a:extLst>
          </p:cNvPr>
          <p:cNvSpPr txBox="1"/>
          <p:nvPr/>
        </p:nvSpPr>
        <p:spPr>
          <a:xfrm>
            <a:off x="2535022" y="394329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9</a:t>
            </a:r>
            <a:endParaRPr lang="zh-CN" altLang="en-US" sz="1600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27CD8F69-8C6B-A516-538B-AC16D1785E65}"/>
              </a:ext>
            </a:extLst>
          </p:cNvPr>
          <p:cNvSpPr/>
          <p:nvPr/>
        </p:nvSpPr>
        <p:spPr>
          <a:xfrm>
            <a:off x="3660794" y="3478759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2DCC4B01-AD89-2AB3-B1D1-479A8C0ABF90}"/>
              </a:ext>
            </a:extLst>
          </p:cNvPr>
          <p:cNvSpPr/>
          <p:nvPr/>
        </p:nvSpPr>
        <p:spPr>
          <a:xfrm>
            <a:off x="4427331" y="2978731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39ACC980-BD36-0E1B-8AD6-28A1727F862F}"/>
              </a:ext>
            </a:extLst>
          </p:cNvPr>
          <p:cNvSpPr/>
          <p:nvPr/>
        </p:nvSpPr>
        <p:spPr>
          <a:xfrm>
            <a:off x="4427330" y="3978787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48FB1C00-73F6-B94D-D785-8C5CF30BB745}"/>
              </a:ext>
            </a:extLst>
          </p:cNvPr>
          <p:cNvSpPr/>
          <p:nvPr/>
        </p:nvSpPr>
        <p:spPr>
          <a:xfrm>
            <a:off x="5329002" y="2978732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5D3FE0B9-36C4-F547-C9A1-BC2F12CF9D63}"/>
              </a:ext>
            </a:extLst>
          </p:cNvPr>
          <p:cNvSpPr/>
          <p:nvPr/>
        </p:nvSpPr>
        <p:spPr>
          <a:xfrm>
            <a:off x="5329001" y="3978787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0A0EC04F-B7E8-FFA0-125B-C907009A03C1}"/>
              </a:ext>
            </a:extLst>
          </p:cNvPr>
          <p:cNvSpPr/>
          <p:nvPr/>
        </p:nvSpPr>
        <p:spPr>
          <a:xfrm>
            <a:off x="6095540" y="3478759"/>
            <a:ext cx="355851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F65074F2-1225-0D92-E222-44B80B75E21E}"/>
              </a:ext>
            </a:extLst>
          </p:cNvPr>
          <p:cNvCxnSpPr>
            <a:cxnSpLocks/>
            <a:stCxn id="123" idx="7"/>
            <a:endCxn id="124" idx="2"/>
          </p:cNvCxnSpPr>
          <p:nvPr/>
        </p:nvCxnSpPr>
        <p:spPr>
          <a:xfrm flipV="1">
            <a:off x="3964531" y="3159435"/>
            <a:ext cx="462800" cy="37225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B732434B-3C3D-8E13-5EDA-0C4D6BE6960F}"/>
              </a:ext>
            </a:extLst>
          </p:cNvPr>
          <p:cNvCxnSpPr>
            <a:cxnSpLocks/>
            <a:stCxn id="126" idx="2"/>
            <a:endCxn id="124" idx="6"/>
          </p:cNvCxnSpPr>
          <p:nvPr/>
        </p:nvCxnSpPr>
        <p:spPr>
          <a:xfrm flipH="1" flipV="1">
            <a:off x="4783181" y="3159435"/>
            <a:ext cx="54582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FCF401BC-85D4-D917-F5C9-14042CC6606F}"/>
              </a:ext>
            </a:extLst>
          </p:cNvPr>
          <p:cNvCxnSpPr>
            <a:cxnSpLocks/>
            <a:stCxn id="123" idx="5"/>
            <a:endCxn id="125" idx="2"/>
          </p:cNvCxnSpPr>
          <p:nvPr/>
        </p:nvCxnSpPr>
        <p:spPr>
          <a:xfrm>
            <a:off x="3964531" y="3787240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ACC7BC29-76A9-B56C-0253-2EBE740AE5CB}"/>
              </a:ext>
            </a:extLst>
          </p:cNvPr>
          <p:cNvCxnSpPr>
            <a:cxnSpLocks/>
            <a:stCxn id="125" idx="6"/>
            <a:endCxn id="127" idx="2"/>
          </p:cNvCxnSpPr>
          <p:nvPr/>
        </p:nvCxnSpPr>
        <p:spPr>
          <a:xfrm>
            <a:off x="4783181" y="4159491"/>
            <a:ext cx="5458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ACC27F66-0229-0C64-2953-67F4DB70301B}"/>
              </a:ext>
            </a:extLst>
          </p:cNvPr>
          <p:cNvCxnSpPr>
            <a:cxnSpLocks/>
            <a:stCxn id="127" idx="6"/>
            <a:endCxn id="128" idx="3"/>
          </p:cNvCxnSpPr>
          <p:nvPr/>
        </p:nvCxnSpPr>
        <p:spPr>
          <a:xfrm flipV="1">
            <a:off x="5684852" y="3787240"/>
            <a:ext cx="462801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4" name="直接连接符 133">
            <a:extLst>
              <a:ext uri="{FF2B5EF4-FFF2-40B4-BE49-F238E27FC236}">
                <a16:creationId xmlns:a16="http://schemas.microsoft.com/office/drawing/2014/main" id="{57F44113-3E21-847B-F18E-C7110E085ED7}"/>
              </a:ext>
            </a:extLst>
          </p:cNvPr>
          <p:cNvCxnSpPr>
            <a:cxnSpLocks/>
            <a:stCxn id="128" idx="1"/>
            <a:endCxn id="126" idx="6"/>
          </p:cNvCxnSpPr>
          <p:nvPr/>
        </p:nvCxnSpPr>
        <p:spPr>
          <a:xfrm flipH="1" flipV="1">
            <a:off x="5684853" y="3159436"/>
            <a:ext cx="462800" cy="3722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7C84355A-306E-C531-D0D3-D4F6CFF6B27A}"/>
              </a:ext>
            </a:extLst>
          </p:cNvPr>
          <p:cNvCxnSpPr>
            <a:cxnSpLocks/>
            <a:stCxn id="125" idx="0"/>
            <a:endCxn id="124" idx="4"/>
          </p:cNvCxnSpPr>
          <p:nvPr/>
        </p:nvCxnSpPr>
        <p:spPr>
          <a:xfrm flipV="1">
            <a:off x="4605256" y="3340139"/>
            <a:ext cx="0" cy="638648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9500EBBE-C735-27DB-F4D9-18ECC77B3F6D}"/>
              </a:ext>
            </a:extLst>
          </p:cNvPr>
          <p:cNvCxnSpPr>
            <a:cxnSpLocks/>
            <a:stCxn id="127" idx="0"/>
            <a:endCxn id="126" idx="4"/>
          </p:cNvCxnSpPr>
          <p:nvPr/>
        </p:nvCxnSpPr>
        <p:spPr>
          <a:xfrm flipV="1">
            <a:off x="5506927" y="3340140"/>
            <a:ext cx="1" cy="638647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66C9258F-8F4D-9ED8-3CCA-E22C301FF4CB}"/>
              </a:ext>
            </a:extLst>
          </p:cNvPr>
          <p:cNvCxnSpPr>
            <a:cxnSpLocks/>
            <a:stCxn id="127" idx="1"/>
            <a:endCxn id="124" idx="5"/>
          </p:cNvCxnSpPr>
          <p:nvPr/>
        </p:nvCxnSpPr>
        <p:spPr>
          <a:xfrm flipH="1" flipV="1">
            <a:off x="4731068" y="3287212"/>
            <a:ext cx="650046" cy="74450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8" name="文本框 137">
            <a:extLst>
              <a:ext uri="{FF2B5EF4-FFF2-40B4-BE49-F238E27FC236}">
                <a16:creationId xmlns:a16="http://schemas.microsoft.com/office/drawing/2014/main" id="{97861D4C-F8FF-3076-26E0-3BDA7A039045}"/>
              </a:ext>
            </a:extLst>
          </p:cNvPr>
          <p:cNvSpPr txBox="1"/>
          <p:nvPr/>
        </p:nvSpPr>
        <p:spPr>
          <a:xfrm>
            <a:off x="3996422" y="305490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91B509C0-7C7E-1ECC-B0B9-89418FD22A10}"/>
              </a:ext>
            </a:extLst>
          </p:cNvPr>
          <p:cNvSpPr txBox="1"/>
          <p:nvPr/>
        </p:nvSpPr>
        <p:spPr>
          <a:xfrm>
            <a:off x="3964529" y="391128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58DA65D2-0C1B-BC81-1FA6-48401AE321F6}"/>
              </a:ext>
            </a:extLst>
          </p:cNvPr>
          <p:cNvSpPr txBox="1"/>
          <p:nvPr/>
        </p:nvSpPr>
        <p:spPr>
          <a:xfrm>
            <a:off x="4344203" y="344810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4F252963-D192-AB7D-3F65-7ABE9E463280}"/>
              </a:ext>
            </a:extLst>
          </p:cNvPr>
          <p:cNvSpPr txBox="1"/>
          <p:nvPr/>
        </p:nvSpPr>
        <p:spPr>
          <a:xfrm>
            <a:off x="4855796" y="2825385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10</a:t>
            </a:r>
            <a:endParaRPr lang="zh-CN" altLang="en-US" sz="1600"/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243888F9-7447-7056-9F66-C7B53D7B99AE}"/>
              </a:ext>
            </a:extLst>
          </p:cNvPr>
          <p:cNvSpPr txBox="1"/>
          <p:nvPr/>
        </p:nvSpPr>
        <p:spPr>
          <a:xfrm>
            <a:off x="4815074" y="351584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A0B9A271-71C4-2E28-634B-6198E9D0A335}"/>
              </a:ext>
            </a:extLst>
          </p:cNvPr>
          <p:cNvSpPr txBox="1"/>
          <p:nvPr/>
        </p:nvSpPr>
        <p:spPr>
          <a:xfrm>
            <a:off x="5285066" y="344810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5480F9E8-4F55-9BD3-A175-F5C2359C38A9}"/>
              </a:ext>
            </a:extLst>
          </p:cNvPr>
          <p:cNvSpPr txBox="1"/>
          <p:nvPr/>
        </p:nvSpPr>
        <p:spPr>
          <a:xfrm>
            <a:off x="5871440" y="308593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299AF7A6-1FFE-AE9E-FFF1-3E9ACF30CE35}"/>
              </a:ext>
            </a:extLst>
          </p:cNvPr>
          <p:cNvSpPr txBox="1"/>
          <p:nvPr/>
        </p:nvSpPr>
        <p:spPr>
          <a:xfrm>
            <a:off x="4902844" y="415498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8E875D05-FAD9-7630-72BD-B5AC8DFA9615}"/>
              </a:ext>
            </a:extLst>
          </p:cNvPr>
          <p:cNvSpPr txBox="1"/>
          <p:nvPr/>
        </p:nvSpPr>
        <p:spPr>
          <a:xfrm>
            <a:off x="5871440" y="394871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9</a:t>
            </a:r>
            <a:endParaRPr lang="zh-CN" altLang="en-US" sz="1600"/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2C966DC5-36F4-AEC3-1EE3-F3C9155C3B15}"/>
              </a:ext>
            </a:extLst>
          </p:cNvPr>
          <p:cNvSpPr/>
          <p:nvPr/>
        </p:nvSpPr>
        <p:spPr>
          <a:xfrm>
            <a:off x="7094312" y="3514303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0A807AC6-BCC9-D729-BCFC-6A6C46D1C143}"/>
              </a:ext>
            </a:extLst>
          </p:cNvPr>
          <p:cNvSpPr/>
          <p:nvPr/>
        </p:nvSpPr>
        <p:spPr>
          <a:xfrm>
            <a:off x="7860849" y="3014275"/>
            <a:ext cx="355850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B4D590AA-D6E2-6411-7790-1B0A84F53D3B}"/>
              </a:ext>
            </a:extLst>
          </p:cNvPr>
          <p:cNvSpPr/>
          <p:nvPr/>
        </p:nvSpPr>
        <p:spPr>
          <a:xfrm>
            <a:off x="7860848" y="4014331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150" name="椭圆 149">
            <a:extLst>
              <a:ext uri="{FF2B5EF4-FFF2-40B4-BE49-F238E27FC236}">
                <a16:creationId xmlns:a16="http://schemas.microsoft.com/office/drawing/2014/main" id="{640C793A-32A6-70C2-1BB7-941BBCBCC858}"/>
              </a:ext>
            </a:extLst>
          </p:cNvPr>
          <p:cNvSpPr/>
          <p:nvPr/>
        </p:nvSpPr>
        <p:spPr>
          <a:xfrm>
            <a:off x="8762520" y="3014276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151" name="椭圆 150">
            <a:extLst>
              <a:ext uri="{FF2B5EF4-FFF2-40B4-BE49-F238E27FC236}">
                <a16:creationId xmlns:a16="http://schemas.microsoft.com/office/drawing/2014/main" id="{44518A66-FF11-F014-1ED1-1B202F2B1B4A}"/>
              </a:ext>
            </a:extLst>
          </p:cNvPr>
          <p:cNvSpPr/>
          <p:nvPr/>
        </p:nvSpPr>
        <p:spPr>
          <a:xfrm>
            <a:off x="8762519" y="4014331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sp>
        <p:nvSpPr>
          <p:cNvPr id="152" name="椭圆 151">
            <a:extLst>
              <a:ext uri="{FF2B5EF4-FFF2-40B4-BE49-F238E27FC236}">
                <a16:creationId xmlns:a16="http://schemas.microsoft.com/office/drawing/2014/main" id="{5A32F33A-7246-DFC7-A7EA-43A4FEA0F40F}"/>
              </a:ext>
            </a:extLst>
          </p:cNvPr>
          <p:cNvSpPr/>
          <p:nvPr/>
        </p:nvSpPr>
        <p:spPr>
          <a:xfrm>
            <a:off x="9529058" y="3514303"/>
            <a:ext cx="355851" cy="36140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C06BD1D5-E20E-A3F1-E68E-1B9ABC270A9E}"/>
              </a:ext>
            </a:extLst>
          </p:cNvPr>
          <p:cNvCxnSpPr>
            <a:cxnSpLocks/>
            <a:stCxn id="147" idx="7"/>
            <a:endCxn id="148" idx="2"/>
          </p:cNvCxnSpPr>
          <p:nvPr/>
        </p:nvCxnSpPr>
        <p:spPr>
          <a:xfrm flipV="1">
            <a:off x="7398049" y="3194979"/>
            <a:ext cx="462800" cy="37225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F60E3E12-A9D8-4910-6139-EBAFBF311A5D}"/>
              </a:ext>
            </a:extLst>
          </p:cNvPr>
          <p:cNvCxnSpPr>
            <a:cxnSpLocks/>
            <a:stCxn id="150" idx="2"/>
            <a:endCxn id="148" idx="6"/>
          </p:cNvCxnSpPr>
          <p:nvPr/>
        </p:nvCxnSpPr>
        <p:spPr>
          <a:xfrm flipH="1" flipV="1">
            <a:off x="8216699" y="3194979"/>
            <a:ext cx="54582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880CB31A-9D8E-A926-0F3B-CBD9A3BB8737}"/>
              </a:ext>
            </a:extLst>
          </p:cNvPr>
          <p:cNvCxnSpPr>
            <a:cxnSpLocks/>
            <a:stCxn id="147" idx="5"/>
            <a:endCxn id="149" idx="2"/>
          </p:cNvCxnSpPr>
          <p:nvPr/>
        </p:nvCxnSpPr>
        <p:spPr>
          <a:xfrm>
            <a:off x="7398049" y="3822784"/>
            <a:ext cx="462799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809D4E15-F250-BA6C-AA36-F1368471C2CD}"/>
              </a:ext>
            </a:extLst>
          </p:cNvPr>
          <p:cNvCxnSpPr>
            <a:cxnSpLocks/>
            <a:stCxn id="149" idx="6"/>
            <a:endCxn id="151" idx="2"/>
          </p:cNvCxnSpPr>
          <p:nvPr/>
        </p:nvCxnSpPr>
        <p:spPr>
          <a:xfrm>
            <a:off x="8216699" y="4195035"/>
            <a:ext cx="5458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305B092A-39F2-D3FD-4DF3-E31D69D8A0B4}"/>
              </a:ext>
            </a:extLst>
          </p:cNvPr>
          <p:cNvCxnSpPr>
            <a:cxnSpLocks/>
            <a:stCxn id="151" idx="6"/>
            <a:endCxn id="152" idx="3"/>
          </p:cNvCxnSpPr>
          <p:nvPr/>
        </p:nvCxnSpPr>
        <p:spPr>
          <a:xfrm flipV="1">
            <a:off x="9118370" y="3822784"/>
            <a:ext cx="462801" cy="372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8F12BBD3-E590-F4B7-DC66-40ECCF635457}"/>
              </a:ext>
            </a:extLst>
          </p:cNvPr>
          <p:cNvCxnSpPr>
            <a:cxnSpLocks/>
            <a:stCxn id="152" idx="1"/>
            <a:endCxn id="150" idx="6"/>
          </p:cNvCxnSpPr>
          <p:nvPr/>
        </p:nvCxnSpPr>
        <p:spPr>
          <a:xfrm flipH="1" flipV="1">
            <a:off x="9118371" y="3194980"/>
            <a:ext cx="462800" cy="37225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id="{5CC80793-911D-2B8D-902B-679F00BBC43A}"/>
              </a:ext>
            </a:extLst>
          </p:cNvPr>
          <p:cNvCxnSpPr>
            <a:cxnSpLocks/>
            <a:stCxn id="149" idx="0"/>
            <a:endCxn id="148" idx="4"/>
          </p:cNvCxnSpPr>
          <p:nvPr/>
        </p:nvCxnSpPr>
        <p:spPr>
          <a:xfrm flipV="1">
            <a:off x="8038774" y="3375683"/>
            <a:ext cx="0" cy="638648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92A63171-4392-7E6D-02B8-5046C99514B2}"/>
              </a:ext>
            </a:extLst>
          </p:cNvPr>
          <p:cNvCxnSpPr>
            <a:cxnSpLocks/>
            <a:stCxn id="151" idx="0"/>
            <a:endCxn id="150" idx="4"/>
          </p:cNvCxnSpPr>
          <p:nvPr/>
        </p:nvCxnSpPr>
        <p:spPr>
          <a:xfrm flipV="1">
            <a:off x="8940445" y="3375684"/>
            <a:ext cx="1" cy="638647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0CB4AC19-A264-F216-7DCC-643A888A660B}"/>
              </a:ext>
            </a:extLst>
          </p:cNvPr>
          <p:cNvCxnSpPr>
            <a:cxnSpLocks/>
            <a:stCxn id="151" idx="1"/>
            <a:endCxn id="148" idx="5"/>
          </p:cNvCxnSpPr>
          <p:nvPr/>
        </p:nvCxnSpPr>
        <p:spPr>
          <a:xfrm flipH="1" flipV="1">
            <a:off x="8164586" y="3322756"/>
            <a:ext cx="650046" cy="74450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2" name="文本框 161">
            <a:extLst>
              <a:ext uri="{FF2B5EF4-FFF2-40B4-BE49-F238E27FC236}">
                <a16:creationId xmlns:a16="http://schemas.microsoft.com/office/drawing/2014/main" id="{4DAF22A9-47B6-ADD4-1A73-682406F2C468}"/>
              </a:ext>
            </a:extLst>
          </p:cNvPr>
          <p:cNvSpPr txBox="1"/>
          <p:nvPr/>
        </p:nvSpPr>
        <p:spPr>
          <a:xfrm>
            <a:off x="7429940" y="309044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691847AF-1964-8704-8AB1-BB4FB76CC04A}"/>
              </a:ext>
            </a:extLst>
          </p:cNvPr>
          <p:cNvSpPr txBox="1"/>
          <p:nvPr/>
        </p:nvSpPr>
        <p:spPr>
          <a:xfrm>
            <a:off x="7398047" y="394683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6556DCBE-0C47-DCA1-3F89-3B081B8958F8}"/>
              </a:ext>
            </a:extLst>
          </p:cNvPr>
          <p:cNvSpPr txBox="1"/>
          <p:nvPr/>
        </p:nvSpPr>
        <p:spPr>
          <a:xfrm>
            <a:off x="7777721" y="348364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B6C17EDB-2F77-6109-2D54-D419551B4902}"/>
              </a:ext>
            </a:extLst>
          </p:cNvPr>
          <p:cNvSpPr txBox="1"/>
          <p:nvPr/>
        </p:nvSpPr>
        <p:spPr>
          <a:xfrm>
            <a:off x="8289314" y="2860929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10</a:t>
            </a:r>
            <a:endParaRPr lang="zh-CN" altLang="en-US" sz="1600"/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19BF1F2A-3BB7-0FBC-53C0-442701D73DF8}"/>
              </a:ext>
            </a:extLst>
          </p:cNvPr>
          <p:cNvSpPr txBox="1"/>
          <p:nvPr/>
        </p:nvSpPr>
        <p:spPr>
          <a:xfrm>
            <a:off x="8248592" y="355139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D251395B-D8AD-5D5E-4C75-F798D1103E69}"/>
              </a:ext>
            </a:extLst>
          </p:cNvPr>
          <p:cNvSpPr txBox="1"/>
          <p:nvPr/>
        </p:nvSpPr>
        <p:spPr>
          <a:xfrm>
            <a:off x="8718584" y="348364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168" name="文本框 167">
            <a:extLst>
              <a:ext uri="{FF2B5EF4-FFF2-40B4-BE49-F238E27FC236}">
                <a16:creationId xmlns:a16="http://schemas.microsoft.com/office/drawing/2014/main" id="{B26ECC41-537B-E3B3-986C-99878F0270C4}"/>
              </a:ext>
            </a:extLst>
          </p:cNvPr>
          <p:cNvSpPr txBox="1"/>
          <p:nvPr/>
        </p:nvSpPr>
        <p:spPr>
          <a:xfrm>
            <a:off x="9304958" y="312147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C3BF770E-FEE9-CF16-0434-D66CDA2BAF3E}"/>
              </a:ext>
            </a:extLst>
          </p:cNvPr>
          <p:cNvSpPr txBox="1"/>
          <p:nvPr/>
        </p:nvSpPr>
        <p:spPr>
          <a:xfrm>
            <a:off x="8336362" y="419053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E1ED2798-A27C-24F9-261A-69834D655F45}"/>
              </a:ext>
            </a:extLst>
          </p:cNvPr>
          <p:cNvSpPr txBox="1"/>
          <p:nvPr/>
        </p:nvSpPr>
        <p:spPr>
          <a:xfrm>
            <a:off x="9304958" y="398425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9</a:t>
            </a:r>
            <a:endParaRPr lang="zh-CN" altLang="en-US" sz="1600"/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AD8EE7DA-96CA-15AD-0C85-910411C17DFF}"/>
              </a:ext>
            </a:extLst>
          </p:cNvPr>
          <p:cNvSpPr txBox="1"/>
          <p:nvPr/>
        </p:nvSpPr>
        <p:spPr>
          <a:xfrm>
            <a:off x="4405650" y="2099853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b</a:t>
            </a:r>
            <a:r>
              <a:rPr lang="zh-CN" altLang="en-US" b="1"/>
              <a:t>）连接</a:t>
            </a:r>
            <a:r>
              <a:rPr lang="en-US" altLang="zh-CN" b="1"/>
              <a:t>BC</a:t>
            </a:r>
            <a:endParaRPr lang="zh-CN" altLang="en-US" b="1"/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90B348C3-CBBD-7054-7C5B-94BB1E80B412}"/>
              </a:ext>
            </a:extLst>
          </p:cNvPr>
          <p:cNvSpPr txBox="1"/>
          <p:nvPr/>
        </p:nvSpPr>
        <p:spPr>
          <a:xfrm>
            <a:off x="7722008" y="2083715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c</a:t>
            </a:r>
            <a:r>
              <a:rPr lang="zh-CN" altLang="en-US" b="1"/>
              <a:t>）连接</a:t>
            </a:r>
            <a:r>
              <a:rPr lang="en-US" altLang="zh-CN" b="1"/>
              <a:t>AB</a:t>
            </a:r>
            <a:endParaRPr lang="zh-CN" altLang="en-US" b="1"/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3C3AFFD1-B68B-BF96-4787-B7330AA7C437}"/>
              </a:ext>
            </a:extLst>
          </p:cNvPr>
          <p:cNvSpPr txBox="1"/>
          <p:nvPr/>
        </p:nvSpPr>
        <p:spPr>
          <a:xfrm>
            <a:off x="1048551" y="4604089"/>
            <a:ext cx="127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d</a:t>
            </a:r>
            <a:r>
              <a:rPr lang="zh-CN" altLang="en-US" b="1"/>
              <a:t>）连接</a:t>
            </a:r>
            <a:r>
              <a:rPr lang="en-US" altLang="zh-CN" b="1"/>
              <a:t>BE</a:t>
            </a:r>
            <a:endParaRPr lang="zh-CN" altLang="en-US" b="1"/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904A0A08-D91E-F526-2872-B452A38CFD29}"/>
              </a:ext>
            </a:extLst>
          </p:cNvPr>
          <p:cNvSpPr txBox="1"/>
          <p:nvPr/>
        </p:nvSpPr>
        <p:spPr>
          <a:xfrm>
            <a:off x="4393290" y="4581774"/>
            <a:ext cx="128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e</a:t>
            </a:r>
            <a:r>
              <a:rPr lang="zh-CN" altLang="en-US" b="1"/>
              <a:t>）连接</a:t>
            </a:r>
            <a:r>
              <a:rPr lang="en-US" altLang="zh-CN" b="1"/>
              <a:t>DE</a:t>
            </a:r>
            <a:endParaRPr lang="zh-CN" altLang="en-US" b="1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12F1ABC9-35BA-259A-6565-964D33CAD760}"/>
              </a:ext>
            </a:extLst>
          </p:cNvPr>
          <p:cNvSpPr txBox="1"/>
          <p:nvPr/>
        </p:nvSpPr>
        <p:spPr>
          <a:xfrm>
            <a:off x="7778533" y="4581774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f</a:t>
            </a:r>
            <a:r>
              <a:rPr lang="zh-CN" altLang="en-US" b="1"/>
              <a:t>）连接</a:t>
            </a:r>
            <a:r>
              <a:rPr lang="en-US" altLang="zh-CN" b="1"/>
              <a:t>DF</a:t>
            </a:r>
            <a:endParaRPr lang="zh-CN" altLang="en-US" b="1"/>
          </a:p>
        </p:txBody>
      </p:sp>
    </p:spTree>
    <p:extLst>
      <p:ext uri="{BB962C8B-B14F-4D97-AF65-F5344CB8AC3E}">
        <p14:creationId xmlns:p14="http://schemas.microsoft.com/office/powerpoint/2010/main" val="26763030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079E4-02E2-724E-55EE-81E0B8588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D7D1D8C3-6A10-6BEC-A7B0-85BA2DA7CFFB}"/>
              </a:ext>
            </a:extLst>
          </p:cNvPr>
          <p:cNvSpPr/>
          <p:nvPr/>
        </p:nvSpPr>
        <p:spPr>
          <a:xfrm>
            <a:off x="407183" y="290701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C0308E4-CE43-2FF8-0B42-B6998A4614DC}"/>
              </a:ext>
            </a:extLst>
          </p:cNvPr>
          <p:cNvSpPr/>
          <p:nvPr/>
        </p:nvSpPr>
        <p:spPr>
          <a:xfrm>
            <a:off x="1541550" y="290701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7CB5FE1-6FBA-2C07-CB30-93E6A7D32716}"/>
              </a:ext>
            </a:extLst>
          </p:cNvPr>
          <p:cNvSpPr/>
          <p:nvPr/>
        </p:nvSpPr>
        <p:spPr>
          <a:xfrm>
            <a:off x="2711952" y="290701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81C1015-41C3-8D95-BFDC-D8968BF6FDF6}"/>
              </a:ext>
            </a:extLst>
          </p:cNvPr>
          <p:cNvSpPr/>
          <p:nvPr/>
        </p:nvSpPr>
        <p:spPr>
          <a:xfrm>
            <a:off x="407183" y="1217864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E4D13F0-6ECC-3811-8A60-D04A040EA413}"/>
              </a:ext>
            </a:extLst>
          </p:cNvPr>
          <p:cNvSpPr/>
          <p:nvPr/>
        </p:nvSpPr>
        <p:spPr>
          <a:xfrm>
            <a:off x="1541550" y="1217864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4</a:t>
            </a:r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89BE15E-A01F-B9C9-E1EA-B1916CC6C20E}"/>
              </a:ext>
            </a:extLst>
          </p:cNvPr>
          <p:cNvCxnSpPr>
            <a:stCxn id="3" idx="6"/>
            <a:endCxn id="5" idx="2"/>
          </p:cNvCxnSpPr>
          <p:nvPr/>
        </p:nvCxnSpPr>
        <p:spPr>
          <a:xfrm>
            <a:off x="763033" y="471405"/>
            <a:ext cx="7785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3389572-2E02-DF6B-7547-2FD8076CC0C7}"/>
              </a:ext>
            </a:extLst>
          </p:cNvPr>
          <p:cNvCxnSpPr>
            <a:cxnSpLocks/>
            <a:stCxn id="3" idx="4"/>
            <a:endCxn id="9" idx="0"/>
          </p:cNvCxnSpPr>
          <p:nvPr/>
        </p:nvCxnSpPr>
        <p:spPr>
          <a:xfrm>
            <a:off x="585108" y="652109"/>
            <a:ext cx="0" cy="565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F3ECD0CF-5614-27F8-E94B-8904126454A8}"/>
              </a:ext>
            </a:extLst>
          </p:cNvPr>
          <p:cNvCxnSpPr>
            <a:cxnSpLocks/>
            <a:stCxn id="5" idx="4"/>
            <a:endCxn id="11" idx="0"/>
          </p:cNvCxnSpPr>
          <p:nvPr/>
        </p:nvCxnSpPr>
        <p:spPr>
          <a:xfrm>
            <a:off x="1719475" y="652109"/>
            <a:ext cx="0" cy="565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38CB702A-347C-2DCB-980B-8786A8258734}"/>
              </a:ext>
            </a:extLst>
          </p:cNvPr>
          <p:cNvCxnSpPr>
            <a:cxnSpLocks/>
            <a:stCxn id="5" idx="3"/>
            <a:endCxn id="9" idx="7"/>
          </p:cNvCxnSpPr>
          <p:nvPr/>
        </p:nvCxnSpPr>
        <p:spPr>
          <a:xfrm flipH="1">
            <a:off x="710920" y="599182"/>
            <a:ext cx="882743" cy="6716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7DC211F-218A-DC5C-A859-262A3AEE1A76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1897400" y="471405"/>
            <a:ext cx="8145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椭圆 28">
            <a:extLst>
              <a:ext uri="{FF2B5EF4-FFF2-40B4-BE49-F238E27FC236}">
                <a16:creationId xmlns:a16="http://schemas.microsoft.com/office/drawing/2014/main" id="{F860836C-6EF3-C85F-B395-FC4D3CD78451}"/>
              </a:ext>
            </a:extLst>
          </p:cNvPr>
          <p:cNvSpPr/>
          <p:nvPr/>
        </p:nvSpPr>
        <p:spPr>
          <a:xfrm>
            <a:off x="2711952" y="1217864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zh-CN" altLang="en-US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3B6A93A1-F1D9-2ABA-36AE-0944EF4D2353}"/>
              </a:ext>
            </a:extLst>
          </p:cNvPr>
          <p:cNvCxnSpPr>
            <a:cxnSpLocks/>
            <a:stCxn id="11" idx="6"/>
            <a:endCxn id="29" idx="2"/>
          </p:cNvCxnSpPr>
          <p:nvPr/>
        </p:nvCxnSpPr>
        <p:spPr>
          <a:xfrm>
            <a:off x="1897400" y="1398568"/>
            <a:ext cx="8145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F8DD307D-AB16-28DD-E29B-2471A4C4104A}"/>
              </a:ext>
            </a:extLst>
          </p:cNvPr>
          <p:cNvCxnSpPr>
            <a:cxnSpLocks/>
            <a:stCxn id="7" idx="4"/>
            <a:endCxn id="29" idx="0"/>
          </p:cNvCxnSpPr>
          <p:nvPr/>
        </p:nvCxnSpPr>
        <p:spPr>
          <a:xfrm>
            <a:off x="2889877" y="652109"/>
            <a:ext cx="0" cy="565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B2DCB660-6AAB-FE2C-63BE-ED987C2F9728}"/>
              </a:ext>
            </a:extLst>
          </p:cNvPr>
          <p:cNvCxnSpPr>
            <a:cxnSpLocks/>
            <a:stCxn id="11" idx="2"/>
            <a:endCxn id="9" idx="6"/>
          </p:cNvCxnSpPr>
          <p:nvPr/>
        </p:nvCxnSpPr>
        <p:spPr>
          <a:xfrm flipH="1">
            <a:off x="763033" y="1398568"/>
            <a:ext cx="7785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1552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413C3-8DF5-CB1A-7087-52F44100C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B1D9DD7A-A138-7D20-339D-1EB0C1716816}"/>
              </a:ext>
            </a:extLst>
          </p:cNvPr>
          <p:cNvSpPr/>
          <p:nvPr/>
        </p:nvSpPr>
        <p:spPr>
          <a:xfrm>
            <a:off x="1011122" y="452479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C8768CD-9D43-4822-A62A-91CB7592B112}"/>
              </a:ext>
            </a:extLst>
          </p:cNvPr>
          <p:cNvSpPr/>
          <p:nvPr/>
        </p:nvSpPr>
        <p:spPr>
          <a:xfrm>
            <a:off x="2145489" y="452479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583F2D0-BE54-B5CE-ED46-E69C643C965F}"/>
              </a:ext>
            </a:extLst>
          </p:cNvPr>
          <p:cNvSpPr/>
          <p:nvPr/>
        </p:nvSpPr>
        <p:spPr>
          <a:xfrm>
            <a:off x="3315891" y="452479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E265913-B5BA-9A0B-5A99-1D628575308A}"/>
              </a:ext>
            </a:extLst>
          </p:cNvPr>
          <p:cNvSpPr/>
          <p:nvPr/>
        </p:nvSpPr>
        <p:spPr>
          <a:xfrm>
            <a:off x="1011122" y="1379642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B62C3D9-9507-5AB6-CFB7-14E723E249E1}"/>
              </a:ext>
            </a:extLst>
          </p:cNvPr>
          <p:cNvSpPr/>
          <p:nvPr/>
        </p:nvSpPr>
        <p:spPr>
          <a:xfrm>
            <a:off x="2145489" y="1379642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4</a:t>
            </a:r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4816338-507E-72F2-442E-9A0631D5A23E}"/>
              </a:ext>
            </a:extLst>
          </p:cNvPr>
          <p:cNvCxnSpPr>
            <a:stCxn id="3" idx="6"/>
            <a:endCxn id="5" idx="2"/>
          </p:cNvCxnSpPr>
          <p:nvPr/>
        </p:nvCxnSpPr>
        <p:spPr>
          <a:xfrm>
            <a:off x="1366972" y="633183"/>
            <a:ext cx="7785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72DCD76-35DE-6C9E-099A-E4E81102133E}"/>
              </a:ext>
            </a:extLst>
          </p:cNvPr>
          <p:cNvCxnSpPr>
            <a:cxnSpLocks/>
            <a:stCxn id="3" idx="4"/>
            <a:endCxn id="9" idx="0"/>
          </p:cNvCxnSpPr>
          <p:nvPr/>
        </p:nvCxnSpPr>
        <p:spPr>
          <a:xfrm>
            <a:off x="1189047" y="813887"/>
            <a:ext cx="0" cy="565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1374741-7C21-B1FF-36B2-3F70EDE412C3}"/>
              </a:ext>
            </a:extLst>
          </p:cNvPr>
          <p:cNvCxnSpPr>
            <a:cxnSpLocks/>
            <a:stCxn id="5" idx="4"/>
            <a:endCxn id="11" idx="0"/>
          </p:cNvCxnSpPr>
          <p:nvPr/>
        </p:nvCxnSpPr>
        <p:spPr>
          <a:xfrm>
            <a:off x="2323414" y="813887"/>
            <a:ext cx="0" cy="565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AD8D2AE-AE0B-DD43-0E85-CD3D27A1E85C}"/>
              </a:ext>
            </a:extLst>
          </p:cNvPr>
          <p:cNvCxnSpPr>
            <a:cxnSpLocks/>
            <a:stCxn id="5" idx="3"/>
            <a:endCxn id="9" idx="7"/>
          </p:cNvCxnSpPr>
          <p:nvPr/>
        </p:nvCxnSpPr>
        <p:spPr>
          <a:xfrm flipH="1">
            <a:off x="1314859" y="760960"/>
            <a:ext cx="882743" cy="6716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6F3112F-9B94-3D83-29B5-29E54F189B69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2501339" y="633183"/>
            <a:ext cx="8145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椭圆 28">
            <a:extLst>
              <a:ext uri="{FF2B5EF4-FFF2-40B4-BE49-F238E27FC236}">
                <a16:creationId xmlns:a16="http://schemas.microsoft.com/office/drawing/2014/main" id="{E67A65B8-9174-3B63-5E4A-4C961C3F8E06}"/>
              </a:ext>
            </a:extLst>
          </p:cNvPr>
          <p:cNvSpPr/>
          <p:nvPr/>
        </p:nvSpPr>
        <p:spPr>
          <a:xfrm>
            <a:off x="3315891" y="1379642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zh-CN" altLang="en-US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A2FA0C2F-1C16-6892-13C2-F8D97F6246FE}"/>
              </a:ext>
            </a:extLst>
          </p:cNvPr>
          <p:cNvCxnSpPr>
            <a:cxnSpLocks/>
            <a:stCxn id="11" idx="6"/>
            <a:endCxn id="29" idx="2"/>
          </p:cNvCxnSpPr>
          <p:nvPr/>
        </p:nvCxnSpPr>
        <p:spPr>
          <a:xfrm>
            <a:off x="2501339" y="1560346"/>
            <a:ext cx="8145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122FA28D-8163-7C4E-BACB-AFB31C9D6AA4}"/>
              </a:ext>
            </a:extLst>
          </p:cNvPr>
          <p:cNvCxnSpPr>
            <a:cxnSpLocks/>
            <a:stCxn id="7" idx="4"/>
            <a:endCxn id="29" idx="0"/>
          </p:cNvCxnSpPr>
          <p:nvPr/>
        </p:nvCxnSpPr>
        <p:spPr>
          <a:xfrm>
            <a:off x="3493816" y="813887"/>
            <a:ext cx="0" cy="565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E210DAE5-B410-346F-7974-803A5DD23583}"/>
              </a:ext>
            </a:extLst>
          </p:cNvPr>
          <p:cNvCxnSpPr>
            <a:cxnSpLocks/>
            <a:stCxn id="11" idx="2"/>
            <a:endCxn id="9" idx="6"/>
          </p:cNvCxnSpPr>
          <p:nvPr/>
        </p:nvCxnSpPr>
        <p:spPr>
          <a:xfrm flipH="1">
            <a:off x="1366972" y="1560346"/>
            <a:ext cx="7785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椭圆 1">
            <a:extLst>
              <a:ext uri="{FF2B5EF4-FFF2-40B4-BE49-F238E27FC236}">
                <a16:creationId xmlns:a16="http://schemas.microsoft.com/office/drawing/2014/main" id="{9DD4273A-7FDC-922F-6A98-B914A7434CAA}"/>
              </a:ext>
            </a:extLst>
          </p:cNvPr>
          <p:cNvSpPr/>
          <p:nvPr/>
        </p:nvSpPr>
        <p:spPr>
          <a:xfrm>
            <a:off x="4290349" y="449602"/>
            <a:ext cx="355850" cy="361408"/>
          </a:xfrm>
          <a:prstGeom prst="ellipse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E491605E-D6DB-6D5F-CE72-B5AF6AE0DD15}"/>
              </a:ext>
            </a:extLst>
          </p:cNvPr>
          <p:cNvSpPr/>
          <p:nvPr/>
        </p:nvSpPr>
        <p:spPr>
          <a:xfrm>
            <a:off x="5424716" y="449602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AF13FFF-F0C3-B564-CA6D-F7D1C494120B}"/>
              </a:ext>
            </a:extLst>
          </p:cNvPr>
          <p:cNvSpPr/>
          <p:nvPr/>
        </p:nvSpPr>
        <p:spPr>
          <a:xfrm>
            <a:off x="6595118" y="449602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D05804F-4D7E-1461-CC44-75B29F6955E9}"/>
              </a:ext>
            </a:extLst>
          </p:cNvPr>
          <p:cNvSpPr/>
          <p:nvPr/>
        </p:nvSpPr>
        <p:spPr>
          <a:xfrm>
            <a:off x="4290349" y="1376765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C55E0D4-A4B6-3E4F-DFAC-712A370CD9CB}"/>
              </a:ext>
            </a:extLst>
          </p:cNvPr>
          <p:cNvSpPr/>
          <p:nvPr/>
        </p:nvSpPr>
        <p:spPr>
          <a:xfrm>
            <a:off x="5424716" y="1376765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4</a:t>
            </a:r>
            <a:endParaRPr lang="zh-CN" altLang="en-US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4FFD06C-225A-09A8-4B0F-322C6ECA4F19}"/>
              </a:ext>
            </a:extLst>
          </p:cNvPr>
          <p:cNvCxnSpPr>
            <a:stCxn id="2" idx="6"/>
            <a:endCxn id="4" idx="2"/>
          </p:cNvCxnSpPr>
          <p:nvPr/>
        </p:nvCxnSpPr>
        <p:spPr>
          <a:xfrm>
            <a:off x="4646199" y="630306"/>
            <a:ext cx="778517" cy="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A5F16C5-BEF8-A6BA-7C7E-67D958CDB4F7}"/>
              </a:ext>
            </a:extLst>
          </p:cNvPr>
          <p:cNvCxnSpPr>
            <a:cxnSpLocks/>
            <a:stCxn id="2" idx="4"/>
            <a:endCxn id="8" idx="0"/>
          </p:cNvCxnSpPr>
          <p:nvPr/>
        </p:nvCxnSpPr>
        <p:spPr>
          <a:xfrm>
            <a:off x="4468274" y="811010"/>
            <a:ext cx="0" cy="56575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ECF7DA9F-0BE6-0454-E5AC-47A17E8FA009}"/>
              </a:ext>
            </a:extLst>
          </p:cNvPr>
          <p:cNvCxnSpPr>
            <a:cxnSpLocks/>
            <a:stCxn id="4" idx="4"/>
            <a:endCxn id="10" idx="0"/>
          </p:cNvCxnSpPr>
          <p:nvPr/>
        </p:nvCxnSpPr>
        <p:spPr>
          <a:xfrm>
            <a:off x="5602641" y="811010"/>
            <a:ext cx="0" cy="565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69DFD765-D216-7404-A334-A3CB3078A6FC}"/>
              </a:ext>
            </a:extLst>
          </p:cNvPr>
          <p:cNvCxnSpPr>
            <a:cxnSpLocks/>
            <a:stCxn id="4" idx="3"/>
            <a:endCxn id="8" idx="7"/>
          </p:cNvCxnSpPr>
          <p:nvPr/>
        </p:nvCxnSpPr>
        <p:spPr>
          <a:xfrm flipH="1">
            <a:off x="4594086" y="758083"/>
            <a:ext cx="882743" cy="6716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0EB259B-BF5C-D66D-F5E9-3168140A696F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>
            <a:off x="5780566" y="630306"/>
            <a:ext cx="8145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4D58DB6F-08D6-FFB1-D238-4D48F8DA7AD0}"/>
              </a:ext>
            </a:extLst>
          </p:cNvPr>
          <p:cNvSpPr/>
          <p:nvPr/>
        </p:nvSpPr>
        <p:spPr>
          <a:xfrm>
            <a:off x="6595118" y="1376765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7E406AA-CD8D-B188-9E6D-4DB81A38F096}"/>
              </a:ext>
            </a:extLst>
          </p:cNvPr>
          <p:cNvCxnSpPr>
            <a:cxnSpLocks/>
            <a:stCxn id="10" idx="6"/>
            <a:endCxn id="20" idx="2"/>
          </p:cNvCxnSpPr>
          <p:nvPr/>
        </p:nvCxnSpPr>
        <p:spPr>
          <a:xfrm>
            <a:off x="5780566" y="1557469"/>
            <a:ext cx="8145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CA0FCA0C-B877-2322-AEAB-2F4128D7A0B5}"/>
              </a:ext>
            </a:extLst>
          </p:cNvPr>
          <p:cNvCxnSpPr>
            <a:cxnSpLocks/>
            <a:stCxn id="6" idx="4"/>
            <a:endCxn id="20" idx="0"/>
          </p:cNvCxnSpPr>
          <p:nvPr/>
        </p:nvCxnSpPr>
        <p:spPr>
          <a:xfrm>
            <a:off x="6773043" y="811010"/>
            <a:ext cx="0" cy="565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DFD6FFD0-1183-282D-83AC-1D48F52E9E91}"/>
              </a:ext>
            </a:extLst>
          </p:cNvPr>
          <p:cNvCxnSpPr>
            <a:cxnSpLocks/>
            <a:stCxn id="10" idx="2"/>
            <a:endCxn id="8" idx="6"/>
          </p:cNvCxnSpPr>
          <p:nvPr/>
        </p:nvCxnSpPr>
        <p:spPr>
          <a:xfrm flipH="1">
            <a:off x="4646199" y="1557469"/>
            <a:ext cx="7785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1BAFE661-7EAB-B82D-6F87-3AD5B760BCD3}"/>
              </a:ext>
            </a:extLst>
          </p:cNvPr>
          <p:cNvSpPr txBox="1"/>
          <p:nvPr/>
        </p:nvSpPr>
        <p:spPr>
          <a:xfrm>
            <a:off x="1874670" y="1918165"/>
            <a:ext cx="1082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a</a:t>
            </a:r>
            <a:r>
              <a:rPr lang="zh-CN" altLang="en-US" sz="2000" b="1"/>
              <a:t>）初始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0E92D0B-9450-521C-87A7-0C8AB610C3A5}"/>
              </a:ext>
            </a:extLst>
          </p:cNvPr>
          <p:cNvSpPr txBox="1"/>
          <p:nvPr/>
        </p:nvSpPr>
        <p:spPr>
          <a:xfrm>
            <a:off x="4405037" y="1865950"/>
            <a:ext cx="23952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b</a:t>
            </a:r>
            <a:r>
              <a:rPr lang="zh-CN" altLang="en-US" sz="2000" b="1"/>
              <a:t>）将</a:t>
            </a:r>
            <a:r>
              <a:rPr lang="en-US" altLang="zh-CN" sz="2000" b="1"/>
              <a:t>0</a:t>
            </a:r>
            <a:r>
              <a:rPr lang="zh-CN" altLang="en-US" sz="2000" b="1"/>
              <a:t>加入序列</a:t>
            </a:r>
            <a:r>
              <a:rPr lang="en-US" altLang="zh-CN" sz="2000" b="1"/>
              <a:t>:{0}</a:t>
            </a:r>
            <a:endParaRPr lang="zh-CN" altLang="en-US" sz="2000" b="1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5D427B9F-E167-48FC-071B-C174F3BD0E66}"/>
              </a:ext>
            </a:extLst>
          </p:cNvPr>
          <p:cNvSpPr/>
          <p:nvPr/>
        </p:nvSpPr>
        <p:spPr>
          <a:xfrm>
            <a:off x="8749163" y="449602"/>
            <a:ext cx="355850" cy="361408"/>
          </a:xfrm>
          <a:prstGeom prst="ellipse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81FC7B97-4476-02CA-CF63-1E56D26328CC}"/>
              </a:ext>
            </a:extLst>
          </p:cNvPr>
          <p:cNvSpPr/>
          <p:nvPr/>
        </p:nvSpPr>
        <p:spPr>
          <a:xfrm>
            <a:off x="9919565" y="449602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E7536F8-A315-04D6-C430-E655A74C9EE0}"/>
              </a:ext>
            </a:extLst>
          </p:cNvPr>
          <p:cNvSpPr/>
          <p:nvPr/>
        </p:nvSpPr>
        <p:spPr>
          <a:xfrm>
            <a:off x="7614796" y="1376765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9953E141-067D-BE12-D628-085979C0142F}"/>
              </a:ext>
            </a:extLst>
          </p:cNvPr>
          <p:cNvSpPr/>
          <p:nvPr/>
        </p:nvSpPr>
        <p:spPr>
          <a:xfrm>
            <a:off x="8749163" y="1376765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4</a:t>
            </a:r>
            <a:endParaRPr lang="zh-CN" altLang="en-US"/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82BD7A14-80AC-742F-0759-5974DEFA6A6E}"/>
              </a:ext>
            </a:extLst>
          </p:cNvPr>
          <p:cNvCxnSpPr>
            <a:cxnSpLocks/>
            <a:stCxn id="31" idx="4"/>
            <a:endCxn id="36" idx="0"/>
          </p:cNvCxnSpPr>
          <p:nvPr/>
        </p:nvCxnSpPr>
        <p:spPr>
          <a:xfrm>
            <a:off x="8927088" y="811010"/>
            <a:ext cx="0" cy="56575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5A9DA34C-7A68-6250-6C38-D22A1C212091}"/>
              </a:ext>
            </a:extLst>
          </p:cNvPr>
          <p:cNvCxnSpPr>
            <a:cxnSpLocks/>
            <a:stCxn id="31" idx="3"/>
            <a:endCxn id="34" idx="7"/>
          </p:cNvCxnSpPr>
          <p:nvPr/>
        </p:nvCxnSpPr>
        <p:spPr>
          <a:xfrm flipH="1">
            <a:off x="7918533" y="758083"/>
            <a:ext cx="882743" cy="67160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2B8C47A5-756A-4904-12D2-149B045EB5D9}"/>
              </a:ext>
            </a:extLst>
          </p:cNvPr>
          <p:cNvCxnSpPr>
            <a:cxnSpLocks/>
            <a:stCxn id="31" idx="6"/>
            <a:endCxn id="33" idx="2"/>
          </p:cNvCxnSpPr>
          <p:nvPr/>
        </p:nvCxnSpPr>
        <p:spPr>
          <a:xfrm>
            <a:off x="9105013" y="630306"/>
            <a:ext cx="814552" cy="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椭圆 42">
            <a:extLst>
              <a:ext uri="{FF2B5EF4-FFF2-40B4-BE49-F238E27FC236}">
                <a16:creationId xmlns:a16="http://schemas.microsoft.com/office/drawing/2014/main" id="{28551110-84A5-5F9D-DD28-734AF07FC15F}"/>
              </a:ext>
            </a:extLst>
          </p:cNvPr>
          <p:cNvSpPr/>
          <p:nvPr/>
        </p:nvSpPr>
        <p:spPr>
          <a:xfrm>
            <a:off x="9919565" y="1376765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zh-CN" altLang="en-US"/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CA879BD5-7383-25A2-93E3-4E493D0E7E37}"/>
              </a:ext>
            </a:extLst>
          </p:cNvPr>
          <p:cNvCxnSpPr>
            <a:cxnSpLocks/>
            <a:stCxn id="36" idx="6"/>
            <a:endCxn id="43" idx="2"/>
          </p:cNvCxnSpPr>
          <p:nvPr/>
        </p:nvCxnSpPr>
        <p:spPr>
          <a:xfrm>
            <a:off x="9105013" y="1557469"/>
            <a:ext cx="8145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70FE49E5-0BD7-4E17-4A64-FDC5B74F3F36}"/>
              </a:ext>
            </a:extLst>
          </p:cNvPr>
          <p:cNvCxnSpPr>
            <a:cxnSpLocks/>
            <a:stCxn id="33" idx="4"/>
            <a:endCxn id="43" idx="0"/>
          </p:cNvCxnSpPr>
          <p:nvPr/>
        </p:nvCxnSpPr>
        <p:spPr>
          <a:xfrm>
            <a:off x="10097490" y="811010"/>
            <a:ext cx="0" cy="565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101C3067-6A08-66F5-79C7-242C3D1F5FEB}"/>
              </a:ext>
            </a:extLst>
          </p:cNvPr>
          <p:cNvCxnSpPr>
            <a:cxnSpLocks/>
            <a:stCxn id="36" idx="2"/>
            <a:endCxn id="34" idx="6"/>
          </p:cNvCxnSpPr>
          <p:nvPr/>
        </p:nvCxnSpPr>
        <p:spPr>
          <a:xfrm flipH="1">
            <a:off x="7970646" y="1557469"/>
            <a:ext cx="7785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A38BB2C7-A19E-DD51-6C5F-24D70F2996EB}"/>
              </a:ext>
            </a:extLst>
          </p:cNvPr>
          <p:cNvSpPr txBox="1"/>
          <p:nvPr/>
        </p:nvSpPr>
        <p:spPr>
          <a:xfrm>
            <a:off x="7693480" y="1865950"/>
            <a:ext cx="25042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c</a:t>
            </a:r>
            <a:r>
              <a:rPr lang="zh-CN" altLang="en-US" sz="2000" b="1"/>
              <a:t>）将</a:t>
            </a:r>
            <a:r>
              <a:rPr lang="en-US" altLang="zh-CN" sz="2000" b="1"/>
              <a:t>1</a:t>
            </a:r>
            <a:r>
              <a:rPr lang="zh-CN" altLang="en-US" sz="2000" b="1"/>
              <a:t>加入序列</a:t>
            </a:r>
            <a:r>
              <a:rPr lang="en-US" altLang="zh-CN" sz="2000" b="1"/>
              <a:t>:{01}</a:t>
            </a:r>
            <a:endParaRPr lang="zh-CN" altLang="en-US" sz="2000" b="1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D5C4AEDA-F76E-2F30-238C-0554441F8AFC}"/>
              </a:ext>
            </a:extLst>
          </p:cNvPr>
          <p:cNvSpPr/>
          <p:nvPr/>
        </p:nvSpPr>
        <p:spPr>
          <a:xfrm>
            <a:off x="2741293" y="2888468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423EC3C0-6B6F-CB7B-5642-1744433A5C8B}"/>
              </a:ext>
            </a:extLst>
          </p:cNvPr>
          <p:cNvSpPr/>
          <p:nvPr/>
        </p:nvSpPr>
        <p:spPr>
          <a:xfrm>
            <a:off x="436524" y="3815631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BACE87E4-4E26-C789-3BD1-42A710997F8A}"/>
              </a:ext>
            </a:extLst>
          </p:cNvPr>
          <p:cNvSpPr/>
          <p:nvPr/>
        </p:nvSpPr>
        <p:spPr>
          <a:xfrm>
            <a:off x="1570891" y="3815631"/>
            <a:ext cx="355850" cy="361408"/>
          </a:xfrm>
          <a:prstGeom prst="ellipse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B002D3B3-2949-E1C1-D01A-5DE678C2151A}"/>
              </a:ext>
            </a:extLst>
          </p:cNvPr>
          <p:cNvSpPr/>
          <p:nvPr/>
        </p:nvSpPr>
        <p:spPr>
          <a:xfrm>
            <a:off x="2741293" y="3815631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zh-CN" altLang="en-US"/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EAB883C4-6C28-CE3E-10D8-FAECDA8DCDB5}"/>
              </a:ext>
            </a:extLst>
          </p:cNvPr>
          <p:cNvCxnSpPr>
            <a:cxnSpLocks/>
            <a:stCxn id="52" idx="6"/>
            <a:endCxn id="56" idx="2"/>
          </p:cNvCxnSpPr>
          <p:nvPr/>
        </p:nvCxnSpPr>
        <p:spPr>
          <a:xfrm>
            <a:off x="1926741" y="3996335"/>
            <a:ext cx="814552" cy="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A510967E-E0F6-9550-4F80-E643789B07B9}"/>
              </a:ext>
            </a:extLst>
          </p:cNvPr>
          <p:cNvCxnSpPr>
            <a:cxnSpLocks/>
            <a:stCxn id="50" idx="4"/>
            <a:endCxn id="56" idx="0"/>
          </p:cNvCxnSpPr>
          <p:nvPr/>
        </p:nvCxnSpPr>
        <p:spPr>
          <a:xfrm>
            <a:off x="2919218" y="3249876"/>
            <a:ext cx="0" cy="565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C5D88F61-C444-2F72-6020-CA87AE02DE94}"/>
              </a:ext>
            </a:extLst>
          </p:cNvPr>
          <p:cNvCxnSpPr>
            <a:cxnSpLocks/>
            <a:stCxn id="52" idx="2"/>
            <a:endCxn id="51" idx="6"/>
          </p:cNvCxnSpPr>
          <p:nvPr/>
        </p:nvCxnSpPr>
        <p:spPr>
          <a:xfrm flipH="1">
            <a:off x="792374" y="3996335"/>
            <a:ext cx="778517" cy="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61BB8484-95EF-0870-796A-EEABA86AACD6}"/>
              </a:ext>
            </a:extLst>
          </p:cNvPr>
          <p:cNvSpPr txBox="1"/>
          <p:nvPr/>
        </p:nvSpPr>
        <p:spPr>
          <a:xfrm>
            <a:off x="515208" y="4304816"/>
            <a:ext cx="26805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d</a:t>
            </a:r>
            <a:r>
              <a:rPr lang="zh-CN" altLang="en-US" sz="2000" b="1"/>
              <a:t>）将</a:t>
            </a:r>
            <a:r>
              <a:rPr lang="en-US" altLang="zh-CN" sz="2000" b="1"/>
              <a:t>4</a:t>
            </a:r>
            <a:r>
              <a:rPr lang="zh-CN" altLang="en-US" sz="2000" b="1"/>
              <a:t>加入序列</a:t>
            </a:r>
            <a:r>
              <a:rPr lang="en-US" altLang="zh-CN" sz="2000" b="1"/>
              <a:t>:{014}</a:t>
            </a:r>
            <a:endParaRPr lang="zh-CN" altLang="en-US" sz="2000" b="1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5D8064A1-8DC2-CEAB-9E43-FD6837AD9DEC}"/>
              </a:ext>
            </a:extLst>
          </p:cNvPr>
          <p:cNvSpPr/>
          <p:nvPr/>
        </p:nvSpPr>
        <p:spPr>
          <a:xfrm>
            <a:off x="5953920" y="2888468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772ADB22-6C22-CECF-BC28-5A4E7263AA82}"/>
              </a:ext>
            </a:extLst>
          </p:cNvPr>
          <p:cNvSpPr/>
          <p:nvPr/>
        </p:nvSpPr>
        <p:spPr>
          <a:xfrm>
            <a:off x="3649151" y="3815631"/>
            <a:ext cx="355850" cy="361408"/>
          </a:xfrm>
          <a:prstGeom prst="ellipse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49D25142-8AB4-E791-7213-A7EEA45BE746}"/>
              </a:ext>
            </a:extLst>
          </p:cNvPr>
          <p:cNvSpPr/>
          <p:nvPr/>
        </p:nvSpPr>
        <p:spPr>
          <a:xfrm>
            <a:off x="5953920" y="3815631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zh-CN" altLang="en-US"/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D8E20AC7-CA29-86B6-F42D-AA2D7973A145}"/>
              </a:ext>
            </a:extLst>
          </p:cNvPr>
          <p:cNvCxnSpPr>
            <a:cxnSpLocks/>
            <a:stCxn id="61" idx="4"/>
            <a:endCxn id="64" idx="0"/>
          </p:cNvCxnSpPr>
          <p:nvPr/>
        </p:nvCxnSpPr>
        <p:spPr>
          <a:xfrm>
            <a:off x="6131845" y="3249876"/>
            <a:ext cx="0" cy="565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27A5C1BE-78B2-28E6-23B8-268519EE04D3}"/>
              </a:ext>
            </a:extLst>
          </p:cNvPr>
          <p:cNvSpPr txBox="1"/>
          <p:nvPr/>
        </p:nvSpPr>
        <p:spPr>
          <a:xfrm>
            <a:off x="3636265" y="4302609"/>
            <a:ext cx="27895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e</a:t>
            </a:r>
            <a:r>
              <a:rPr lang="zh-CN" altLang="en-US" sz="2000" b="1"/>
              <a:t>）将</a:t>
            </a:r>
            <a:r>
              <a:rPr lang="en-US" altLang="zh-CN" sz="2000" b="1"/>
              <a:t>3</a:t>
            </a:r>
            <a:r>
              <a:rPr lang="zh-CN" altLang="en-US" sz="2000" b="1"/>
              <a:t>加入序列</a:t>
            </a:r>
            <a:r>
              <a:rPr lang="en-US" altLang="zh-CN" sz="2000" b="1"/>
              <a:t>:{0143}</a:t>
            </a:r>
            <a:endParaRPr lang="zh-CN" altLang="en-US" sz="2000" b="1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FB081D86-8F76-0E74-9E3D-0ED22A717ADE}"/>
              </a:ext>
            </a:extLst>
          </p:cNvPr>
          <p:cNvSpPr/>
          <p:nvPr/>
        </p:nvSpPr>
        <p:spPr>
          <a:xfrm>
            <a:off x="7808343" y="2888468"/>
            <a:ext cx="355850" cy="361408"/>
          </a:xfrm>
          <a:prstGeom prst="ellipse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B7781D28-EAD4-E4A4-C985-AD1CD2C60899}"/>
              </a:ext>
            </a:extLst>
          </p:cNvPr>
          <p:cNvSpPr/>
          <p:nvPr/>
        </p:nvSpPr>
        <p:spPr>
          <a:xfrm>
            <a:off x="7808343" y="3815631"/>
            <a:ext cx="355850" cy="3614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zh-CN" altLang="en-US"/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AF391C9E-BA2E-97A7-EB4D-BDC35DF83A5C}"/>
              </a:ext>
            </a:extLst>
          </p:cNvPr>
          <p:cNvCxnSpPr>
            <a:cxnSpLocks/>
            <a:stCxn id="69" idx="4"/>
            <a:endCxn id="70" idx="0"/>
          </p:cNvCxnSpPr>
          <p:nvPr/>
        </p:nvCxnSpPr>
        <p:spPr>
          <a:xfrm>
            <a:off x="7986268" y="3249876"/>
            <a:ext cx="0" cy="56575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1A977155-D28B-3B16-C6A2-7D0DE82F6277}"/>
              </a:ext>
            </a:extLst>
          </p:cNvPr>
          <p:cNvSpPr txBox="1"/>
          <p:nvPr/>
        </p:nvSpPr>
        <p:spPr>
          <a:xfrm>
            <a:off x="7185271" y="4302609"/>
            <a:ext cx="1444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f</a:t>
            </a:r>
            <a:r>
              <a:rPr lang="zh-CN" altLang="en-US" sz="2000" b="1"/>
              <a:t>）</a:t>
            </a:r>
            <a:r>
              <a:rPr lang="en-US" altLang="zh-CN" sz="2000" b="1"/>
              <a:t>{01432}</a:t>
            </a:r>
            <a:endParaRPr lang="zh-CN" altLang="en-US" sz="2000" b="1"/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5F33E204-9040-A7BF-F47B-91BBE1A91427}"/>
              </a:ext>
            </a:extLst>
          </p:cNvPr>
          <p:cNvSpPr/>
          <p:nvPr/>
        </p:nvSpPr>
        <p:spPr>
          <a:xfrm>
            <a:off x="10086836" y="3815631"/>
            <a:ext cx="355850" cy="361408"/>
          </a:xfrm>
          <a:prstGeom prst="ellipse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FDF7490D-7F0D-3285-F0B4-A62F7DE3A6E2}"/>
              </a:ext>
            </a:extLst>
          </p:cNvPr>
          <p:cNvSpPr txBox="1"/>
          <p:nvPr/>
        </p:nvSpPr>
        <p:spPr>
          <a:xfrm>
            <a:off x="9463764" y="4302609"/>
            <a:ext cx="16209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g</a:t>
            </a:r>
            <a:r>
              <a:rPr lang="zh-CN" altLang="en-US" sz="2000" b="1"/>
              <a:t>）</a:t>
            </a:r>
            <a:r>
              <a:rPr lang="en-US" altLang="zh-CN" sz="2000" b="1"/>
              <a:t>{014325}</a:t>
            </a:r>
            <a:endParaRPr lang="zh-CN" altLang="en-US" sz="2000" b="1"/>
          </a:p>
        </p:txBody>
      </p:sp>
    </p:spTree>
    <p:extLst>
      <p:ext uri="{BB962C8B-B14F-4D97-AF65-F5344CB8AC3E}">
        <p14:creationId xmlns:p14="http://schemas.microsoft.com/office/powerpoint/2010/main" val="40530104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3FC26-C88B-2AA8-EA3C-9D7296091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C96199E-B664-E155-150E-AC49A3DCC115}"/>
              </a:ext>
            </a:extLst>
          </p:cNvPr>
          <p:cNvSpPr txBox="1"/>
          <p:nvPr/>
        </p:nvSpPr>
        <p:spPr>
          <a:xfrm>
            <a:off x="638304" y="158261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工程启动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2176D90-E984-5B46-B5B3-C82EE57FFDFD}"/>
              </a:ext>
            </a:extLst>
          </p:cNvPr>
          <p:cNvSpPr txBox="1"/>
          <p:nvPr/>
        </p:nvSpPr>
        <p:spPr>
          <a:xfrm>
            <a:off x="2419825" y="1699964"/>
            <a:ext cx="12827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采购原材料</a:t>
            </a:r>
            <a:r>
              <a:rPr lang="en-US" altLang="zh-CN" sz="1400"/>
              <a:t>(1)</a:t>
            </a:r>
            <a:endParaRPr lang="zh-CN" altLang="en-US" sz="140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377F370-B19E-7D66-485E-9879766A0B2E}"/>
              </a:ext>
            </a:extLst>
          </p:cNvPr>
          <p:cNvGrpSpPr/>
          <p:nvPr/>
        </p:nvGrpSpPr>
        <p:grpSpPr>
          <a:xfrm>
            <a:off x="1643707" y="1518372"/>
            <a:ext cx="373820" cy="402795"/>
            <a:chOff x="1233537" y="1442607"/>
            <a:chExt cx="373820" cy="402795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E84A680E-0F7C-2936-161A-093F6C9902B5}"/>
                </a:ext>
              </a:extLst>
            </p:cNvPr>
            <p:cNvSpPr/>
            <p:nvPr/>
          </p:nvSpPr>
          <p:spPr>
            <a:xfrm>
              <a:off x="1245353" y="1483994"/>
              <a:ext cx="355850" cy="3614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C0FD52E-3B48-EFCF-28A2-46FE0274E311}"/>
                </a:ext>
              </a:extLst>
            </p:cNvPr>
            <p:cNvSpPr txBox="1"/>
            <p:nvPr/>
          </p:nvSpPr>
          <p:spPr>
            <a:xfrm>
              <a:off x="1233537" y="1442607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v</a:t>
              </a:r>
              <a:r>
                <a:rPr lang="en-US" altLang="zh-CN" baseline="-25000"/>
                <a:t>0</a:t>
              </a:r>
              <a:endParaRPr lang="zh-CN" altLang="en-US" baseline="-25000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554BF4ED-37DF-7BC2-71DB-6D64ADA31D33}"/>
              </a:ext>
            </a:extLst>
          </p:cNvPr>
          <p:cNvGrpSpPr/>
          <p:nvPr/>
        </p:nvGrpSpPr>
        <p:grpSpPr>
          <a:xfrm>
            <a:off x="2720021" y="315780"/>
            <a:ext cx="373820" cy="409831"/>
            <a:chOff x="2271637" y="2043670"/>
            <a:chExt cx="373820" cy="409831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83EF313-202E-1818-97DD-CBFC9AD42C39}"/>
                </a:ext>
              </a:extLst>
            </p:cNvPr>
            <p:cNvSpPr/>
            <p:nvPr/>
          </p:nvSpPr>
          <p:spPr>
            <a:xfrm>
              <a:off x="2280622" y="2092093"/>
              <a:ext cx="355850" cy="3614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14E8954-C0F1-5A8F-BECA-604B2007AEA0}"/>
                </a:ext>
              </a:extLst>
            </p:cNvPr>
            <p:cNvSpPr txBox="1"/>
            <p:nvPr/>
          </p:nvSpPr>
          <p:spPr>
            <a:xfrm>
              <a:off x="2271637" y="2043670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v</a:t>
              </a:r>
              <a:r>
                <a:rPr lang="en-US" altLang="zh-CN" baseline="-25000"/>
                <a:t>2</a:t>
              </a:r>
              <a:endParaRPr lang="zh-CN" altLang="en-US" baseline="-250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99627EF-94C3-5EFB-A864-AEDE74FB5145}"/>
              </a:ext>
            </a:extLst>
          </p:cNvPr>
          <p:cNvGrpSpPr/>
          <p:nvPr/>
        </p:nvGrpSpPr>
        <p:grpSpPr>
          <a:xfrm>
            <a:off x="3756624" y="1518372"/>
            <a:ext cx="373820" cy="369332"/>
            <a:chOff x="2280622" y="770654"/>
            <a:chExt cx="373820" cy="369332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6EB9CFC2-EA5B-D0F1-7A53-E8EB3445B66F}"/>
                </a:ext>
              </a:extLst>
            </p:cNvPr>
            <p:cNvSpPr/>
            <p:nvPr/>
          </p:nvSpPr>
          <p:spPr>
            <a:xfrm>
              <a:off x="2280622" y="771542"/>
              <a:ext cx="355850" cy="3614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BF380667-472B-00C5-63B0-E4F348E979FB}"/>
                </a:ext>
              </a:extLst>
            </p:cNvPr>
            <p:cNvSpPr txBox="1"/>
            <p:nvPr/>
          </p:nvSpPr>
          <p:spPr>
            <a:xfrm>
              <a:off x="2280622" y="770654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v</a:t>
              </a:r>
              <a:r>
                <a:rPr lang="en-US" altLang="zh-CN" baseline="-25000"/>
                <a:t>1</a:t>
              </a:r>
              <a:endParaRPr lang="zh-CN" altLang="en-US" baseline="-25000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6861D5E-BD66-E2E6-FCD4-02F80D629468}"/>
              </a:ext>
            </a:extLst>
          </p:cNvPr>
          <p:cNvGrpSpPr/>
          <p:nvPr/>
        </p:nvGrpSpPr>
        <p:grpSpPr>
          <a:xfrm>
            <a:off x="5830527" y="1518372"/>
            <a:ext cx="373820" cy="402795"/>
            <a:chOff x="4496076" y="1442607"/>
            <a:chExt cx="373820" cy="402795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600938B1-5217-1A90-6AD8-DD449EB8A921}"/>
                </a:ext>
              </a:extLst>
            </p:cNvPr>
            <p:cNvSpPr/>
            <p:nvPr/>
          </p:nvSpPr>
          <p:spPr>
            <a:xfrm>
              <a:off x="4505061" y="1483994"/>
              <a:ext cx="355850" cy="3614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9CA898E-1B1B-9C04-D8DC-843E65614C4E}"/>
                </a:ext>
              </a:extLst>
            </p:cNvPr>
            <p:cNvSpPr txBox="1"/>
            <p:nvPr/>
          </p:nvSpPr>
          <p:spPr>
            <a:xfrm>
              <a:off x="4496076" y="1442607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v</a:t>
              </a:r>
              <a:r>
                <a:rPr lang="en-US" altLang="zh-CN" baseline="-25000"/>
                <a:t>5</a:t>
              </a:r>
              <a:endParaRPr lang="zh-CN" altLang="en-US" baseline="-25000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6D8FFA0-699C-E046-625A-B1F631CE6406}"/>
              </a:ext>
            </a:extLst>
          </p:cNvPr>
          <p:cNvGrpSpPr/>
          <p:nvPr/>
        </p:nvGrpSpPr>
        <p:grpSpPr>
          <a:xfrm>
            <a:off x="3743545" y="2812838"/>
            <a:ext cx="382007" cy="393543"/>
            <a:chOff x="3618439" y="739407"/>
            <a:chExt cx="382007" cy="393543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8129A2FF-2E28-EF71-ED8B-DF3F79A7A50A}"/>
                </a:ext>
              </a:extLst>
            </p:cNvPr>
            <p:cNvSpPr/>
            <p:nvPr/>
          </p:nvSpPr>
          <p:spPr>
            <a:xfrm>
              <a:off x="3618439" y="771542"/>
              <a:ext cx="355850" cy="3614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E3A08B9-0C0E-1355-C9FF-32FFC0B27FC5}"/>
                </a:ext>
              </a:extLst>
            </p:cNvPr>
            <p:cNvSpPr txBox="1"/>
            <p:nvPr/>
          </p:nvSpPr>
          <p:spPr>
            <a:xfrm>
              <a:off x="3626626" y="739407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v</a:t>
              </a:r>
              <a:r>
                <a:rPr lang="en-US" altLang="zh-CN" baseline="-25000"/>
                <a:t>3</a:t>
              </a:r>
              <a:endParaRPr lang="zh-CN" altLang="en-US" baseline="-250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7ACF1CD-ED85-6605-C878-2CFDF723DD8F}"/>
              </a:ext>
            </a:extLst>
          </p:cNvPr>
          <p:cNvGrpSpPr/>
          <p:nvPr/>
        </p:nvGrpSpPr>
        <p:grpSpPr>
          <a:xfrm>
            <a:off x="4826171" y="295530"/>
            <a:ext cx="373820" cy="409831"/>
            <a:chOff x="3609454" y="2043670"/>
            <a:chExt cx="373820" cy="409831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857A23D-16C4-FB27-8267-A9A4425F0F32}"/>
                </a:ext>
              </a:extLst>
            </p:cNvPr>
            <p:cNvSpPr/>
            <p:nvPr/>
          </p:nvSpPr>
          <p:spPr>
            <a:xfrm>
              <a:off x="3618439" y="2092093"/>
              <a:ext cx="355850" cy="3614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AEBFF4B5-552C-1DB3-AA6E-653F4EC9F05D}"/>
                </a:ext>
              </a:extLst>
            </p:cNvPr>
            <p:cNvSpPr txBox="1"/>
            <p:nvPr/>
          </p:nvSpPr>
          <p:spPr>
            <a:xfrm>
              <a:off x="3609454" y="2043670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v</a:t>
              </a:r>
              <a:r>
                <a:rPr lang="en-US" altLang="zh-CN" baseline="-25000"/>
                <a:t>4</a:t>
              </a:r>
              <a:endParaRPr lang="zh-CN" altLang="en-US" baseline="-25000"/>
            </a:p>
          </p:txBody>
        </p:sp>
      </p:grp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FFC1BE1F-C361-5297-5D69-42FB479BC153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2017527" y="1703038"/>
            <a:ext cx="17390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53F835FE-C144-F221-6463-EA7E60F766AD}"/>
              </a:ext>
            </a:extLst>
          </p:cNvPr>
          <p:cNvCxnSpPr>
            <a:cxnSpLocks/>
            <a:stCxn id="6" idx="0"/>
            <a:endCxn id="9" idx="1"/>
          </p:cNvCxnSpPr>
          <p:nvPr/>
        </p:nvCxnSpPr>
        <p:spPr>
          <a:xfrm flipV="1">
            <a:off x="1830617" y="500446"/>
            <a:ext cx="889404" cy="10179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D83F57DE-0E4B-0E15-D9F6-9A4800935D10}"/>
              </a:ext>
            </a:extLst>
          </p:cNvPr>
          <p:cNvSpPr txBox="1"/>
          <p:nvPr/>
        </p:nvSpPr>
        <p:spPr>
          <a:xfrm>
            <a:off x="581931" y="791057"/>
            <a:ext cx="14622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设计机器图纸</a:t>
            </a:r>
            <a:r>
              <a:rPr lang="en-US" altLang="zh-CN" sz="1400"/>
              <a:t>(3)</a:t>
            </a:r>
            <a:endParaRPr lang="zh-CN" altLang="en-US" sz="1400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7908F4D-C227-104A-7A98-00A42A353138}"/>
              </a:ext>
            </a:extLst>
          </p:cNvPr>
          <p:cNvCxnSpPr>
            <a:cxnSpLocks/>
            <a:stCxn id="8" idx="5"/>
            <a:endCxn id="12" idx="0"/>
          </p:cNvCxnSpPr>
          <p:nvPr/>
        </p:nvCxnSpPr>
        <p:spPr>
          <a:xfrm>
            <a:off x="3032743" y="672684"/>
            <a:ext cx="910791" cy="8456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BC62D890-CBBA-B7B6-60E0-A814A282FC55}"/>
              </a:ext>
            </a:extLst>
          </p:cNvPr>
          <p:cNvSpPr txBox="1"/>
          <p:nvPr/>
        </p:nvSpPr>
        <p:spPr>
          <a:xfrm>
            <a:off x="2555583" y="801620"/>
            <a:ext cx="11031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铸造机器</a:t>
            </a:r>
            <a:r>
              <a:rPr lang="en-US" altLang="zh-CN" sz="1400"/>
              <a:t>(3)</a:t>
            </a:r>
            <a:endParaRPr lang="zh-CN" altLang="en-US" sz="140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D8A5B180-73E2-01B9-B82A-3A776282C21A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3943534" y="590454"/>
            <a:ext cx="917811" cy="9279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F2BFC9B7-965B-0091-00C7-5AC1C5162669}"/>
              </a:ext>
            </a:extLst>
          </p:cNvPr>
          <p:cNvSpPr txBox="1"/>
          <p:nvPr/>
        </p:nvSpPr>
        <p:spPr>
          <a:xfrm>
            <a:off x="4099395" y="801620"/>
            <a:ext cx="12827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加工原材料</a:t>
            </a:r>
            <a:r>
              <a:rPr lang="en-US" altLang="zh-CN" sz="1400"/>
              <a:t>(2)</a:t>
            </a:r>
            <a:endParaRPr lang="zh-CN" altLang="en-US" sz="1400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F7742484-621D-3042-2D44-32338D13775E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5167047" y="636573"/>
            <a:ext cx="850390" cy="8817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50BE01F9-8300-9EC6-FE47-7E3B24B4CD77}"/>
              </a:ext>
            </a:extLst>
          </p:cNvPr>
          <p:cNvSpPr txBox="1"/>
          <p:nvPr/>
        </p:nvSpPr>
        <p:spPr>
          <a:xfrm>
            <a:off x="5454638" y="855520"/>
            <a:ext cx="12827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运输原材料</a:t>
            </a:r>
            <a:r>
              <a:rPr lang="en-US" altLang="zh-CN" sz="1400"/>
              <a:t>(2)</a:t>
            </a:r>
            <a:endParaRPr lang="zh-CN" altLang="en-US" sz="1400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26A2276F-F155-572A-7009-CB3E5801FA92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>
            <a:off x="4130444" y="1703038"/>
            <a:ext cx="17000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EDDDF57F-6E0A-7D96-EBD6-C135BF61CC9F}"/>
              </a:ext>
            </a:extLst>
          </p:cNvPr>
          <p:cNvSpPr txBox="1"/>
          <p:nvPr/>
        </p:nvSpPr>
        <p:spPr>
          <a:xfrm>
            <a:off x="4372873" y="1680199"/>
            <a:ext cx="11031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运输机器</a:t>
            </a:r>
            <a:r>
              <a:rPr lang="en-US" altLang="zh-CN" sz="1400"/>
              <a:t>(3)</a:t>
            </a:r>
            <a:endParaRPr lang="zh-CN" altLang="en-US" sz="1400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DEF37F52-38BE-6CAF-F559-0F1932CFF0BD}"/>
              </a:ext>
            </a:extLst>
          </p:cNvPr>
          <p:cNvCxnSpPr>
            <a:cxnSpLocks/>
            <a:stCxn id="5" idx="4"/>
            <a:endCxn id="18" idx="1"/>
          </p:cNvCxnSpPr>
          <p:nvPr/>
        </p:nvCxnSpPr>
        <p:spPr>
          <a:xfrm>
            <a:off x="1833448" y="1921167"/>
            <a:ext cx="1918284" cy="10763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32ADB51D-1AC0-F8DF-F86F-B4D17AFB8175}"/>
              </a:ext>
            </a:extLst>
          </p:cNvPr>
          <p:cNvSpPr txBox="1"/>
          <p:nvPr/>
        </p:nvSpPr>
        <p:spPr>
          <a:xfrm>
            <a:off x="2240022" y="2278138"/>
            <a:ext cx="14622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设计施工方式</a:t>
            </a:r>
            <a:r>
              <a:rPr lang="en-US" altLang="zh-CN" sz="1400"/>
              <a:t>(1)</a:t>
            </a:r>
            <a:endParaRPr lang="zh-CN" altLang="en-US" sz="1400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0F277CB3-CA97-21E4-31D4-FE87045B923F}"/>
              </a:ext>
            </a:extLst>
          </p:cNvPr>
          <p:cNvCxnSpPr>
            <a:cxnSpLocks/>
            <a:stCxn id="18" idx="3"/>
            <a:endCxn id="14" idx="3"/>
          </p:cNvCxnSpPr>
          <p:nvPr/>
        </p:nvCxnSpPr>
        <p:spPr>
          <a:xfrm flipV="1">
            <a:off x="4125552" y="1868240"/>
            <a:ext cx="1766073" cy="11292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2B47323B-F9AA-1A1E-4E7B-1E28FB894E23}"/>
              </a:ext>
            </a:extLst>
          </p:cNvPr>
          <p:cNvSpPr txBox="1"/>
          <p:nvPr/>
        </p:nvSpPr>
        <p:spPr>
          <a:xfrm>
            <a:off x="4274708" y="2274311"/>
            <a:ext cx="14622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画出施工图纸</a:t>
            </a:r>
            <a:r>
              <a:rPr lang="en-US" altLang="zh-CN" sz="1400"/>
              <a:t>(4)</a:t>
            </a:r>
            <a:endParaRPr lang="zh-CN" altLang="en-US" sz="1400"/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312941C4-FC08-7661-B716-4784440135A8}"/>
              </a:ext>
            </a:extLst>
          </p:cNvPr>
          <p:cNvCxnSpPr>
            <a:cxnSpLocks/>
            <a:stCxn id="15" idx="3"/>
            <a:endCxn id="40" idx="1"/>
          </p:cNvCxnSpPr>
          <p:nvPr/>
        </p:nvCxnSpPr>
        <p:spPr>
          <a:xfrm>
            <a:off x="6204347" y="1703038"/>
            <a:ext cx="1326263" cy="12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0DCC7CFD-DC0E-0369-6CD8-6277CC2F472F}"/>
              </a:ext>
            </a:extLst>
          </p:cNvPr>
          <p:cNvGrpSpPr/>
          <p:nvPr/>
        </p:nvGrpSpPr>
        <p:grpSpPr>
          <a:xfrm>
            <a:off x="7522423" y="1530506"/>
            <a:ext cx="382007" cy="393543"/>
            <a:chOff x="3618439" y="739407"/>
            <a:chExt cx="382007" cy="393543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45A16D4A-E2AE-653C-EEFA-7183690C5ABD}"/>
                </a:ext>
              </a:extLst>
            </p:cNvPr>
            <p:cNvSpPr/>
            <p:nvPr/>
          </p:nvSpPr>
          <p:spPr>
            <a:xfrm>
              <a:off x="3618439" y="771542"/>
              <a:ext cx="355850" cy="3614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AEAE0315-0BEC-D820-97AA-3AE851DD9050}"/>
                </a:ext>
              </a:extLst>
            </p:cNvPr>
            <p:cNvSpPr txBox="1"/>
            <p:nvPr/>
          </p:nvSpPr>
          <p:spPr>
            <a:xfrm>
              <a:off x="3626626" y="739407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v</a:t>
              </a:r>
              <a:r>
                <a:rPr lang="en-US" altLang="zh-CN" baseline="-25000"/>
                <a:t>6</a:t>
              </a:r>
              <a:endParaRPr lang="zh-CN" altLang="en-US" baseline="-25000"/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62AD777C-00C0-ABFC-2FAE-D2AD27F8E777}"/>
              </a:ext>
            </a:extLst>
          </p:cNvPr>
          <p:cNvSpPr txBox="1"/>
          <p:nvPr/>
        </p:nvSpPr>
        <p:spPr>
          <a:xfrm>
            <a:off x="6541735" y="1699963"/>
            <a:ext cx="744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施工</a:t>
            </a:r>
            <a:r>
              <a:rPr lang="en-US" altLang="zh-CN" sz="1400"/>
              <a:t>(5)</a:t>
            </a:r>
            <a:endParaRPr lang="zh-CN" altLang="en-US" sz="140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0A54BB5-D2E4-5CE7-96A1-41F4DAD60194}"/>
              </a:ext>
            </a:extLst>
          </p:cNvPr>
          <p:cNvSpPr txBox="1"/>
          <p:nvPr/>
        </p:nvSpPr>
        <p:spPr>
          <a:xfrm>
            <a:off x="7912617" y="158261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工程结束</a:t>
            </a:r>
          </a:p>
        </p:txBody>
      </p:sp>
    </p:spTree>
    <p:extLst>
      <p:ext uri="{BB962C8B-B14F-4D97-AF65-F5344CB8AC3E}">
        <p14:creationId xmlns:p14="http://schemas.microsoft.com/office/powerpoint/2010/main" val="30231657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15400-BC3F-09DD-D805-D67B95505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F5FC2F5-37BB-6BAA-708F-07653FED0918}"/>
              </a:ext>
            </a:extLst>
          </p:cNvPr>
          <p:cNvSpPr txBox="1"/>
          <p:nvPr/>
        </p:nvSpPr>
        <p:spPr>
          <a:xfrm>
            <a:off x="638304" y="158261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工程启动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A8353C0-F107-4415-EE96-6405609DA329}"/>
              </a:ext>
            </a:extLst>
          </p:cNvPr>
          <p:cNvSpPr txBox="1"/>
          <p:nvPr/>
        </p:nvSpPr>
        <p:spPr>
          <a:xfrm>
            <a:off x="2701311" y="164730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3FC338A-AEF1-0CC6-71B3-EDF8DE180D3A}"/>
              </a:ext>
            </a:extLst>
          </p:cNvPr>
          <p:cNvGrpSpPr/>
          <p:nvPr/>
        </p:nvGrpSpPr>
        <p:grpSpPr>
          <a:xfrm>
            <a:off x="1748541" y="1518372"/>
            <a:ext cx="373820" cy="402795"/>
            <a:chOff x="1233537" y="1442607"/>
            <a:chExt cx="373820" cy="402795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8EBBB077-83F4-C068-AC71-7DBE985A1828}"/>
                </a:ext>
              </a:extLst>
            </p:cNvPr>
            <p:cNvSpPr/>
            <p:nvPr/>
          </p:nvSpPr>
          <p:spPr>
            <a:xfrm>
              <a:off x="1245353" y="1483994"/>
              <a:ext cx="355850" cy="3614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7DA4FCA4-F567-356A-EC82-943CDC6283BF}"/>
                </a:ext>
              </a:extLst>
            </p:cNvPr>
            <p:cNvSpPr txBox="1"/>
            <p:nvPr/>
          </p:nvSpPr>
          <p:spPr>
            <a:xfrm>
              <a:off x="1233537" y="1442607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v</a:t>
              </a:r>
              <a:r>
                <a:rPr lang="en-US" altLang="zh-CN" baseline="-25000"/>
                <a:t>0</a:t>
              </a:r>
              <a:endParaRPr lang="zh-CN" altLang="en-US" baseline="-25000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BC1A7C68-98CC-E99D-E1EA-69B09566418C}"/>
              </a:ext>
            </a:extLst>
          </p:cNvPr>
          <p:cNvGrpSpPr/>
          <p:nvPr/>
        </p:nvGrpSpPr>
        <p:grpSpPr>
          <a:xfrm>
            <a:off x="2652392" y="295530"/>
            <a:ext cx="373820" cy="409831"/>
            <a:chOff x="2271637" y="2043670"/>
            <a:chExt cx="373820" cy="409831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DEB9417-8D03-5B73-6C7E-4690C482F101}"/>
                </a:ext>
              </a:extLst>
            </p:cNvPr>
            <p:cNvSpPr/>
            <p:nvPr/>
          </p:nvSpPr>
          <p:spPr>
            <a:xfrm>
              <a:off x="2280622" y="2092093"/>
              <a:ext cx="355850" cy="3614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CF93E57-AFCB-EDAB-6351-2F90B9029A50}"/>
                </a:ext>
              </a:extLst>
            </p:cNvPr>
            <p:cNvSpPr txBox="1"/>
            <p:nvPr/>
          </p:nvSpPr>
          <p:spPr>
            <a:xfrm>
              <a:off x="2271637" y="2043670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v</a:t>
              </a:r>
              <a:r>
                <a:rPr lang="en-US" altLang="zh-CN" baseline="-25000"/>
                <a:t>2</a:t>
              </a:r>
              <a:endParaRPr lang="zh-CN" altLang="en-US" baseline="-250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2A63F3C-1B46-083F-75EA-389373D652E2}"/>
              </a:ext>
            </a:extLst>
          </p:cNvPr>
          <p:cNvGrpSpPr/>
          <p:nvPr/>
        </p:nvGrpSpPr>
        <p:grpSpPr>
          <a:xfrm>
            <a:off x="3756624" y="1518372"/>
            <a:ext cx="373820" cy="369332"/>
            <a:chOff x="2280622" y="770654"/>
            <a:chExt cx="373820" cy="369332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00E533A7-E8C6-19A9-C43A-A3D2A90E8471}"/>
                </a:ext>
              </a:extLst>
            </p:cNvPr>
            <p:cNvSpPr/>
            <p:nvPr/>
          </p:nvSpPr>
          <p:spPr>
            <a:xfrm>
              <a:off x="2280622" y="771542"/>
              <a:ext cx="355850" cy="3614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D7B629E-374A-273D-7634-FCAE985F6754}"/>
                </a:ext>
              </a:extLst>
            </p:cNvPr>
            <p:cNvSpPr txBox="1"/>
            <p:nvPr/>
          </p:nvSpPr>
          <p:spPr>
            <a:xfrm>
              <a:off x="2280622" y="770654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v</a:t>
              </a:r>
              <a:r>
                <a:rPr lang="en-US" altLang="zh-CN" baseline="-25000"/>
                <a:t>1</a:t>
              </a:r>
              <a:endParaRPr lang="zh-CN" altLang="en-US" baseline="-25000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E9BBEEB-DED2-21C7-2A2C-D6657AE3A85E}"/>
              </a:ext>
            </a:extLst>
          </p:cNvPr>
          <p:cNvGrpSpPr/>
          <p:nvPr/>
        </p:nvGrpSpPr>
        <p:grpSpPr>
          <a:xfrm>
            <a:off x="5608120" y="1498566"/>
            <a:ext cx="373820" cy="402795"/>
            <a:chOff x="4496076" y="1442607"/>
            <a:chExt cx="373820" cy="402795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6472EFB4-7483-20FF-0FB8-495C1A9A0B7A}"/>
                </a:ext>
              </a:extLst>
            </p:cNvPr>
            <p:cNvSpPr/>
            <p:nvPr/>
          </p:nvSpPr>
          <p:spPr>
            <a:xfrm>
              <a:off x="4505061" y="1483994"/>
              <a:ext cx="355850" cy="3614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EF39FAA6-9F19-88E1-E746-CC4D2A0C4B74}"/>
                </a:ext>
              </a:extLst>
            </p:cNvPr>
            <p:cNvSpPr txBox="1"/>
            <p:nvPr/>
          </p:nvSpPr>
          <p:spPr>
            <a:xfrm>
              <a:off x="4496076" y="1442607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v</a:t>
              </a:r>
              <a:r>
                <a:rPr lang="en-US" altLang="zh-CN" baseline="-25000"/>
                <a:t>5</a:t>
              </a:r>
              <a:endParaRPr lang="zh-CN" altLang="en-US" baseline="-25000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A1D565A-B692-8508-A009-4F2D7E7F026A}"/>
              </a:ext>
            </a:extLst>
          </p:cNvPr>
          <p:cNvGrpSpPr/>
          <p:nvPr/>
        </p:nvGrpSpPr>
        <p:grpSpPr>
          <a:xfrm>
            <a:off x="3743545" y="2878345"/>
            <a:ext cx="382007" cy="393543"/>
            <a:chOff x="3618439" y="739407"/>
            <a:chExt cx="382007" cy="393543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33A5E46B-59B0-638F-0F1D-F29D5AACC1F1}"/>
                </a:ext>
              </a:extLst>
            </p:cNvPr>
            <p:cNvSpPr/>
            <p:nvPr/>
          </p:nvSpPr>
          <p:spPr>
            <a:xfrm>
              <a:off x="3618439" y="771542"/>
              <a:ext cx="355850" cy="3614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9BE65A9-E0A6-5C76-8958-627E33EBAADD}"/>
                </a:ext>
              </a:extLst>
            </p:cNvPr>
            <p:cNvSpPr txBox="1"/>
            <p:nvPr/>
          </p:nvSpPr>
          <p:spPr>
            <a:xfrm>
              <a:off x="3626626" y="739407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v</a:t>
              </a:r>
              <a:r>
                <a:rPr lang="en-US" altLang="zh-CN" baseline="-25000"/>
                <a:t>3</a:t>
              </a:r>
              <a:endParaRPr lang="zh-CN" altLang="en-US" baseline="-250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0EB4109-7494-1A91-08CC-3A0887F95806}"/>
              </a:ext>
            </a:extLst>
          </p:cNvPr>
          <p:cNvGrpSpPr/>
          <p:nvPr/>
        </p:nvGrpSpPr>
        <p:grpSpPr>
          <a:xfrm>
            <a:off x="4826171" y="295530"/>
            <a:ext cx="373820" cy="409831"/>
            <a:chOff x="3609454" y="2043670"/>
            <a:chExt cx="373820" cy="409831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48FBAB57-EA50-576E-D5A2-3A326194C7C6}"/>
                </a:ext>
              </a:extLst>
            </p:cNvPr>
            <p:cNvSpPr/>
            <p:nvPr/>
          </p:nvSpPr>
          <p:spPr>
            <a:xfrm>
              <a:off x="3618439" y="2092093"/>
              <a:ext cx="355850" cy="3614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91D5A24B-4C6F-E685-F35B-63D3BB440A21}"/>
                </a:ext>
              </a:extLst>
            </p:cNvPr>
            <p:cNvSpPr txBox="1"/>
            <p:nvPr/>
          </p:nvSpPr>
          <p:spPr>
            <a:xfrm>
              <a:off x="3609454" y="2043670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v</a:t>
              </a:r>
              <a:r>
                <a:rPr lang="en-US" altLang="zh-CN" baseline="-25000"/>
                <a:t>4</a:t>
              </a:r>
              <a:endParaRPr lang="zh-CN" altLang="en-US" baseline="-25000"/>
            </a:p>
          </p:txBody>
        </p:sp>
      </p:grp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1FE79844-CA60-BD9E-AE8A-BB3E65762EC2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2122361" y="1703038"/>
            <a:ext cx="16342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3FDE9AD-D79C-601E-6415-678CB9B9B2CB}"/>
              </a:ext>
            </a:extLst>
          </p:cNvPr>
          <p:cNvCxnSpPr>
            <a:cxnSpLocks/>
            <a:stCxn id="6" idx="0"/>
            <a:endCxn id="9" idx="1"/>
          </p:cNvCxnSpPr>
          <p:nvPr/>
        </p:nvCxnSpPr>
        <p:spPr>
          <a:xfrm flipV="1">
            <a:off x="1935451" y="480196"/>
            <a:ext cx="716941" cy="10381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A57BCC7E-E43C-1FA8-02E7-95E80B7B26DF}"/>
              </a:ext>
            </a:extLst>
          </p:cNvPr>
          <p:cNvSpPr txBox="1"/>
          <p:nvPr/>
        </p:nvSpPr>
        <p:spPr>
          <a:xfrm>
            <a:off x="1935451" y="84331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12D5875-2E96-9A0D-101E-F726C3F4CACE}"/>
              </a:ext>
            </a:extLst>
          </p:cNvPr>
          <p:cNvCxnSpPr>
            <a:cxnSpLocks/>
            <a:stCxn id="8" idx="5"/>
            <a:endCxn id="12" idx="0"/>
          </p:cNvCxnSpPr>
          <p:nvPr/>
        </p:nvCxnSpPr>
        <p:spPr>
          <a:xfrm>
            <a:off x="2965114" y="652434"/>
            <a:ext cx="978420" cy="865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CE58FB91-B6ED-2269-0E30-4625AFF83C4E}"/>
              </a:ext>
            </a:extLst>
          </p:cNvPr>
          <p:cNvSpPr txBox="1"/>
          <p:nvPr/>
        </p:nvSpPr>
        <p:spPr>
          <a:xfrm>
            <a:off x="3153255" y="92358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FD5F1641-67E0-104B-1B8E-D48DF599F7B0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3943534" y="590454"/>
            <a:ext cx="917811" cy="9279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0A8220DB-A48A-B333-FE39-F9539D2D9EE7}"/>
              </a:ext>
            </a:extLst>
          </p:cNvPr>
          <p:cNvSpPr txBox="1"/>
          <p:nvPr/>
        </p:nvSpPr>
        <p:spPr>
          <a:xfrm>
            <a:off x="4393431" y="93088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FF81A08-2060-9643-5D55-857D74EEB0EF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5135396" y="650718"/>
            <a:ext cx="659634" cy="847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66913194-F9DF-EB68-3640-BC934D667C7B}"/>
              </a:ext>
            </a:extLst>
          </p:cNvPr>
          <p:cNvSpPr txBox="1"/>
          <p:nvPr/>
        </p:nvSpPr>
        <p:spPr>
          <a:xfrm>
            <a:off x="5690905" y="91353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3C6FE303-254C-BBC8-273D-660405D6F7F6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 flipV="1">
            <a:off x="4130444" y="1683232"/>
            <a:ext cx="1477676" cy="198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A5338BC7-1477-1573-3605-81F05E3F52DE}"/>
              </a:ext>
            </a:extLst>
          </p:cNvPr>
          <p:cNvSpPr txBox="1"/>
          <p:nvPr/>
        </p:nvSpPr>
        <p:spPr>
          <a:xfrm>
            <a:off x="4910158" y="164883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DDAA0751-4350-DA16-A10A-23786F0FBADB}"/>
              </a:ext>
            </a:extLst>
          </p:cNvPr>
          <p:cNvCxnSpPr>
            <a:cxnSpLocks/>
            <a:stCxn id="5" idx="4"/>
            <a:endCxn id="18" idx="1"/>
          </p:cNvCxnSpPr>
          <p:nvPr/>
        </p:nvCxnSpPr>
        <p:spPr>
          <a:xfrm>
            <a:off x="1938282" y="1921167"/>
            <a:ext cx="1813450" cy="11418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93C461EF-68A9-34C0-A754-692324AAD7BC}"/>
              </a:ext>
            </a:extLst>
          </p:cNvPr>
          <p:cNvSpPr txBox="1"/>
          <p:nvPr/>
        </p:nvSpPr>
        <p:spPr>
          <a:xfrm>
            <a:off x="2240022" y="227813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546A14B7-1FE6-D664-E67A-033C7D8FD348}"/>
              </a:ext>
            </a:extLst>
          </p:cNvPr>
          <p:cNvCxnSpPr>
            <a:cxnSpLocks/>
            <a:stCxn id="18" idx="3"/>
            <a:endCxn id="14" idx="3"/>
          </p:cNvCxnSpPr>
          <p:nvPr/>
        </p:nvCxnSpPr>
        <p:spPr>
          <a:xfrm flipV="1">
            <a:off x="4125552" y="1848434"/>
            <a:ext cx="1543666" cy="12145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A669FC52-AB86-18F1-9E38-0E4EE4A7E4F4}"/>
              </a:ext>
            </a:extLst>
          </p:cNvPr>
          <p:cNvSpPr txBox="1"/>
          <p:nvPr/>
        </p:nvSpPr>
        <p:spPr>
          <a:xfrm>
            <a:off x="5056192" y="236216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83FF0D9D-607E-8F04-3B9A-226FACA2C598}"/>
              </a:ext>
            </a:extLst>
          </p:cNvPr>
          <p:cNvCxnSpPr>
            <a:cxnSpLocks/>
            <a:stCxn id="15" idx="3"/>
            <a:endCxn id="40" idx="1"/>
          </p:cNvCxnSpPr>
          <p:nvPr/>
        </p:nvCxnSpPr>
        <p:spPr>
          <a:xfrm>
            <a:off x="5981940" y="1683232"/>
            <a:ext cx="1138998" cy="4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63EB5085-7B62-4460-8089-9079A9F4BAB6}"/>
              </a:ext>
            </a:extLst>
          </p:cNvPr>
          <p:cNvGrpSpPr/>
          <p:nvPr/>
        </p:nvGrpSpPr>
        <p:grpSpPr>
          <a:xfrm>
            <a:off x="7112751" y="1503192"/>
            <a:ext cx="382007" cy="393543"/>
            <a:chOff x="3618439" y="739407"/>
            <a:chExt cx="382007" cy="393543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305466BC-5355-EDAE-9C09-7706F979AFBD}"/>
                </a:ext>
              </a:extLst>
            </p:cNvPr>
            <p:cNvSpPr/>
            <p:nvPr/>
          </p:nvSpPr>
          <p:spPr>
            <a:xfrm>
              <a:off x="3618439" y="771542"/>
              <a:ext cx="355850" cy="3614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E2EA4C2A-1A16-A968-06EF-F274C8AE5691}"/>
                </a:ext>
              </a:extLst>
            </p:cNvPr>
            <p:cNvSpPr txBox="1"/>
            <p:nvPr/>
          </p:nvSpPr>
          <p:spPr>
            <a:xfrm>
              <a:off x="3626626" y="739407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v</a:t>
              </a:r>
              <a:r>
                <a:rPr lang="en-US" altLang="zh-CN" baseline="-25000"/>
                <a:t>6</a:t>
              </a:r>
              <a:endParaRPr lang="zh-CN" altLang="en-US" baseline="-25000"/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10B9495E-7F66-7192-CB15-F0F0D49735EC}"/>
              </a:ext>
            </a:extLst>
          </p:cNvPr>
          <p:cNvSpPr txBox="1"/>
          <p:nvPr/>
        </p:nvSpPr>
        <p:spPr>
          <a:xfrm>
            <a:off x="6396819" y="168323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3F93C93-5D07-4105-CF81-1CCB45D8610A}"/>
              </a:ext>
            </a:extLst>
          </p:cNvPr>
          <p:cNvSpPr txBox="1"/>
          <p:nvPr/>
        </p:nvSpPr>
        <p:spPr>
          <a:xfrm>
            <a:off x="7558055" y="152385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工程结束</a:t>
            </a:r>
          </a:p>
        </p:txBody>
      </p:sp>
    </p:spTree>
    <p:extLst>
      <p:ext uri="{BB962C8B-B14F-4D97-AF65-F5344CB8AC3E}">
        <p14:creationId xmlns:p14="http://schemas.microsoft.com/office/powerpoint/2010/main" val="21416213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40224-4242-005B-7F28-0F63241D1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0E91296-2C99-7EDF-BA8D-2AB536BE84F5}"/>
              </a:ext>
            </a:extLst>
          </p:cNvPr>
          <p:cNvSpPr txBox="1"/>
          <p:nvPr/>
        </p:nvSpPr>
        <p:spPr>
          <a:xfrm>
            <a:off x="2701311" y="164730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978100C-AB14-9AF7-3C1C-D265FCED4B3B}"/>
              </a:ext>
            </a:extLst>
          </p:cNvPr>
          <p:cNvGrpSpPr/>
          <p:nvPr/>
        </p:nvGrpSpPr>
        <p:grpSpPr>
          <a:xfrm>
            <a:off x="1737132" y="1518917"/>
            <a:ext cx="373820" cy="402795"/>
            <a:chOff x="1233537" y="1442607"/>
            <a:chExt cx="373820" cy="402795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8C1A2EE4-0933-34D7-5CAA-C520A1857DEA}"/>
                </a:ext>
              </a:extLst>
            </p:cNvPr>
            <p:cNvSpPr/>
            <p:nvPr/>
          </p:nvSpPr>
          <p:spPr>
            <a:xfrm>
              <a:off x="1245353" y="1483994"/>
              <a:ext cx="355850" cy="3614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9470579-8339-26B2-57E0-FAAF56BE5FD5}"/>
                </a:ext>
              </a:extLst>
            </p:cNvPr>
            <p:cNvSpPr txBox="1"/>
            <p:nvPr/>
          </p:nvSpPr>
          <p:spPr>
            <a:xfrm>
              <a:off x="1233537" y="1442607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v</a:t>
              </a:r>
              <a:r>
                <a:rPr lang="en-US" altLang="zh-CN" baseline="-25000"/>
                <a:t>0</a:t>
              </a:r>
              <a:endParaRPr lang="zh-CN" altLang="en-US" baseline="-25000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C2E1DB9C-2C33-AE20-DC02-F10C309B5850}"/>
              </a:ext>
            </a:extLst>
          </p:cNvPr>
          <p:cNvGrpSpPr/>
          <p:nvPr/>
        </p:nvGrpSpPr>
        <p:grpSpPr>
          <a:xfrm>
            <a:off x="2652392" y="295530"/>
            <a:ext cx="373820" cy="409831"/>
            <a:chOff x="2271637" y="2043670"/>
            <a:chExt cx="373820" cy="409831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D425F8EE-5EA5-358E-D053-A0968C30E466}"/>
                </a:ext>
              </a:extLst>
            </p:cNvPr>
            <p:cNvSpPr/>
            <p:nvPr/>
          </p:nvSpPr>
          <p:spPr>
            <a:xfrm>
              <a:off x="2280622" y="2092093"/>
              <a:ext cx="355850" cy="3614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0B3BC1F-D8C2-029D-2E03-0C4666B392DA}"/>
                </a:ext>
              </a:extLst>
            </p:cNvPr>
            <p:cNvSpPr txBox="1"/>
            <p:nvPr/>
          </p:nvSpPr>
          <p:spPr>
            <a:xfrm>
              <a:off x="2271637" y="2043670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v</a:t>
              </a:r>
              <a:r>
                <a:rPr lang="en-US" altLang="zh-CN" baseline="-25000"/>
                <a:t>2</a:t>
              </a:r>
              <a:endParaRPr lang="zh-CN" altLang="en-US" baseline="-250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F0F3D75-9809-FAF4-4996-B81201BB18B9}"/>
              </a:ext>
            </a:extLst>
          </p:cNvPr>
          <p:cNvGrpSpPr/>
          <p:nvPr/>
        </p:nvGrpSpPr>
        <p:grpSpPr>
          <a:xfrm>
            <a:off x="3756624" y="1518372"/>
            <a:ext cx="373820" cy="369332"/>
            <a:chOff x="2280622" y="770654"/>
            <a:chExt cx="373820" cy="369332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D939FE4A-B317-CB97-4B34-F31EAE9A740A}"/>
                </a:ext>
              </a:extLst>
            </p:cNvPr>
            <p:cNvSpPr/>
            <p:nvPr/>
          </p:nvSpPr>
          <p:spPr>
            <a:xfrm>
              <a:off x="2280622" y="771542"/>
              <a:ext cx="355850" cy="3614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59A81D3-9635-55AE-9487-26846291EF8D}"/>
                </a:ext>
              </a:extLst>
            </p:cNvPr>
            <p:cNvSpPr txBox="1"/>
            <p:nvPr/>
          </p:nvSpPr>
          <p:spPr>
            <a:xfrm>
              <a:off x="2280622" y="770654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v</a:t>
              </a:r>
              <a:r>
                <a:rPr lang="en-US" altLang="zh-CN" baseline="-25000"/>
                <a:t>1</a:t>
              </a:r>
              <a:endParaRPr lang="zh-CN" altLang="en-US" baseline="-25000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989B30FA-46DE-D13C-ECEA-C11690E283EF}"/>
              </a:ext>
            </a:extLst>
          </p:cNvPr>
          <p:cNvGrpSpPr/>
          <p:nvPr/>
        </p:nvGrpSpPr>
        <p:grpSpPr>
          <a:xfrm>
            <a:off x="5608120" y="1498566"/>
            <a:ext cx="373820" cy="402795"/>
            <a:chOff x="4496076" y="1442607"/>
            <a:chExt cx="373820" cy="402795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6E9C662-BFAD-2BCA-9749-6D574BC4FE07}"/>
                </a:ext>
              </a:extLst>
            </p:cNvPr>
            <p:cNvSpPr/>
            <p:nvPr/>
          </p:nvSpPr>
          <p:spPr>
            <a:xfrm>
              <a:off x="4505061" y="1483994"/>
              <a:ext cx="355850" cy="3614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5D8C299-1480-1A73-77B9-5E2A3FEAC3B4}"/>
                </a:ext>
              </a:extLst>
            </p:cNvPr>
            <p:cNvSpPr txBox="1"/>
            <p:nvPr/>
          </p:nvSpPr>
          <p:spPr>
            <a:xfrm>
              <a:off x="4496076" y="1442607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v</a:t>
              </a:r>
              <a:r>
                <a:rPr lang="en-US" altLang="zh-CN" baseline="-25000"/>
                <a:t>5</a:t>
              </a:r>
              <a:endParaRPr lang="zh-CN" altLang="en-US" baseline="-25000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4CA743C-7E33-4D23-975C-11FAFFC057EF}"/>
              </a:ext>
            </a:extLst>
          </p:cNvPr>
          <p:cNvGrpSpPr/>
          <p:nvPr/>
        </p:nvGrpSpPr>
        <p:grpSpPr>
          <a:xfrm>
            <a:off x="3743545" y="2878345"/>
            <a:ext cx="382007" cy="393543"/>
            <a:chOff x="3618439" y="739407"/>
            <a:chExt cx="382007" cy="393543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53E3AA9-7944-6755-E693-7FCA4ADE0F64}"/>
                </a:ext>
              </a:extLst>
            </p:cNvPr>
            <p:cNvSpPr/>
            <p:nvPr/>
          </p:nvSpPr>
          <p:spPr>
            <a:xfrm>
              <a:off x="3618439" y="771542"/>
              <a:ext cx="355850" cy="3614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044FE7F-45E1-570B-D00A-3EEF41B395EF}"/>
                </a:ext>
              </a:extLst>
            </p:cNvPr>
            <p:cNvSpPr txBox="1"/>
            <p:nvPr/>
          </p:nvSpPr>
          <p:spPr>
            <a:xfrm>
              <a:off x="3626626" y="739407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v</a:t>
              </a:r>
              <a:r>
                <a:rPr lang="en-US" altLang="zh-CN" baseline="-25000"/>
                <a:t>3</a:t>
              </a:r>
              <a:endParaRPr lang="zh-CN" altLang="en-US" baseline="-250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D08170C2-A415-A4CE-6CF1-67778E514F1A}"/>
              </a:ext>
            </a:extLst>
          </p:cNvPr>
          <p:cNvGrpSpPr/>
          <p:nvPr/>
        </p:nvGrpSpPr>
        <p:grpSpPr>
          <a:xfrm>
            <a:off x="4826171" y="295530"/>
            <a:ext cx="373820" cy="409831"/>
            <a:chOff x="3609454" y="2043670"/>
            <a:chExt cx="373820" cy="409831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734DCD3C-530C-DCF7-1D22-D1B0A7EA0308}"/>
                </a:ext>
              </a:extLst>
            </p:cNvPr>
            <p:cNvSpPr/>
            <p:nvPr/>
          </p:nvSpPr>
          <p:spPr>
            <a:xfrm>
              <a:off x="3618439" y="2092093"/>
              <a:ext cx="355850" cy="3614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CC9092C-BA1E-A968-96A2-BA95BF26D463}"/>
                </a:ext>
              </a:extLst>
            </p:cNvPr>
            <p:cNvSpPr txBox="1"/>
            <p:nvPr/>
          </p:nvSpPr>
          <p:spPr>
            <a:xfrm>
              <a:off x="3609454" y="2043670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v</a:t>
              </a:r>
              <a:r>
                <a:rPr lang="en-US" altLang="zh-CN" baseline="-25000"/>
                <a:t>4</a:t>
              </a:r>
              <a:endParaRPr lang="zh-CN" altLang="en-US" baseline="-25000"/>
            </a:p>
          </p:txBody>
        </p:sp>
      </p:grp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5887DBF1-33EC-5A95-A7BE-59647ECF2973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 flipV="1">
            <a:off x="2110952" y="1703038"/>
            <a:ext cx="1645672" cy="54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5EEF626F-634F-F9A2-6809-D37FCCA02EAE}"/>
              </a:ext>
            </a:extLst>
          </p:cNvPr>
          <p:cNvCxnSpPr>
            <a:cxnSpLocks/>
            <a:stCxn id="6" idx="0"/>
            <a:endCxn id="9" idx="1"/>
          </p:cNvCxnSpPr>
          <p:nvPr/>
        </p:nvCxnSpPr>
        <p:spPr>
          <a:xfrm flipV="1">
            <a:off x="1924042" y="480196"/>
            <a:ext cx="728350" cy="103872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9779DCF9-093F-D63F-5C22-30811D81675A}"/>
              </a:ext>
            </a:extLst>
          </p:cNvPr>
          <p:cNvSpPr txBox="1"/>
          <p:nvPr/>
        </p:nvSpPr>
        <p:spPr>
          <a:xfrm>
            <a:off x="1935451" y="84331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8</a:t>
            </a:r>
            <a:endParaRPr lang="zh-CN" altLang="en-US" sz="1600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EC185CB1-E8CA-6559-FAD7-DEB185D0F28F}"/>
              </a:ext>
            </a:extLst>
          </p:cNvPr>
          <p:cNvCxnSpPr>
            <a:cxnSpLocks/>
            <a:stCxn id="8" idx="5"/>
            <a:endCxn id="12" idx="0"/>
          </p:cNvCxnSpPr>
          <p:nvPr/>
        </p:nvCxnSpPr>
        <p:spPr>
          <a:xfrm>
            <a:off x="2965114" y="652434"/>
            <a:ext cx="978420" cy="86593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1B51A1FC-EFB6-5027-9DB8-E4B5989C6E2D}"/>
              </a:ext>
            </a:extLst>
          </p:cNvPr>
          <p:cNvSpPr txBox="1"/>
          <p:nvPr/>
        </p:nvSpPr>
        <p:spPr>
          <a:xfrm>
            <a:off x="3153255" y="92358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3B54E9F-151D-20EE-2DA8-FB1341B3B0B9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3943534" y="590454"/>
            <a:ext cx="917811" cy="92791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E262AD7D-F084-BDE2-B112-A91156CE0F04}"/>
              </a:ext>
            </a:extLst>
          </p:cNvPr>
          <p:cNvSpPr txBox="1"/>
          <p:nvPr/>
        </p:nvSpPr>
        <p:spPr>
          <a:xfrm>
            <a:off x="4393431" y="93088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F3262B33-6D21-A273-A529-1B824CB6D9F1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5135396" y="650718"/>
            <a:ext cx="659634" cy="84784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30A23374-61D4-B7CB-1B93-74B7AA96AC3B}"/>
              </a:ext>
            </a:extLst>
          </p:cNvPr>
          <p:cNvSpPr txBox="1"/>
          <p:nvPr/>
        </p:nvSpPr>
        <p:spPr>
          <a:xfrm>
            <a:off x="5690905" y="91353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F13416CE-3CEC-0D22-CFBA-F66820F9BDA6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 flipV="1">
            <a:off x="4130444" y="1683232"/>
            <a:ext cx="1477676" cy="19806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063BD051-1657-D297-40D1-546859AA75A5}"/>
              </a:ext>
            </a:extLst>
          </p:cNvPr>
          <p:cNvSpPr txBox="1"/>
          <p:nvPr/>
        </p:nvSpPr>
        <p:spPr>
          <a:xfrm>
            <a:off x="4910158" y="164883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3B0BB0F3-2654-ED88-4FE1-B7BCD30ADB44}"/>
              </a:ext>
            </a:extLst>
          </p:cNvPr>
          <p:cNvCxnSpPr>
            <a:cxnSpLocks/>
            <a:stCxn id="5" idx="4"/>
            <a:endCxn id="18" idx="1"/>
          </p:cNvCxnSpPr>
          <p:nvPr/>
        </p:nvCxnSpPr>
        <p:spPr>
          <a:xfrm>
            <a:off x="1926873" y="1921712"/>
            <a:ext cx="1824859" cy="114129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24FF669C-45F6-C8DF-2BA7-91D2881F9C01}"/>
              </a:ext>
            </a:extLst>
          </p:cNvPr>
          <p:cNvSpPr txBox="1"/>
          <p:nvPr/>
        </p:nvSpPr>
        <p:spPr>
          <a:xfrm>
            <a:off x="2240022" y="227813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76AC1A97-1B88-3D53-B72A-AD967BA7CD90}"/>
              </a:ext>
            </a:extLst>
          </p:cNvPr>
          <p:cNvCxnSpPr>
            <a:cxnSpLocks/>
            <a:stCxn id="18" idx="3"/>
            <a:endCxn id="14" idx="3"/>
          </p:cNvCxnSpPr>
          <p:nvPr/>
        </p:nvCxnSpPr>
        <p:spPr>
          <a:xfrm flipV="1">
            <a:off x="4125552" y="1848434"/>
            <a:ext cx="1543666" cy="1214577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D55482CE-E626-6454-CAC3-2F52D47F335B}"/>
              </a:ext>
            </a:extLst>
          </p:cNvPr>
          <p:cNvSpPr txBox="1"/>
          <p:nvPr/>
        </p:nvSpPr>
        <p:spPr>
          <a:xfrm>
            <a:off x="5056192" y="236216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17916162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47301-83F7-EFB3-02A9-8FEF0F966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937CD38C-CF17-BAD3-5A7A-77BCA328A302}"/>
              </a:ext>
            </a:extLst>
          </p:cNvPr>
          <p:cNvSpPr/>
          <p:nvPr/>
        </p:nvSpPr>
        <p:spPr>
          <a:xfrm>
            <a:off x="1546521" y="505664"/>
            <a:ext cx="391885" cy="39188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63E2F7F0-0A8D-E997-AE62-88CCB9FD735E}"/>
              </a:ext>
            </a:extLst>
          </p:cNvPr>
          <p:cNvSpPr/>
          <p:nvPr/>
        </p:nvSpPr>
        <p:spPr>
          <a:xfrm>
            <a:off x="1546521" y="1814535"/>
            <a:ext cx="391885" cy="39188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0E07379-3521-6BC6-D67A-2B7521D074E1}"/>
              </a:ext>
            </a:extLst>
          </p:cNvPr>
          <p:cNvSpPr/>
          <p:nvPr/>
        </p:nvSpPr>
        <p:spPr>
          <a:xfrm>
            <a:off x="3027727" y="505664"/>
            <a:ext cx="391885" cy="39188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2C0BF93-A401-EB38-ACB9-8AEDBDAF9188}"/>
              </a:ext>
            </a:extLst>
          </p:cNvPr>
          <p:cNvSpPr/>
          <p:nvPr/>
        </p:nvSpPr>
        <p:spPr>
          <a:xfrm>
            <a:off x="3027725" y="1814535"/>
            <a:ext cx="391885" cy="39188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E0E3F9A-1ED2-63B8-2C09-64472C2CD99A}"/>
              </a:ext>
            </a:extLst>
          </p:cNvPr>
          <p:cNvCxnSpPr>
            <a:cxnSpLocks/>
            <a:stCxn id="2" idx="5"/>
            <a:endCxn id="8" idx="1"/>
          </p:cNvCxnSpPr>
          <p:nvPr/>
        </p:nvCxnSpPr>
        <p:spPr>
          <a:xfrm>
            <a:off x="1881016" y="840159"/>
            <a:ext cx="1204099" cy="10317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B687952-D49C-208A-9700-4A11909CEC4E}"/>
              </a:ext>
            </a:extLst>
          </p:cNvPr>
          <p:cNvCxnSpPr>
            <a:cxnSpLocks/>
            <a:stCxn id="2" idx="4"/>
            <a:endCxn id="4" idx="0"/>
          </p:cNvCxnSpPr>
          <p:nvPr/>
        </p:nvCxnSpPr>
        <p:spPr>
          <a:xfrm>
            <a:off x="1742464" y="897549"/>
            <a:ext cx="0" cy="91698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D40BFBF-94CC-026A-8CEA-B3C90802ECBA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 flipH="1">
            <a:off x="3223668" y="897549"/>
            <a:ext cx="2" cy="9169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9254FE0-E60D-4F02-87D8-0F8C44D61D9C}"/>
              </a:ext>
            </a:extLst>
          </p:cNvPr>
          <p:cNvCxnSpPr>
            <a:cxnSpLocks/>
            <a:stCxn id="2" idx="6"/>
            <a:endCxn id="6" idx="2"/>
          </p:cNvCxnSpPr>
          <p:nvPr/>
        </p:nvCxnSpPr>
        <p:spPr>
          <a:xfrm>
            <a:off x="1938406" y="701607"/>
            <a:ext cx="108932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EE6BFF9-812E-79A8-4184-C203F1808C4E}"/>
              </a:ext>
            </a:extLst>
          </p:cNvPr>
          <p:cNvCxnSpPr>
            <a:cxnSpLocks/>
            <a:stCxn id="4" idx="6"/>
            <a:endCxn id="8" idx="2"/>
          </p:cNvCxnSpPr>
          <p:nvPr/>
        </p:nvCxnSpPr>
        <p:spPr>
          <a:xfrm>
            <a:off x="1938406" y="2010478"/>
            <a:ext cx="10893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85D6C284-F233-4D10-DDD1-9ED326D658D7}"/>
              </a:ext>
            </a:extLst>
          </p:cNvPr>
          <p:cNvCxnSpPr>
            <a:cxnSpLocks/>
            <a:stCxn id="6" idx="3"/>
            <a:endCxn id="4" idx="7"/>
          </p:cNvCxnSpPr>
          <p:nvPr/>
        </p:nvCxnSpPr>
        <p:spPr>
          <a:xfrm flipH="1">
            <a:off x="1881016" y="840159"/>
            <a:ext cx="1204101" cy="10317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70C43BEF-8161-58DA-B2C8-D5F29C3B9F08}"/>
              </a:ext>
            </a:extLst>
          </p:cNvPr>
          <p:cNvSpPr txBox="1"/>
          <p:nvPr/>
        </p:nvSpPr>
        <p:spPr>
          <a:xfrm>
            <a:off x="2703785" y="897549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?</a:t>
            </a:r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80F8345-4BBA-FE78-DFE3-3B9BDBF12B39}"/>
              </a:ext>
            </a:extLst>
          </p:cNvPr>
          <p:cNvSpPr txBox="1"/>
          <p:nvPr/>
        </p:nvSpPr>
        <p:spPr>
          <a:xfrm>
            <a:off x="1991521" y="851437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?</a:t>
            </a:r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C1CE646-F6A2-3A23-D832-20BF05E64744}"/>
              </a:ext>
            </a:extLst>
          </p:cNvPr>
          <p:cNvSpPr txBox="1"/>
          <p:nvPr/>
        </p:nvSpPr>
        <p:spPr>
          <a:xfrm>
            <a:off x="2379843" y="262999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?</a:t>
            </a:r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6DE772A-38E0-DDD6-4254-F52BB9427436}"/>
              </a:ext>
            </a:extLst>
          </p:cNvPr>
          <p:cNvSpPr txBox="1"/>
          <p:nvPr/>
        </p:nvSpPr>
        <p:spPr>
          <a:xfrm>
            <a:off x="3199750" y="113960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?</a:t>
            </a:r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E2D8C15-467A-CDE7-B92D-9C13BEF7EEE6}"/>
              </a:ext>
            </a:extLst>
          </p:cNvPr>
          <p:cNvSpPr txBox="1"/>
          <p:nvPr/>
        </p:nvSpPr>
        <p:spPr>
          <a:xfrm>
            <a:off x="2350184" y="1963196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?</a:t>
            </a:r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28CC849-F40B-00B2-ECDC-CF1B5559EB01}"/>
              </a:ext>
            </a:extLst>
          </p:cNvPr>
          <p:cNvSpPr txBox="1"/>
          <p:nvPr/>
        </p:nvSpPr>
        <p:spPr>
          <a:xfrm>
            <a:off x="1456810" y="1113346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?</a:t>
            </a:r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DC1D861E-59A0-E87F-A21C-094B728A853E}"/>
              </a:ext>
            </a:extLst>
          </p:cNvPr>
          <p:cNvSpPr/>
          <p:nvPr/>
        </p:nvSpPr>
        <p:spPr>
          <a:xfrm>
            <a:off x="4072758" y="1139604"/>
            <a:ext cx="391885" cy="39188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9FFF7B98-6425-D5C4-7438-6D70A471C6B4}"/>
              </a:ext>
            </a:extLst>
          </p:cNvPr>
          <p:cNvCxnSpPr>
            <a:cxnSpLocks/>
            <a:stCxn id="6" idx="6"/>
            <a:endCxn id="56" idx="1"/>
          </p:cNvCxnSpPr>
          <p:nvPr/>
        </p:nvCxnSpPr>
        <p:spPr>
          <a:xfrm>
            <a:off x="3419612" y="701607"/>
            <a:ext cx="710536" cy="4953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77CA8BED-0EC0-67BF-639F-C7F3009ACF87}"/>
              </a:ext>
            </a:extLst>
          </p:cNvPr>
          <p:cNvCxnSpPr>
            <a:cxnSpLocks/>
            <a:stCxn id="8" idx="6"/>
            <a:endCxn id="56" idx="3"/>
          </p:cNvCxnSpPr>
          <p:nvPr/>
        </p:nvCxnSpPr>
        <p:spPr>
          <a:xfrm flipV="1">
            <a:off x="3419610" y="1474099"/>
            <a:ext cx="710538" cy="53637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B005135B-61C0-C825-80B3-9D3AA03789FC}"/>
              </a:ext>
            </a:extLst>
          </p:cNvPr>
          <p:cNvSpPr txBox="1"/>
          <p:nvPr/>
        </p:nvSpPr>
        <p:spPr>
          <a:xfrm>
            <a:off x="3739991" y="666771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?</a:t>
            </a:r>
            <a:endParaRPr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EDA700B-5251-08FA-4E67-F86E379DD92C}"/>
              </a:ext>
            </a:extLst>
          </p:cNvPr>
          <p:cNvSpPr txBox="1"/>
          <p:nvPr/>
        </p:nvSpPr>
        <p:spPr>
          <a:xfrm>
            <a:off x="3725159" y="1687259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?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8065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3C178-C39D-9D9F-147F-43C3C287D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9AD74286-BD9B-4A98-2919-C7C7DE478FDB}"/>
              </a:ext>
            </a:extLst>
          </p:cNvPr>
          <p:cNvSpPr/>
          <p:nvPr/>
        </p:nvSpPr>
        <p:spPr>
          <a:xfrm>
            <a:off x="2153423" y="1248493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D65BC60-88F4-678F-B926-724BBA67EE31}"/>
              </a:ext>
            </a:extLst>
          </p:cNvPr>
          <p:cNvSpPr/>
          <p:nvPr/>
        </p:nvSpPr>
        <p:spPr>
          <a:xfrm>
            <a:off x="1011390" y="199541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A3AC46B-21ED-F966-C345-63430E197FCD}"/>
              </a:ext>
            </a:extLst>
          </p:cNvPr>
          <p:cNvSpPr/>
          <p:nvPr/>
        </p:nvSpPr>
        <p:spPr>
          <a:xfrm>
            <a:off x="3625318" y="1483116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95DA4E6-C596-A413-E33F-87A3C3825D0C}"/>
              </a:ext>
            </a:extLst>
          </p:cNvPr>
          <p:cNvSpPr/>
          <p:nvPr/>
        </p:nvSpPr>
        <p:spPr>
          <a:xfrm>
            <a:off x="2335499" y="2124820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CBAB65C-448E-B8BD-B47E-6FF045C7B968}"/>
              </a:ext>
            </a:extLst>
          </p:cNvPr>
          <p:cNvCxnSpPr>
            <a:cxnSpLocks/>
            <a:stCxn id="2" idx="2"/>
            <a:endCxn id="3" idx="7"/>
          </p:cNvCxnSpPr>
          <p:nvPr/>
        </p:nvCxnSpPr>
        <p:spPr>
          <a:xfrm flipH="1">
            <a:off x="1334351" y="1437679"/>
            <a:ext cx="819072" cy="6131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194D0C8-785E-4FB6-3F3E-2017BEA76973}"/>
              </a:ext>
            </a:extLst>
          </p:cNvPr>
          <p:cNvCxnSpPr>
            <a:cxnSpLocks/>
            <a:stCxn id="2" idx="6"/>
            <a:endCxn id="4" idx="1"/>
          </p:cNvCxnSpPr>
          <p:nvPr/>
        </p:nvCxnSpPr>
        <p:spPr>
          <a:xfrm>
            <a:off x="2531795" y="1437679"/>
            <a:ext cx="1148934" cy="1008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23A6CC1-A248-2E32-029E-DD24264C56D5}"/>
              </a:ext>
            </a:extLst>
          </p:cNvPr>
          <p:cNvCxnSpPr>
            <a:cxnSpLocks/>
            <a:stCxn id="4" idx="3"/>
            <a:endCxn id="5" idx="6"/>
          </p:cNvCxnSpPr>
          <p:nvPr/>
        </p:nvCxnSpPr>
        <p:spPr>
          <a:xfrm flipH="1">
            <a:off x="2713871" y="1806077"/>
            <a:ext cx="966858" cy="5079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BFB3DD2-6813-548F-DBD8-72F48DB15724}"/>
              </a:ext>
            </a:extLst>
          </p:cNvPr>
          <p:cNvCxnSpPr>
            <a:cxnSpLocks/>
            <a:stCxn id="5" idx="2"/>
            <a:endCxn id="3" idx="5"/>
          </p:cNvCxnSpPr>
          <p:nvPr/>
        </p:nvCxnSpPr>
        <p:spPr>
          <a:xfrm flipH="1">
            <a:off x="1334351" y="2314006"/>
            <a:ext cx="1001148" cy="43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50AC785C-89A3-EE67-9108-AD41BC6D3B94}"/>
              </a:ext>
            </a:extLst>
          </p:cNvPr>
          <p:cNvSpPr txBox="1"/>
          <p:nvPr/>
        </p:nvSpPr>
        <p:spPr>
          <a:xfrm>
            <a:off x="1771654" y="231852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05961B1-6D2D-53BA-C388-E86D4D457A96}"/>
              </a:ext>
            </a:extLst>
          </p:cNvPr>
          <p:cNvSpPr txBox="1"/>
          <p:nvPr/>
        </p:nvSpPr>
        <p:spPr>
          <a:xfrm>
            <a:off x="3288346" y="194467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8758FA2-440F-C827-2A8C-8CBD0CF25D3C}"/>
              </a:ext>
            </a:extLst>
          </p:cNvPr>
          <p:cNvSpPr txBox="1"/>
          <p:nvPr/>
        </p:nvSpPr>
        <p:spPr>
          <a:xfrm>
            <a:off x="1465160" y="13822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C1D3574-6B9A-C52B-6870-B2BC5FB0CCB4}"/>
              </a:ext>
            </a:extLst>
          </p:cNvPr>
          <p:cNvSpPr txBox="1"/>
          <p:nvPr/>
        </p:nvSpPr>
        <p:spPr>
          <a:xfrm>
            <a:off x="2937055" y="116919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DE049942-B5B3-A608-DFDB-CB19D0F93B6E}"/>
              </a:ext>
            </a:extLst>
          </p:cNvPr>
          <p:cNvSpPr/>
          <p:nvPr/>
        </p:nvSpPr>
        <p:spPr>
          <a:xfrm>
            <a:off x="5597509" y="1059307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5192DFC6-A6DC-A404-AB42-A841A40DA05D}"/>
              </a:ext>
            </a:extLst>
          </p:cNvPr>
          <p:cNvSpPr/>
          <p:nvPr/>
        </p:nvSpPr>
        <p:spPr>
          <a:xfrm>
            <a:off x="5097213" y="167230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47767DE6-7B60-1BDD-30A2-AC5117634A7B}"/>
              </a:ext>
            </a:extLst>
          </p:cNvPr>
          <p:cNvSpPr/>
          <p:nvPr/>
        </p:nvSpPr>
        <p:spPr>
          <a:xfrm>
            <a:off x="4668239" y="2318459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6A1F99EE-292F-29E4-A808-CC58207BA680}"/>
              </a:ext>
            </a:extLst>
          </p:cNvPr>
          <p:cNvSpPr/>
          <p:nvPr/>
        </p:nvSpPr>
        <p:spPr>
          <a:xfrm>
            <a:off x="6074432" y="167230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5E1A9FDF-F550-09EC-EF2E-71F971950B75}"/>
              </a:ext>
            </a:extLst>
          </p:cNvPr>
          <p:cNvSpPr/>
          <p:nvPr/>
        </p:nvSpPr>
        <p:spPr>
          <a:xfrm>
            <a:off x="7648616" y="1789663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CB1F9DC5-AF29-EB34-0E1D-B6ECC065AFD1}"/>
              </a:ext>
            </a:extLst>
          </p:cNvPr>
          <p:cNvSpPr/>
          <p:nvPr/>
        </p:nvSpPr>
        <p:spPr>
          <a:xfrm>
            <a:off x="7648616" y="1176569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7F191F4C-B0C6-5BED-8D86-7BADBDC9A9B1}"/>
              </a:ext>
            </a:extLst>
          </p:cNvPr>
          <p:cNvSpPr/>
          <p:nvPr/>
        </p:nvSpPr>
        <p:spPr>
          <a:xfrm>
            <a:off x="7636702" y="56347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3B76295F-17A0-A348-215D-5C9F6BACA8D5}"/>
              </a:ext>
            </a:extLst>
          </p:cNvPr>
          <p:cNvSpPr/>
          <p:nvPr/>
        </p:nvSpPr>
        <p:spPr>
          <a:xfrm>
            <a:off x="7648616" y="2402757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B91C547F-91F6-CAF6-ACFD-418165A7DA5E}"/>
              </a:ext>
            </a:extLst>
          </p:cNvPr>
          <p:cNvCxnSpPr>
            <a:cxnSpLocks/>
            <a:stCxn id="52" idx="0"/>
            <a:endCxn id="50" idx="3"/>
          </p:cNvCxnSpPr>
          <p:nvPr/>
        </p:nvCxnSpPr>
        <p:spPr>
          <a:xfrm flipV="1">
            <a:off x="5286399" y="1382268"/>
            <a:ext cx="366521" cy="2900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A8700F19-184C-4389-A862-3539197C517C}"/>
              </a:ext>
            </a:extLst>
          </p:cNvPr>
          <p:cNvCxnSpPr>
            <a:cxnSpLocks/>
          </p:cNvCxnSpPr>
          <p:nvPr/>
        </p:nvCxnSpPr>
        <p:spPr>
          <a:xfrm flipH="1" flipV="1">
            <a:off x="5907402" y="1382268"/>
            <a:ext cx="343148" cy="2900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374451E3-E2EB-C167-88B5-E00CF98FA700}"/>
              </a:ext>
            </a:extLst>
          </p:cNvPr>
          <p:cNvCxnSpPr>
            <a:cxnSpLocks/>
            <a:stCxn id="52" idx="3"/>
            <a:endCxn id="54" idx="0"/>
          </p:cNvCxnSpPr>
          <p:nvPr/>
        </p:nvCxnSpPr>
        <p:spPr>
          <a:xfrm flipH="1">
            <a:off x="4857425" y="1995263"/>
            <a:ext cx="295199" cy="3231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AD66E2E6-EF91-D0CB-4CE9-E16068D5A05C}"/>
              </a:ext>
            </a:extLst>
          </p:cNvPr>
          <p:cNvCxnSpPr>
            <a:cxnSpLocks/>
            <a:stCxn id="60" idx="0"/>
            <a:endCxn id="62" idx="4"/>
          </p:cNvCxnSpPr>
          <p:nvPr/>
        </p:nvCxnSpPr>
        <p:spPr>
          <a:xfrm flipH="1" flipV="1">
            <a:off x="7825888" y="941847"/>
            <a:ext cx="11914" cy="2347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00620B0D-1EB7-BB72-71A1-2D5F29DF0E72}"/>
              </a:ext>
            </a:extLst>
          </p:cNvPr>
          <p:cNvCxnSpPr>
            <a:cxnSpLocks/>
            <a:stCxn id="60" idx="4"/>
            <a:endCxn id="58" idx="0"/>
          </p:cNvCxnSpPr>
          <p:nvPr/>
        </p:nvCxnSpPr>
        <p:spPr>
          <a:xfrm>
            <a:off x="7837802" y="1554941"/>
            <a:ext cx="0" cy="2347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8637BB04-19E8-5287-4718-678DEF1D8BDF}"/>
              </a:ext>
            </a:extLst>
          </p:cNvPr>
          <p:cNvCxnSpPr>
            <a:cxnSpLocks/>
            <a:stCxn id="58" idx="4"/>
            <a:endCxn id="64" idx="0"/>
          </p:cNvCxnSpPr>
          <p:nvPr/>
        </p:nvCxnSpPr>
        <p:spPr>
          <a:xfrm>
            <a:off x="7837802" y="2168035"/>
            <a:ext cx="0" cy="2347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文本框 84">
            <a:extLst>
              <a:ext uri="{FF2B5EF4-FFF2-40B4-BE49-F238E27FC236}">
                <a16:creationId xmlns:a16="http://schemas.microsoft.com/office/drawing/2014/main" id="{FCBBC001-6024-F1BE-CB97-9CA6EBAF33F8}"/>
              </a:ext>
            </a:extLst>
          </p:cNvPr>
          <p:cNvSpPr txBox="1"/>
          <p:nvPr/>
        </p:nvSpPr>
        <p:spPr>
          <a:xfrm>
            <a:off x="4524138" y="2921890"/>
            <a:ext cx="21467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从</a:t>
            </a:r>
            <a:r>
              <a:rPr lang="en-US" altLang="zh-CN" sz="1600"/>
              <a:t>B</a:t>
            </a:r>
            <a:r>
              <a:rPr lang="zh-CN" altLang="en-US" sz="1600"/>
              <a:t>开始的最小生成树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75B4DCEC-A390-5887-BAFD-B57A2F8B5A4C}"/>
              </a:ext>
            </a:extLst>
          </p:cNvPr>
          <p:cNvSpPr txBox="1"/>
          <p:nvPr/>
        </p:nvSpPr>
        <p:spPr>
          <a:xfrm>
            <a:off x="6819012" y="2921890"/>
            <a:ext cx="2172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从</a:t>
            </a:r>
            <a:r>
              <a:rPr lang="en-US" altLang="zh-CN" sz="1600"/>
              <a:t>D</a:t>
            </a:r>
            <a:r>
              <a:rPr lang="zh-CN" altLang="en-US" sz="1600"/>
              <a:t>开始的最小生成树</a:t>
            </a:r>
          </a:p>
        </p:txBody>
      </p:sp>
    </p:spTree>
    <p:extLst>
      <p:ext uri="{BB962C8B-B14F-4D97-AF65-F5344CB8AC3E}">
        <p14:creationId xmlns:p14="http://schemas.microsoft.com/office/powerpoint/2010/main" val="35018679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CD81B-7276-4DD9-983E-B94C9D326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椭圆 17">
            <a:extLst>
              <a:ext uri="{FF2B5EF4-FFF2-40B4-BE49-F238E27FC236}">
                <a16:creationId xmlns:a16="http://schemas.microsoft.com/office/drawing/2014/main" id="{757F0D1B-B64B-21ED-ABCB-F058E65106D4}"/>
              </a:ext>
            </a:extLst>
          </p:cNvPr>
          <p:cNvSpPr/>
          <p:nvPr/>
        </p:nvSpPr>
        <p:spPr>
          <a:xfrm>
            <a:off x="1698475" y="658413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B44E476-9A18-5042-0A15-D0EB8F827B3F}"/>
              </a:ext>
            </a:extLst>
          </p:cNvPr>
          <p:cNvSpPr/>
          <p:nvPr/>
        </p:nvSpPr>
        <p:spPr>
          <a:xfrm>
            <a:off x="3026532" y="1873860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CBF1E4D0-E717-5FF7-CB0A-DB492CAF6C08}"/>
              </a:ext>
            </a:extLst>
          </p:cNvPr>
          <p:cNvSpPr/>
          <p:nvPr/>
        </p:nvSpPr>
        <p:spPr>
          <a:xfrm>
            <a:off x="1698475" y="1873860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3CE825E5-DE0E-F99D-CD33-1A2BBAFF6DBE}"/>
              </a:ext>
            </a:extLst>
          </p:cNvPr>
          <p:cNvSpPr/>
          <p:nvPr/>
        </p:nvSpPr>
        <p:spPr>
          <a:xfrm>
            <a:off x="3026532" y="658413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C2D105D-11E5-39AE-311A-F4514BE3986A}"/>
              </a:ext>
            </a:extLst>
          </p:cNvPr>
          <p:cNvCxnSpPr>
            <a:cxnSpLocks/>
            <a:stCxn id="24" idx="3"/>
            <a:endCxn id="22" idx="7"/>
          </p:cNvCxnSpPr>
          <p:nvPr/>
        </p:nvCxnSpPr>
        <p:spPr>
          <a:xfrm flipH="1">
            <a:off x="2021436" y="981374"/>
            <a:ext cx="1060507" cy="9478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6B6FCFA-0B29-6E88-326B-372DAD5206BE}"/>
              </a:ext>
            </a:extLst>
          </p:cNvPr>
          <p:cNvCxnSpPr>
            <a:cxnSpLocks/>
            <a:stCxn id="20" idx="1"/>
            <a:endCxn id="18" idx="5"/>
          </p:cNvCxnSpPr>
          <p:nvPr/>
        </p:nvCxnSpPr>
        <p:spPr>
          <a:xfrm flipH="1" flipV="1">
            <a:off x="2021436" y="981374"/>
            <a:ext cx="1060507" cy="9478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933B9A05-8B4E-7CA9-517C-698BFFF357E9}"/>
              </a:ext>
            </a:extLst>
          </p:cNvPr>
          <p:cNvCxnSpPr>
            <a:cxnSpLocks/>
            <a:stCxn id="24" idx="2"/>
            <a:endCxn id="18" idx="6"/>
          </p:cNvCxnSpPr>
          <p:nvPr/>
        </p:nvCxnSpPr>
        <p:spPr>
          <a:xfrm flipH="1">
            <a:off x="2076847" y="847599"/>
            <a:ext cx="94968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C4E667B3-B3B6-BEEB-96F0-6928DFA4E55F}"/>
              </a:ext>
            </a:extLst>
          </p:cNvPr>
          <p:cNvCxnSpPr>
            <a:cxnSpLocks/>
            <a:stCxn id="22" idx="0"/>
            <a:endCxn id="18" idx="4"/>
          </p:cNvCxnSpPr>
          <p:nvPr/>
        </p:nvCxnSpPr>
        <p:spPr>
          <a:xfrm flipV="1">
            <a:off x="1887661" y="1036785"/>
            <a:ext cx="0" cy="8370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2E9B287D-398F-0352-6CF4-265515BA1557}"/>
              </a:ext>
            </a:extLst>
          </p:cNvPr>
          <p:cNvCxnSpPr>
            <a:cxnSpLocks/>
            <a:stCxn id="24" idx="4"/>
            <a:endCxn id="20" idx="0"/>
          </p:cNvCxnSpPr>
          <p:nvPr/>
        </p:nvCxnSpPr>
        <p:spPr>
          <a:xfrm>
            <a:off x="3215718" y="1036785"/>
            <a:ext cx="0" cy="8370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7BDFEF19-491C-4D4B-E018-415A65D979B3}"/>
              </a:ext>
            </a:extLst>
          </p:cNvPr>
          <p:cNvCxnSpPr>
            <a:cxnSpLocks/>
            <a:stCxn id="20" idx="2"/>
            <a:endCxn id="22" idx="6"/>
          </p:cNvCxnSpPr>
          <p:nvPr/>
        </p:nvCxnSpPr>
        <p:spPr>
          <a:xfrm flipH="1">
            <a:off x="2076847" y="2063046"/>
            <a:ext cx="94968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DEBE374A-5222-A9EF-1E2C-B20D2565A49E}"/>
              </a:ext>
            </a:extLst>
          </p:cNvPr>
          <p:cNvSpPr txBox="1"/>
          <p:nvPr/>
        </p:nvSpPr>
        <p:spPr>
          <a:xfrm>
            <a:off x="2351955" y="489136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10</a:t>
            </a:r>
            <a:endParaRPr lang="zh-CN" altLang="en-US" sz="160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6DC1369-DFF3-1DDD-F305-7DB43B0A4E19}"/>
              </a:ext>
            </a:extLst>
          </p:cNvPr>
          <p:cNvSpPr txBox="1"/>
          <p:nvPr/>
        </p:nvSpPr>
        <p:spPr>
          <a:xfrm>
            <a:off x="1963037" y="100128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2B90F9A-4D0A-A935-714D-973358E38002}"/>
              </a:ext>
            </a:extLst>
          </p:cNvPr>
          <p:cNvSpPr txBox="1"/>
          <p:nvPr/>
        </p:nvSpPr>
        <p:spPr>
          <a:xfrm>
            <a:off x="1627203" y="126829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B174448-D03A-1A2C-5749-B759A004C394}"/>
              </a:ext>
            </a:extLst>
          </p:cNvPr>
          <p:cNvSpPr txBox="1"/>
          <p:nvPr/>
        </p:nvSpPr>
        <p:spPr>
          <a:xfrm>
            <a:off x="2405655" y="202754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E26F261-5657-0C70-BE3D-FCAD3E279094}"/>
              </a:ext>
            </a:extLst>
          </p:cNvPr>
          <p:cNvSpPr txBox="1"/>
          <p:nvPr/>
        </p:nvSpPr>
        <p:spPr>
          <a:xfrm>
            <a:off x="2837650" y="103678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C2B84BE-3A18-BB9C-EC05-F662BDC54B1A}"/>
              </a:ext>
            </a:extLst>
          </p:cNvPr>
          <p:cNvSpPr txBox="1"/>
          <p:nvPr/>
        </p:nvSpPr>
        <p:spPr>
          <a:xfrm>
            <a:off x="3175402" y="1268294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11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27733141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B54E0-07FD-6085-AAC6-108D176BD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1A9242A4-77E4-5173-7A70-6739EA45A5D4}"/>
              </a:ext>
            </a:extLst>
          </p:cNvPr>
          <p:cNvSpPr/>
          <p:nvPr/>
        </p:nvSpPr>
        <p:spPr>
          <a:xfrm>
            <a:off x="2860618" y="264937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AAF1899-C1C5-8710-BB94-E8DC3384EA69}"/>
              </a:ext>
            </a:extLst>
          </p:cNvPr>
          <p:cNvSpPr/>
          <p:nvPr/>
        </p:nvSpPr>
        <p:spPr>
          <a:xfrm>
            <a:off x="2860618" y="1436928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3A72D0A-5811-791A-64EA-A73D62DD8A39}"/>
              </a:ext>
            </a:extLst>
          </p:cNvPr>
          <p:cNvSpPr/>
          <p:nvPr/>
        </p:nvSpPr>
        <p:spPr>
          <a:xfrm>
            <a:off x="3823816" y="87387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F35A832-9EF6-8526-EA75-692B075BCB4E}"/>
              </a:ext>
            </a:extLst>
          </p:cNvPr>
          <p:cNvSpPr/>
          <p:nvPr/>
        </p:nvSpPr>
        <p:spPr>
          <a:xfrm>
            <a:off x="3823816" y="184309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BA3E54E-21DE-7FA0-B3BF-B043A553EE7D}"/>
              </a:ext>
            </a:extLst>
          </p:cNvPr>
          <p:cNvSpPr/>
          <p:nvPr/>
        </p:nvSpPr>
        <p:spPr>
          <a:xfrm>
            <a:off x="3823816" y="265464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66EC0C6-5057-2177-5ECF-59D044E84AF2}"/>
              </a:ext>
            </a:extLst>
          </p:cNvPr>
          <p:cNvSpPr/>
          <p:nvPr/>
        </p:nvSpPr>
        <p:spPr>
          <a:xfrm>
            <a:off x="5017492" y="184309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5C4DCEC3-2EB8-2CA3-77F1-5A3C63DCAA74}"/>
              </a:ext>
            </a:extLst>
          </p:cNvPr>
          <p:cNvCxnSpPr>
            <a:cxnSpLocks/>
            <a:stCxn id="5" idx="6"/>
            <a:endCxn id="7" idx="3"/>
          </p:cNvCxnSpPr>
          <p:nvPr/>
        </p:nvCxnSpPr>
        <p:spPr>
          <a:xfrm flipV="1">
            <a:off x="3238990" y="1196835"/>
            <a:ext cx="640237" cy="4292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87E18F49-3052-36A2-6BAE-E62B3D1C4847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3238990" y="1626114"/>
            <a:ext cx="584826" cy="4061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7D94DECB-5F0B-DE97-5878-9788DD28215E}"/>
              </a:ext>
            </a:extLst>
          </p:cNvPr>
          <p:cNvCxnSpPr>
            <a:cxnSpLocks/>
            <a:stCxn id="3" idx="6"/>
            <a:endCxn id="11" idx="2"/>
          </p:cNvCxnSpPr>
          <p:nvPr/>
        </p:nvCxnSpPr>
        <p:spPr>
          <a:xfrm>
            <a:off x="3238990" y="2838558"/>
            <a:ext cx="584826" cy="5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50C6BFC-F9DB-05B8-B214-975A37AEB1CD}"/>
              </a:ext>
            </a:extLst>
          </p:cNvPr>
          <p:cNvCxnSpPr>
            <a:cxnSpLocks/>
            <a:stCxn id="7" idx="6"/>
            <a:endCxn id="13" idx="1"/>
          </p:cNvCxnSpPr>
          <p:nvPr/>
        </p:nvCxnSpPr>
        <p:spPr>
          <a:xfrm>
            <a:off x="4202188" y="1063060"/>
            <a:ext cx="870715" cy="835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204F3485-A279-AD94-05B4-8C8CCA5FDE11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>
            <a:off x="4202188" y="2032278"/>
            <a:ext cx="8153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90D664C1-627A-D06A-EE88-8030FAB1BEF3}"/>
              </a:ext>
            </a:extLst>
          </p:cNvPr>
          <p:cNvCxnSpPr>
            <a:cxnSpLocks/>
            <a:stCxn id="11" idx="6"/>
            <a:endCxn id="13" idx="3"/>
          </p:cNvCxnSpPr>
          <p:nvPr/>
        </p:nvCxnSpPr>
        <p:spPr>
          <a:xfrm flipV="1">
            <a:off x="4202188" y="2166053"/>
            <a:ext cx="870715" cy="6777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887DC105-C3D0-5908-12B1-BE6256E3FAAE}"/>
              </a:ext>
            </a:extLst>
          </p:cNvPr>
          <p:cNvSpPr txBox="1"/>
          <p:nvPr/>
        </p:nvSpPr>
        <p:spPr>
          <a:xfrm>
            <a:off x="2865170" y="1424956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7866C7B-61D8-AFDE-8440-BC40C63E7F07}"/>
              </a:ext>
            </a:extLst>
          </p:cNvPr>
          <p:cNvSpPr txBox="1"/>
          <p:nvPr/>
        </p:nvSpPr>
        <p:spPr>
          <a:xfrm>
            <a:off x="2860618" y="2628360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9A17847-1B94-679F-2CBA-09273D215B67}"/>
              </a:ext>
            </a:extLst>
          </p:cNvPr>
          <p:cNvSpPr txBox="1"/>
          <p:nvPr/>
        </p:nvSpPr>
        <p:spPr>
          <a:xfrm>
            <a:off x="3828368" y="848984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E6CF7FE-C5D3-1715-2E22-9A7A273F964E}"/>
              </a:ext>
            </a:extLst>
          </p:cNvPr>
          <p:cNvSpPr txBox="1"/>
          <p:nvPr/>
        </p:nvSpPr>
        <p:spPr>
          <a:xfrm>
            <a:off x="3838240" y="1822326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1694F5F-EF3B-04AB-4A1A-852534DD85BE}"/>
              </a:ext>
            </a:extLst>
          </p:cNvPr>
          <p:cNvSpPr txBox="1"/>
          <p:nvPr/>
        </p:nvSpPr>
        <p:spPr>
          <a:xfrm>
            <a:off x="3832920" y="2642882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368F4BD-BF48-4FD6-6E8D-491309EFB03F}"/>
              </a:ext>
            </a:extLst>
          </p:cNvPr>
          <p:cNvSpPr txBox="1"/>
          <p:nvPr/>
        </p:nvSpPr>
        <p:spPr>
          <a:xfrm>
            <a:off x="5027364" y="1808430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zh-CN" altLang="en-US" baseline="-25000"/>
          </a:p>
        </p:txBody>
      </p:sp>
    </p:spTree>
    <p:extLst>
      <p:ext uri="{BB962C8B-B14F-4D97-AF65-F5344CB8AC3E}">
        <p14:creationId xmlns:p14="http://schemas.microsoft.com/office/powerpoint/2010/main" val="35210699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A187D-2688-EA1A-03A5-BBCA04E0E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>
            <a:extLst>
              <a:ext uri="{FF2B5EF4-FFF2-40B4-BE49-F238E27FC236}">
                <a16:creationId xmlns:a16="http://schemas.microsoft.com/office/drawing/2014/main" id="{7B233505-5647-719F-45F3-5AA7AD042C22}"/>
              </a:ext>
            </a:extLst>
          </p:cNvPr>
          <p:cNvSpPr/>
          <p:nvPr/>
        </p:nvSpPr>
        <p:spPr>
          <a:xfrm>
            <a:off x="1423702" y="128903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C8D1EA7A-CC5D-C389-A354-93BA5DED3AD3}"/>
              </a:ext>
            </a:extLst>
          </p:cNvPr>
          <p:cNvSpPr/>
          <p:nvPr/>
        </p:nvSpPr>
        <p:spPr>
          <a:xfrm>
            <a:off x="2170688" y="48649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2733678B-E5D7-54DA-9F98-DC238620BE08}"/>
              </a:ext>
            </a:extLst>
          </p:cNvPr>
          <p:cNvSpPr/>
          <p:nvPr/>
        </p:nvSpPr>
        <p:spPr>
          <a:xfrm>
            <a:off x="2990494" y="128903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1AFBFBB6-2397-F100-2997-B3FEDAE4A968}"/>
              </a:ext>
            </a:extLst>
          </p:cNvPr>
          <p:cNvSpPr/>
          <p:nvPr/>
        </p:nvSpPr>
        <p:spPr>
          <a:xfrm>
            <a:off x="2170688" y="2036771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E2DC0234-D1AD-8757-8C57-DECE2B31D3FD}"/>
              </a:ext>
            </a:extLst>
          </p:cNvPr>
          <p:cNvSpPr/>
          <p:nvPr/>
        </p:nvSpPr>
        <p:spPr>
          <a:xfrm>
            <a:off x="4111347" y="128903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F0A37F23-D9C3-9B81-C493-3E31E801CDAC}"/>
              </a:ext>
            </a:extLst>
          </p:cNvPr>
          <p:cNvCxnSpPr>
            <a:stCxn id="7" idx="6"/>
            <a:endCxn id="48" idx="2"/>
          </p:cNvCxnSpPr>
          <p:nvPr/>
        </p:nvCxnSpPr>
        <p:spPr>
          <a:xfrm>
            <a:off x="1802074" y="1478220"/>
            <a:ext cx="11884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6DD9902F-CD8F-C599-8E5E-374BD455F512}"/>
              </a:ext>
            </a:extLst>
          </p:cNvPr>
          <p:cNvCxnSpPr>
            <a:cxnSpLocks/>
            <a:stCxn id="7" idx="0"/>
            <a:endCxn id="46" idx="2"/>
          </p:cNvCxnSpPr>
          <p:nvPr/>
        </p:nvCxnSpPr>
        <p:spPr>
          <a:xfrm flipV="1">
            <a:off x="1612888" y="675681"/>
            <a:ext cx="557800" cy="6133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4535E48B-6976-EC7E-9F55-8B0195F59CCA}"/>
              </a:ext>
            </a:extLst>
          </p:cNvPr>
          <p:cNvCxnSpPr>
            <a:cxnSpLocks/>
            <a:stCxn id="7" idx="4"/>
            <a:endCxn id="50" idx="2"/>
          </p:cNvCxnSpPr>
          <p:nvPr/>
        </p:nvCxnSpPr>
        <p:spPr>
          <a:xfrm>
            <a:off x="1612888" y="1667406"/>
            <a:ext cx="557800" cy="558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2D9BE7C2-6BCC-ED88-4FCB-D94C7AB224F7}"/>
              </a:ext>
            </a:extLst>
          </p:cNvPr>
          <p:cNvCxnSpPr>
            <a:cxnSpLocks/>
            <a:stCxn id="46" idx="4"/>
            <a:endCxn id="50" idx="0"/>
          </p:cNvCxnSpPr>
          <p:nvPr/>
        </p:nvCxnSpPr>
        <p:spPr>
          <a:xfrm>
            <a:off x="2359874" y="864867"/>
            <a:ext cx="0" cy="1171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8ED36A77-C2BB-9139-DAF2-C1F12A540722}"/>
              </a:ext>
            </a:extLst>
          </p:cNvPr>
          <p:cNvCxnSpPr>
            <a:cxnSpLocks/>
            <a:stCxn id="50" idx="6"/>
            <a:endCxn id="52" idx="3"/>
          </p:cNvCxnSpPr>
          <p:nvPr/>
        </p:nvCxnSpPr>
        <p:spPr>
          <a:xfrm flipV="1">
            <a:off x="2549060" y="1611995"/>
            <a:ext cx="1617698" cy="6139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927DAB01-E5E1-5F89-1AA4-DE79345C31DA}"/>
              </a:ext>
            </a:extLst>
          </p:cNvPr>
          <p:cNvCxnSpPr>
            <a:cxnSpLocks/>
            <a:stCxn id="48" idx="6"/>
            <a:endCxn id="52" idx="2"/>
          </p:cNvCxnSpPr>
          <p:nvPr/>
        </p:nvCxnSpPr>
        <p:spPr>
          <a:xfrm>
            <a:off x="3368866" y="1478220"/>
            <a:ext cx="7424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椭圆 70">
            <a:extLst>
              <a:ext uri="{FF2B5EF4-FFF2-40B4-BE49-F238E27FC236}">
                <a16:creationId xmlns:a16="http://schemas.microsoft.com/office/drawing/2014/main" id="{F8CA6E16-562C-142E-61C2-BF8858D09E5F}"/>
              </a:ext>
            </a:extLst>
          </p:cNvPr>
          <p:cNvSpPr/>
          <p:nvPr/>
        </p:nvSpPr>
        <p:spPr>
          <a:xfrm>
            <a:off x="1702602" y="421723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D1AD0FC7-C437-2A9B-E386-19283F69CD86}"/>
              </a:ext>
            </a:extLst>
          </p:cNvPr>
          <p:cNvSpPr/>
          <p:nvPr/>
        </p:nvSpPr>
        <p:spPr>
          <a:xfrm>
            <a:off x="2853859" y="340732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86A2705C-9206-74CF-3F45-0D33AFD7B9BF}"/>
              </a:ext>
            </a:extLst>
          </p:cNvPr>
          <p:cNvSpPr/>
          <p:nvPr/>
        </p:nvSpPr>
        <p:spPr>
          <a:xfrm>
            <a:off x="2853859" y="474763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96622D15-9AC1-DC8A-AC20-99372CCA41EB}"/>
              </a:ext>
            </a:extLst>
          </p:cNvPr>
          <p:cNvCxnSpPr>
            <a:cxnSpLocks/>
            <a:stCxn id="71" idx="7"/>
            <a:endCxn id="73" idx="2"/>
          </p:cNvCxnSpPr>
          <p:nvPr/>
        </p:nvCxnSpPr>
        <p:spPr>
          <a:xfrm flipV="1">
            <a:off x="2025563" y="3596508"/>
            <a:ext cx="828296" cy="676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9E410C37-8BC4-A411-CF87-485F0FB0FEE6}"/>
              </a:ext>
            </a:extLst>
          </p:cNvPr>
          <p:cNvCxnSpPr>
            <a:cxnSpLocks/>
            <a:stCxn id="71" idx="5"/>
            <a:endCxn id="75" idx="2"/>
          </p:cNvCxnSpPr>
          <p:nvPr/>
        </p:nvCxnSpPr>
        <p:spPr>
          <a:xfrm>
            <a:off x="2025563" y="4540195"/>
            <a:ext cx="828296" cy="3966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椭圆 82">
            <a:extLst>
              <a:ext uri="{FF2B5EF4-FFF2-40B4-BE49-F238E27FC236}">
                <a16:creationId xmlns:a16="http://schemas.microsoft.com/office/drawing/2014/main" id="{6B7336B1-2D4A-F719-E4CA-142F79313AB1}"/>
              </a:ext>
            </a:extLst>
          </p:cNvPr>
          <p:cNvSpPr/>
          <p:nvPr/>
        </p:nvSpPr>
        <p:spPr>
          <a:xfrm>
            <a:off x="4111347" y="389130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7FD3B891-5997-7D4E-512F-4C1F0FB9E61E}"/>
              </a:ext>
            </a:extLst>
          </p:cNvPr>
          <p:cNvSpPr/>
          <p:nvPr/>
        </p:nvSpPr>
        <p:spPr>
          <a:xfrm>
            <a:off x="4111347" y="275093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283E4962-E9B0-7C0C-4B10-2E199928F3B2}"/>
              </a:ext>
            </a:extLst>
          </p:cNvPr>
          <p:cNvCxnSpPr>
            <a:cxnSpLocks/>
            <a:stCxn id="73" idx="7"/>
            <a:endCxn id="85" idx="2"/>
          </p:cNvCxnSpPr>
          <p:nvPr/>
        </p:nvCxnSpPr>
        <p:spPr>
          <a:xfrm flipV="1">
            <a:off x="3176820" y="2940118"/>
            <a:ext cx="934527" cy="5226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6E98D9CF-C73F-FF88-41EB-B0BE1C6F3D8E}"/>
              </a:ext>
            </a:extLst>
          </p:cNvPr>
          <p:cNvCxnSpPr>
            <a:cxnSpLocks/>
            <a:stCxn id="73" idx="5"/>
            <a:endCxn id="83" idx="2"/>
          </p:cNvCxnSpPr>
          <p:nvPr/>
        </p:nvCxnSpPr>
        <p:spPr>
          <a:xfrm>
            <a:off x="3176820" y="3730283"/>
            <a:ext cx="934527" cy="3502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3" name="椭圆 92">
            <a:extLst>
              <a:ext uri="{FF2B5EF4-FFF2-40B4-BE49-F238E27FC236}">
                <a16:creationId xmlns:a16="http://schemas.microsoft.com/office/drawing/2014/main" id="{9DFE8149-D581-0347-5C27-19E1643E4F04}"/>
              </a:ext>
            </a:extLst>
          </p:cNvPr>
          <p:cNvSpPr/>
          <p:nvPr/>
        </p:nvSpPr>
        <p:spPr>
          <a:xfrm>
            <a:off x="5113958" y="275093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A5DF649C-77F1-66BB-A916-2B7122C40710}"/>
              </a:ext>
            </a:extLst>
          </p:cNvPr>
          <p:cNvSpPr/>
          <p:nvPr/>
        </p:nvSpPr>
        <p:spPr>
          <a:xfrm>
            <a:off x="6024007" y="275093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517F087B-7D8B-5825-6F86-405B54DEBA43}"/>
              </a:ext>
            </a:extLst>
          </p:cNvPr>
          <p:cNvCxnSpPr>
            <a:cxnSpLocks/>
            <a:stCxn id="85" idx="6"/>
            <a:endCxn id="93" idx="2"/>
          </p:cNvCxnSpPr>
          <p:nvPr/>
        </p:nvCxnSpPr>
        <p:spPr>
          <a:xfrm>
            <a:off x="4489719" y="2940118"/>
            <a:ext cx="6242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8032B792-12B3-23B4-6A58-B8D1CCF4F731}"/>
              </a:ext>
            </a:extLst>
          </p:cNvPr>
          <p:cNvCxnSpPr>
            <a:cxnSpLocks/>
            <a:stCxn id="93" idx="6"/>
            <a:endCxn id="95" idx="2"/>
          </p:cNvCxnSpPr>
          <p:nvPr/>
        </p:nvCxnSpPr>
        <p:spPr>
          <a:xfrm>
            <a:off x="5492330" y="2940118"/>
            <a:ext cx="5316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4" name="椭圆 143">
            <a:extLst>
              <a:ext uri="{FF2B5EF4-FFF2-40B4-BE49-F238E27FC236}">
                <a16:creationId xmlns:a16="http://schemas.microsoft.com/office/drawing/2014/main" id="{46850DC4-662B-4A18-7C03-D9C256F67F77}"/>
              </a:ext>
            </a:extLst>
          </p:cNvPr>
          <p:cNvSpPr/>
          <p:nvPr/>
        </p:nvSpPr>
        <p:spPr>
          <a:xfrm>
            <a:off x="5113958" y="389130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146" name="椭圆 145">
            <a:extLst>
              <a:ext uri="{FF2B5EF4-FFF2-40B4-BE49-F238E27FC236}">
                <a16:creationId xmlns:a16="http://schemas.microsoft.com/office/drawing/2014/main" id="{38A41422-A08B-BCC6-3674-FA5A92F2E34F}"/>
              </a:ext>
            </a:extLst>
          </p:cNvPr>
          <p:cNvSpPr/>
          <p:nvPr/>
        </p:nvSpPr>
        <p:spPr>
          <a:xfrm>
            <a:off x="6024007" y="389130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D8ED8099-D8AB-4D8F-9F39-04EE89C07499}"/>
              </a:ext>
            </a:extLst>
          </p:cNvPr>
          <p:cNvCxnSpPr>
            <a:cxnSpLocks/>
            <a:stCxn id="83" idx="6"/>
            <a:endCxn id="144" idx="2"/>
          </p:cNvCxnSpPr>
          <p:nvPr/>
        </p:nvCxnSpPr>
        <p:spPr>
          <a:xfrm>
            <a:off x="4489719" y="4080488"/>
            <a:ext cx="6242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2C446AC2-4CA8-B2FA-410C-877C450EA83F}"/>
              </a:ext>
            </a:extLst>
          </p:cNvPr>
          <p:cNvCxnSpPr>
            <a:cxnSpLocks/>
            <a:stCxn id="144" idx="6"/>
            <a:endCxn id="146" idx="2"/>
          </p:cNvCxnSpPr>
          <p:nvPr/>
        </p:nvCxnSpPr>
        <p:spPr>
          <a:xfrm>
            <a:off x="5492330" y="4080488"/>
            <a:ext cx="5316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4" name="椭圆 153">
            <a:extLst>
              <a:ext uri="{FF2B5EF4-FFF2-40B4-BE49-F238E27FC236}">
                <a16:creationId xmlns:a16="http://schemas.microsoft.com/office/drawing/2014/main" id="{CE462352-A0D6-01B2-5E7D-1714076328D7}"/>
              </a:ext>
            </a:extLst>
          </p:cNvPr>
          <p:cNvSpPr/>
          <p:nvPr/>
        </p:nvSpPr>
        <p:spPr>
          <a:xfrm>
            <a:off x="4111347" y="474526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156" name="椭圆 155">
            <a:extLst>
              <a:ext uri="{FF2B5EF4-FFF2-40B4-BE49-F238E27FC236}">
                <a16:creationId xmlns:a16="http://schemas.microsoft.com/office/drawing/2014/main" id="{8A8FCD08-9C8D-C5A6-3ED9-A3B6680EC003}"/>
              </a:ext>
            </a:extLst>
          </p:cNvPr>
          <p:cNvSpPr/>
          <p:nvPr/>
        </p:nvSpPr>
        <p:spPr>
          <a:xfrm>
            <a:off x="5113958" y="474526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158" name="椭圆 157">
            <a:extLst>
              <a:ext uri="{FF2B5EF4-FFF2-40B4-BE49-F238E27FC236}">
                <a16:creationId xmlns:a16="http://schemas.microsoft.com/office/drawing/2014/main" id="{414EF2C0-3382-0494-562B-C64C8F6B1338}"/>
              </a:ext>
            </a:extLst>
          </p:cNvPr>
          <p:cNvSpPr/>
          <p:nvPr/>
        </p:nvSpPr>
        <p:spPr>
          <a:xfrm>
            <a:off x="6024007" y="474526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64AC2A8D-39AB-E3D8-7969-F3458FEBF6D3}"/>
              </a:ext>
            </a:extLst>
          </p:cNvPr>
          <p:cNvSpPr txBox="1"/>
          <p:nvPr/>
        </p:nvSpPr>
        <p:spPr>
          <a:xfrm>
            <a:off x="1518704" y="5286563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第</a:t>
            </a:r>
            <a:r>
              <a:rPr lang="en-US" altLang="zh-CN" sz="1600"/>
              <a:t>1</a:t>
            </a:r>
            <a:r>
              <a:rPr lang="zh-CN" altLang="en-US" sz="1600"/>
              <a:t>步</a:t>
            </a:r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A8849BF5-86AD-B3ED-9AEF-4CD40DB74428}"/>
              </a:ext>
            </a:extLst>
          </p:cNvPr>
          <p:cNvSpPr txBox="1"/>
          <p:nvPr/>
        </p:nvSpPr>
        <p:spPr>
          <a:xfrm>
            <a:off x="2666302" y="5295617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第</a:t>
            </a:r>
            <a:r>
              <a:rPr lang="en-US" altLang="zh-CN" sz="1600"/>
              <a:t>2</a:t>
            </a:r>
            <a:r>
              <a:rPr lang="zh-CN" altLang="en-US" sz="1600"/>
              <a:t>步</a:t>
            </a: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A1C52303-E06E-A0CB-4FA7-AD2118270DD1}"/>
              </a:ext>
            </a:extLst>
          </p:cNvPr>
          <p:cNvSpPr txBox="1"/>
          <p:nvPr/>
        </p:nvSpPr>
        <p:spPr>
          <a:xfrm>
            <a:off x="3881748" y="5304642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第</a:t>
            </a:r>
            <a:r>
              <a:rPr lang="en-US" altLang="zh-CN" sz="1600"/>
              <a:t>3</a:t>
            </a:r>
            <a:r>
              <a:rPr lang="zh-CN" altLang="en-US" sz="1600"/>
              <a:t>步</a:t>
            </a:r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DA310F53-D9A5-9018-2D0C-7A32D1D48D24}"/>
              </a:ext>
            </a:extLst>
          </p:cNvPr>
          <p:cNvSpPr txBox="1"/>
          <p:nvPr/>
        </p:nvSpPr>
        <p:spPr>
          <a:xfrm>
            <a:off x="4895245" y="5304642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第</a:t>
            </a:r>
            <a:r>
              <a:rPr lang="en-US" altLang="zh-CN" sz="1600"/>
              <a:t>4</a:t>
            </a:r>
            <a:r>
              <a:rPr lang="zh-CN" altLang="en-US" sz="1600"/>
              <a:t>步</a:t>
            </a:r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79742321-8DAD-347F-28D8-DAAD3BABAD65}"/>
              </a:ext>
            </a:extLst>
          </p:cNvPr>
          <p:cNvSpPr txBox="1"/>
          <p:nvPr/>
        </p:nvSpPr>
        <p:spPr>
          <a:xfrm>
            <a:off x="5889001" y="5295617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第</a:t>
            </a:r>
            <a:r>
              <a:rPr lang="en-US" altLang="zh-CN" sz="1600"/>
              <a:t>5</a:t>
            </a:r>
            <a:r>
              <a:rPr lang="zh-CN" altLang="en-US" sz="1600"/>
              <a:t>步</a:t>
            </a:r>
          </a:p>
        </p:txBody>
      </p: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3DCE93F1-E3D9-9443-ADA2-4B4412795930}"/>
              </a:ext>
            </a:extLst>
          </p:cNvPr>
          <p:cNvCxnSpPr>
            <a:cxnSpLocks/>
            <a:stCxn id="75" idx="6"/>
            <a:endCxn id="154" idx="2"/>
          </p:cNvCxnSpPr>
          <p:nvPr/>
        </p:nvCxnSpPr>
        <p:spPr>
          <a:xfrm flipV="1">
            <a:off x="3232231" y="4934451"/>
            <a:ext cx="879116" cy="23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直接箭头连接符 170">
            <a:extLst>
              <a:ext uri="{FF2B5EF4-FFF2-40B4-BE49-F238E27FC236}">
                <a16:creationId xmlns:a16="http://schemas.microsoft.com/office/drawing/2014/main" id="{A52AA153-4504-50F9-3A61-0F7FD374B21C}"/>
              </a:ext>
            </a:extLst>
          </p:cNvPr>
          <p:cNvCxnSpPr>
            <a:cxnSpLocks/>
            <a:stCxn id="154" idx="6"/>
            <a:endCxn id="156" idx="2"/>
          </p:cNvCxnSpPr>
          <p:nvPr/>
        </p:nvCxnSpPr>
        <p:spPr>
          <a:xfrm>
            <a:off x="4489719" y="4934451"/>
            <a:ext cx="6242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6" name="直接箭头连接符 175">
            <a:extLst>
              <a:ext uri="{FF2B5EF4-FFF2-40B4-BE49-F238E27FC236}">
                <a16:creationId xmlns:a16="http://schemas.microsoft.com/office/drawing/2014/main" id="{8B147009-CC3D-86C9-6B31-C49AA6FF1DF2}"/>
              </a:ext>
            </a:extLst>
          </p:cNvPr>
          <p:cNvCxnSpPr>
            <a:cxnSpLocks/>
            <a:stCxn id="156" idx="6"/>
            <a:endCxn id="158" idx="2"/>
          </p:cNvCxnSpPr>
          <p:nvPr/>
        </p:nvCxnSpPr>
        <p:spPr>
          <a:xfrm>
            <a:off x="5492330" y="4934451"/>
            <a:ext cx="5316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1" name="文本框 180">
            <a:extLst>
              <a:ext uri="{FF2B5EF4-FFF2-40B4-BE49-F238E27FC236}">
                <a16:creationId xmlns:a16="http://schemas.microsoft.com/office/drawing/2014/main" id="{1D848837-791A-12A2-D01F-E8109352A0F9}"/>
              </a:ext>
            </a:extLst>
          </p:cNvPr>
          <p:cNvSpPr txBox="1"/>
          <p:nvPr/>
        </p:nvSpPr>
        <p:spPr>
          <a:xfrm>
            <a:off x="6770163" y="2755452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abced</a:t>
            </a:r>
            <a:endParaRPr lang="zh-CN" altLang="en-US"/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E7ACF16E-BDF7-117B-FBDB-1077FA360761}"/>
              </a:ext>
            </a:extLst>
          </p:cNvPr>
          <p:cNvSpPr txBox="1"/>
          <p:nvPr/>
        </p:nvSpPr>
        <p:spPr>
          <a:xfrm>
            <a:off x="6770163" y="3905385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abecd</a:t>
            </a:r>
            <a:endParaRPr lang="zh-CN" altLang="en-US"/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2E618A50-40F6-F8A9-4117-74D1B887A200}"/>
              </a:ext>
            </a:extLst>
          </p:cNvPr>
          <p:cNvSpPr txBox="1"/>
          <p:nvPr/>
        </p:nvSpPr>
        <p:spPr>
          <a:xfrm>
            <a:off x="6770162" y="4745265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aebcd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7968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398EE-7A08-053F-CB6D-BC2A1CE60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椭圆 23">
            <a:extLst>
              <a:ext uri="{FF2B5EF4-FFF2-40B4-BE49-F238E27FC236}">
                <a16:creationId xmlns:a16="http://schemas.microsoft.com/office/drawing/2014/main" id="{A7CA0A20-E0AB-76B5-D283-2E1FC7F3F8AD}"/>
              </a:ext>
            </a:extLst>
          </p:cNvPr>
          <p:cNvSpPr/>
          <p:nvPr/>
        </p:nvSpPr>
        <p:spPr>
          <a:xfrm>
            <a:off x="1423702" y="128903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4A87EBA6-4C6B-AF79-806A-CFAD103F0A08}"/>
              </a:ext>
            </a:extLst>
          </p:cNvPr>
          <p:cNvSpPr/>
          <p:nvPr/>
        </p:nvSpPr>
        <p:spPr>
          <a:xfrm>
            <a:off x="2440953" y="599105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84A95A84-27C7-632E-970E-353DBEDA9C98}"/>
              </a:ext>
            </a:extLst>
          </p:cNvPr>
          <p:cNvSpPr/>
          <p:nvPr/>
        </p:nvSpPr>
        <p:spPr>
          <a:xfrm>
            <a:off x="2440953" y="1850587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0E07047A-DE53-55F4-C844-98C5A6D27D72}"/>
              </a:ext>
            </a:extLst>
          </p:cNvPr>
          <p:cNvSpPr/>
          <p:nvPr/>
        </p:nvSpPr>
        <p:spPr>
          <a:xfrm>
            <a:off x="3422168" y="128903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35BC577C-770A-480C-AD39-D04E0E6F3685}"/>
              </a:ext>
            </a:extLst>
          </p:cNvPr>
          <p:cNvCxnSpPr>
            <a:stCxn id="24" idx="7"/>
            <a:endCxn id="26" idx="2"/>
          </p:cNvCxnSpPr>
          <p:nvPr/>
        </p:nvCxnSpPr>
        <p:spPr>
          <a:xfrm flipV="1">
            <a:off x="1746663" y="788291"/>
            <a:ext cx="694290" cy="556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5EEAD27B-AF4D-8D30-766B-FA78D8E39C4B}"/>
              </a:ext>
            </a:extLst>
          </p:cNvPr>
          <p:cNvCxnSpPr>
            <a:cxnSpLocks/>
            <a:stCxn id="26" idx="6"/>
            <a:endCxn id="30" idx="1"/>
          </p:cNvCxnSpPr>
          <p:nvPr/>
        </p:nvCxnSpPr>
        <p:spPr>
          <a:xfrm>
            <a:off x="2819325" y="788291"/>
            <a:ext cx="658254" cy="556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A14FA7FB-D6F2-C595-143B-C21FB11E4A6A}"/>
              </a:ext>
            </a:extLst>
          </p:cNvPr>
          <p:cNvCxnSpPr>
            <a:cxnSpLocks/>
            <a:stCxn id="24" idx="5"/>
            <a:endCxn id="28" idx="2"/>
          </p:cNvCxnSpPr>
          <p:nvPr/>
        </p:nvCxnSpPr>
        <p:spPr>
          <a:xfrm>
            <a:off x="1746663" y="1611995"/>
            <a:ext cx="694290" cy="427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DC1968A8-FE36-EDA9-82DB-DA5CC11CA25F}"/>
              </a:ext>
            </a:extLst>
          </p:cNvPr>
          <p:cNvCxnSpPr>
            <a:cxnSpLocks/>
            <a:stCxn id="28" idx="6"/>
            <a:endCxn id="30" idx="3"/>
          </p:cNvCxnSpPr>
          <p:nvPr/>
        </p:nvCxnSpPr>
        <p:spPr>
          <a:xfrm flipV="1">
            <a:off x="2819325" y="1611995"/>
            <a:ext cx="658254" cy="427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0905E575-8DA6-0F16-9B2B-B618DF223048}"/>
              </a:ext>
            </a:extLst>
          </p:cNvPr>
          <p:cNvSpPr txBox="1"/>
          <p:nvPr/>
        </p:nvSpPr>
        <p:spPr>
          <a:xfrm>
            <a:off x="1841317" y="176503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1315F41-26BF-EDB1-78D8-8354CD41680E}"/>
              </a:ext>
            </a:extLst>
          </p:cNvPr>
          <p:cNvSpPr txBox="1"/>
          <p:nvPr/>
        </p:nvSpPr>
        <p:spPr>
          <a:xfrm>
            <a:off x="1850326" y="78829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A4F64C5B-C447-E467-B9E6-465BE680BF64}"/>
              </a:ext>
            </a:extLst>
          </p:cNvPr>
          <p:cNvSpPr txBox="1"/>
          <p:nvPr/>
        </p:nvSpPr>
        <p:spPr>
          <a:xfrm>
            <a:off x="3148452" y="175029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6809A59-15B3-2885-84F0-369BCDA227DE}"/>
              </a:ext>
            </a:extLst>
          </p:cNvPr>
          <p:cNvSpPr txBox="1"/>
          <p:nvPr/>
        </p:nvSpPr>
        <p:spPr>
          <a:xfrm>
            <a:off x="3165901" y="79281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4861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79DB7-C237-FD1F-1577-994A7C429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24B3A1C4-5B5A-984F-35F1-18EF885E12D1}"/>
              </a:ext>
            </a:extLst>
          </p:cNvPr>
          <p:cNvSpPr/>
          <p:nvPr/>
        </p:nvSpPr>
        <p:spPr>
          <a:xfrm>
            <a:off x="689480" y="2346826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8C3DBB5-E42A-662D-5031-B1C7B870D29F}"/>
              </a:ext>
            </a:extLst>
          </p:cNvPr>
          <p:cNvSpPr/>
          <p:nvPr/>
        </p:nvSpPr>
        <p:spPr>
          <a:xfrm>
            <a:off x="1536920" y="186560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A98122E-56FF-DFB3-A745-14C8D9E4FD1E}"/>
              </a:ext>
            </a:extLst>
          </p:cNvPr>
          <p:cNvSpPr/>
          <p:nvPr/>
        </p:nvSpPr>
        <p:spPr>
          <a:xfrm>
            <a:off x="1536920" y="2830159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C833F16-81FF-8978-159A-D753BE6499B1}"/>
              </a:ext>
            </a:extLst>
          </p:cNvPr>
          <p:cNvSpPr/>
          <p:nvPr/>
        </p:nvSpPr>
        <p:spPr>
          <a:xfrm>
            <a:off x="2927432" y="186560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81F96D6-7DD3-8163-5620-8BE17E70E89D}"/>
              </a:ext>
            </a:extLst>
          </p:cNvPr>
          <p:cNvSpPr/>
          <p:nvPr/>
        </p:nvSpPr>
        <p:spPr>
          <a:xfrm>
            <a:off x="2927432" y="2830606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9CB43E7-54D0-4F42-FCAD-4A6C60B3417F}"/>
              </a:ext>
            </a:extLst>
          </p:cNvPr>
          <p:cNvSpPr/>
          <p:nvPr/>
        </p:nvSpPr>
        <p:spPr>
          <a:xfrm>
            <a:off x="3922912" y="2346826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6</a:t>
            </a:r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F736CE8-3DB7-CA76-E313-A62270541FC3}"/>
              </a:ext>
            </a:extLst>
          </p:cNvPr>
          <p:cNvCxnSpPr>
            <a:cxnSpLocks/>
            <a:stCxn id="3" idx="5"/>
            <a:endCxn id="7" idx="2"/>
          </p:cNvCxnSpPr>
          <p:nvPr/>
        </p:nvCxnSpPr>
        <p:spPr>
          <a:xfrm>
            <a:off x="1012441" y="2669787"/>
            <a:ext cx="524479" cy="3495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E448B0E4-113D-D983-B5E6-88210707580C}"/>
              </a:ext>
            </a:extLst>
          </p:cNvPr>
          <p:cNvCxnSpPr>
            <a:cxnSpLocks/>
            <a:stCxn id="3" idx="7"/>
            <a:endCxn id="5" idx="2"/>
          </p:cNvCxnSpPr>
          <p:nvPr/>
        </p:nvCxnSpPr>
        <p:spPr>
          <a:xfrm flipV="1">
            <a:off x="1012441" y="2054788"/>
            <a:ext cx="524479" cy="3474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9884D7A8-C18B-6EC2-38E0-B05927DECDAF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1915292" y="2054788"/>
            <a:ext cx="10121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24EDE6ED-163D-CE97-6F7D-B7E877761F00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>
            <a:off x="1915292" y="3019345"/>
            <a:ext cx="1012140" cy="4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9FAFF325-4A79-3DE3-B5BC-88B6D7339EEE}"/>
              </a:ext>
            </a:extLst>
          </p:cNvPr>
          <p:cNvCxnSpPr>
            <a:cxnSpLocks/>
            <a:stCxn id="9" idx="6"/>
            <a:endCxn id="13" idx="1"/>
          </p:cNvCxnSpPr>
          <p:nvPr/>
        </p:nvCxnSpPr>
        <p:spPr>
          <a:xfrm>
            <a:off x="3305804" y="2054788"/>
            <a:ext cx="672519" cy="3474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C8194950-6172-374C-6141-E36D359CFF0E}"/>
              </a:ext>
            </a:extLst>
          </p:cNvPr>
          <p:cNvCxnSpPr>
            <a:cxnSpLocks/>
            <a:stCxn id="11" idx="6"/>
            <a:endCxn id="13" idx="3"/>
          </p:cNvCxnSpPr>
          <p:nvPr/>
        </p:nvCxnSpPr>
        <p:spPr>
          <a:xfrm flipV="1">
            <a:off x="3305804" y="2669787"/>
            <a:ext cx="672519" cy="3500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6AB53A4F-4AC7-D85A-2FB2-D4386BC39660}"/>
              </a:ext>
            </a:extLst>
          </p:cNvPr>
          <p:cNvSpPr txBox="1"/>
          <p:nvPr/>
        </p:nvSpPr>
        <p:spPr>
          <a:xfrm>
            <a:off x="873747" y="2808082"/>
            <a:ext cx="5453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b=8</a:t>
            </a:r>
            <a:endParaRPr lang="zh-CN" altLang="en-US" sz="160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F086852-20D7-F42E-E171-897FD3363949}"/>
              </a:ext>
            </a:extLst>
          </p:cNvPr>
          <p:cNvSpPr txBox="1"/>
          <p:nvPr/>
        </p:nvSpPr>
        <p:spPr>
          <a:xfrm>
            <a:off x="1246049" y="2357830"/>
            <a:ext cx="5469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d=4</a:t>
            </a:r>
            <a:endParaRPr lang="zh-CN" altLang="en-US" sz="160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7B132001-B899-A06E-BD18-D7B9337D6006}"/>
              </a:ext>
            </a:extLst>
          </p:cNvPr>
          <p:cNvSpPr txBox="1"/>
          <p:nvPr/>
        </p:nvSpPr>
        <p:spPr>
          <a:xfrm>
            <a:off x="894234" y="1869178"/>
            <a:ext cx="5309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a=3</a:t>
            </a:r>
            <a:endParaRPr lang="zh-CN" altLang="en-US" sz="160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D497241-28B9-19CC-055C-1FF8C5F57257}"/>
              </a:ext>
            </a:extLst>
          </p:cNvPr>
          <p:cNvSpPr txBox="1"/>
          <p:nvPr/>
        </p:nvSpPr>
        <p:spPr>
          <a:xfrm>
            <a:off x="2083174" y="1712512"/>
            <a:ext cx="5212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c=9</a:t>
            </a:r>
            <a:endParaRPr lang="zh-CN" altLang="en-US" sz="1600"/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1D37C12E-2D60-3B84-71DA-93A2772242E7}"/>
              </a:ext>
            </a:extLst>
          </p:cNvPr>
          <p:cNvCxnSpPr>
            <a:cxnSpLocks/>
            <a:stCxn id="7" idx="0"/>
            <a:endCxn id="5" idx="4"/>
          </p:cNvCxnSpPr>
          <p:nvPr/>
        </p:nvCxnSpPr>
        <p:spPr>
          <a:xfrm flipV="1">
            <a:off x="1726106" y="2243974"/>
            <a:ext cx="0" cy="5861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7E61B777-08D5-C337-EFB5-89537258D6B5}"/>
              </a:ext>
            </a:extLst>
          </p:cNvPr>
          <p:cNvCxnSpPr>
            <a:cxnSpLocks/>
            <a:stCxn id="5" idx="5"/>
            <a:endCxn id="11" idx="1"/>
          </p:cNvCxnSpPr>
          <p:nvPr/>
        </p:nvCxnSpPr>
        <p:spPr>
          <a:xfrm>
            <a:off x="1859881" y="2188563"/>
            <a:ext cx="1122962" cy="6974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082A188F-9CB2-1388-08BC-44C162724B62}"/>
              </a:ext>
            </a:extLst>
          </p:cNvPr>
          <p:cNvSpPr txBox="1"/>
          <p:nvPr/>
        </p:nvSpPr>
        <p:spPr>
          <a:xfrm>
            <a:off x="2410102" y="2310158"/>
            <a:ext cx="5341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e=6</a:t>
            </a:r>
            <a:endParaRPr lang="zh-CN" altLang="en-US" sz="160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18768983-C5D6-3671-C39F-6FEBA4A9F159}"/>
              </a:ext>
            </a:extLst>
          </p:cNvPr>
          <p:cNvSpPr txBox="1"/>
          <p:nvPr/>
        </p:nvSpPr>
        <p:spPr>
          <a:xfrm>
            <a:off x="2080524" y="3039254"/>
            <a:ext cx="5966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f=10</a:t>
            </a:r>
            <a:endParaRPr lang="zh-CN" altLang="en-US" sz="160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0BC254AC-E634-C179-57EB-52CD5384C7D5}"/>
              </a:ext>
            </a:extLst>
          </p:cNvPr>
          <p:cNvSpPr txBox="1"/>
          <p:nvPr/>
        </p:nvSpPr>
        <p:spPr>
          <a:xfrm>
            <a:off x="3565153" y="1909999"/>
            <a:ext cx="5469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g=6</a:t>
            </a:r>
            <a:endParaRPr lang="zh-CN" altLang="en-US" sz="160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DE7C7C1-06DF-211A-1631-A8C4E3BDA00B}"/>
              </a:ext>
            </a:extLst>
          </p:cNvPr>
          <p:cNvSpPr txBox="1"/>
          <p:nvPr/>
        </p:nvSpPr>
        <p:spPr>
          <a:xfrm>
            <a:off x="3568358" y="2808082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h=9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15967863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668F-9FA0-A33B-DB3E-C6430DD03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6990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199F6-71A2-730C-9929-3FFEB78BD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61186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4EEC1-D72B-B6EF-B561-76ECCC0E9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1387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FE647-20DF-2345-50FB-DC65302D0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61197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CE7B5-C185-2E77-E3C1-DF08396C4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83091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BE3D7-1ECA-0E25-D3B1-E9B3BE4D9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20488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6D66F-BD6D-F38E-0A32-DFFCD5EC9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8779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5EBEA-CF53-E994-F0DE-24D838C73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97321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CA96B-609F-67FB-F28C-A4C1BF99B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08247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050DC-D9F7-A74F-7D80-71906A412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89380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2F22F-0116-B15D-7440-228B623B6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02048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26AB3-C133-19BB-63EE-E1367DE6B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74132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90CF1-5685-5ECF-D7C7-490C7D404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7BFF09D6-7159-4FD0-58F3-D83AEA7AC418}"/>
              </a:ext>
            </a:extLst>
          </p:cNvPr>
          <p:cNvSpPr/>
          <p:nvPr/>
        </p:nvSpPr>
        <p:spPr>
          <a:xfrm>
            <a:off x="829815" y="220011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1A4E859-8D2F-1E0D-B432-7FB48FE446E6}"/>
              </a:ext>
            </a:extLst>
          </p:cNvPr>
          <p:cNvSpPr/>
          <p:nvPr/>
        </p:nvSpPr>
        <p:spPr>
          <a:xfrm>
            <a:off x="72102" y="701379"/>
            <a:ext cx="378372" cy="37837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7F51B6C2-C4B2-6ED8-7634-301182E4009A}"/>
              </a:ext>
            </a:extLst>
          </p:cNvPr>
          <p:cNvSpPr/>
          <p:nvPr/>
        </p:nvSpPr>
        <p:spPr>
          <a:xfrm>
            <a:off x="817585" y="1192246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6A5346A-F1F7-6EF4-74A6-D11D6E455401}"/>
              </a:ext>
            </a:extLst>
          </p:cNvPr>
          <p:cNvSpPr/>
          <p:nvPr/>
        </p:nvSpPr>
        <p:spPr>
          <a:xfrm>
            <a:off x="1576048" y="668683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02FDEA9-3FCA-197D-E08A-72B1DD6366C5}"/>
              </a:ext>
            </a:extLst>
          </p:cNvPr>
          <p:cNvCxnSpPr>
            <a:cxnSpLocks/>
            <a:stCxn id="5" idx="1"/>
            <a:endCxn id="2" idx="6"/>
          </p:cNvCxnSpPr>
          <p:nvPr/>
        </p:nvCxnSpPr>
        <p:spPr>
          <a:xfrm flipH="1" flipV="1">
            <a:off x="1208187" y="409197"/>
            <a:ext cx="423272" cy="3148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E0EFA03-D6E5-1003-D883-D745A0F0A80B}"/>
              </a:ext>
            </a:extLst>
          </p:cNvPr>
          <p:cNvCxnSpPr>
            <a:cxnSpLocks/>
            <a:stCxn id="4" idx="6"/>
            <a:endCxn id="5" idx="3"/>
          </p:cNvCxnSpPr>
          <p:nvPr/>
        </p:nvCxnSpPr>
        <p:spPr>
          <a:xfrm flipV="1">
            <a:off x="1195957" y="991644"/>
            <a:ext cx="435502" cy="3897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B6A1E2A-49D9-E015-F4A3-9B919565C3D8}"/>
              </a:ext>
            </a:extLst>
          </p:cNvPr>
          <p:cNvCxnSpPr>
            <a:cxnSpLocks/>
            <a:stCxn id="3" idx="5"/>
            <a:endCxn id="4" idx="2"/>
          </p:cNvCxnSpPr>
          <p:nvPr/>
        </p:nvCxnSpPr>
        <p:spPr>
          <a:xfrm>
            <a:off x="395063" y="1024340"/>
            <a:ext cx="422522" cy="3570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0E93503-9EA6-F0B5-1F1F-336902F6E9C1}"/>
              </a:ext>
            </a:extLst>
          </p:cNvPr>
          <p:cNvCxnSpPr>
            <a:cxnSpLocks/>
            <a:stCxn id="3" idx="7"/>
            <a:endCxn id="2" idx="2"/>
          </p:cNvCxnSpPr>
          <p:nvPr/>
        </p:nvCxnSpPr>
        <p:spPr>
          <a:xfrm flipV="1">
            <a:off x="395063" y="409197"/>
            <a:ext cx="434752" cy="3475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1CCBFBA4-ACDB-841F-5CD8-7DA5A4E82C3E}"/>
              </a:ext>
            </a:extLst>
          </p:cNvPr>
          <p:cNvSpPr txBox="1"/>
          <p:nvPr/>
        </p:nvSpPr>
        <p:spPr>
          <a:xfrm>
            <a:off x="73300" y="665795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AFD1D2-F510-6DBD-FF07-05815B3446BC}"/>
              </a:ext>
            </a:extLst>
          </p:cNvPr>
          <p:cNvSpPr txBox="1"/>
          <p:nvPr/>
        </p:nvSpPr>
        <p:spPr>
          <a:xfrm>
            <a:off x="866625" y="178160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FD562F7-7E54-44F2-C7E5-D62106A3457F}"/>
              </a:ext>
            </a:extLst>
          </p:cNvPr>
          <p:cNvSpPr txBox="1"/>
          <p:nvPr/>
        </p:nvSpPr>
        <p:spPr>
          <a:xfrm>
            <a:off x="1606030" y="643446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92F2F0-4E0F-2572-C675-9496BA9D0FB8}"/>
              </a:ext>
            </a:extLst>
          </p:cNvPr>
          <p:cNvSpPr txBox="1"/>
          <p:nvPr/>
        </p:nvSpPr>
        <p:spPr>
          <a:xfrm>
            <a:off x="831882" y="1165987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AB3587D-4AC0-F701-FAD1-54CFE9E672FA}"/>
              </a:ext>
            </a:extLst>
          </p:cNvPr>
          <p:cNvSpPr/>
          <p:nvPr/>
        </p:nvSpPr>
        <p:spPr>
          <a:xfrm>
            <a:off x="2475125" y="69612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BC80400-C130-BCB6-87AF-FE62AE7435DB}"/>
              </a:ext>
            </a:extLst>
          </p:cNvPr>
          <p:cNvSpPr txBox="1"/>
          <p:nvPr/>
        </p:nvSpPr>
        <p:spPr>
          <a:xfrm>
            <a:off x="2479677" y="682393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734DBA0-5E14-CABC-4344-B2F703211D74}"/>
              </a:ext>
            </a:extLst>
          </p:cNvPr>
          <p:cNvCxnSpPr>
            <a:cxnSpLocks/>
            <a:stCxn id="15" idx="1"/>
            <a:endCxn id="5" idx="6"/>
          </p:cNvCxnSpPr>
          <p:nvPr/>
        </p:nvCxnSpPr>
        <p:spPr>
          <a:xfrm flipH="1" flipV="1">
            <a:off x="1954420" y="857869"/>
            <a:ext cx="525257" cy="91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7BA5069F-EAA5-6E7A-DDBC-B2A9CB42DEA3}"/>
              </a:ext>
            </a:extLst>
          </p:cNvPr>
          <p:cNvSpPr/>
          <p:nvPr/>
        </p:nvSpPr>
        <p:spPr>
          <a:xfrm>
            <a:off x="1576048" y="1509347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D1EC20D-BD97-D02B-2B53-B11A781DE4C1}"/>
              </a:ext>
            </a:extLst>
          </p:cNvPr>
          <p:cNvSpPr txBox="1"/>
          <p:nvPr/>
        </p:nvSpPr>
        <p:spPr>
          <a:xfrm>
            <a:off x="1585793" y="1475070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zh-CN" altLang="en-US" baseline="-25000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A7B1373-B799-8CAF-DC6C-DA1762EFB6B5}"/>
              </a:ext>
            </a:extLst>
          </p:cNvPr>
          <p:cNvCxnSpPr>
            <a:cxnSpLocks/>
            <a:stCxn id="5" idx="4"/>
            <a:endCxn id="17" idx="0"/>
          </p:cNvCxnSpPr>
          <p:nvPr/>
        </p:nvCxnSpPr>
        <p:spPr>
          <a:xfrm>
            <a:off x="1765234" y="1047055"/>
            <a:ext cx="0" cy="462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B67DEB09-02E2-62B3-8A5D-A867A08E9782}"/>
              </a:ext>
            </a:extLst>
          </p:cNvPr>
          <p:cNvSpPr/>
          <p:nvPr/>
        </p:nvSpPr>
        <p:spPr>
          <a:xfrm>
            <a:off x="817585" y="202693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8FEAA8C-BF29-7B44-C392-B01CBA98D509}"/>
              </a:ext>
            </a:extLst>
          </p:cNvPr>
          <p:cNvCxnSpPr>
            <a:cxnSpLocks/>
            <a:stCxn id="4" idx="4"/>
            <a:endCxn id="20" idx="0"/>
          </p:cNvCxnSpPr>
          <p:nvPr/>
        </p:nvCxnSpPr>
        <p:spPr>
          <a:xfrm>
            <a:off x="1006771" y="1570618"/>
            <a:ext cx="0" cy="4563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0C952B09-D370-B8ED-0BD5-2D0552E6D1A4}"/>
              </a:ext>
            </a:extLst>
          </p:cNvPr>
          <p:cNvSpPr txBox="1"/>
          <p:nvPr/>
        </p:nvSpPr>
        <p:spPr>
          <a:xfrm>
            <a:off x="822657" y="2006074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zh-CN" altLang="en-US" baseline="-250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A1869BF-C35B-FA82-0C73-418F4CA5CAD3}"/>
              </a:ext>
            </a:extLst>
          </p:cNvPr>
          <p:cNvSpPr txBox="1"/>
          <p:nvPr/>
        </p:nvSpPr>
        <p:spPr>
          <a:xfrm>
            <a:off x="606324" y="0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*</a:t>
            </a:r>
            <a:endParaRPr lang="zh-CN" altLang="en-US" sz="2400" b="1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1FF577C-4091-F1D4-F6AF-B15C680C2773}"/>
              </a:ext>
            </a:extLst>
          </p:cNvPr>
          <p:cNvSpPr txBox="1"/>
          <p:nvPr/>
        </p:nvSpPr>
        <p:spPr>
          <a:xfrm>
            <a:off x="555280" y="1301812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*</a:t>
            </a:r>
            <a:endParaRPr lang="zh-CN" altLang="en-US" sz="2400" b="1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D72ABAB-AD13-B7F0-7363-1CE2BC1E6C63}"/>
              </a:ext>
            </a:extLst>
          </p:cNvPr>
          <p:cNvSpPr txBox="1"/>
          <p:nvPr/>
        </p:nvSpPr>
        <p:spPr>
          <a:xfrm>
            <a:off x="765635" y="3384034"/>
            <a:ext cx="5757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a</a:t>
            </a:r>
            <a:r>
              <a:rPr lang="zh-CN" altLang="en-US" sz="2000" b="1"/>
              <a:t>）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56016E0-3F1A-E2B7-7BED-B59136EC7F8E}"/>
              </a:ext>
            </a:extLst>
          </p:cNvPr>
          <p:cNvCxnSpPr/>
          <p:nvPr/>
        </p:nvCxnSpPr>
        <p:spPr>
          <a:xfrm>
            <a:off x="126084" y="2790170"/>
            <a:ext cx="197342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EFB77C5-FD84-6B2D-AF12-752AFD73868D}"/>
              </a:ext>
            </a:extLst>
          </p:cNvPr>
          <p:cNvCxnSpPr/>
          <p:nvPr/>
        </p:nvCxnSpPr>
        <p:spPr>
          <a:xfrm>
            <a:off x="126084" y="3208492"/>
            <a:ext cx="197342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D96BAD69-E43B-D1D1-1BC9-8F87B2E59BB3}"/>
              </a:ext>
            </a:extLst>
          </p:cNvPr>
          <p:cNvSpPr txBox="1"/>
          <p:nvPr/>
        </p:nvSpPr>
        <p:spPr>
          <a:xfrm>
            <a:off x="340318" y="2783843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4EF116B-6B6F-7707-3814-E23E70649DF8}"/>
              </a:ext>
            </a:extLst>
          </p:cNvPr>
          <p:cNvSpPr txBox="1"/>
          <p:nvPr/>
        </p:nvSpPr>
        <p:spPr>
          <a:xfrm>
            <a:off x="686086" y="2779775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972C7C02-8B42-86A4-88C2-40E52F1C9E38}"/>
              </a:ext>
            </a:extLst>
          </p:cNvPr>
          <p:cNvSpPr/>
          <p:nvPr/>
        </p:nvSpPr>
        <p:spPr>
          <a:xfrm>
            <a:off x="4005296" y="220011"/>
            <a:ext cx="378372" cy="37837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AF049FBF-FF96-4B53-128F-5541F112CAA0}"/>
              </a:ext>
            </a:extLst>
          </p:cNvPr>
          <p:cNvSpPr/>
          <p:nvPr/>
        </p:nvSpPr>
        <p:spPr>
          <a:xfrm>
            <a:off x="3247583" y="701379"/>
            <a:ext cx="378372" cy="378372"/>
          </a:xfrm>
          <a:prstGeom prst="ellipse">
            <a:avLst/>
          </a:prstGeom>
          <a:pattFill prst="pct70">
            <a:fgClr>
              <a:schemeClr val="bg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C6117B05-D575-E8FE-9A36-040BF27079D6}"/>
              </a:ext>
            </a:extLst>
          </p:cNvPr>
          <p:cNvSpPr/>
          <p:nvPr/>
        </p:nvSpPr>
        <p:spPr>
          <a:xfrm>
            <a:off x="3993066" y="1192246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E4BEFD6B-E728-21DE-70CC-C0881EC13AFB}"/>
              </a:ext>
            </a:extLst>
          </p:cNvPr>
          <p:cNvSpPr/>
          <p:nvPr/>
        </p:nvSpPr>
        <p:spPr>
          <a:xfrm>
            <a:off x="4751529" y="668683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268D933-98F9-8CE7-72BF-548274FF7CF7}"/>
              </a:ext>
            </a:extLst>
          </p:cNvPr>
          <p:cNvCxnSpPr>
            <a:cxnSpLocks/>
            <a:stCxn id="37" idx="1"/>
            <a:endCxn id="34" idx="6"/>
          </p:cNvCxnSpPr>
          <p:nvPr/>
        </p:nvCxnSpPr>
        <p:spPr>
          <a:xfrm flipH="1" flipV="1">
            <a:off x="4383668" y="409197"/>
            <a:ext cx="423272" cy="3148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88EC5DB8-E9C8-1517-3D89-9E4292303B23}"/>
              </a:ext>
            </a:extLst>
          </p:cNvPr>
          <p:cNvCxnSpPr>
            <a:cxnSpLocks/>
            <a:stCxn id="36" idx="6"/>
            <a:endCxn id="37" idx="3"/>
          </p:cNvCxnSpPr>
          <p:nvPr/>
        </p:nvCxnSpPr>
        <p:spPr>
          <a:xfrm flipV="1">
            <a:off x="4371438" y="991644"/>
            <a:ext cx="435502" cy="3897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F79EBE4-00DC-7B4B-03C9-5640CDAB39FA}"/>
              </a:ext>
            </a:extLst>
          </p:cNvPr>
          <p:cNvCxnSpPr>
            <a:cxnSpLocks/>
            <a:stCxn id="35" idx="5"/>
            <a:endCxn id="36" idx="2"/>
          </p:cNvCxnSpPr>
          <p:nvPr/>
        </p:nvCxnSpPr>
        <p:spPr>
          <a:xfrm>
            <a:off x="3570544" y="1024340"/>
            <a:ext cx="422522" cy="3570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C66F85DD-32F7-6FC6-02BE-A5B1B1FECFB6}"/>
              </a:ext>
            </a:extLst>
          </p:cNvPr>
          <p:cNvCxnSpPr>
            <a:cxnSpLocks/>
            <a:stCxn id="35" idx="7"/>
            <a:endCxn id="34" idx="2"/>
          </p:cNvCxnSpPr>
          <p:nvPr/>
        </p:nvCxnSpPr>
        <p:spPr>
          <a:xfrm flipV="1">
            <a:off x="3570544" y="409197"/>
            <a:ext cx="434752" cy="3475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937C5D94-BF6F-6564-5AEF-EF3F5F30626E}"/>
              </a:ext>
            </a:extLst>
          </p:cNvPr>
          <p:cNvSpPr txBox="1"/>
          <p:nvPr/>
        </p:nvSpPr>
        <p:spPr>
          <a:xfrm>
            <a:off x="3241561" y="676594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023FA4F-9CB4-D56D-F4C7-B93714A1A147}"/>
              </a:ext>
            </a:extLst>
          </p:cNvPr>
          <p:cNvSpPr txBox="1"/>
          <p:nvPr/>
        </p:nvSpPr>
        <p:spPr>
          <a:xfrm>
            <a:off x="4031030" y="191230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4620231-5E3B-E636-5044-D51CBC616262}"/>
              </a:ext>
            </a:extLst>
          </p:cNvPr>
          <p:cNvSpPr txBox="1"/>
          <p:nvPr/>
        </p:nvSpPr>
        <p:spPr>
          <a:xfrm>
            <a:off x="4781511" y="643446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D02E751-A64C-97CD-63FE-B0AA15D4545D}"/>
              </a:ext>
            </a:extLst>
          </p:cNvPr>
          <p:cNvSpPr txBox="1"/>
          <p:nvPr/>
        </p:nvSpPr>
        <p:spPr>
          <a:xfrm>
            <a:off x="4007363" y="1165987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CF4CE11B-F7F6-A82D-9547-61505DD75F28}"/>
              </a:ext>
            </a:extLst>
          </p:cNvPr>
          <p:cNvSpPr/>
          <p:nvPr/>
        </p:nvSpPr>
        <p:spPr>
          <a:xfrm>
            <a:off x="5650606" y="696122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DE61EFD-FACA-2D40-9E69-85849187BDBC}"/>
              </a:ext>
            </a:extLst>
          </p:cNvPr>
          <p:cNvSpPr txBox="1"/>
          <p:nvPr/>
        </p:nvSpPr>
        <p:spPr>
          <a:xfrm>
            <a:off x="5655158" y="682393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56E95BAB-E932-2061-C64B-5820F6656F08}"/>
              </a:ext>
            </a:extLst>
          </p:cNvPr>
          <p:cNvCxnSpPr>
            <a:cxnSpLocks/>
            <a:stCxn id="47" idx="1"/>
            <a:endCxn id="37" idx="6"/>
          </p:cNvCxnSpPr>
          <p:nvPr/>
        </p:nvCxnSpPr>
        <p:spPr>
          <a:xfrm flipH="1" flipV="1">
            <a:off x="5129901" y="857869"/>
            <a:ext cx="525257" cy="91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椭圆 48">
            <a:extLst>
              <a:ext uri="{FF2B5EF4-FFF2-40B4-BE49-F238E27FC236}">
                <a16:creationId xmlns:a16="http://schemas.microsoft.com/office/drawing/2014/main" id="{5F1DDF02-4A49-74A8-854A-44E1742362E5}"/>
              </a:ext>
            </a:extLst>
          </p:cNvPr>
          <p:cNvSpPr/>
          <p:nvPr/>
        </p:nvSpPr>
        <p:spPr>
          <a:xfrm>
            <a:off x="4751529" y="1509347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F4246CC-21AB-158A-B4BA-F87C1B9939E6}"/>
              </a:ext>
            </a:extLst>
          </p:cNvPr>
          <p:cNvSpPr txBox="1"/>
          <p:nvPr/>
        </p:nvSpPr>
        <p:spPr>
          <a:xfrm>
            <a:off x="4761274" y="1475070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zh-CN" altLang="en-US" baseline="-25000"/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D8D6CA82-97AE-424A-3387-3E2404FB5896}"/>
              </a:ext>
            </a:extLst>
          </p:cNvPr>
          <p:cNvCxnSpPr>
            <a:cxnSpLocks/>
            <a:stCxn id="37" idx="4"/>
            <a:endCxn id="49" idx="0"/>
          </p:cNvCxnSpPr>
          <p:nvPr/>
        </p:nvCxnSpPr>
        <p:spPr>
          <a:xfrm>
            <a:off x="4940715" y="1047055"/>
            <a:ext cx="0" cy="462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椭圆 51">
            <a:extLst>
              <a:ext uri="{FF2B5EF4-FFF2-40B4-BE49-F238E27FC236}">
                <a16:creationId xmlns:a16="http://schemas.microsoft.com/office/drawing/2014/main" id="{4E26F8ED-2E8D-24E1-DD0E-0CA1904E6954}"/>
              </a:ext>
            </a:extLst>
          </p:cNvPr>
          <p:cNvSpPr/>
          <p:nvPr/>
        </p:nvSpPr>
        <p:spPr>
          <a:xfrm>
            <a:off x="3993066" y="2026934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4F45A99C-CA44-3CE3-5B56-2F8FF59D371A}"/>
              </a:ext>
            </a:extLst>
          </p:cNvPr>
          <p:cNvCxnSpPr>
            <a:cxnSpLocks/>
            <a:stCxn id="36" idx="4"/>
            <a:endCxn id="52" idx="0"/>
          </p:cNvCxnSpPr>
          <p:nvPr/>
        </p:nvCxnSpPr>
        <p:spPr>
          <a:xfrm>
            <a:off x="4182252" y="1570618"/>
            <a:ext cx="0" cy="4563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357B4833-5065-DCAA-A859-04AFB37F69E8}"/>
              </a:ext>
            </a:extLst>
          </p:cNvPr>
          <p:cNvSpPr txBox="1"/>
          <p:nvPr/>
        </p:nvSpPr>
        <p:spPr>
          <a:xfrm>
            <a:off x="3998138" y="2006074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zh-CN" altLang="en-US" baseline="-2500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A0F236EB-6F49-4F93-7022-DC60224186D2}"/>
              </a:ext>
            </a:extLst>
          </p:cNvPr>
          <p:cNvSpPr txBox="1"/>
          <p:nvPr/>
        </p:nvSpPr>
        <p:spPr>
          <a:xfrm>
            <a:off x="3941116" y="3384034"/>
            <a:ext cx="5757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a</a:t>
            </a:r>
            <a:r>
              <a:rPr lang="zh-CN" altLang="en-US" sz="2000" b="1"/>
              <a:t>）</a:t>
            </a:r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8349B477-5081-B515-6FBC-ACE8B2A6EC3D}"/>
              </a:ext>
            </a:extLst>
          </p:cNvPr>
          <p:cNvCxnSpPr/>
          <p:nvPr/>
        </p:nvCxnSpPr>
        <p:spPr>
          <a:xfrm>
            <a:off x="3301565" y="2790170"/>
            <a:ext cx="197342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C3DEE1B4-DAF7-75BC-3292-F31363628F2D}"/>
              </a:ext>
            </a:extLst>
          </p:cNvPr>
          <p:cNvCxnSpPr/>
          <p:nvPr/>
        </p:nvCxnSpPr>
        <p:spPr>
          <a:xfrm>
            <a:off x="3301565" y="3208492"/>
            <a:ext cx="197342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496DDEBF-49E8-2E25-9D45-A57728926FC4}"/>
              </a:ext>
            </a:extLst>
          </p:cNvPr>
          <p:cNvSpPr txBox="1"/>
          <p:nvPr/>
        </p:nvSpPr>
        <p:spPr>
          <a:xfrm>
            <a:off x="3515799" y="2783843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n>
                  <a:solidFill>
                    <a:schemeClr val="tx1"/>
                  </a:solidFill>
                  <a:prstDash val="sysDot"/>
                </a:ln>
                <a:noFill/>
              </a:rPr>
              <a:t>v</a:t>
            </a:r>
            <a:r>
              <a:rPr lang="en-US" altLang="zh-CN" baseline="-25000">
                <a:ln>
                  <a:solidFill>
                    <a:schemeClr val="tx1"/>
                  </a:solidFill>
                  <a:prstDash val="sysDot"/>
                </a:ln>
                <a:noFill/>
              </a:rPr>
              <a:t>1</a:t>
            </a:r>
            <a:endParaRPr lang="zh-CN" altLang="en-US" baseline="-25000">
              <a:ln>
                <a:solidFill>
                  <a:schemeClr val="tx1"/>
                </a:solidFill>
                <a:prstDash val="sysDot"/>
              </a:ln>
              <a:noFill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396A965-A257-3C1A-2A20-147CC04377B1}"/>
              </a:ext>
            </a:extLst>
          </p:cNvPr>
          <p:cNvSpPr txBox="1"/>
          <p:nvPr/>
        </p:nvSpPr>
        <p:spPr>
          <a:xfrm>
            <a:off x="3861567" y="2779775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D70CA1CE-965B-FC03-711D-87D1957F910C}"/>
              </a:ext>
            </a:extLst>
          </p:cNvPr>
          <p:cNvSpPr txBox="1"/>
          <p:nvPr/>
        </p:nvSpPr>
        <p:spPr>
          <a:xfrm>
            <a:off x="4952921" y="382921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*</a:t>
            </a:r>
            <a:endParaRPr lang="zh-CN" altLang="en-US" sz="2400" b="1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CF8D42EE-173D-03E0-0E20-25A793D86752}"/>
              </a:ext>
            </a:extLst>
          </p:cNvPr>
          <p:cNvSpPr txBox="1"/>
          <p:nvPr/>
        </p:nvSpPr>
        <p:spPr>
          <a:xfrm>
            <a:off x="4194273" y="2783186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578547EF-8C5C-C36B-3A52-B65DDDD3F31C}"/>
              </a:ext>
            </a:extLst>
          </p:cNvPr>
          <p:cNvSpPr/>
          <p:nvPr/>
        </p:nvSpPr>
        <p:spPr>
          <a:xfrm>
            <a:off x="7208447" y="207595"/>
            <a:ext cx="378372" cy="378372"/>
          </a:xfrm>
          <a:prstGeom prst="ellipse">
            <a:avLst/>
          </a:prstGeom>
          <a:pattFill prst="pct70">
            <a:fgClr>
              <a:schemeClr val="bg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8227EAD2-4AC0-524E-5364-A994FF89F1EA}"/>
              </a:ext>
            </a:extLst>
          </p:cNvPr>
          <p:cNvSpPr/>
          <p:nvPr/>
        </p:nvSpPr>
        <p:spPr>
          <a:xfrm>
            <a:off x="6450734" y="688963"/>
            <a:ext cx="378372" cy="378372"/>
          </a:xfrm>
          <a:prstGeom prst="ellipse">
            <a:avLst/>
          </a:prstGeom>
          <a:pattFill prst="pct70">
            <a:fgClr>
              <a:schemeClr val="bg1"/>
            </a:fgClr>
            <a:bgClr>
              <a:schemeClr val="tx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30F13CA5-C929-8909-CA21-7589A3BCB42B}"/>
              </a:ext>
            </a:extLst>
          </p:cNvPr>
          <p:cNvSpPr/>
          <p:nvPr/>
        </p:nvSpPr>
        <p:spPr>
          <a:xfrm>
            <a:off x="7196217" y="1179830"/>
            <a:ext cx="378372" cy="37837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A6D7417F-CCE5-1E65-F7DE-A6B0146CD6F0}"/>
              </a:ext>
            </a:extLst>
          </p:cNvPr>
          <p:cNvSpPr/>
          <p:nvPr/>
        </p:nvSpPr>
        <p:spPr>
          <a:xfrm>
            <a:off x="7954680" y="656267"/>
            <a:ext cx="378372" cy="378372"/>
          </a:xfrm>
          <a:prstGeom prst="ellipse">
            <a:avLst/>
          </a:prstGeom>
          <a:pattFill prst="pct5">
            <a:fgClr>
              <a:schemeClr val="bg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1DFB01E1-88B4-0CA3-7DD7-F24FF2EC28A8}"/>
              </a:ext>
            </a:extLst>
          </p:cNvPr>
          <p:cNvCxnSpPr>
            <a:cxnSpLocks/>
            <a:stCxn id="69" idx="1"/>
            <a:endCxn id="66" idx="6"/>
          </p:cNvCxnSpPr>
          <p:nvPr/>
        </p:nvCxnSpPr>
        <p:spPr>
          <a:xfrm flipH="1" flipV="1">
            <a:off x="7586819" y="396781"/>
            <a:ext cx="423272" cy="3148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52AEF8C9-3D92-64F2-EF25-2CE11F28F837}"/>
              </a:ext>
            </a:extLst>
          </p:cNvPr>
          <p:cNvCxnSpPr>
            <a:cxnSpLocks/>
            <a:stCxn id="68" idx="6"/>
            <a:endCxn id="69" idx="3"/>
          </p:cNvCxnSpPr>
          <p:nvPr/>
        </p:nvCxnSpPr>
        <p:spPr>
          <a:xfrm flipV="1">
            <a:off x="7574589" y="979228"/>
            <a:ext cx="435502" cy="3897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EB7CAE2D-6C08-7793-60B4-903E9CD571C2}"/>
              </a:ext>
            </a:extLst>
          </p:cNvPr>
          <p:cNvCxnSpPr>
            <a:cxnSpLocks/>
            <a:stCxn id="67" idx="5"/>
            <a:endCxn id="68" idx="2"/>
          </p:cNvCxnSpPr>
          <p:nvPr/>
        </p:nvCxnSpPr>
        <p:spPr>
          <a:xfrm>
            <a:off x="6773695" y="1011924"/>
            <a:ext cx="422522" cy="3570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A8623B19-3F58-97D8-49CC-C87DD227E516}"/>
              </a:ext>
            </a:extLst>
          </p:cNvPr>
          <p:cNvCxnSpPr>
            <a:cxnSpLocks/>
            <a:stCxn id="67" idx="7"/>
            <a:endCxn id="66" idx="2"/>
          </p:cNvCxnSpPr>
          <p:nvPr/>
        </p:nvCxnSpPr>
        <p:spPr>
          <a:xfrm flipV="1">
            <a:off x="6773695" y="396781"/>
            <a:ext cx="434752" cy="3475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38D233D4-2CAB-4A02-A223-51115D82DAA2}"/>
              </a:ext>
            </a:extLst>
          </p:cNvPr>
          <p:cNvSpPr txBox="1"/>
          <p:nvPr/>
        </p:nvSpPr>
        <p:spPr>
          <a:xfrm>
            <a:off x="6453009" y="66417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zh-CN" altLang="en-US" baseline="-2500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67AF76EE-66A0-7933-E28B-50DF09A73A0F}"/>
              </a:ext>
            </a:extLst>
          </p:cNvPr>
          <p:cNvSpPr txBox="1"/>
          <p:nvPr/>
        </p:nvSpPr>
        <p:spPr>
          <a:xfrm>
            <a:off x="7212999" y="18756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72B6B86E-D1E9-EA94-1260-8EEF2DBAE11C}"/>
              </a:ext>
            </a:extLst>
          </p:cNvPr>
          <p:cNvSpPr txBox="1"/>
          <p:nvPr/>
        </p:nvSpPr>
        <p:spPr>
          <a:xfrm>
            <a:off x="7950960" y="638702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CB88D005-00B0-ECA7-9141-A70138B8EF87}"/>
              </a:ext>
            </a:extLst>
          </p:cNvPr>
          <p:cNvSpPr txBox="1"/>
          <p:nvPr/>
        </p:nvSpPr>
        <p:spPr>
          <a:xfrm>
            <a:off x="7197634" y="1149718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FC7CEB49-8780-6D5C-060F-E85EA0035691}"/>
              </a:ext>
            </a:extLst>
          </p:cNvPr>
          <p:cNvSpPr/>
          <p:nvPr/>
        </p:nvSpPr>
        <p:spPr>
          <a:xfrm>
            <a:off x="8853757" y="683706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DC945D4A-BC82-3A9C-CE82-FCC239C3D705}"/>
              </a:ext>
            </a:extLst>
          </p:cNvPr>
          <p:cNvSpPr txBox="1"/>
          <p:nvPr/>
        </p:nvSpPr>
        <p:spPr>
          <a:xfrm>
            <a:off x="8858309" y="669977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zh-CN" altLang="en-US" baseline="-25000"/>
          </a:p>
        </p:txBody>
      </p: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DC298084-5C4E-86EA-041E-EFEE153F6BF4}"/>
              </a:ext>
            </a:extLst>
          </p:cNvPr>
          <p:cNvCxnSpPr>
            <a:cxnSpLocks/>
            <a:stCxn id="79" idx="1"/>
            <a:endCxn id="69" idx="6"/>
          </p:cNvCxnSpPr>
          <p:nvPr/>
        </p:nvCxnSpPr>
        <p:spPr>
          <a:xfrm flipH="1" flipV="1">
            <a:off x="8333052" y="845453"/>
            <a:ext cx="525257" cy="91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椭圆 80">
            <a:extLst>
              <a:ext uri="{FF2B5EF4-FFF2-40B4-BE49-F238E27FC236}">
                <a16:creationId xmlns:a16="http://schemas.microsoft.com/office/drawing/2014/main" id="{22498691-1BFE-3D86-1E26-7FE12E75E5FD}"/>
              </a:ext>
            </a:extLst>
          </p:cNvPr>
          <p:cNvSpPr/>
          <p:nvPr/>
        </p:nvSpPr>
        <p:spPr>
          <a:xfrm>
            <a:off x="7954680" y="1496931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E81062DD-E75D-5C80-62DD-FE0DA73C50B3}"/>
              </a:ext>
            </a:extLst>
          </p:cNvPr>
          <p:cNvSpPr txBox="1"/>
          <p:nvPr/>
        </p:nvSpPr>
        <p:spPr>
          <a:xfrm>
            <a:off x="7964425" y="1462654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zh-CN" altLang="en-US" baseline="-25000"/>
          </a:p>
        </p:txBody>
      </p: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D95F088C-00D3-EAD3-6E05-A0965BA176CF}"/>
              </a:ext>
            </a:extLst>
          </p:cNvPr>
          <p:cNvCxnSpPr>
            <a:cxnSpLocks/>
            <a:stCxn id="69" idx="4"/>
            <a:endCxn id="81" idx="0"/>
          </p:cNvCxnSpPr>
          <p:nvPr/>
        </p:nvCxnSpPr>
        <p:spPr>
          <a:xfrm>
            <a:off x="8143866" y="1034639"/>
            <a:ext cx="0" cy="462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椭圆 83">
            <a:extLst>
              <a:ext uri="{FF2B5EF4-FFF2-40B4-BE49-F238E27FC236}">
                <a16:creationId xmlns:a16="http://schemas.microsoft.com/office/drawing/2014/main" id="{B44E45B3-ECBB-CFE4-E28E-ADBDD8E959EC}"/>
              </a:ext>
            </a:extLst>
          </p:cNvPr>
          <p:cNvSpPr/>
          <p:nvPr/>
        </p:nvSpPr>
        <p:spPr>
          <a:xfrm>
            <a:off x="7196217" y="2014518"/>
            <a:ext cx="378372" cy="3783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3394E792-6F7B-AE72-760B-89820335C409}"/>
              </a:ext>
            </a:extLst>
          </p:cNvPr>
          <p:cNvCxnSpPr>
            <a:cxnSpLocks/>
            <a:stCxn id="68" idx="4"/>
            <a:endCxn id="84" idx="0"/>
          </p:cNvCxnSpPr>
          <p:nvPr/>
        </p:nvCxnSpPr>
        <p:spPr>
          <a:xfrm>
            <a:off x="7385403" y="1558202"/>
            <a:ext cx="0" cy="4563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C3F8A925-B547-A521-033A-6BFEF4C277B0}"/>
              </a:ext>
            </a:extLst>
          </p:cNvPr>
          <p:cNvSpPr txBox="1"/>
          <p:nvPr/>
        </p:nvSpPr>
        <p:spPr>
          <a:xfrm>
            <a:off x="7201289" y="199365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zh-CN" altLang="en-US" baseline="-25000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C85B9D9E-5E6B-EF7C-BC66-9A1AF2FF633F}"/>
              </a:ext>
            </a:extLst>
          </p:cNvPr>
          <p:cNvSpPr txBox="1"/>
          <p:nvPr/>
        </p:nvSpPr>
        <p:spPr>
          <a:xfrm>
            <a:off x="7144267" y="3371618"/>
            <a:ext cx="5757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a</a:t>
            </a:r>
            <a:r>
              <a:rPr lang="zh-CN" altLang="en-US" sz="2000" b="1"/>
              <a:t>）</a:t>
            </a:r>
          </a:p>
        </p:txBody>
      </p: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AE5A493C-2DBB-4D07-93B1-BBEC653E678E}"/>
              </a:ext>
            </a:extLst>
          </p:cNvPr>
          <p:cNvCxnSpPr/>
          <p:nvPr/>
        </p:nvCxnSpPr>
        <p:spPr>
          <a:xfrm>
            <a:off x="6504716" y="2777754"/>
            <a:ext cx="197342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A4498684-EF0A-E181-DFF5-1454B862CA0D}"/>
              </a:ext>
            </a:extLst>
          </p:cNvPr>
          <p:cNvCxnSpPr/>
          <p:nvPr/>
        </p:nvCxnSpPr>
        <p:spPr>
          <a:xfrm>
            <a:off x="6504716" y="3196076"/>
            <a:ext cx="197342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" name="文本框 90">
            <a:extLst>
              <a:ext uri="{FF2B5EF4-FFF2-40B4-BE49-F238E27FC236}">
                <a16:creationId xmlns:a16="http://schemas.microsoft.com/office/drawing/2014/main" id="{9CA3482C-DD44-A682-746C-77353E67E2AD}"/>
              </a:ext>
            </a:extLst>
          </p:cNvPr>
          <p:cNvSpPr txBox="1"/>
          <p:nvPr/>
        </p:nvSpPr>
        <p:spPr>
          <a:xfrm>
            <a:off x="6798046" y="2779775"/>
            <a:ext cx="3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n>
                  <a:solidFill>
                    <a:schemeClr val="tx1"/>
                  </a:solidFill>
                  <a:prstDash val="sysDot"/>
                </a:ln>
                <a:solidFill>
                  <a:schemeClr val="bg1"/>
                </a:solidFill>
              </a:rPr>
              <a:t>v</a:t>
            </a:r>
            <a:r>
              <a:rPr lang="en-US" altLang="zh-CN" baseline="-25000">
                <a:ln>
                  <a:solidFill>
                    <a:schemeClr val="tx1"/>
                  </a:solidFill>
                  <a:prstDash val="sysDot"/>
                </a:ln>
                <a:solidFill>
                  <a:schemeClr val="bg1"/>
                </a:solidFill>
              </a:rPr>
              <a:t>3</a:t>
            </a:r>
            <a:endParaRPr lang="zh-CN" altLang="en-US" baseline="-25000">
              <a:ln>
                <a:solidFill>
                  <a:schemeClr val="tx1"/>
                </a:solidFill>
                <a:prstDash val="sysDot"/>
              </a:ln>
              <a:solidFill>
                <a:schemeClr val="bg1"/>
              </a:solidFill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674A18C4-020A-F759-D8A9-255BF0612317}"/>
              </a:ext>
            </a:extLst>
          </p:cNvPr>
          <p:cNvSpPr txBox="1"/>
          <p:nvPr/>
        </p:nvSpPr>
        <p:spPr>
          <a:xfrm>
            <a:off x="7154828" y="2779775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23676FC2-1D8E-D3CA-94A3-01177BA46EA6}"/>
              </a:ext>
            </a:extLst>
          </p:cNvPr>
          <p:cNvSpPr txBox="1"/>
          <p:nvPr/>
        </p:nvSpPr>
        <p:spPr>
          <a:xfrm>
            <a:off x="8079081" y="345664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*</a:t>
            </a:r>
            <a:endParaRPr lang="zh-CN" altLang="en-US" sz="2400" b="1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77928AA2-A4B5-2236-0A25-743819123AB6}"/>
              </a:ext>
            </a:extLst>
          </p:cNvPr>
          <p:cNvSpPr txBox="1"/>
          <p:nvPr/>
        </p:nvSpPr>
        <p:spPr>
          <a:xfrm>
            <a:off x="6890731" y="1999991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*</a:t>
            </a:r>
            <a:endParaRPr lang="zh-CN" altLang="en-US" sz="2400" b="1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E5F2D9C8-D654-4AF8-5780-442E3D86FC06}"/>
              </a:ext>
            </a:extLst>
          </p:cNvPr>
          <p:cNvSpPr txBox="1"/>
          <p:nvPr/>
        </p:nvSpPr>
        <p:spPr>
          <a:xfrm>
            <a:off x="7502979" y="2776707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zh-CN" altLang="en-US" baseline="-25000"/>
          </a:p>
        </p:txBody>
      </p: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30F308A3-FF62-0A38-105C-D1D17CAE8196}"/>
              </a:ext>
            </a:extLst>
          </p:cNvPr>
          <p:cNvCxnSpPr>
            <a:cxnSpLocks/>
          </p:cNvCxnSpPr>
          <p:nvPr/>
        </p:nvCxnSpPr>
        <p:spPr>
          <a:xfrm flipV="1">
            <a:off x="9778205" y="220011"/>
            <a:ext cx="672081" cy="5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296D368A-5F6D-CCB9-5FDB-3C6B453D6410}"/>
              </a:ext>
            </a:extLst>
          </p:cNvPr>
          <p:cNvCxnSpPr>
            <a:cxnSpLocks/>
          </p:cNvCxnSpPr>
          <p:nvPr/>
        </p:nvCxnSpPr>
        <p:spPr>
          <a:xfrm flipV="1">
            <a:off x="9781315" y="372235"/>
            <a:ext cx="672081" cy="5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文本框 112">
            <a:extLst>
              <a:ext uri="{FF2B5EF4-FFF2-40B4-BE49-F238E27FC236}">
                <a16:creationId xmlns:a16="http://schemas.microsoft.com/office/drawing/2014/main" id="{B9C89984-DDC8-1BD6-A745-E2E1F3E6D2E1}"/>
              </a:ext>
            </a:extLst>
          </p:cNvPr>
          <p:cNvSpPr txBox="1"/>
          <p:nvPr/>
        </p:nvSpPr>
        <p:spPr>
          <a:xfrm>
            <a:off x="9712323" y="98043"/>
            <a:ext cx="2048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           中表示待访问与出发的顶点</a:t>
            </a:r>
          </a:p>
        </p:txBody>
      </p:sp>
    </p:spTree>
    <p:extLst>
      <p:ext uri="{BB962C8B-B14F-4D97-AF65-F5344CB8AC3E}">
        <p14:creationId xmlns:p14="http://schemas.microsoft.com/office/powerpoint/2010/main" val="1234139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6470</TotalTime>
  <Words>1907</Words>
  <Application>Microsoft Office PowerPoint</Application>
  <PresentationFormat>宽屏</PresentationFormat>
  <Paragraphs>1339</Paragraphs>
  <Slides>58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63" baseType="lpstr">
      <vt:lpstr>等线</vt:lpstr>
      <vt:lpstr>等线 Light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齐齐晨羽</dc:creator>
  <cp:lastModifiedBy>齐齐晨羽</cp:lastModifiedBy>
  <cp:revision>302</cp:revision>
  <dcterms:created xsi:type="dcterms:W3CDTF">2026-10-19T11:14:20Z</dcterms:created>
  <dcterms:modified xsi:type="dcterms:W3CDTF">2026-10-30T08:33:19Z</dcterms:modified>
</cp:coreProperties>
</file>