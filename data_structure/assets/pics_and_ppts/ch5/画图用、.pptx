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73" r:id="rId8"/>
    <p:sldId id="262" r:id="rId9"/>
    <p:sldId id="274" r:id="rId10"/>
    <p:sldId id="264" r:id="rId11"/>
    <p:sldId id="265" r:id="rId12"/>
    <p:sldId id="263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29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B84B0C-A279-BF27-3F6E-F7B0721C73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F2CBD5D-5D95-9771-C7B1-B11F26146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C4F4DE-AA49-C96A-2611-AA0473342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386AFC-377D-8D2D-CB0C-1B616E57A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DFBD38-B79D-2C80-6EA3-4AE38795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61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536C17-81D8-D39C-2D25-724D55C2B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DDBD7-6B99-EEEE-F98A-389981C8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4F382-992C-5266-BFF3-ACA4434CA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B1F95A-A8E7-0CE3-2F47-67336A40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B0B25E-1693-1A2F-6828-D29C80210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9794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83A8E-2225-6E83-8C1C-74B369DC6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DF7EEF-888D-2B57-B659-4A476D90E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28831A9-9DDB-15A7-C892-471DBC46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1A828A-348E-82A8-1CC3-4CEEBF1C8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9935E1-680C-221A-7F20-A1B09EB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3554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7DD516-6553-9202-53DA-ADFB96AF6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3C1C63-59D4-1A82-4D9D-B91094806E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969623-80DA-32B3-B4D1-EF057E36D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5D2C2E-75BC-A8B7-0CED-7D1D39C73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5BF4C5-60AE-5D59-034B-C5B7E87BF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3AC2F2-D264-56CE-37F7-29B3F38D5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368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830033-5966-75CB-4F8F-D1BF0F91F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6E1CC9-2154-9346-6539-C4C16CE1C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97DDF3-3B3A-EB21-6C98-B2321EA7F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F2AE116-708D-C27B-8B72-EF2B20A51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F6ACCA-68A6-6E40-648B-D38A6A7A9C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B83314F-DA69-FB34-EA5E-7983A0607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375E30-85BD-50D6-4C11-E7C5A47E6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078BF80-E5AA-1662-4D79-D6C0A3BF8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088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DA95E1-1A11-FD6E-16B2-C78FD163E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2B35A8E-03C0-C0D6-2321-10DE0E58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169AED-F4DA-5AAF-1458-16FA9C487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11AFD5-2E46-2A65-833D-0560FD457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4382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C378326-3962-759A-2CCA-0B366E318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FE690A9-B133-F9B6-AE90-168BAF20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91A994-A23F-6388-C2CC-DD0C1B00B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8854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6A58DD-4ADC-1C0C-9AB0-5A8F5DF84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2BDD2C-855B-3722-6B10-6B93587FA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652B7D-8FA3-AEE7-6AD6-1D3440BA1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6A4A4C-26EE-5B49-DF16-9FB0E7004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1DF7880-1163-4D92-45D9-5848B3CD3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7C444B-DFE4-9ED5-15A1-8A7E19721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565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AEB31-5834-5FB4-EE0C-D8CFB0601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FFF9ECE-6466-26E4-5123-54EEE6EF913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EB84907-45EF-FE92-AB9B-A7D3E4E864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4901EE-812F-D26A-13F8-F73CC176B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52DE2E-735E-FB29-871D-AC32DDD48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7F5732-DD88-F4A6-C96D-17201A38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993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D66C1-32F8-6EC5-31C1-26828780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0469A5-B8D4-DCBE-2E77-1B020701F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9A9E42-EE72-3625-2D47-B579F954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F80F3F-95AD-C999-0763-05105F31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36569B5-D03A-CB2D-6485-E644B12B2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931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A06F4E1-F968-386B-8EC6-114BE3DA4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C8057A-09D1-89F0-C550-EB1A72108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5FD2EB-8866-6714-E23E-B3C214713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DBBDD6-B248-D6EC-0EF3-6416DB697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64D969-5BEC-A448-946D-ACA2D56C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973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1EA6D4-982A-31C0-8DF3-A1B380041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DB6E122-3A38-4533-4D6B-CA06DDBED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373D3F-C94B-3060-5CD0-8F64A199C9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B0189-6217-4F19-BF89-3F69E344DAC1}" type="datetimeFigureOut">
              <a:rPr lang="zh-CN" altLang="en-US" smtClean="0"/>
              <a:t>2026/10/20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B03103-4E65-730C-E067-F5389318C8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6EC528-D1F4-F9BC-6636-DF9058E8A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3482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1AFE1-9813-651D-738A-CB95AF86C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443C17F1-D883-85EF-6B53-79D206681991}"/>
              </a:ext>
            </a:extLst>
          </p:cNvPr>
          <p:cNvSpPr/>
          <p:nvPr/>
        </p:nvSpPr>
        <p:spPr>
          <a:xfrm>
            <a:off x="2120839" y="119742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3436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F9E97DAB-7ECC-7193-62D4-6D3E003700D3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55FD2923-621A-D170-483D-8F2CB0586663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D1BDFFC-ADAA-81B7-3F67-6868DB3D9412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E7E3F03-1C72-AB18-63BD-4C938E9329C8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4C6AEB6-2DA4-1444-31DF-5B2FE3CB77CF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2F96BC7-99DD-230E-16F4-7C801E5C621E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9874989-63F6-091F-116B-0C58FCBD642D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1C8EEB7-F2DE-E836-9268-749CDDD5D009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A5EF345-0992-849A-10F5-E521E3E968BD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4D149A4A-65D5-CD7E-F9E8-2F6971B27187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81184CA-D8BF-7B56-78AD-EC15BFA3E2D6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B3628E-D912-D032-F79E-D208620D96D9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58B988B-4CEA-9430-262D-F5B73D05BDBE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75C59B-012A-276A-D22B-095D2728C1D8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4688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D121-F3D7-077F-A6D0-879AC65A8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591B9D4-52B3-C732-597A-8FF297ED5ACA}"/>
              </a:ext>
            </a:extLst>
          </p:cNvPr>
          <p:cNvSpPr/>
          <p:nvPr/>
        </p:nvSpPr>
        <p:spPr>
          <a:xfrm>
            <a:off x="688429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9E7402-FA3E-4CD0-6309-F335C8C1EFA2}"/>
              </a:ext>
            </a:extLst>
          </p:cNvPr>
          <p:cNvSpPr/>
          <p:nvPr/>
        </p:nvSpPr>
        <p:spPr>
          <a:xfrm>
            <a:off x="2012732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A3F1A3-3650-8008-F46D-98577A189067}"/>
              </a:ext>
            </a:extLst>
          </p:cNvPr>
          <p:cNvSpPr/>
          <p:nvPr/>
        </p:nvSpPr>
        <p:spPr>
          <a:xfrm>
            <a:off x="1377607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59E58D0-65E4-D3EF-C8DD-A703A3587758}"/>
              </a:ext>
            </a:extLst>
          </p:cNvPr>
          <p:cNvSpPr/>
          <p:nvPr/>
        </p:nvSpPr>
        <p:spPr>
          <a:xfrm>
            <a:off x="688429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EAE16A1-351F-9756-A8FE-292FAF844595}"/>
              </a:ext>
            </a:extLst>
          </p:cNvPr>
          <p:cNvSpPr/>
          <p:nvPr/>
        </p:nvSpPr>
        <p:spPr>
          <a:xfrm>
            <a:off x="2012732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6664C16-7B5A-C876-1740-91DD2AB90E23}"/>
              </a:ext>
            </a:extLst>
          </p:cNvPr>
          <p:cNvSpPr/>
          <p:nvPr/>
        </p:nvSpPr>
        <p:spPr>
          <a:xfrm>
            <a:off x="3854296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D1F1148-3A3C-2BE8-1827-703C2FD419C4}"/>
              </a:ext>
            </a:extLst>
          </p:cNvPr>
          <p:cNvSpPr/>
          <p:nvPr/>
        </p:nvSpPr>
        <p:spPr>
          <a:xfrm>
            <a:off x="5178599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286D7B9-2398-9C5F-E98E-C489391F669A}"/>
              </a:ext>
            </a:extLst>
          </p:cNvPr>
          <p:cNvSpPr/>
          <p:nvPr/>
        </p:nvSpPr>
        <p:spPr>
          <a:xfrm>
            <a:off x="4529961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79E358D-BECF-7AA6-3F2E-A114387AC29A}"/>
              </a:ext>
            </a:extLst>
          </p:cNvPr>
          <p:cNvSpPr/>
          <p:nvPr/>
        </p:nvSpPr>
        <p:spPr>
          <a:xfrm>
            <a:off x="5217636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E261F9E6-C4B2-B906-4837-753074382E6F}"/>
              </a:ext>
            </a:extLst>
          </p:cNvPr>
          <p:cNvSpPr/>
          <p:nvPr/>
        </p:nvSpPr>
        <p:spPr>
          <a:xfrm>
            <a:off x="3893333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5D6794C-AFE3-97C6-116C-D3E4398FFDE8}"/>
              </a:ext>
            </a:extLst>
          </p:cNvPr>
          <p:cNvSpPr/>
          <p:nvPr/>
        </p:nvSpPr>
        <p:spPr>
          <a:xfrm>
            <a:off x="5938345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53F2ADA-B811-B4CD-0FD1-6DFC3DA568CC}"/>
              </a:ext>
            </a:extLst>
          </p:cNvPr>
          <p:cNvSpPr/>
          <p:nvPr/>
        </p:nvSpPr>
        <p:spPr>
          <a:xfrm>
            <a:off x="7060702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997B5EA-32E8-D95A-9998-1B5DD9661772}"/>
              </a:ext>
            </a:extLst>
          </p:cNvPr>
          <p:cNvSpPr/>
          <p:nvPr/>
        </p:nvSpPr>
        <p:spPr>
          <a:xfrm>
            <a:off x="8385005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D83EBC85-DA0F-8180-E682-472D9E789704}"/>
              </a:ext>
            </a:extLst>
          </p:cNvPr>
          <p:cNvSpPr/>
          <p:nvPr/>
        </p:nvSpPr>
        <p:spPr>
          <a:xfrm>
            <a:off x="7060702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93FB4DAC-3B58-E7DF-3599-4FB90BD7675A}"/>
              </a:ext>
            </a:extLst>
          </p:cNvPr>
          <p:cNvSpPr/>
          <p:nvPr/>
        </p:nvSpPr>
        <p:spPr>
          <a:xfrm>
            <a:off x="8344466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E4DC363-2215-E972-E479-7BD18E0305E0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1066801" y="2012730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AEF4470-FEB8-AC78-9B18-909FEE0F99DC}"/>
              </a:ext>
            </a:extLst>
          </p:cNvPr>
          <p:cNvCxnSpPr>
            <a:cxnSpLocks/>
            <a:stCxn id="7" idx="1"/>
            <a:endCxn id="3" idx="5"/>
          </p:cNvCxnSpPr>
          <p:nvPr/>
        </p:nvCxnSpPr>
        <p:spPr>
          <a:xfrm flipH="1" flipV="1">
            <a:off x="1011390" y="750131"/>
            <a:ext cx="421628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8CFA2C0-3287-80EA-2778-002F5F02C25A}"/>
              </a:ext>
            </a:extLst>
          </p:cNvPr>
          <p:cNvCxnSpPr>
            <a:cxnSpLocks/>
            <a:stCxn id="7" idx="7"/>
            <a:endCxn id="5" idx="3"/>
          </p:cNvCxnSpPr>
          <p:nvPr/>
        </p:nvCxnSpPr>
        <p:spPr>
          <a:xfrm flipV="1">
            <a:off x="1700568" y="750131"/>
            <a:ext cx="367575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F4556F7-DB9E-DE39-1B85-D81A35030177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1066801" y="616356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FC2918DB-BE99-1260-436B-9924F617CE43}"/>
              </a:ext>
            </a:extLst>
          </p:cNvPr>
          <p:cNvCxnSpPr>
            <a:cxnSpLocks/>
            <a:stCxn id="13" idx="6"/>
            <a:endCxn id="15" idx="2"/>
          </p:cNvCxnSpPr>
          <p:nvPr/>
        </p:nvCxnSpPr>
        <p:spPr>
          <a:xfrm>
            <a:off x="4232668" y="687675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902B9D8-1565-5AB2-9867-F0EC299BEAD2}"/>
              </a:ext>
            </a:extLst>
          </p:cNvPr>
          <p:cNvCxnSpPr>
            <a:cxnSpLocks/>
            <a:stCxn id="23" idx="1"/>
            <a:endCxn id="15" idx="6"/>
          </p:cNvCxnSpPr>
          <p:nvPr/>
        </p:nvCxnSpPr>
        <p:spPr>
          <a:xfrm flipH="1" flipV="1">
            <a:off x="5556971" y="687675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808AC649-0EB5-DB73-9C42-F77D5F1FE9BA}"/>
              </a:ext>
            </a:extLst>
          </p:cNvPr>
          <p:cNvCxnSpPr>
            <a:cxnSpLocks/>
            <a:stCxn id="19" idx="6"/>
            <a:endCxn id="23" idx="3"/>
          </p:cNvCxnSpPr>
          <p:nvPr/>
        </p:nvCxnSpPr>
        <p:spPr>
          <a:xfrm flipV="1">
            <a:off x="5596008" y="1358229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D54E287-99E1-C550-E7FA-B6850B56A57B}"/>
              </a:ext>
            </a:extLst>
          </p:cNvPr>
          <p:cNvCxnSpPr>
            <a:cxnSpLocks/>
            <a:stCxn id="17" idx="5"/>
            <a:endCxn id="19" idx="2"/>
          </p:cNvCxnSpPr>
          <p:nvPr/>
        </p:nvCxnSpPr>
        <p:spPr>
          <a:xfrm>
            <a:off x="4852922" y="1358229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99E2D1E-BE39-3F7A-0E28-511CEAA6E0AF}"/>
              </a:ext>
            </a:extLst>
          </p:cNvPr>
          <p:cNvCxnSpPr>
            <a:cxnSpLocks/>
            <a:stCxn id="17" idx="2"/>
            <a:endCxn id="21" idx="7"/>
          </p:cNvCxnSpPr>
          <p:nvPr/>
        </p:nvCxnSpPr>
        <p:spPr>
          <a:xfrm flipH="1">
            <a:off x="4216294" y="1224454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594A32F-4C22-93F2-5FAE-17E42ACD1996}"/>
              </a:ext>
            </a:extLst>
          </p:cNvPr>
          <p:cNvCxnSpPr>
            <a:cxnSpLocks/>
            <a:stCxn id="21" idx="0"/>
            <a:endCxn id="13" idx="4"/>
          </p:cNvCxnSpPr>
          <p:nvPr/>
        </p:nvCxnSpPr>
        <p:spPr>
          <a:xfrm flipH="1" flipV="1">
            <a:off x="4043482" y="876861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6354E04-F752-7AF0-445A-C35F67DFD7EC}"/>
              </a:ext>
            </a:extLst>
          </p:cNvPr>
          <p:cNvCxnSpPr>
            <a:stCxn id="25" idx="6"/>
            <a:endCxn id="27" idx="2"/>
          </p:cNvCxnSpPr>
          <p:nvPr/>
        </p:nvCxnSpPr>
        <p:spPr>
          <a:xfrm>
            <a:off x="7439074" y="687675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36364BB-4D6B-7AD6-FB01-A9E107133DCC}"/>
              </a:ext>
            </a:extLst>
          </p:cNvPr>
          <p:cNvCxnSpPr>
            <a:cxnSpLocks/>
          </p:cNvCxnSpPr>
          <p:nvPr/>
        </p:nvCxnSpPr>
        <p:spPr>
          <a:xfrm>
            <a:off x="7398535" y="1966183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D8EA8BA0-21D5-2DEB-7633-C7A5D29EF311}"/>
              </a:ext>
            </a:extLst>
          </p:cNvPr>
          <p:cNvCxnSpPr>
            <a:cxnSpLocks/>
          </p:cNvCxnSpPr>
          <p:nvPr/>
        </p:nvCxnSpPr>
        <p:spPr>
          <a:xfrm>
            <a:off x="7402292" y="1723693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E597E0ED-AE2C-B8E1-CA72-92E41FCE087A}"/>
              </a:ext>
            </a:extLst>
          </p:cNvPr>
          <p:cNvSpPr/>
          <p:nvPr/>
        </p:nvSpPr>
        <p:spPr>
          <a:xfrm>
            <a:off x="9628230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5D19E722-387A-3E01-691E-21130C4E28A3}"/>
              </a:ext>
            </a:extLst>
          </p:cNvPr>
          <p:cNvSpPr/>
          <p:nvPr/>
        </p:nvSpPr>
        <p:spPr>
          <a:xfrm>
            <a:off x="10902903" y="6999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CD81B7C1-F0DA-995F-CEB9-85712AA4DB31}"/>
              </a:ext>
            </a:extLst>
          </p:cNvPr>
          <p:cNvSpPr/>
          <p:nvPr/>
        </p:nvSpPr>
        <p:spPr>
          <a:xfrm>
            <a:off x="10331382" y="129502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10075C-B10F-E991-5B49-E3784AFC0AEC}"/>
              </a:ext>
            </a:extLst>
          </p:cNvPr>
          <p:cNvCxnSpPr>
            <a:cxnSpLocks/>
          </p:cNvCxnSpPr>
          <p:nvPr/>
        </p:nvCxnSpPr>
        <p:spPr>
          <a:xfrm flipH="1" flipV="1">
            <a:off x="9981787" y="1014674"/>
            <a:ext cx="430651" cy="32027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2FAD55DB-1C63-2DBF-AB16-CEF5D505F06F}"/>
              </a:ext>
            </a:extLst>
          </p:cNvPr>
          <p:cNvCxnSpPr>
            <a:cxnSpLocks/>
          </p:cNvCxnSpPr>
          <p:nvPr/>
        </p:nvCxnSpPr>
        <p:spPr>
          <a:xfrm flipV="1">
            <a:off x="10612906" y="1017300"/>
            <a:ext cx="353601" cy="29925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CD829A7-C8AD-0573-1676-5976F9256100}"/>
              </a:ext>
            </a:extLst>
          </p:cNvPr>
          <p:cNvCxnSpPr>
            <a:cxnSpLocks/>
          </p:cNvCxnSpPr>
          <p:nvPr/>
        </p:nvCxnSpPr>
        <p:spPr>
          <a:xfrm>
            <a:off x="9981787" y="805542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F577310C-97C2-444A-CEB1-4D77946F0AB3}"/>
              </a:ext>
            </a:extLst>
          </p:cNvPr>
          <p:cNvCxnSpPr>
            <a:cxnSpLocks/>
          </p:cNvCxnSpPr>
          <p:nvPr/>
        </p:nvCxnSpPr>
        <p:spPr>
          <a:xfrm flipH="1" flipV="1">
            <a:off x="9909754" y="1091677"/>
            <a:ext cx="421628" cy="3405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0CB8172-A2E5-7C1F-CDA8-EBC1D7BF0504}"/>
              </a:ext>
            </a:extLst>
          </p:cNvPr>
          <p:cNvCxnSpPr>
            <a:cxnSpLocks/>
          </p:cNvCxnSpPr>
          <p:nvPr/>
        </p:nvCxnSpPr>
        <p:spPr>
          <a:xfrm flipV="1">
            <a:off x="10695780" y="1096414"/>
            <a:ext cx="353601" cy="29925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4942E346-28EA-E171-E35B-37B0A9BBE42F}"/>
              </a:ext>
            </a:extLst>
          </p:cNvPr>
          <p:cNvCxnSpPr>
            <a:cxnSpLocks/>
          </p:cNvCxnSpPr>
          <p:nvPr/>
        </p:nvCxnSpPr>
        <p:spPr>
          <a:xfrm>
            <a:off x="10012929" y="917401"/>
            <a:ext cx="889974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996FFDFD-47DB-419C-4599-31C4A91FAF6B}"/>
              </a:ext>
            </a:extLst>
          </p:cNvPr>
          <p:cNvSpPr txBox="1"/>
          <p:nvPr/>
        </p:nvSpPr>
        <p:spPr>
          <a:xfrm>
            <a:off x="137760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1</a:t>
            </a:r>
            <a:endParaRPr lang="zh-CN" altLang="en-US" sz="2000" baseline="-250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DC932EF-890C-D67B-7187-8B7E061F2193}"/>
              </a:ext>
            </a:extLst>
          </p:cNvPr>
          <p:cNvSpPr txBox="1"/>
          <p:nvPr/>
        </p:nvSpPr>
        <p:spPr>
          <a:xfrm>
            <a:off x="471914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2</a:t>
            </a:r>
            <a:endParaRPr lang="zh-CN" altLang="en-US" sz="2000" baseline="-250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4B4A1F-3F22-AA8B-14EA-92F13A3C0694}"/>
              </a:ext>
            </a:extLst>
          </p:cNvPr>
          <p:cNvSpPr txBox="1"/>
          <p:nvPr/>
        </p:nvSpPr>
        <p:spPr>
          <a:xfrm>
            <a:off x="7750630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3</a:t>
            </a:r>
            <a:endParaRPr lang="zh-CN" altLang="en-US" sz="2000" baseline="-250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B4A98A1-A76C-C293-DE99-141296D3D1F1}"/>
              </a:ext>
            </a:extLst>
          </p:cNvPr>
          <p:cNvSpPr txBox="1"/>
          <p:nvPr/>
        </p:nvSpPr>
        <p:spPr>
          <a:xfrm>
            <a:off x="10326416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4</a:t>
            </a:r>
            <a:endParaRPr lang="zh-CN" altLang="en-US" sz="2000" baseline="-25000"/>
          </a:p>
        </p:txBody>
      </p: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4275CFEA-ADF3-F661-87BA-0CE49AC9B488}"/>
              </a:ext>
            </a:extLst>
          </p:cNvPr>
          <p:cNvCxnSpPr>
            <a:stCxn id="13" idx="5"/>
            <a:endCxn id="17" idx="1"/>
          </p:cNvCxnSpPr>
          <p:nvPr/>
        </p:nvCxnSpPr>
        <p:spPr>
          <a:xfrm>
            <a:off x="4177257" y="821450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E4441707-AE78-500D-613D-4D0824580931}"/>
              </a:ext>
            </a:extLst>
          </p:cNvPr>
          <p:cNvCxnSpPr>
            <a:stCxn id="17" idx="7"/>
            <a:endCxn id="15" idx="3"/>
          </p:cNvCxnSpPr>
          <p:nvPr/>
        </p:nvCxnSpPr>
        <p:spPr>
          <a:xfrm flipV="1">
            <a:off x="4852922" y="821450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7DD80DF-0755-6225-804C-B61811C8FDF8}"/>
              </a:ext>
            </a:extLst>
          </p:cNvPr>
          <p:cNvSpPr txBox="1"/>
          <p:nvPr/>
        </p:nvSpPr>
        <p:spPr>
          <a:xfrm>
            <a:off x="1404700" y="253202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F8A873-9BBE-3712-E449-9C60D95447C3}"/>
              </a:ext>
            </a:extLst>
          </p:cNvPr>
          <p:cNvSpPr txBox="1"/>
          <p:nvPr/>
        </p:nvSpPr>
        <p:spPr>
          <a:xfrm>
            <a:off x="905365" y="825451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418A43-AC9A-3A65-13C6-A571485135C0}"/>
              </a:ext>
            </a:extLst>
          </p:cNvPr>
          <p:cNvSpPr txBox="1"/>
          <p:nvPr/>
        </p:nvSpPr>
        <p:spPr>
          <a:xfrm>
            <a:off x="1901623" y="819443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775BC18-4581-A07B-4A6B-5142249D5E69}"/>
              </a:ext>
            </a:extLst>
          </p:cNvPr>
          <p:cNvSpPr txBox="1"/>
          <p:nvPr/>
        </p:nvSpPr>
        <p:spPr>
          <a:xfrm>
            <a:off x="1381623" y="1654267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4</a:t>
            </a:r>
            <a:endParaRPr lang="zh-CN" altLang="en-US" sz="1600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8133828-D700-64A1-A5FD-7E14548C9491}"/>
              </a:ext>
            </a:extLst>
          </p:cNvPr>
          <p:cNvSpPr txBox="1"/>
          <p:nvPr/>
        </p:nvSpPr>
        <p:spPr>
          <a:xfrm>
            <a:off x="3725691" y="1005536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7D2B870-A03A-03FE-5850-D518543539AD}"/>
              </a:ext>
            </a:extLst>
          </p:cNvPr>
          <p:cNvSpPr txBox="1"/>
          <p:nvPr/>
        </p:nvSpPr>
        <p:spPr>
          <a:xfrm>
            <a:off x="4306908" y="1344090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5C5069-3D3F-1116-DB32-4BE894041C3E}"/>
              </a:ext>
            </a:extLst>
          </p:cNvPr>
          <p:cNvSpPr txBox="1"/>
          <p:nvPr/>
        </p:nvSpPr>
        <p:spPr>
          <a:xfrm>
            <a:off x="4205640" y="882419"/>
            <a:ext cx="362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5279753-2A16-029A-85BE-F78EDC6979C9}"/>
              </a:ext>
            </a:extLst>
          </p:cNvPr>
          <p:cNvSpPr/>
          <p:nvPr/>
        </p:nvSpPr>
        <p:spPr>
          <a:xfrm>
            <a:off x="2532996" y="475893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5DBCF1-6F4F-E9EA-1B21-6DD0F080B3E9}"/>
              </a:ext>
            </a:extLst>
          </p:cNvPr>
          <p:cNvSpPr/>
          <p:nvPr/>
        </p:nvSpPr>
        <p:spPr>
          <a:xfrm>
            <a:off x="3665110" y="47556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C1397CD-E3CB-D175-08EE-C3C551631E28}"/>
              </a:ext>
            </a:extLst>
          </p:cNvPr>
          <p:cNvSpPr/>
          <p:nvPr/>
        </p:nvSpPr>
        <p:spPr>
          <a:xfrm>
            <a:off x="4908333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1753FED-524D-87AE-7E8E-E6BF694D75AE}"/>
              </a:ext>
            </a:extLst>
          </p:cNvPr>
          <p:cNvSpPr/>
          <p:nvPr/>
        </p:nvSpPr>
        <p:spPr>
          <a:xfrm>
            <a:off x="6192097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F032D237-F2B2-3676-BCE9-C22605B8581D}"/>
              </a:ext>
            </a:extLst>
          </p:cNvPr>
          <p:cNvCxnSpPr>
            <a:cxnSpLocks/>
          </p:cNvCxnSpPr>
          <p:nvPr/>
        </p:nvCxnSpPr>
        <p:spPr>
          <a:xfrm>
            <a:off x="5246166" y="5057732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4D15BC2-AF02-890C-F0BF-DFADAE033075}"/>
              </a:ext>
            </a:extLst>
          </p:cNvPr>
          <p:cNvCxnSpPr>
            <a:cxnSpLocks/>
          </p:cNvCxnSpPr>
          <p:nvPr/>
        </p:nvCxnSpPr>
        <p:spPr>
          <a:xfrm>
            <a:off x="5249923" y="4815242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334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E70E3-6547-87F8-A822-3765A6358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CB66E5-D2FF-C89D-CFCA-CB01920F0F4B}"/>
              </a:ext>
            </a:extLst>
          </p:cNvPr>
          <p:cNvSpPr/>
          <p:nvPr/>
        </p:nvSpPr>
        <p:spPr>
          <a:xfrm>
            <a:off x="2974431" y="12679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B27D59F-1C2E-05CB-83B8-ECA170376EBB}"/>
              </a:ext>
            </a:extLst>
          </p:cNvPr>
          <p:cNvSpPr/>
          <p:nvPr/>
        </p:nvSpPr>
        <p:spPr>
          <a:xfrm>
            <a:off x="4106545" y="12646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A584EF-A6DF-D491-76B3-EC7E32A0B1AD}"/>
              </a:ext>
            </a:extLst>
          </p:cNvPr>
          <p:cNvSpPr/>
          <p:nvPr/>
        </p:nvSpPr>
        <p:spPr>
          <a:xfrm>
            <a:off x="5349768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A29E73B-301B-7D74-36E6-56703AA1663F}"/>
              </a:ext>
            </a:extLst>
          </p:cNvPr>
          <p:cNvSpPr/>
          <p:nvPr/>
        </p:nvSpPr>
        <p:spPr>
          <a:xfrm>
            <a:off x="6633532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BAD4110-18F7-97FA-3768-6B94F026C7E6}"/>
              </a:ext>
            </a:extLst>
          </p:cNvPr>
          <p:cNvCxnSpPr>
            <a:cxnSpLocks/>
          </p:cNvCxnSpPr>
          <p:nvPr/>
        </p:nvCxnSpPr>
        <p:spPr>
          <a:xfrm>
            <a:off x="5687601" y="1566796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7FBBD6C-3618-C886-1CD9-35F515C70108}"/>
              </a:ext>
            </a:extLst>
          </p:cNvPr>
          <p:cNvCxnSpPr>
            <a:cxnSpLocks/>
          </p:cNvCxnSpPr>
          <p:nvPr/>
        </p:nvCxnSpPr>
        <p:spPr>
          <a:xfrm>
            <a:off x="5691358" y="1324306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7208EBB-5AC0-80E4-9498-82C524966696}"/>
              </a:ext>
            </a:extLst>
          </p:cNvPr>
          <p:cNvSpPr txBox="1"/>
          <p:nvPr/>
        </p:nvSpPr>
        <p:spPr>
          <a:xfrm>
            <a:off x="2671129" y="18648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5713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19BD9-7BC7-152B-DB8F-34A21FD1A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1A0050-D480-A230-11CA-85F357355D4C}"/>
              </a:ext>
            </a:extLst>
          </p:cNvPr>
          <p:cNvSpPr/>
          <p:nvPr/>
        </p:nvSpPr>
        <p:spPr>
          <a:xfrm>
            <a:off x="146244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79B84B1-BE6B-0590-4115-A4F468B6DE04}"/>
              </a:ext>
            </a:extLst>
          </p:cNvPr>
          <p:cNvSpPr/>
          <p:nvPr/>
        </p:nvSpPr>
        <p:spPr>
          <a:xfrm>
            <a:off x="278674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F4837A02-BA8F-F346-7957-7EF76FA6A616}"/>
              </a:ext>
            </a:extLst>
          </p:cNvPr>
          <p:cNvSpPr/>
          <p:nvPr/>
        </p:nvSpPr>
        <p:spPr>
          <a:xfrm>
            <a:off x="213810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635402F-8018-141E-14D3-5A2FAD0C4006}"/>
              </a:ext>
            </a:extLst>
          </p:cNvPr>
          <p:cNvSpPr/>
          <p:nvPr/>
        </p:nvSpPr>
        <p:spPr>
          <a:xfrm>
            <a:off x="282578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90063FA-25B1-5C57-1D29-FEA3F5A0F601}"/>
              </a:ext>
            </a:extLst>
          </p:cNvPr>
          <p:cNvSpPr/>
          <p:nvPr/>
        </p:nvSpPr>
        <p:spPr>
          <a:xfrm>
            <a:off x="150147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E6A6751-52F7-3D65-CEE5-5626517F1B08}"/>
              </a:ext>
            </a:extLst>
          </p:cNvPr>
          <p:cNvSpPr/>
          <p:nvPr/>
        </p:nvSpPr>
        <p:spPr>
          <a:xfrm>
            <a:off x="354649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670179E-3BDE-ED38-6BDA-AFB8236840D2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1840814" y="917401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D4EAA1C-490A-C7F8-9B9F-7A4F7FEB76FE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3165117" y="917401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F16B025-9DEB-F9DC-A3F2-E5DD18BBDC41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3204154" y="1587955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E1F95FE-B19B-505A-F68C-C1AED22A6C73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2461068" y="1587955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0D04E9C-6149-26AB-1D9B-8BDB18E7C3C4}"/>
              </a:ext>
            </a:extLst>
          </p:cNvPr>
          <p:cNvCxnSpPr>
            <a:cxnSpLocks/>
            <a:stCxn id="4" idx="2"/>
            <a:endCxn id="6" idx="7"/>
          </p:cNvCxnSpPr>
          <p:nvPr/>
        </p:nvCxnSpPr>
        <p:spPr>
          <a:xfrm flipH="1">
            <a:off x="1824440" y="1454180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CB334B7-C365-B0DF-F341-C2B7613E2A4E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H="1" flipV="1">
            <a:off x="1651628" y="1106587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C426629-B434-B5A5-24A8-2BA4FFC5E0CB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785403" y="1051176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DD3CBD-0066-8CC3-8F00-0BF23860512C}"/>
              </a:ext>
            </a:extLst>
          </p:cNvPr>
          <p:cNvCxnSpPr>
            <a:stCxn id="4" idx="7"/>
            <a:endCxn id="3" idx="3"/>
          </p:cNvCxnSpPr>
          <p:nvPr/>
        </p:nvCxnSpPr>
        <p:spPr>
          <a:xfrm flipV="1">
            <a:off x="2461068" y="1051176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92A8ADF1-65C6-B95F-71D2-326A9B733AEE}"/>
              </a:ext>
            </a:extLst>
          </p:cNvPr>
          <p:cNvSpPr/>
          <p:nvPr/>
        </p:nvSpPr>
        <p:spPr>
          <a:xfrm>
            <a:off x="562829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72313C9-7976-BF47-26BB-D20AC685918C}"/>
              </a:ext>
            </a:extLst>
          </p:cNvPr>
          <p:cNvSpPr/>
          <p:nvPr/>
        </p:nvSpPr>
        <p:spPr>
          <a:xfrm>
            <a:off x="695259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020F069-90B4-95A5-52A6-F18AF2EBA7F4}"/>
              </a:ext>
            </a:extLst>
          </p:cNvPr>
          <p:cNvSpPr/>
          <p:nvPr/>
        </p:nvSpPr>
        <p:spPr>
          <a:xfrm>
            <a:off x="630395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663F22C4-CFA6-45AA-0F09-08269C9788BB}"/>
              </a:ext>
            </a:extLst>
          </p:cNvPr>
          <p:cNvSpPr/>
          <p:nvPr/>
        </p:nvSpPr>
        <p:spPr>
          <a:xfrm>
            <a:off x="699163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A40F4BE1-DFEE-A89D-BB16-52C5F7A4D51D}"/>
              </a:ext>
            </a:extLst>
          </p:cNvPr>
          <p:cNvSpPr/>
          <p:nvPr/>
        </p:nvSpPr>
        <p:spPr>
          <a:xfrm>
            <a:off x="566732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3696755-B4B2-28EC-E065-8D73E11F43FE}"/>
              </a:ext>
            </a:extLst>
          </p:cNvPr>
          <p:cNvSpPr/>
          <p:nvPr/>
        </p:nvSpPr>
        <p:spPr>
          <a:xfrm>
            <a:off x="771234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BDAB88A-18B9-9FD7-9182-C9796CB80ACE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6006664" y="917401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6EB6E59-E801-07D8-17D9-E40E59150345}"/>
              </a:ext>
            </a:extLst>
          </p:cNvPr>
          <p:cNvCxnSpPr>
            <a:cxnSpLocks/>
            <a:stCxn id="24" idx="1"/>
            <a:endCxn id="20" idx="6"/>
          </p:cNvCxnSpPr>
          <p:nvPr/>
        </p:nvCxnSpPr>
        <p:spPr>
          <a:xfrm flipH="1" flipV="1">
            <a:off x="7330967" y="917401"/>
            <a:ext cx="436785" cy="40300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3A75329-38AE-B3D2-2819-F5E40841D329}"/>
              </a:ext>
            </a:extLst>
          </p:cNvPr>
          <p:cNvCxnSpPr>
            <a:cxnSpLocks/>
            <a:stCxn id="22" idx="6"/>
            <a:endCxn id="24" idx="3"/>
          </p:cNvCxnSpPr>
          <p:nvPr/>
        </p:nvCxnSpPr>
        <p:spPr>
          <a:xfrm flipV="1">
            <a:off x="7370004" y="1587955"/>
            <a:ext cx="397748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585885C-203A-DED9-2CB2-76ECFF7C2D33}"/>
              </a:ext>
            </a:extLst>
          </p:cNvPr>
          <p:cNvCxnSpPr>
            <a:cxnSpLocks/>
            <a:stCxn id="21" idx="5"/>
            <a:endCxn id="22" idx="2"/>
          </p:cNvCxnSpPr>
          <p:nvPr/>
        </p:nvCxnSpPr>
        <p:spPr>
          <a:xfrm>
            <a:off x="6626918" y="1587955"/>
            <a:ext cx="364714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BEF98F4-1A91-FB1F-E750-577A6CF48B29}"/>
              </a:ext>
            </a:extLst>
          </p:cNvPr>
          <p:cNvCxnSpPr>
            <a:cxnSpLocks/>
            <a:stCxn id="21" idx="2"/>
            <a:endCxn id="23" idx="7"/>
          </p:cNvCxnSpPr>
          <p:nvPr/>
        </p:nvCxnSpPr>
        <p:spPr>
          <a:xfrm flipH="1">
            <a:off x="5990290" y="1454180"/>
            <a:ext cx="313667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726803E-E97C-B895-D1EF-EED984B778F3}"/>
              </a:ext>
            </a:extLst>
          </p:cNvPr>
          <p:cNvCxnSpPr>
            <a:cxnSpLocks/>
            <a:stCxn id="23" idx="0"/>
            <a:endCxn id="19" idx="4"/>
          </p:cNvCxnSpPr>
          <p:nvPr/>
        </p:nvCxnSpPr>
        <p:spPr>
          <a:xfrm flipH="1" flipV="1">
            <a:off x="5817478" y="1106587"/>
            <a:ext cx="39037" cy="64863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73FB80D-17BF-B244-3315-5A7FDE58D19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6006664" y="971972"/>
            <a:ext cx="352704" cy="34843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64986-3547-C90D-856A-E8A93E5B718E}"/>
              </a:ext>
            </a:extLst>
          </p:cNvPr>
          <p:cNvCxnSpPr>
            <a:cxnSpLocks/>
          </p:cNvCxnSpPr>
          <p:nvPr/>
        </p:nvCxnSpPr>
        <p:spPr>
          <a:xfrm flipV="1">
            <a:off x="6642754" y="1055608"/>
            <a:ext cx="381088" cy="269229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5244AC7-D033-3456-5DCE-D6B250C95A9B}"/>
              </a:ext>
            </a:extLst>
          </p:cNvPr>
          <p:cNvCxnSpPr>
            <a:cxnSpLocks/>
          </p:cNvCxnSpPr>
          <p:nvPr/>
        </p:nvCxnSpPr>
        <p:spPr>
          <a:xfrm>
            <a:off x="5947713" y="1051176"/>
            <a:ext cx="352704" cy="348433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9F10579-1FBA-6A9E-2D3A-59E479826332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7298219" y="1454180"/>
            <a:ext cx="414122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A96A12C6-3555-3057-ABA0-2907348956E5}"/>
              </a:ext>
            </a:extLst>
          </p:cNvPr>
          <p:cNvSpPr txBox="1"/>
          <p:nvPr/>
        </p:nvSpPr>
        <p:spPr>
          <a:xfrm>
            <a:off x="5334539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0DD0526-AB85-25C7-391C-7F7E4098BC12}"/>
              </a:ext>
            </a:extLst>
          </p:cNvPr>
          <p:cNvSpPr txBox="1"/>
          <p:nvPr/>
        </p:nvSpPr>
        <p:spPr>
          <a:xfrm>
            <a:off x="718408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3570C6-AE4E-CE68-052D-318B3712449E}"/>
              </a:ext>
            </a:extLst>
          </p:cNvPr>
          <p:cNvSpPr txBox="1"/>
          <p:nvPr/>
        </p:nvSpPr>
        <p:spPr>
          <a:xfrm>
            <a:off x="8053854" y="13053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995EE14-BBBB-392C-5C1A-D5DBB0598C68}"/>
              </a:ext>
            </a:extLst>
          </p:cNvPr>
          <p:cNvSpPr txBox="1"/>
          <p:nvPr/>
        </p:nvSpPr>
        <p:spPr>
          <a:xfrm>
            <a:off x="7167353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7E3E3A8-6D00-7A43-DE6C-B31B7D0F3E04}"/>
              </a:ext>
            </a:extLst>
          </p:cNvPr>
          <p:cNvSpPr txBox="1"/>
          <p:nvPr/>
        </p:nvSpPr>
        <p:spPr>
          <a:xfrm>
            <a:off x="6320473" y="15815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DC4845-FCDE-D121-5CD2-8A18126EB23D}"/>
              </a:ext>
            </a:extLst>
          </p:cNvPr>
          <p:cNvSpPr txBox="1"/>
          <p:nvPr/>
        </p:nvSpPr>
        <p:spPr>
          <a:xfrm>
            <a:off x="5351291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2" name="左中括号 51">
            <a:extLst>
              <a:ext uri="{FF2B5EF4-FFF2-40B4-BE49-F238E27FC236}">
                <a16:creationId xmlns:a16="http://schemas.microsoft.com/office/drawing/2014/main" id="{E0E26958-D139-6C1E-3CB3-ED65CB938D0A}"/>
              </a:ext>
            </a:extLst>
          </p:cNvPr>
          <p:cNvSpPr/>
          <p:nvPr/>
        </p:nvSpPr>
        <p:spPr>
          <a:xfrm>
            <a:off x="1743235" y="2910859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右中括号 53">
            <a:extLst>
              <a:ext uri="{FF2B5EF4-FFF2-40B4-BE49-F238E27FC236}">
                <a16:creationId xmlns:a16="http://schemas.microsoft.com/office/drawing/2014/main" id="{A93254B9-45BE-E512-4E06-BE947055690D}"/>
              </a:ext>
            </a:extLst>
          </p:cNvPr>
          <p:cNvSpPr/>
          <p:nvPr/>
        </p:nvSpPr>
        <p:spPr>
          <a:xfrm>
            <a:off x="3665349" y="2910859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F136DD0-32F5-C0AC-E268-9ED907351307}"/>
              </a:ext>
            </a:extLst>
          </p:cNvPr>
          <p:cNvSpPr txBox="1"/>
          <p:nvPr/>
        </p:nvSpPr>
        <p:spPr>
          <a:xfrm>
            <a:off x="111790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BEE861D-20E6-7BD3-421B-112F301A3DB9}"/>
              </a:ext>
            </a:extLst>
          </p:cNvPr>
          <p:cNvSpPr txBox="1"/>
          <p:nvPr/>
        </p:nvSpPr>
        <p:spPr>
          <a:xfrm>
            <a:off x="2938174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5F47CFF1-41FB-17F9-47E7-DFC4D8C45D77}"/>
              </a:ext>
            </a:extLst>
          </p:cNvPr>
          <p:cNvSpPr txBox="1"/>
          <p:nvPr/>
        </p:nvSpPr>
        <p:spPr>
          <a:xfrm>
            <a:off x="3816303" y="1490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4A495AA6-C181-089E-53F3-17D5F25448B6}"/>
              </a:ext>
            </a:extLst>
          </p:cNvPr>
          <p:cNvSpPr txBox="1"/>
          <p:nvPr/>
        </p:nvSpPr>
        <p:spPr>
          <a:xfrm>
            <a:off x="2959462" y="205635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6FF7F42-73A2-B8DC-E349-7953344A3D4D}"/>
              </a:ext>
            </a:extLst>
          </p:cNvPr>
          <p:cNvSpPr txBox="1"/>
          <p:nvPr/>
        </p:nvSpPr>
        <p:spPr>
          <a:xfrm>
            <a:off x="2163382" y="15467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B937903-3723-C7CB-BA41-16E39B62B264}"/>
              </a:ext>
            </a:extLst>
          </p:cNvPr>
          <p:cNvSpPr txBox="1"/>
          <p:nvPr/>
        </p:nvSpPr>
        <p:spPr>
          <a:xfrm>
            <a:off x="1192106" y="206926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C203C3A-FF66-A4E6-5CEB-FE29B31CB2C5}"/>
              </a:ext>
            </a:extLst>
          </p:cNvPr>
          <p:cNvSpPr txBox="1"/>
          <p:nvPr/>
        </p:nvSpPr>
        <p:spPr>
          <a:xfrm>
            <a:off x="2225093" y="6143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EA38F64-2B9A-1AB0-F6D8-059570042DB1}"/>
              </a:ext>
            </a:extLst>
          </p:cNvPr>
          <p:cNvSpPr txBox="1"/>
          <p:nvPr/>
        </p:nvSpPr>
        <p:spPr>
          <a:xfrm>
            <a:off x="1410611" y="123835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14868E5-406B-68F5-A920-D29099CDA5D0}"/>
              </a:ext>
            </a:extLst>
          </p:cNvPr>
          <p:cNvSpPr txBox="1"/>
          <p:nvPr/>
        </p:nvSpPr>
        <p:spPr>
          <a:xfrm>
            <a:off x="1852005" y="10136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694069D-105B-6311-B159-EF4D92B7F326}"/>
              </a:ext>
            </a:extLst>
          </p:cNvPr>
          <p:cNvSpPr txBox="1"/>
          <p:nvPr/>
        </p:nvSpPr>
        <p:spPr>
          <a:xfrm>
            <a:off x="2582815" y="10572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A2B3E82-1121-CCD2-0F46-8FF4F299E1FB}"/>
              </a:ext>
            </a:extLst>
          </p:cNvPr>
          <p:cNvSpPr txBox="1"/>
          <p:nvPr/>
        </p:nvSpPr>
        <p:spPr>
          <a:xfrm>
            <a:off x="3332881" y="8715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6DA078E-0D5C-6F8D-9306-0BF51A7F2FF3}"/>
              </a:ext>
            </a:extLst>
          </p:cNvPr>
          <p:cNvSpPr txBox="1"/>
          <p:nvPr/>
        </p:nvSpPr>
        <p:spPr>
          <a:xfrm>
            <a:off x="2562481" y="14999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60BC087-0B49-BEE7-1CE5-1382DC7DC256}"/>
              </a:ext>
            </a:extLst>
          </p:cNvPr>
          <p:cNvSpPr txBox="1"/>
          <p:nvPr/>
        </p:nvSpPr>
        <p:spPr>
          <a:xfrm>
            <a:off x="3335049" y="16901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C95A359-E2BB-E84C-3E33-84C2CB7E99AB}"/>
              </a:ext>
            </a:extLst>
          </p:cNvPr>
          <p:cNvSpPr txBox="1"/>
          <p:nvPr/>
        </p:nvSpPr>
        <p:spPr>
          <a:xfrm>
            <a:off x="1288025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95268E2E-9E8A-6084-ED1E-51030AFA15F7}"/>
              </a:ext>
            </a:extLst>
          </p:cNvPr>
          <p:cNvSpPr txBox="1"/>
          <p:nvPr/>
        </p:nvSpPr>
        <p:spPr>
          <a:xfrm>
            <a:off x="1288025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451EABC7-9892-8E9C-FCE4-E16F8E1BBBAB}"/>
              </a:ext>
            </a:extLst>
          </p:cNvPr>
          <p:cNvSpPr txBox="1"/>
          <p:nvPr/>
        </p:nvSpPr>
        <p:spPr>
          <a:xfrm>
            <a:off x="1288025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46DE7C9-6789-76A6-70ED-D95958062DA4}"/>
              </a:ext>
            </a:extLst>
          </p:cNvPr>
          <p:cNvSpPr txBox="1"/>
          <p:nvPr/>
        </p:nvSpPr>
        <p:spPr>
          <a:xfrm>
            <a:off x="128802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3A488B6A-A424-D124-9B14-AD3B86E1170B}"/>
              </a:ext>
            </a:extLst>
          </p:cNvPr>
          <p:cNvSpPr txBox="1"/>
          <p:nvPr/>
        </p:nvSpPr>
        <p:spPr>
          <a:xfrm>
            <a:off x="1288025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8900A5CE-E284-3546-8135-6CB49C60AB1E}"/>
              </a:ext>
            </a:extLst>
          </p:cNvPr>
          <p:cNvSpPr txBox="1"/>
          <p:nvPr/>
        </p:nvSpPr>
        <p:spPr>
          <a:xfrm>
            <a:off x="1288025" y="479896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32E9C8A-D224-7AE4-7D72-04EDD92CAC38}"/>
              </a:ext>
            </a:extLst>
          </p:cNvPr>
          <p:cNvSpPr txBox="1"/>
          <p:nvPr/>
        </p:nvSpPr>
        <p:spPr>
          <a:xfrm>
            <a:off x="1748102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29054B69-28AE-0F32-6CF2-FD9C4E5BA27C}"/>
              </a:ext>
            </a:extLst>
          </p:cNvPr>
          <p:cNvSpPr txBox="1"/>
          <p:nvPr/>
        </p:nvSpPr>
        <p:spPr>
          <a:xfrm>
            <a:off x="2080819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E2A04500-6899-616F-532A-2B04252D7A13}"/>
              </a:ext>
            </a:extLst>
          </p:cNvPr>
          <p:cNvSpPr txBox="1"/>
          <p:nvPr/>
        </p:nvSpPr>
        <p:spPr>
          <a:xfrm>
            <a:off x="2413536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5D3D14-F652-C98F-0800-CE51843FFAAD}"/>
              </a:ext>
            </a:extLst>
          </p:cNvPr>
          <p:cNvSpPr txBox="1"/>
          <p:nvPr/>
        </p:nvSpPr>
        <p:spPr>
          <a:xfrm>
            <a:off x="2746253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B854934-DB6D-1E6E-0978-A19AD585DE1D}"/>
              </a:ext>
            </a:extLst>
          </p:cNvPr>
          <p:cNvSpPr txBox="1"/>
          <p:nvPr/>
        </p:nvSpPr>
        <p:spPr>
          <a:xfrm>
            <a:off x="3078970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50C67F8B-3B4A-33C7-221B-4F5277290490}"/>
              </a:ext>
            </a:extLst>
          </p:cNvPr>
          <p:cNvSpPr txBox="1"/>
          <p:nvPr/>
        </p:nvSpPr>
        <p:spPr>
          <a:xfrm>
            <a:off x="3411687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96F3EFF4-F37D-FEDE-3F7D-1EDBA442BF3E}"/>
              </a:ext>
            </a:extLst>
          </p:cNvPr>
          <p:cNvSpPr txBox="1"/>
          <p:nvPr/>
        </p:nvSpPr>
        <p:spPr>
          <a:xfrm>
            <a:off x="1748102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B24B94E-D15D-D1CD-B197-81A2A7567AAE}"/>
              </a:ext>
            </a:extLst>
          </p:cNvPr>
          <p:cNvSpPr txBox="1"/>
          <p:nvPr/>
        </p:nvSpPr>
        <p:spPr>
          <a:xfrm>
            <a:off x="2087794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24689BA4-20A8-BE52-5148-3D5DF65BD67C}"/>
              </a:ext>
            </a:extLst>
          </p:cNvPr>
          <p:cNvSpPr txBox="1"/>
          <p:nvPr/>
        </p:nvSpPr>
        <p:spPr>
          <a:xfrm>
            <a:off x="2411316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2FABDD96-A290-F6BA-4820-21B1A2F4D19D}"/>
              </a:ext>
            </a:extLst>
          </p:cNvPr>
          <p:cNvSpPr txBox="1"/>
          <p:nvPr/>
        </p:nvSpPr>
        <p:spPr>
          <a:xfrm>
            <a:off x="274625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329BFCCF-327E-202B-792F-88BFB95936B3}"/>
              </a:ext>
            </a:extLst>
          </p:cNvPr>
          <p:cNvSpPr txBox="1"/>
          <p:nvPr/>
        </p:nvSpPr>
        <p:spPr>
          <a:xfrm>
            <a:off x="307123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4721B2B5-FEF6-1B00-97D2-62E69FE06D4D}"/>
              </a:ext>
            </a:extLst>
          </p:cNvPr>
          <p:cNvSpPr txBox="1"/>
          <p:nvPr/>
        </p:nvSpPr>
        <p:spPr>
          <a:xfrm>
            <a:off x="3402751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1B17A79-430C-4181-1F20-0AB1B2168E05}"/>
              </a:ext>
            </a:extLst>
          </p:cNvPr>
          <p:cNvSpPr txBox="1"/>
          <p:nvPr/>
        </p:nvSpPr>
        <p:spPr>
          <a:xfrm>
            <a:off x="1748102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91FAA596-68A7-D872-CE34-B91F6D7D788E}"/>
              </a:ext>
            </a:extLst>
          </p:cNvPr>
          <p:cNvSpPr txBox="1"/>
          <p:nvPr/>
        </p:nvSpPr>
        <p:spPr>
          <a:xfrm>
            <a:off x="2080819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5EFEC2C-21DD-DEE0-EF4F-AE3FBF966A0D}"/>
              </a:ext>
            </a:extLst>
          </p:cNvPr>
          <p:cNvSpPr txBox="1"/>
          <p:nvPr/>
        </p:nvSpPr>
        <p:spPr>
          <a:xfrm>
            <a:off x="2413536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49DCAC9D-7AEB-84E3-AD04-DC355CDE1C07}"/>
              </a:ext>
            </a:extLst>
          </p:cNvPr>
          <p:cNvSpPr txBox="1"/>
          <p:nvPr/>
        </p:nvSpPr>
        <p:spPr>
          <a:xfrm>
            <a:off x="2745734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FEDA35D-BD5F-36EA-4CDC-F838EDDB2B6A}"/>
              </a:ext>
            </a:extLst>
          </p:cNvPr>
          <p:cNvSpPr txBox="1"/>
          <p:nvPr/>
        </p:nvSpPr>
        <p:spPr>
          <a:xfrm>
            <a:off x="3078970" y="442292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CE861356-2E27-8353-11E2-7B7C59863D99}"/>
              </a:ext>
            </a:extLst>
          </p:cNvPr>
          <p:cNvSpPr txBox="1"/>
          <p:nvPr/>
        </p:nvSpPr>
        <p:spPr>
          <a:xfrm>
            <a:off x="341790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41B4014-6843-A3FB-7760-123FD85C3AE2}"/>
              </a:ext>
            </a:extLst>
          </p:cNvPr>
          <p:cNvSpPr txBox="1"/>
          <p:nvPr/>
        </p:nvSpPr>
        <p:spPr>
          <a:xfrm>
            <a:off x="2413536" y="32804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FA68DE1-6569-7D5F-CF7D-7C6DA27A4EAE}"/>
              </a:ext>
            </a:extLst>
          </p:cNvPr>
          <p:cNvSpPr txBox="1"/>
          <p:nvPr/>
        </p:nvSpPr>
        <p:spPr>
          <a:xfrm>
            <a:off x="2746253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B50E6819-4A49-2E0F-F2AF-434697326967}"/>
              </a:ext>
            </a:extLst>
          </p:cNvPr>
          <p:cNvSpPr txBox="1"/>
          <p:nvPr/>
        </p:nvSpPr>
        <p:spPr>
          <a:xfrm>
            <a:off x="306980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6D7FAF51-6BFB-6871-469A-441FB33182B4}"/>
              </a:ext>
            </a:extLst>
          </p:cNvPr>
          <p:cNvSpPr txBox="1"/>
          <p:nvPr/>
        </p:nvSpPr>
        <p:spPr>
          <a:xfrm>
            <a:off x="341168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8A908585-FB55-0E41-EF6C-DC009ACE3C68}"/>
              </a:ext>
            </a:extLst>
          </p:cNvPr>
          <p:cNvSpPr txBox="1"/>
          <p:nvPr/>
        </p:nvSpPr>
        <p:spPr>
          <a:xfrm>
            <a:off x="1748102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B8C29067-3A95-BBE9-D1E7-6481BC551F54}"/>
              </a:ext>
            </a:extLst>
          </p:cNvPr>
          <p:cNvSpPr txBox="1"/>
          <p:nvPr/>
        </p:nvSpPr>
        <p:spPr>
          <a:xfrm>
            <a:off x="2091439" y="36608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14A05F5D-C7B0-9FBA-CCC8-2937167F9EF0}"/>
              </a:ext>
            </a:extLst>
          </p:cNvPr>
          <p:cNvSpPr txBox="1"/>
          <p:nvPr/>
        </p:nvSpPr>
        <p:spPr>
          <a:xfrm>
            <a:off x="1748102" y="48007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CA925790-63FB-507B-8863-AA4C39F602E1}"/>
              </a:ext>
            </a:extLst>
          </p:cNvPr>
          <p:cNvSpPr txBox="1"/>
          <p:nvPr/>
        </p:nvSpPr>
        <p:spPr>
          <a:xfrm>
            <a:off x="1752509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971EA5F-6799-BC5B-6307-0BBC5962DF44}"/>
              </a:ext>
            </a:extLst>
          </p:cNvPr>
          <p:cNvSpPr txBox="1"/>
          <p:nvPr/>
        </p:nvSpPr>
        <p:spPr>
          <a:xfrm>
            <a:off x="3074624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7B66C7E6-E9E3-FCA9-124A-D38126524587}"/>
              </a:ext>
            </a:extLst>
          </p:cNvPr>
          <p:cNvSpPr txBox="1"/>
          <p:nvPr/>
        </p:nvSpPr>
        <p:spPr>
          <a:xfrm>
            <a:off x="2729706" y="44250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3C4A07BF-126C-B81A-D994-080B92E60011}"/>
              </a:ext>
            </a:extLst>
          </p:cNvPr>
          <p:cNvSpPr txBox="1"/>
          <p:nvPr/>
        </p:nvSpPr>
        <p:spPr>
          <a:xfrm>
            <a:off x="2091618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FDF85B20-1C07-4DD5-042A-EC2803E4ED75}"/>
              </a:ext>
            </a:extLst>
          </p:cNvPr>
          <p:cNvSpPr txBox="1"/>
          <p:nvPr/>
        </p:nvSpPr>
        <p:spPr>
          <a:xfrm>
            <a:off x="2746253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F033F563-602D-0E35-BD08-7593859867B9}"/>
              </a:ext>
            </a:extLst>
          </p:cNvPr>
          <p:cNvSpPr txBox="1"/>
          <p:nvPr/>
        </p:nvSpPr>
        <p:spPr>
          <a:xfrm>
            <a:off x="240320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2C9029B9-D828-E80C-4BAA-EC612D53B078}"/>
              </a:ext>
            </a:extLst>
          </p:cNvPr>
          <p:cNvSpPr txBox="1"/>
          <p:nvPr/>
        </p:nvSpPr>
        <p:spPr>
          <a:xfrm>
            <a:off x="1748102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C944433D-3142-B7AB-3DC7-E0EF36CB0D4E}"/>
              </a:ext>
            </a:extLst>
          </p:cNvPr>
          <p:cNvSpPr txBox="1"/>
          <p:nvPr/>
        </p:nvSpPr>
        <p:spPr>
          <a:xfrm>
            <a:off x="2091618" y="404147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AE206D77-296A-D696-4087-6A5404670721}"/>
              </a:ext>
            </a:extLst>
          </p:cNvPr>
          <p:cNvSpPr txBox="1"/>
          <p:nvPr/>
        </p:nvSpPr>
        <p:spPr>
          <a:xfrm>
            <a:off x="306980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5761E9BB-4C56-41A1-553D-2C886BE6B710}"/>
              </a:ext>
            </a:extLst>
          </p:cNvPr>
          <p:cNvSpPr txBox="1"/>
          <p:nvPr/>
        </p:nvSpPr>
        <p:spPr>
          <a:xfrm>
            <a:off x="341168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6F1D5C87-111F-74D0-EC81-CE2129620077}"/>
              </a:ext>
            </a:extLst>
          </p:cNvPr>
          <p:cNvSpPr txBox="1"/>
          <p:nvPr/>
        </p:nvSpPr>
        <p:spPr>
          <a:xfrm>
            <a:off x="3411687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6708D284-E69F-9C06-12B0-E36C4E4FBAE3}"/>
              </a:ext>
            </a:extLst>
          </p:cNvPr>
          <p:cNvSpPr txBox="1"/>
          <p:nvPr/>
        </p:nvSpPr>
        <p:spPr>
          <a:xfrm>
            <a:off x="3421496" y="4421347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834EBFFE-D00D-75DC-483F-505A5E7A70E6}"/>
              </a:ext>
            </a:extLst>
          </p:cNvPr>
          <p:cNvSpPr txBox="1"/>
          <p:nvPr/>
        </p:nvSpPr>
        <p:spPr>
          <a:xfrm>
            <a:off x="1872847" y="14631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42C1178-85BA-506D-885A-855CD6523D30}"/>
              </a:ext>
            </a:extLst>
          </p:cNvPr>
          <p:cNvSpPr txBox="1"/>
          <p:nvPr/>
        </p:nvSpPr>
        <p:spPr>
          <a:xfrm>
            <a:off x="2400452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2D86D292-2059-594D-DC0F-C4FAD97A77A7}"/>
              </a:ext>
            </a:extLst>
          </p:cNvPr>
          <p:cNvSpPr txBox="1"/>
          <p:nvPr/>
        </p:nvSpPr>
        <p:spPr>
          <a:xfrm>
            <a:off x="307897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4C3AC032-AB5B-89FE-8E3D-667D6E823756}"/>
              </a:ext>
            </a:extLst>
          </p:cNvPr>
          <p:cNvSpPr txBox="1"/>
          <p:nvPr/>
        </p:nvSpPr>
        <p:spPr>
          <a:xfrm>
            <a:off x="2080819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0E6D2A19-00C0-A3A4-EA7B-E01F4BCA392F}"/>
              </a:ext>
            </a:extLst>
          </p:cNvPr>
          <p:cNvSpPr txBox="1"/>
          <p:nvPr/>
        </p:nvSpPr>
        <p:spPr>
          <a:xfrm>
            <a:off x="241561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6AE5C3A-0A86-CFEC-EB8C-1580217CED7A}"/>
              </a:ext>
            </a:extLst>
          </p:cNvPr>
          <p:cNvSpPr txBox="1"/>
          <p:nvPr/>
        </p:nvSpPr>
        <p:spPr>
          <a:xfrm>
            <a:off x="273135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41A32D7C-10E8-3EFE-2D4A-5F6DFBF65776}"/>
              </a:ext>
            </a:extLst>
          </p:cNvPr>
          <p:cNvCxnSpPr>
            <a:cxnSpLocks/>
          </p:cNvCxnSpPr>
          <p:nvPr/>
        </p:nvCxnSpPr>
        <p:spPr>
          <a:xfrm>
            <a:off x="1580093" y="2739731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4" name="左中括号 223">
            <a:extLst>
              <a:ext uri="{FF2B5EF4-FFF2-40B4-BE49-F238E27FC236}">
                <a16:creationId xmlns:a16="http://schemas.microsoft.com/office/drawing/2014/main" id="{03115961-2A71-80E1-4153-2B134294AB51}"/>
              </a:ext>
            </a:extLst>
          </p:cNvPr>
          <p:cNvSpPr/>
          <p:nvPr/>
        </p:nvSpPr>
        <p:spPr>
          <a:xfrm>
            <a:off x="6001505" y="2910370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右中括号 224">
            <a:extLst>
              <a:ext uri="{FF2B5EF4-FFF2-40B4-BE49-F238E27FC236}">
                <a16:creationId xmlns:a16="http://schemas.microsoft.com/office/drawing/2014/main" id="{99C4F401-766D-8061-CDDF-7B4EFD4290EE}"/>
              </a:ext>
            </a:extLst>
          </p:cNvPr>
          <p:cNvSpPr/>
          <p:nvPr/>
        </p:nvSpPr>
        <p:spPr>
          <a:xfrm>
            <a:off x="7923619" y="2910370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0121597-ED35-DD78-E6B6-EC3C7B3BB1B1}"/>
              </a:ext>
            </a:extLst>
          </p:cNvPr>
          <p:cNvSpPr txBox="1"/>
          <p:nvPr/>
        </p:nvSpPr>
        <p:spPr>
          <a:xfrm>
            <a:off x="5546295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F530964-C5FA-DF3F-623D-9413644F6AA5}"/>
              </a:ext>
            </a:extLst>
          </p:cNvPr>
          <p:cNvSpPr txBox="1"/>
          <p:nvPr/>
        </p:nvSpPr>
        <p:spPr>
          <a:xfrm>
            <a:off x="5546295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28" name="文本框 227">
            <a:extLst>
              <a:ext uri="{FF2B5EF4-FFF2-40B4-BE49-F238E27FC236}">
                <a16:creationId xmlns:a16="http://schemas.microsoft.com/office/drawing/2014/main" id="{9DD83B6E-80AA-DC34-26F2-4C76DBDD0019}"/>
              </a:ext>
            </a:extLst>
          </p:cNvPr>
          <p:cNvSpPr txBox="1"/>
          <p:nvPr/>
        </p:nvSpPr>
        <p:spPr>
          <a:xfrm>
            <a:off x="5546295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8C5AFEA7-EFB8-423F-BCA8-1562B9300D67}"/>
              </a:ext>
            </a:extLst>
          </p:cNvPr>
          <p:cNvSpPr txBox="1"/>
          <p:nvPr/>
        </p:nvSpPr>
        <p:spPr>
          <a:xfrm>
            <a:off x="554629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6585ADBB-6F00-6A0C-E461-BAA66B52F310}"/>
              </a:ext>
            </a:extLst>
          </p:cNvPr>
          <p:cNvSpPr txBox="1"/>
          <p:nvPr/>
        </p:nvSpPr>
        <p:spPr>
          <a:xfrm>
            <a:off x="5546295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8442384E-5324-91DF-6F7C-887589D75EF2}"/>
              </a:ext>
            </a:extLst>
          </p:cNvPr>
          <p:cNvSpPr txBox="1"/>
          <p:nvPr/>
        </p:nvSpPr>
        <p:spPr>
          <a:xfrm>
            <a:off x="5546295" y="47984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D08A4CD4-039E-A4C7-280E-44BEBD101E5D}"/>
              </a:ext>
            </a:extLst>
          </p:cNvPr>
          <p:cNvSpPr txBox="1"/>
          <p:nvPr/>
        </p:nvSpPr>
        <p:spPr>
          <a:xfrm>
            <a:off x="6006372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3" name="文本框 232">
            <a:extLst>
              <a:ext uri="{FF2B5EF4-FFF2-40B4-BE49-F238E27FC236}">
                <a16:creationId xmlns:a16="http://schemas.microsoft.com/office/drawing/2014/main" id="{113EBD19-5C75-2B38-2B45-F4060C92397E}"/>
              </a:ext>
            </a:extLst>
          </p:cNvPr>
          <p:cNvSpPr txBox="1"/>
          <p:nvPr/>
        </p:nvSpPr>
        <p:spPr>
          <a:xfrm>
            <a:off x="6339089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EF4CE0B7-804A-AEE8-D00C-A849D24B84E3}"/>
              </a:ext>
            </a:extLst>
          </p:cNvPr>
          <p:cNvSpPr txBox="1"/>
          <p:nvPr/>
        </p:nvSpPr>
        <p:spPr>
          <a:xfrm>
            <a:off x="6671806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0CE7BF37-38BE-895E-E002-3E54BF062BA0}"/>
              </a:ext>
            </a:extLst>
          </p:cNvPr>
          <p:cNvSpPr txBox="1"/>
          <p:nvPr/>
        </p:nvSpPr>
        <p:spPr>
          <a:xfrm>
            <a:off x="7004523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D2DE8688-8043-8CD9-DCC8-D6702857755C}"/>
              </a:ext>
            </a:extLst>
          </p:cNvPr>
          <p:cNvSpPr txBox="1"/>
          <p:nvPr/>
        </p:nvSpPr>
        <p:spPr>
          <a:xfrm>
            <a:off x="7337240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7BF3D356-9AE8-7AEF-AC2C-9269F4C7DF69}"/>
              </a:ext>
            </a:extLst>
          </p:cNvPr>
          <p:cNvSpPr txBox="1"/>
          <p:nvPr/>
        </p:nvSpPr>
        <p:spPr>
          <a:xfrm>
            <a:off x="7669957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6BA6F86C-9DDF-775D-01EA-F0E04339A6AA}"/>
              </a:ext>
            </a:extLst>
          </p:cNvPr>
          <p:cNvSpPr txBox="1"/>
          <p:nvPr/>
        </p:nvSpPr>
        <p:spPr>
          <a:xfrm>
            <a:off x="6006372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AE7D6119-7FFD-2B7E-EBB5-CE47CB361241}"/>
              </a:ext>
            </a:extLst>
          </p:cNvPr>
          <p:cNvSpPr txBox="1"/>
          <p:nvPr/>
        </p:nvSpPr>
        <p:spPr>
          <a:xfrm>
            <a:off x="6346064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5A76FF72-9FAA-390B-8F97-8D60BD5EDA10}"/>
              </a:ext>
            </a:extLst>
          </p:cNvPr>
          <p:cNvSpPr txBox="1"/>
          <p:nvPr/>
        </p:nvSpPr>
        <p:spPr>
          <a:xfrm>
            <a:off x="6669586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581A9483-C96D-44D4-AD2C-87F89B682948}"/>
              </a:ext>
            </a:extLst>
          </p:cNvPr>
          <p:cNvSpPr txBox="1"/>
          <p:nvPr/>
        </p:nvSpPr>
        <p:spPr>
          <a:xfrm>
            <a:off x="7004523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A46D2D98-B612-E1DD-D0BD-9543745A8B29}"/>
              </a:ext>
            </a:extLst>
          </p:cNvPr>
          <p:cNvSpPr txBox="1"/>
          <p:nvPr/>
        </p:nvSpPr>
        <p:spPr>
          <a:xfrm>
            <a:off x="7330967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BAEE9AEA-663A-1343-72CF-BB6FCD206287}"/>
              </a:ext>
            </a:extLst>
          </p:cNvPr>
          <p:cNvSpPr txBox="1"/>
          <p:nvPr/>
        </p:nvSpPr>
        <p:spPr>
          <a:xfrm>
            <a:off x="7661021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62BEBFD5-AA64-7E99-C39A-1F2D1696AA11}"/>
              </a:ext>
            </a:extLst>
          </p:cNvPr>
          <p:cNvSpPr txBox="1"/>
          <p:nvPr/>
        </p:nvSpPr>
        <p:spPr>
          <a:xfrm>
            <a:off x="6006372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5" name="文本框 244">
            <a:extLst>
              <a:ext uri="{FF2B5EF4-FFF2-40B4-BE49-F238E27FC236}">
                <a16:creationId xmlns:a16="http://schemas.microsoft.com/office/drawing/2014/main" id="{C3A58F2A-3F33-781E-A54E-8F71836E22DF}"/>
              </a:ext>
            </a:extLst>
          </p:cNvPr>
          <p:cNvSpPr txBox="1"/>
          <p:nvPr/>
        </p:nvSpPr>
        <p:spPr>
          <a:xfrm>
            <a:off x="6339089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A5772F71-2661-FAA4-1461-BCA2C6AD29B4}"/>
              </a:ext>
            </a:extLst>
          </p:cNvPr>
          <p:cNvSpPr txBox="1"/>
          <p:nvPr/>
        </p:nvSpPr>
        <p:spPr>
          <a:xfrm>
            <a:off x="6671806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B819A244-56AA-E795-B3C6-5B8ADBA4D0E3}"/>
              </a:ext>
            </a:extLst>
          </p:cNvPr>
          <p:cNvSpPr txBox="1"/>
          <p:nvPr/>
        </p:nvSpPr>
        <p:spPr>
          <a:xfrm>
            <a:off x="7004004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051A46D9-A4A8-855A-736F-BB4BA581C7BB}"/>
              </a:ext>
            </a:extLst>
          </p:cNvPr>
          <p:cNvSpPr txBox="1"/>
          <p:nvPr/>
        </p:nvSpPr>
        <p:spPr>
          <a:xfrm>
            <a:off x="7337240" y="442243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47A33A2F-5E9F-74D5-633C-864BDD8C96A6}"/>
              </a:ext>
            </a:extLst>
          </p:cNvPr>
          <p:cNvSpPr txBox="1"/>
          <p:nvPr/>
        </p:nvSpPr>
        <p:spPr>
          <a:xfrm>
            <a:off x="767617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0" name="文本框 249">
            <a:extLst>
              <a:ext uri="{FF2B5EF4-FFF2-40B4-BE49-F238E27FC236}">
                <a16:creationId xmlns:a16="http://schemas.microsoft.com/office/drawing/2014/main" id="{B81C4E5F-E4D0-F493-F6E8-E09F4D621366}"/>
              </a:ext>
            </a:extLst>
          </p:cNvPr>
          <p:cNvSpPr txBox="1"/>
          <p:nvPr/>
        </p:nvSpPr>
        <p:spPr>
          <a:xfrm>
            <a:off x="6671806" y="32799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4822210C-453C-266A-0902-77FDF9D08B24}"/>
              </a:ext>
            </a:extLst>
          </p:cNvPr>
          <p:cNvSpPr txBox="1"/>
          <p:nvPr/>
        </p:nvSpPr>
        <p:spPr>
          <a:xfrm>
            <a:off x="7004523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7A3DCC2D-AB14-5FB9-3727-3B3A3D5BE1B2}"/>
              </a:ext>
            </a:extLst>
          </p:cNvPr>
          <p:cNvSpPr txBox="1"/>
          <p:nvPr/>
        </p:nvSpPr>
        <p:spPr>
          <a:xfrm>
            <a:off x="732807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258E84EA-441C-18AA-5C07-7F5E3E62E678}"/>
              </a:ext>
            </a:extLst>
          </p:cNvPr>
          <p:cNvSpPr txBox="1"/>
          <p:nvPr/>
        </p:nvSpPr>
        <p:spPr>
          <a:xfrm>
            <a:off x="766995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12A78589-B4BD-CEF3-B996-EC4D0FB623D1}"/>
              </a:ext>
            </a:extLst>
          </p:cNvPr>
          <p:cNvSpPr txBox="1"/>
          <p:nvPr/>
        </p:nvSpPr>
        <p:spPr>
          <a:xfrm>
            <a:off x="6006372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DC0CEA61-C2E2-F999-29BF-CB572D9BE3D3}"/>
              </a:ext>
            </a:extLst>
          </p:cNvPr>
          <p:cNvSpPr txBox="1"/>
          <p:nvPr/>
        </p:nvSpPr>
        <p:spPr>
          <a:xfrm>
            <a:off x="6349709" y="36603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AFA869E4-2F71-0E81-5D0A-794A1D419590}"/>
              </a:ext>
            </a:extLst>
          </p:cNvPr>
          <p:cNvSpPr txBox="1"/>
          <p:nvPr/>
        </p:nvSpPr>
        <p:spPr>
          <a:xfrm>
            <a:off x="6006372" y="48002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F1B951E-5CFA-45A8-9192-B1B7453EB64C}"/>
              </a:ext>
            </a:extLst>
          </p:cNvPr>
          <p:cNvSpPr txBox="1"/>
          <p:nvPr/>
        </p:nvSpPr>
        <p:spPr>
          <a:xfrm>
            <a:off x="6010779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67302CF9-F1F5-C074-B3EF-C82F7C8196FB}"/>
              </a:ext>
            </a:extLst>
          </p:cNvPr>
          <p:cNvSpPr txBox="1"/>
          <p:nvPr/>
        </p:nvSpPr>
        <p:spPr>
          <a:xfrm>
            <a:off x="7332894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3B37AFDA-6E6F-41E8-6DDC-3E3FCCE3BB3A}"/>
              </a:ext>
            </a:extLst>
          </p:cNvPr>
          <p:cNvSpPr txBox="1"/>
          <p:nvPr/>
        </p:nvSpPr>
        <p:spPr>
          <a:xfrm>
            <a:off x="6987976" y="4424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9146FA26-09C1-7F39-2396-E0E5E977D8A0}"/>
              </a:ext>
            </a:extLst>
          </p:cNvPr>
          <p:cNvSpPr txBox="1"/>
          <p:nvPr/>
        </p:nvSpPr>
        <p:spPr>
          <a:xfrm>
            <a:off x="6349888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C2C6A7F8-D4DC-B70A-F118-7B2C85B98453}"/>
              </a:ext>
            </a:extLst>
          </p:cNvPr>
          <p:cNvSpPr txBox="1"/>
          <p:nvPr/>
        </p:nvSpPr>
        <p:spPr>
          <a:xfrm>
            <a:off x="7004523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28E6947B-5B49-13F4-62E8-6CD242B04486}"/>
              </a:ext>
            </a:extLst>
          </p:cNvPr>
          <p:cNvSpPr txBox="1"/>
          <p:nvPr/>
        </p:nvSpPr>
        <p:spPr>
          <a:xfrm>
            <a:off x="666147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7B5EFE79-4992-07BB-1440-88960282A836}"/>
              </a:ext>
            </a:extLst>
          </p:cNvPr>
          <p:cNvSpPr txBox="1"/>
          <p:nvPr/>
        </p:nvSpPr>
        <p:spPr>
          <a:xfrm>
            <a:off x="6006372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4" name="文本框 263">
            <a:extLst>
              <a:ext uri="{FF2B5EF4-FFF2-40B4-BE49-F238E27FC236}">
                <a16:creationId xmlns:a16="http://schemas.microsoft.com/office/drawing/2014/main" id="{081910FA-C6AE-A87F-CA43-1547FE70A876}"/>
              </a:ext>
            </a:extLst>
          </p:cNvPr>
          <p:cNvSpPr txBox="1"/>
          <p:nvPr/>
        </p:nvSpPr>
        <p:spPr>
          <a:xfrm>
            <a:off x="6349888" y="404098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BB193611-714B-56EF-3F56-26532C532000}"/>
              </a:ext>
            </a:extLst>
          </p:cNvPr>
          <p:cNvSpPr txBox="1"/>
          <p:nvPr/>
        </p:nvSpPr>
        <p:spPr>
          <a:xfrm>
            <a:off x="732807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6" name="文本框 265">
            <a:extLst>
              <a:ext uri="{FF2B5EF4-FFF2-40B4-BE49-F238E27FC236}">
                <a16:creationId xmlns:a16="http://schemas.microsoft.com/office/drawing/2014/main" id="{42473A6B-68D7-8E7C-4392-9EBFD27D8153}"/>
              </a:ext>
            </a:extLst>
          </p:cNvPr>
          <p:cNvSpPr txBox="1"/>
          <p:nvPr/>
        </p:nvSpPr>
        <p:spPr>
          <a:xfrm>
            <a:off x="766995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53F2B40A-6233-50D3-5B79-C6FCE3E3CA05}"/>
              </a:ext>
            </a:extLst>
          </p:cNvPr>
          <p:cNvSpPr txBox="1"/>
          <p:nvPr/>
        </p:nvSpPr>
        <p:spPr>
          <a:xfrm>
            <a:off x="7669957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8689B23D-3872-FBB6-DB30-1E6F37697982}"/>
              </a:ext>
            </a:extLst>
          </p:cNvPr>
          <p:cNvSpPr txBox="1"/>
          <p:nvPr/>
        </p:nvSpPr>
        <p:spPr>
          <a:xfrm>
            <a:off x="7679766" y="442085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1357918C-8B84-0D04-5F09-8450BB7FF07D}"/>
              </a:ext>
            </a:extLst>
          </p:cNvPr>
          <p:cNvSpPr txBox="1"/>
          <p:nvPr/>
        </p:nvSpPr>
        <p:spPr>
          <a:xfrm>
            <a:off x="6658722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59ABA70B-E343-9A0A-C58A-DCD2B7CBD8AC}"/>
              </a:ext>
            </a:extLst>
          </p:cNvPr>
          <p:cNvSpPr txBox="1"/>
          <p:nvPr/>
        </p:nvSpPr>
        <p:spPr>
          <a:xfrm>
            <a:off x="733724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1" name="文本框 270">
            <a:extLst>
              <a:ext uri="{FF2B5EF4-FFF2-40B4-BE49-F238E27FC236}">
                <a16:creationId xmlns:a16="http://schemas.microsoft.com/office/drawing/2014/main" id="{EAC342D2-8EA7-828D-65F1-65ECCED82F3A}"/>
              </a:ext>
            </a:extLst>
          </p:cNvPr>
          <p:cNvSpPr txBox="1"/>
          <p:nvPr/>
        </p:nvSpPr>
        <p:spPr>
          <a:xfrm>
            <a:off x="6339089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2" name="文本框 271">
            <a:extLst>
              <a:ext uri="{FF2B5EF4-FFF2-40B4-BE49-F238E27FC236}">
                <a16:creationId xmlns:a16="http://schemas.microsoft.com/office/drawing/2014/main" id="{1952D4B1-AF76-FBA1-6D30-355EDAE5A578}"/>
              </a:ext>
            </a:extLst>
          </p:cNvPr>
          <p:cNvSpPr txBox="1"/>
          <p:nvPr/>
        </p:nvSpPr>
        <p:spPr>
          <a:xfrm>
            <a:off x="667388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4C92A53A-55EC-E9B5-4344-F9847C09C468}"/>
              </a:ext>
            </a:extLst>
          </p:cNvPr>
          <p:cNvSpPr txBox="1"/>
          <p:nvPr/>
        </p:nvSpPr>
        <p:spPr>
          <a:xfrm>
            <a:off x="698962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568C7FCA-78A6-A4F2-1A55-825CEAC2B9F1}"/>
              </a:ext>
            </a:extLst>
          </p:cNvPr>
          <p:cNvCxnSpPr>
            <a:cxnSpLocks/>
          </p:cNvCxnSpPr>
          <p:nvPr/>
        </p:nvCxnSpPr>
        <p:spPr>
          <a:xfrm>
            <a:off x="5838363" y="2739242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6" name="文本框 275">
            <a:extLst>
              <a:ext uri="{FF2B5EF4-FFF2-40B4-BE49-F238E27FC236}">
                <a16:creationId xmlns:a16="http://schemas.microsoft.com/office/drawing/2014/main" id="{05262DEC-7FED-EFEE-C5B3-5AEF1DABCDEC}"/>
              </a:ext>
            </a:extLst>
          </p:cNvPr>
          <p:cNvSpPr txBox="1"/>
          <p:nvPr/>
        </p:nvSpPr>
        <p:spPr>
          <a:xfrm>
            <a:off x="830947" y="5817766"/>
            <a:ext cx="4121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）无向图及其临接矩阵</a:t>
            </a:r>
            <a:r>
              <a:rPr lang="en-US" altLang="zh-CN"/>
              <a:t>AdjM(</a:t>
            </a:r>
            <a:r>
              <a:rPr lang="zh-CN" altLang="en-US"/>
              <a:t>边带权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278" name="文本框 277">
            <a:extLst>
              <a:ext uri="{FF2B5EF4-FFF2-40B4-BE49-F238E27FC236}">
                <a16:creationId xmlns:a16="http://schemas.microsoft.com/office/drawing/2014/main" id="{EAB70522-49CA-A341-06F1-6DF29FC27366}"/>
              </a:ext>
            </a:extLst>
          </p:cNvPr>
          <p:cNvSpPr txBox="1"/>
          <p:nvPr/>
        </p:nvSpPr>
        <p:spPr>
          <a:xfrm>
            <a:off x="5351291" y="5802392"/>
            <a:ext cx="4216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）有向图及其临接矩阵</a:t>
            </a:r>
            <a:r>
              <a:rPr lang="en-US" altLang="zh-CN"/>
              <a:t>AdjM(</a:t>
            </a:r>
            <a:r>
              <a:rPr lang="zh-CN" altLang="en-US"/>
              <a:t>边不带权</a:t>
            </a:r>
            <a:r>
              <a:rPr lang="en-US" altLang="zh-CN"/>
              <a:t>)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244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D3411-81CE-7B9B-59B1-793140E86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2F6AFFB9-7BDA-24D3-F7B7-F9210A1A86FA}"/>
              </a:ext>
            </a:extLst>
          </p:cNvPr>
          <p:cNvSpPr/>
          <p:nvPr/>
        </p:nvSpPr>
        <p:spPr>
          <a:xfrm>
            <a:off x="5214635" y="124776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1F181FA2-E5BB-5C40-4F1F-6219647D0C79}"/>
              </a:ext>
            </a:extLst>
          </p:cNvPr>
          <p:cNvSpPr/>
          <p:nvPr/>
        </p:nvSpPr>
        <p:spPr>
          <a:xfrm>
            <a:off x="4456922" y="172913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7933D7-A604-4EBE-4A7D-CF26C3A548C8}"/>
              </a:ext>
            </a:extLst>
          </p:cNvPr>
          <p:cNvSpPr/>
          <p:nvPr/>
        </p:nvSpPr>
        <p:spPr>
          <a:xfrm>
            <a:off x="5202405" y="2220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B021B0-9489-AD67-515F-98FF2694AA43}"/>
              </a:ext>
            </a:extLst>
          </p:cNvPr>
          <p:cNvSpPr/>
          <p:nvPr/>
        </p:nvSpPr>
        <p:spPr>
          <a:xfrm>
            <a:off x="5960868" y="169643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36A3F0B-9C3D-4227-4422-536F480367EF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5593007" y="1436953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2DC4834-46D8-E02B-9C83-6620A597AD12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5580777" y="2019400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7FAFD77-59FD-AB6E-0B82-FD94D86F4477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779883" y="2052096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0D2A630-B415-7D0D-F8F9-7DCC9BC7F6F0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779883" y="1436953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36020E88-B0E1-E255-380C-CE9DD3431D78}"/>
              </a:ext>
            </a:extLst>
          </p:cNvPr>
          <p:cNvSpPr txBox="1"/>
          <p:nvPr/>
        </p:nvSpPr>
        <p:spPr>
          <a:xfrm>
            <a:off x="4474512" y="17013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AAD730-7C65-3E78-4341-6B7CA12BCFA9}"/>
              </a:ext>
            </a:extLst>
          </p:cNvPr>
          <p:cNvSpPr txBox="1"/>
          <p:nvPr/>
        </p:nvSpPr>
        <p:spPr>
          <a:xfrm>
            <a:off x="5251445" y="12059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D3527D3-FFD2-8ED7-6769-F76CE0DBA28B}"/>
              </a:ext>
            </a:extLst>
          </p:cNvPr>
          <p:cNvSpPr txBox="1"/>
          <p:nvPr/>
        </p:nvSpPr>
        <p:spPr>
          <a:xfrm>
            <a:off x="5990850" y="16712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7C65EF9-E908-8F21-7BF7-FD8AB6D85974}"/>
              </a:ext>
            </a:extLst>
          </p:cNvPr>
          <p:cNvSpPr txBox="1"/>
          <p:nvPr/>
        </p:nvSpPr>
        <p:spPr>
          <a:xfrm>
            <a:off x="5216702" y="219374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9A07A65-533C-49A1-4716-7B85EB5A5E96}"/>
              </a:ext>
            </a:extLst>
          </p:cNvPr>
          <p:cNvSpPr txBox="1"/>
          <p:nvPr/>
        </p:nvSpPr>
        <p:spPr>
          <a:xfrm>
            <a:off x="4788057" y="13089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49B724D-4A82-2723-41DA-CE129117C2E7}"/>
              </a:ext>
            </a:extLst>
          </p:cNvPr>
          <p:cNvSpPr txBox="1"/>
          <p:nvPr/>
        </p:nvSpPr>
        <p:spPr>
          <a:xfrm>
            <a:off x="5798528" y="13604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DAEFEAA-4FF5-C79F-0016-73829CE16F80}"/>
              </a:ext>
            </a:extLst>
          </p:cNvPr>
          <p:cNvSpPr txBox="1"/>
          <p:nvPr/>
        </p:nvSpPr>
        <p:spPr>
          <a:xfrm>
            <a:off x="4661422" y="22142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532609F-63EB-A005-56C6-BB20DC45691B}"/>
              </a:ext>
            </a:extLst>
          </p:cNvPr>
          <p:cNvSpPr txBox="1"/>
          <p:nvPr/>
        </p:nvSpPr>
        <p:spPr>
          <a:xfrm>
            <a:off x="5650611" y="22598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D65F39-CA75-E4FD-26F0-690B9A446816}"/>
              </a:ext>
            </a:extLst>
          </p:cNvPr>
          <p:cNvSpPr/>
          <p:nvPr/>
        </p:nvSpPr>
        <p:spPr>
          <a:xfrm>
            <a:off x="6859945" y="172387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C088F2D-D5E3-B76E-3A04-EC59E32FBBAC}"/>
              </a:ext>
            </a:extLst>
          </p:cNvPr>
          <p:cNvSpPr txBox="1"/>
          <p:nvPr/>
        </p:nvSpPr>
        <p:spPr>
          <a:xfrm>
            <a:off x="6864497" y="171014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694231C-B2F4-A6F5-3EF7-653510D87029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6339240" y="1885625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4A672D2-EFBC-69DC-1CD4-EC3E107D4587}"/>
              </a:ext>
            </a:extLst>
          </p:cNvPr>
          <p:cNvSpPr txBox="1"/>
          <p:nvPr/>
        </p:nvSpPr>
        <p:spPr>
          <a:xfrm>
            <a:off x="6470687" y="15498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56AB582-2DCA-EA35-C013-9ED10F64F96F}"/>
              </a:ext>
            </a:extLst>
          </p:cNvPr>
          <p:cNvSpPr/>
          <p:nvPr/>
        </p:nvSpPr>
        <p:spPr>
          <a:xfrm>
            <a:off x="3848348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D7A65310-D03C-F0DD-8D08-C5C7A7108CD5}"/>
              </a:ext>
            </a:extLst>
          </p:cNvPr>
          <p:cNvSpPr txBox="1"/>
          <p:nvPr/>
        </p:nvSpPr>
        <p:spPr>
          <a:xfrm>
            <a:off x="2802533" y="570709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0C37E31-03B8-4032-181D-060AB9927E85}"/>
              </a:ext>
            </a:extLst>
          </p:cNvPr>
          <p:cNvSpPr/>
          <p:nvPr/>
        </p:nvSpPr>
        <p:spPr>
          <a:xfrm>
            <a:off x="5582786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3A4AD0-96D0-4E38-60C2-5076D2A21F44}"/>
              </a:ext>
            </a:extLst>
          </p:cNvPr>
          <p:cNvSpPr/>
          <p:nvPr/>
        </p:nvSpPr>
        <p:spPr>
          <a:xfrm>
            <a:off x="7317224" y="561736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A06B9ADD-2965-49F1-71F1-9E0273B13BA2}"/>
              </a:ext>
            </a:extLst>
          </p:cNvPr>
          <p:cNvCxnSpPr>
            <a:stCxn id="54" idx="3"/>
            <a:endCxn id="79" idx="1"/>
          </p:cNvCxnSpPr>
          <p:nvPr/>
        </p:nvCxnSpPr>
        <p:spPr>
          <a:xfrm>
            <a:off x="4848332" y="5869238"/>
            <a:ext cx="7344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F2E83F4-4611-8056-056F-4189F78B6D4A}"/>
              </a:ext>
            </a:extLst>
          </p:cNvPr>
          <p:cNvCxnSpPr>
            <a:cxnSpLocks/>
            <a:stCxn id="79" idx="3"/>
            <a:endCxn id="81" idx="1"/>
          </p:cNvCxnSpPr>
          <p:nvPr/>
        </p:nvCxnSpPr>
        <p:spPr>
          <a:xfrm>
            <a:off x="6582770" y="5869238"/>
            <a:ext cx="734454" cy="7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1A28124C-FC30-7134-8BDF-7BBBCE04BFA3}"/>
              </a:ext>
            </a:extLst>
          </p:cNvPr>
          <p:cNvSpPr/>
          <p:nvPr/>
        </p:nvSpPr>
        <p:spPr>
          <a:xfrm>
            <a:off x="4334680" y="315264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97FAD4E-AE41-13D0-2463-87EDB75FCDE1}"/>
              </a:ext>
            </a:extLst>
          </p:cNvPr>
          <p:cNvSpPr txBox="1"/>
          <p:nvPr/>
        </p:nvSpPr>
        <p:spPr>
          <a:xfrm>
            <a:off x="3288865" y="3249507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4A7E5C1-2A72-9BF3-CA31-AC378A17018D}"/>
              </a:ext>
            </a:extLst>
          </p:cNvPr>
          <p:cNvSpPr/>
          <p:nvPr/>
        </p:nvSpPr>
        <p:spPr>
          <a:xfrm>
            <a:off x="5339256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25EEBA-CA50-19B4-8EA7-B7EFD4479E06}"/>
              </a:ext>
            </a:extLst>
          </p:cNvPr>
          <p:cNvSpPr/>
          <p:nvPr/>
        </p:nvSpPr>
        <p:spPr>
          <a:xfrm>
            <a:off x="6339240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E363C96-2E92-4EE5-3433-5E3473C5F3A6}"/>
              </a:ext>
            </a:extLst>
          </p:cNvPr>
          <p:cNvSpPr txBox="1"/>
          <p:nvPr/>
        </p:nvSpPr>
        <p:spPr>
          <a:xfrm>
            <a:off x="4241708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49EC28A-2E93-2514-A3ED-CCF1A8EC554B}"/>
              </a:ext>
            </a:extLst>
          </p:cNvPr>
          <p:cNvSpPr txBox="1"/>
          <p:nvPr/>
        </p:nvSpPr>
        <p:spPr>
          <a:xfrm>
            <a:off x="5241692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7FD689F-7330-4CEF-34CB-5EC552025125}"/>
              </a:ext>
            </a:extLst>
          </p:cNvPr>
          <p:cNvSpPr txBox="1"/>
          <p:nvPr/>
        </p:nvSpPr>
        <p:spPr>
          <a:xfrm>
            <a:off x="6256392" y="36861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5174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D1D4D-4212-F0DB-9F83-256EE9D98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E59464-85B8-CCC5-A3A6-72FA5AE6D655}"/>
              </a:ext>
            </a:extLst>
          </p:cNvPr>
          <p:cNvSpPr/>
          <p:nvPr/>
        </p:nvSpPr>
        <p:spPr>
          <a:xfrm>
            <a:off x="867856" y="37114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3674C1C-61E5-6DFC-6DC1-DD5140BCFE5A}"/>
              </a:ext>
            </a:extLst>
          </p:cNvPr>
          <p:cNvSpPr/>
          <p:nvPr/>
        </p:nvSpPr>
        <p:spPr>
          <a:xfrm>
            <a:off x="110143" y="8525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DDDABC-C34A-524C-BD80-CC18CC8E871C}"/>
              </a:ext>
            </a:extLst>
          </p:cNvPr>
          <p:cNvSpPr/>
          <p:nvPr/>
        </p:nvSpPr>
        <p:spPr>
          <a:xfrm>
            <a:off x="855626" y="13433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9C6A17-E474-24E3-B291-76290EC5405F}"/>
              </a:ext>
            </a:extLst>
          </p:cNvPr>
          <p:cNvSpPr/>
          <p:nvPr/>
        </p:nvSpPr>
        <p:spPr>
          <a:xfrm>
            <a:off x="1614089" y="8198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749326D-5ECF-F893-A421-82CC8AFF363C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1246228" y="56032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185E22A-5202-854A-0FA3-51B0D474259F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1233998" y="114277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B6C2E8-8C64-1926-D9EA-C6C4C0048329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33104" y="117546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F8F6B-0B1E-ADD8-678D-E93BEDDF5AD6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33104" y="56032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B140BC6-8607-B4EA-88EE-470D1656E068}"/>
              </a:ext>
            </a:extLst>
          </p:cNvPr>
          <p:cNvSpPr txBox="1"/>
          <p:nvPr/>
        </p:nvSpPr>
        <p:spPr>
          <a:xfrm>
            <a:off x="127733" y="8246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40CDF72-CF55-A4F3-B2AE-D5110F270584}"/>
              </a:ext>
            </a:extLst>
          </p:cNvPr>
          <p:cNvSpPr txBox="1"/>
          <p:nvPr/>
        </p:nvSpPr>
        <p:spPr>
          <a:xfrm>
            <a:off x="904666" y="3292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002BFA3-61FB-91C3-9836-687D12F245AC}"/>
              </a:ext>
            </a:extLst>
          </p:cNvPr>
          <p:cNvSpPr txBox="1"/>
          <p:nvPr/>
        </p:nvSpPr>
        <p:spPr>
          <a:xfrm>
            <a:off x="1644071" y="7945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36FACF6-F417-2AD9-71E3-D792049F352F}"/>
              </a:ext>
            </a:extLst>
          </p:cNvPr>
          <p:cNvSpPr txBox="1"/>
          <p:nvPr/>
        </p:nvSpPr>
        <p:spPr>
          <a:xfrm>
            <a:off x="869923" y="131711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5F29AD9-A6D9-BC68-8676-6F4CD05331C0}"/>
              </a:ext>
            </a:extLst>
          </p:cNvPr>
          <p:cNvSpPr txBox="1"/>
          <p:nvPr/>
        </p:nvSpPr>
        <p:spPr>
          <a:xfrm>
            <a:off x="441278" y="43227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AA0B71A-83C9-0D49-FBB1-7501417DC485}"/>
              </a:ext>
            </a:extLst>
          </p:cNvPr>
          <p:cNvSpPr txBox="1"/>
          <p:nvPr/>
        </p:nvSpPr>
        <p:spPr>
          <a:xfrm>
            <a:off x="1451749" y="4838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71FAA1-A410-8B3F-E677-672393415DD4}"/>
              </a:ext>
            </a:extLst>
          </p:cNvPr>
          <p:cNvSpPr txBox="1"/>
          <p:nvPr/>
        </p:nvSpPr>
        <p:spPr>
          <a:xfrm>
            <a:off x="314643" y="13376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CA31750-0101-FC5D-DA4C-13385F0852C1}"/>
              </a:ext>
            </a:extLst>
          </p:cNvPr>
          <p:cNvSpPr txBox="1"/>
          <p:nvPr/>
        </p:nvSpPr>
        <p:spPr>
          <a:xfrm>
            <a:off x="1303832" y="13831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85A9F0E-950B-5CE6-9163-CE15F55B0876}"/>
              </a:ext>
            </a:extLst>
          </p:cNvPr>
          <p:cNvSpPr/>
          <p:nvPr/>
        </p:nvSpPr>
        <p:spPr>
          <a:xfrm>
            <a:off x="2513166" y="84725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7859297-2125-B14A-21D2-783BC5B8130B}"/>
              </a:ext>
            </a:extLst>
          </p:cNvPr>
          <p:cNvSpPr txBox="1"/>
          <p:nvPr/>
        </p:nvSpPr>
        <p:spPr>
          <a:xfrm>
            <a:off x="2517718" y="83352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0CD1BF70-E7DE-E638-78BC-AED003B8948F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1992461" y="100899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C83EF08-5E5C-52E5-7CC8-514DB681906B}"/>
              </a:ext>
            </a:extLst>
          </p:cNvPr>
          <p:cNvSpPr txBox="1"/>
          <p:nvPr/>
        </p:nvSpPr>
        <p:spPr>
          <a:xfrm>
            <a:off x="2123908" y="6732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5A6144-525F-454B-A70A-38082759BEEF}"/>
              </a:ext>
            </a:extLst>
          </p:cNvPr>
          <p:cNvSpPr/>
          <p:nvPr/>
        </p:nvSpPr>
        <p:spPr>
          <a:xfrm>
            <a:off x="7501047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441ADD26-4089-C93A-E900-E85E1E0BEA93}"/>
              </a:ext>
            </a:extLst>
          </p:cNvPr>
          <p:cNvSpPr txBox="1"/>
          <p:nvPr/>
        </p:nvSpPr>
        <p:spPr>
          <a:xfrm>
            <a:off x="6455232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[2]</a:t>
            </a:r>
            <a:endParaRPr lang="zh-CN" altLang="zh-CN" sz="1600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EBC15D1-3ADB-060C-6D00-A7B4650F4F25}"/>
              </a:ext>
            </a:extLst>
          </p:cNvPr>
          <p:cNvSpPr/>
          <p:nvPr/>
        </p:nvSpPr>
        <p:spPr>
          <a:xfrm>
            <a:off x="8505623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0BA4D84-7559-6B0E-4285-1668F1C0F71C}"/>
              </a:ext>
            </a:extLst>
          </p:cNvPr>
          <p:cNvSpPr/>
          <p:nvPr/>
        </p:nvSpPr>
        <p:spPr>
          <a:xfrm>
            <a:off x="9505607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2092B84-809D-E9C6-CB08-0692FE825402}"/>
              </a:ext>
            </a:extLst>
          </p:cNvPr>
          <p:cNvSpPr/>
          <p:nvPr/>
        </p:nvSpPr>
        <p:spPr>
          <a:xfrm>
            <a:off x="4173393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6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EF84276-26E1-C67B-2661-108F84AB7F87}"/>
              </a:ext>
            </a:extLst>
          </p:cNvPr>
          <p:cNvSpPr txBox="1"/>
          <p:nvPr/>
        </p:nvSpPr>
        <p:spPr>
          <a:xfrm>
            <a:off x="3127578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[0]</a:t>
            </a:r>
            <a:endParaRPr lang="zh-CN" altLang="zh-CN" sz="160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5E1C645-FEEB-3E70-43F5-F85C6F835815}"/>
              </a:ext>
            </a:extLst>
          </p:cNvPr>
          <p:cNvSpPr/>
          <p:nvPr/>
        </p:nvSpPr>
        <p:spPr>
          <a:xfrm>
            <a:off x="5177969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2</a:t>
            </a:r>
            <a:endParaRPr lang="zh-CN" altLang="en-US" sz="160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4BE239-D28A-C824-1226-5054FF08449C}"/>
              </a:ext>
            </a:extLst>
          </p:cNvPr>
          <p:cNvSpPr/>
          <p:nvPr/>
        </p:nvSpPr>
        <p:spPr>
          <a:xfrm>
            <a:off x="7501047" y="111630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2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44F0BEC-6C88-E406-5DF5-159D8B02AE4C}"/>
              </a:ext>
            </a:extLst>
          </p:cNvPr>
          <p:cNvSpPr txBox="1"/>
          <p:nvPr/>
        </p:nvSpPr>
        <p:spPr>
          <a:xfrm>
            <a:off x="6455232" y="121315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[3]</a:t>
            </a:r>
            <a:endParaRPr lang="zh-CN" altLang="zh-CN" sz="160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67AFEF6-E3FB-25B1-5DDA-A3F0C1A6BBED}"/>
              </a:ext>
            </a:extLst>
          </p:cNvPr>
          <p:cNvSpPr/>
          <p:nvPr/>
        </p:nvSpPr>
        <p:spPr>
          <a:xfrm>
            <a:off x="8505623" y="1114255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1</a:t>
            </a:r>
            <a:endParaRPr lang="zh-CN" altLang="en-US" sz="160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D7FBADA-04FA-A848-7912-373B827F9078}"/>
              </a:ext>
            </a:extLst>
          </p:cNvPr>
          <p:cNvSpPr/>
          <p:nvPr/>
        </p:nvSpPr>
        <p:spPr>
          <a:xfrm>
            <a:off x="7501047" y="208512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2 weight: 5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835D3A5-35F6-33CF-9052-FD77D6AC9A20}"/>
              </a:ext>
            </a:extLst>
          </p:cNvPr>
          <p:cNvSpPr txBox="1"/>
          <p:nvPr/>
        </p:nvSpPr>
        <p:spPr>
          <a:xfrm>
            <a:off x="6455232" y="218197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[4]</a:t>
            </a:r>
            <a:endParaRPr lang="zh-CN" altLang="zh-CN" sz="1600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BA5A6F2-2A38-B49A-94FD-CB197E8F843F}"/>
              </a:ext>
            </a:extLst>
          </p:cNvPr>
          <p:cNvSpPr/>
          <p:nvPr/>
        </p:nvSpPr>
        <p:spPr>
          <a:xfrm>
            <a:off x="4173393" y="1126719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6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3F19EFF-291F-63E3-AE7E-B7BAD5101988}"/>
              </a:ext>
            </a:extLst>
          </p:cNvPr>
          <p:cNvSpPr txBox="1"/>
          <p:nvPr/>
        </p:nvSpPr>
        <p:spPr>
          <a:xfrm>
            <a:off x="3127578" y="1223578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[1]</a:t>
            </a:r>
            <a:endParaRPr lang="zh-CN" altLang="zh-CN" sz="1600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8DC1A20-4012-F1AE-A3DC-242E00D9141A}"/>
              </a:ext>
            </a:extLst>
          </p:cNvPr>
          <p:cNvSpPr/>
          <p:nvPr/>
        </p:nvSpPr>
        <p:spPr>
          <a:xfrm>
            <a:off x="5177969" y="112467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8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123181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C39A4-EC0C-93A1-02A2-E276C72C7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7BF13F4-E6E6-8413-A598-AD5BB5F8B310}"/>
              </a:ext>
            </a:extLst>
          </p:cNvPr>
          <p:cNvSpPr/>
          <p:nvPr/>
        </p:nvSpPr>
        <p:spPr>
          <a:xfrm>
            <a:off x="1287015" y="32233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EE3D4A-3EC6-979B-3FB9-C754B191CD92}"/>
              </a:ext>
            </a:extLst>
          </p:cNvPr>
          <p:cNvSpPr/>
          <p:nvPr/>
        </p:nvSpPr>
        <p:spPr>
          <a:xfrm>
            <a:off x="529302" y="80369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F60A3-B338-1200-7FC6-181DB3899B07}"/>
              </a:ext>
            </a:extLst>
          </p:cNvPr>
          <p:cNvSpPr/>
          <p:nvPr/>
        </p:nvSpPr>
        <p:spPr>
          <a:xfrm>
            <a:off x="1274785" y="129456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EE8D23F-1124-4A39-EFB9-43A77CCCF200}"/>
              </a:ext>
            </a:extLst>
          </p:cNvPr>
          <p:cNvSpPr/>
          <p:nvPr/>
        </p:nvSpPr>
        <p:spPr>
          <a:xfrm>
            <a:off x="2033248" y="771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A0BA600-C55C-E24E-0CC4-D7F110BFCCF1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665387" y="51151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C31F93A-0C3E-19DC-FFA5-E7AB3449660C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653157" y="109396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C2EF97C-1A09-77DD-71E5-607F30A29BBD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852263" y="112665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04A9081-A135-96B0-5265-7B70233B407A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852263" y="51151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F6A57F7E-32B6-2A6C-99FD-59540E6E135F}"/>
              </a:ext>
            </a:extLst>
          </p:cNvPr>
          <p:cNvSpPr txBox="1"/>
          <p:nvPr/>
        </p:nvSpPr>
        <p:spPr>
          <a:xfrm>
            <a:off x="530500" y="76811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A7F320-153D-34DA-F99B-C91E857A7C18}"/>
              </a:ext>
            </a:extLst>
          </p:cNvPr>
          <p:cNvSpPr txBox="1"/>
          <p:nvPr/>
        </p:nvSpPr>
        <p:spPr>
          <a:xfrm>
            <a:off x="1323825" y="2804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80EC5-1497-924A-C0E3-8E28053CDD63}"/>
              </a:ext>
            </a:extLst>
          </p:cNvPr>
          <p:cNvSpPr txBox="1"/>
          <p:nvPr/>
        </p:nvSpPr>
        <p:spPr>
          <a:xfrm>
            <a:off x="2063230" y="74576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6C771DC-70E2-73E6-6868-6E456C034F80}"/>
              </a:ext>
            </a:extLst>
          </p:cNvPr>
          <p:cNvSpPr txBox="1"/>
          <p:nvPr/>
        </p:nvSpPr>
        <p:spPr>
          <a:xfrm>
            <a:off x="1289082" y="126830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52DA8038-25CC-BB19-A6B3-6282EF3A22E3}"/>
              </a:ext>
            </a:extLst>
          </p:cNvPr>
          <p:cNvSpPr/>
          <p:nvPr/>
        </p:nvSpPr>
        <p:spPr>
          <a:xfrm>
            <a:off x="2932325" y="79844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CB622AB-FCE4-AFCA-558D-1F405A8A094F}"/>
              </a:ext>
            </a:extLst>
          </p:cNvPr>
          <p:cNvSpPr txBox="1"/>
          <p:nvPr/>
        </p:nvSpPr>
        <p:spPr>
          <a:xfrm>
            <a:off x="2936877" y="7847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B64E183-7EC2-0D84-31C6-C17A25E34B25}"/>
              </a:ext>
            </a:extLst>
          </p:cNvPr>
          <p:cNvCxnSpPr>
            <a:cxnSpLocks/>
            <a:stCxn id="19" idx="1"/>
            <a:endCxn id="5" idx="6"/>
          </p:cNvCxnSpPr>
          <p:nvPr/>
        </p:nvCxnSpPr>
        <p:spPr>
          <a:xfrm flipH="1" flipV="1">
            <a:off x="2411620" y="96018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椭圆 22">
            <a:extLst>
              <a:ext uri="{FF2B5EF4-FFF2-40B4-BE49-F238E27FC236}">
                <a16:creationId xmlns:a16="http://schemas.microsoft.com/office/drawing/2014/main" id="{D21BEB4F-ABA5-C3C8-0303-CB2D6DED7532}"/>
              </a:ext>
            </a:extLst>
          </p:cNvPr>
          <p:cNvSpPr/>
          <p:nvPr/>
        </p:nvSpPr>
        <p:spPr>
          <a:xfrm>
            <a:off x="2033248" y="16116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883E0B8-9C35-8807-643C-64CD70D8F961}"/>
              </a:ext>
            </a:extLst>
          </p:cNvPr>
          <p:cNvSpPr txBox="1"/>
          <p:nvPr/>
        </p:nvSpPr>
        <p:spPr>
          <a:xfrm>
            <a:off x="2042993" y="1577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F3193F2-07D7-808D-077C-F61A61EEBBD8}"/>
              </a:ext>
            </a:extLst>
          </p:cNvPr>
          <p:cNvCxnSpPr>
            <a:cxnSpLocks/>
            <a:stCxn id="5" idx="4"/>
            <a:endCxn id="23" idx="0"/>
          </p:cNvCxnSpPr>
          <p:nvPr/>
        </p:nvCxnSpPr>
        <p:spPr>
          <a:xfrm>
            <a:off x="2222434" y="114937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FF23180B-16F1-BBC4-0F08-983ACD6F0927}"/>
              </a:ext>
            </a:extLst>
          </p:cNvPr>
          <p:cNvSpPr/>
          <p:nvPr/>
        </p:nvSpPr>
        <p:spPr>
          <a:xfrm>
            <a:off x="1274785" y="212925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2FFDB48-F248-7CE5-8954-6696D8F4F92D}"/>
              </a:ext>
            </a:extLst>
          </p:cNvPr>
          <p:cNvCxnSpPr>
            <a:cxnSpLocks/>
            <a:stCxn id="4" idx="4"/>
            <a:endCxn id="39" idx="0"/>
          </p:cNvCxnSpPr>
          <p:nvPr/>
        </p:nvCxnSpPr>
        <p:spPr>
          <a:xfrm>
            <a:off x="1463971" y="167293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AB4E0FF-AA6D-A74D-83B8-4EBE88B606BF}"/>
              </a:ext>
            </a:extLst>
          </p:cNvPr>
          <p:cNvSpPr txBox="1"/>
          <p:nvPr/>
        </p:nvSpPr>
        <p:spPr>
          <a:xfrm>
            <a:off x="1279857" y="21083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BD0CAE0E-8A6C-3138-EE3B-EF56E2D2C3CB}"/>
              </a:ext>
            </a:extLst>
          </p:cNvPr>
          <p:cNvSpPr/>
          <p:nvPr/>
        </p:nvSpPr>
        <p:spPr>
          <a:xfrm>
            <a:off x="10444814" y="285556"/>
            <a:ext cx="378372" cy="37837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2CCD394-1896-C950-CE74-FA35D0374BD2}"/>
              </a:ext>
            </a:extLst>
          </p:cNvPr>
          <p:cNvSpPr/>
          <p:nvPr/>
        </p:nvSpPr>
        <p:spPr>
          <a:xfrm>
            <a:off x="10444814" y="908511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1FC55D9-1895-15BC-4171-781227C04E6E}"/>
              </a:ext>
            </a:extLst>
          </p:cNvPr>
          <p:cNvSpPr/>
          <p:nvPr/>
        </p:nvSpPr>
        <p:spPr>
          <a:xfrm>
            <a:off x="10444814" y="1531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B2D7B7B-BC91-99EE-D4B5-433E10CB0886}"/>
              </a:ext>
            </a:extLst>
          </p:cNvPr>
          <p:cNvSpPr txBox="1"/>
          <p:nvPr/>
        </p:nvSpPr>
        <p:spPr>
          <a:xfrm>
            <a:off x="10905234" y="2792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当前访问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D4D72ED-230C-5C7B-03D6-787A43F02ED6}"/>
              </a:ext>
            </a:extLst>
          </p:cNvPr>
          <p:cNvSpPr txBox="1"/>
          <p:nvPr/>
        </p:nvSpPr>
        <p:spPr>
          <a:xfrm>
            <a:off x="10905234" y="88275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已访问过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F149EB2-C951-B109-0789-BA9D394418A0}"/>
              </a:ext>
            </a:extLst>
          </p:cNvPr>
          <p:cNvSpPr txBox="1"/>
          <p:nvPr/>
        </p:nvSpPr>
        <p:spPr>
          <a:xfrm>
            <a:off x="10905234" y="15405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尚未访问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C6EE37D-AD7C-735A-FC60-4BEF85F6BC8F}"/>
              </a:ext>
            </a:extLst>
          </p:cNvPr>
          <p:cNvSpPr/>
          <p:nvPr/>
        </p:nvSpPr>
        <p:spPr>
          <a:xfrm>
            <a:off x="4684642" y="30570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95F04514-443E-CA0A-D384-F5B01C0ED0CC}"/>
              </a:ext>
            </a:extLst>
          </p:cNvPr>
          <p:cNvSpPr/>
          <p:nvPr/>
        </p:nvSpPr>
        <p:spPr>
          <a:xfrm>
            <a:off x="3894671" y="808293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CC61F59D-DC76-30A7-D179-0ED2FD7D402D}"/>
              </a:ext>
            </a:extLst>
          </p:cNvPr>
          <p:cNvSpPr/>
          <p:nvPr/>
        </p:nvSpPr>
        <p:spPr>
          <a:xfrm>
            <a:off x="4640154" y="129916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E862DD2-3D2C-BC36-3218-324261E422D5}"/>
              </a:ext>
            </a:extLst>
          </p:cNvPr>
          <p:cNvSpPr/>
          <p:nvPr/>
        </p:nvSpPr>
        <p:spPr>
          <a:xfrm>
            <a:off x="5398617" y="77559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7FC13F1-40D5-2DB4-3832-8BA20CC9049A}"/>
              </a:ext>
            </a:extLst>
          </p:cNvPr>
          <p:cNvCxnSpPr>
            <a:cxnSpLocks/>
            <a:stCxn id="61" idx="1"/>
            <a:endCxn id="58" idx="6"/>
          </p:cNvCxnSpPr>
          <p:nvPr/>
        </p:nvCxnSpPr>
        <p:spPr>
          <a:xfrm flipH="1" flipV="1">
            <a:off x="5063014" y="494887"/>
            <a:ext cx="391014" cy="3361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817C7-5D9D-5423-1C59-9CAFDA0FF723}"/>
              </a:ext>
            </a:extLst>
          </p:cNvPr>
          <p:cNvCxnSpPr>
            <a:cxnSpLocks/>
            <a:stCxn id="60" idx="6"/>
            <a:endCxn id="61" idx="3"/>
          </p:cNvCxnSpPr>
          <p:nvPr/>
        </p:nvCxnSpPr>
        <p:spPr>
          <a:xfrm flipV="1">
            <a:off x="5018526" y="109855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DB2419C-C028-F27D-90DE-CA5E33BBE7EC}"/>
              </a:ext>
            </a:extLst>
          </p:cNvPr>
          <p:cNvCxnSpPr>
            <a:cxnSpLocks/>
            <a:stCxn id="59" idx="5"/>
            <a:endCxn id="60" idx="2"/>
          </p:cNvCxnSpPr>
          <p:nvPr/>
        </p:nvCxnSpPr>
        <p:spPr>
          <a:xfrm>
            <a:off x="4217632" y="113125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CA7C591-1718-BF0E-614B-EA82CC396EDE}"/>
              </a:ext>
            </a:extLst>
          </p:cNvPr>
          <p:cNvCxnSpPr>
            <a:cxnSpLocks/>
            <a:stCxn id="59" idx="7"/>
            <a:endCxn id="58" idx="2"/>
          </p:cNvCxnSpPr>
          <p:nvPr/>
        </p:nvCxnSpPr>
        <p:spPr>
          <a:xfrm flipV="1">
            <a:off x="4217632" y="494887"/>
            <a:ext cx="467010" cy="3688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36EC38D-2EEE-3D5D-83DA-1ACA7AE41BD1}"/>
              </a:ext>
            </a:extLst>
          </p:cNvPr>
          <p:cNvSpPr txBox="1"/>
          <p:nvPr/>
        </p:nvSpPr>
        <p:spPr>
          <a:xfrm>
            <a:off x="3905742" y="7755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674036B-7882-DC65-C2C8-5D801947BF18}"/>
              </a:ext>
            </a:extLst>
          </p:cNvPr>
          <p:cNvSpPr txBox="1"/>
          <p:nvPr/>
        </p:nvSpPr>
        <p:spPr>
          <a:xfrm>
            <a:off x="4689194" y="285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513399E-DE25-9FFE-A4FC-F88B6D0F2F5B}"/>
              </a:ext>
            </a:extLst>
          </p:cNvPr>
          <p:cNvSpPr txBox="1"/>
          <p:nvPr/>
        </p:nvSpPr>
        <p:spPr>
          <a:xfrm>
            <a:off x="5428599" y="750360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52F049E1-E88E-4F73-C93A-DE39A75695FF}"/>
              </a:ext>
            </a:extLst>
          </p:cNvPr>
          <p:cNvSpPr txBox="1"/>
          <p:nvPr/>
        </p:nvSpPr>
        <p:spPr>
          <a:xfrm>
            <a:off x="4654451" y="127290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2C059F5-EDB1-47DC-3D00-83A73183963C}"/>
              </a:ext>
            </a:extLst>
          </p:cNvPr>
          <p:cNvSpPr/>
          <p:nvPr/>
        </p:nvSpPr>
        <p:spPr>
          <a:xfrm>
            <a:off x="6297694" y="8030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FF8ACF-0C2B-AAF7-25A2-72ECA1859022}"/>
              </a:ext>
            </a:extLst>
          </p:cNvPr>
          <p:cNvSpPr txBox="1"/>
          <p:nvPr/>
        </p:nvSpPr>
        <p:spPr>
          <a:xfrm>
            <a:off x="6302246" y="78930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412E2D1-314B-DECD-4DCD-6C222020EF9A}"/>
              </a:ext>
            </a:extLst>
          </p:cNvPr>
          <p:cNvCxnSpPr>
            <a:cxnSpLocks/>
            <a:stCxn id="71" idx="1"/>
            <a:endCxn id="61" idx="6"/>
          </p:cNvCxnSpPr>
          <p:nvPr/>
        </p:nvCxnSpPr>
        <p:spPr>
          <a:xfrm flipH="1" flipV="1">
            <a:off x="5776989" y="96478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E7DE751A-8032-781D-1E81-4D842F8E839D}"/>
              </a:ext>
            </a:extLst>
          </p:cNvPr>
          <p:cNvSpPr/>
          <p:nvPr/>
        </p:nvSpPr>
        <p:spPr>
          <a:xfrm>
            <a:off x="5398617" y="161626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073C6169-8576-DF95-89B2-0317AB3E53F5}"/>
              </a:ext>
            </a:extLst>
          </p:cNvPr>
          <p:cNvSpPr txBox="1"/>
          <p:nvPr/>
        </p:nvSpPr>
        <p:spPr>
          <a:xfrm>
            <a:off x="5408362" y="15819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C473728-E8A8-64B7-C8C9-A92B91C29943}"/>
              </a:ext>
            </a:extLst>
          </p:cNvPr>
          <p:cNvCxnSpPr>
            <a:cxnSpLocks/>
            <a:stCxn id="61" idx="4"/>
            <a:endCxn id="73" idx="0"/>
          </p:cNvCxnSpPr>
          <p:nvPr/>
        </p:nvCxnSpPr>
        <p:spPr>
          <a:xfrm>
            <a:off x="5587803" y="115396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9AC1A2F1-BD6A-3F3D-8B5E-3AC05E8B7583}"/>
              </a:ext>
            </a:extLst>
          </p:cNvPr>
          <p:cNvSpPr/>
          <p:nvPr/>
        </p:nvSpPr>
        <p:spPr>
          <a:xfrm>
            <a:off x="4640154" y="213384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5C83FDEA-7DDF-420E-EC36-921FEA418943}"/>
              </a:ext>
            </a:extLst>
          </p:cNvPr>
          <p:cNvCxnSpPr>
            <a:cxnSpLocks/>
            <a:stCxn id="60" idx="4"/>
            <a:endCxn id="76" idx="0"/>
          </p:cNvCxnSpPr>
          <p:nvPr/>
        </p:nvCxnSpPr>
        <p:spPr>
          <a:xfrm>
            <a:off x="4829340" y="167753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73BC240-D276-A3A8-29A2-F5756D8CCEB3}"/>
              </a:ext>
            </a:extLst>
          </p:cNvPr>
          <p:cNvSpPr txBox="1"/>
          <p:nvPr/>
        </p:nvSpPr>
        <p:spPr>
          <a:xfrm>
            <a:off x="4645226" y="21129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10A5D82D-4F10-115A-F4C6-A8E75601D084}"/>
              </a:ext>
            </a:extLst>
          </p:cNvPr>
          <p:cNvSpPr/>
          <p:nvPr/>
        </p:nvSpPr>
        <p:spPr>
          <a:xfrm>
            <a:off x="8063905" y="339536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3A9CFA04-AFC4-9D3A-7E6F-F5864081BC29}"/>
              </a:ext>
            </a:extLst>
          </p:cNvPr>
          <p:cNvSpPr/>
          <p:nvPr/>
        </p:nvSpPr>
        <p:spPr>
          <a:xfrm>
            <a:off x="7306192" y="82090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FFA6186D-31A8-F1E0-9FA4-7E4C498074CF}"/>
              </a:ext>
            </a:extLst>
          </p:cNvPr>
          <p:cNvSpPr/>
          <p:nvPr/>
        </p:nvSpPr>
        <p:spPr>
          <a:xfrm>
            <a:off x="8051675" y="13117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AB4C375B-09D7-25BA-D599-497090BF9AA8}"/>
              </a:ext>
            </a:extLst>
          </p:cNvPr>
          <p:cNvSpPr/>
          <p:nvPr/>
        </p:nvSpPr>
        <p:spPr>
          <a:xfrm>
            <a:off x="8810138" y="78820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26CCFB2A-BA71-CCB9-E4B5-ED3B9D9A3712}"/>
              </a:ext>
            </a:extLst>
          </p:cNvPr>
          <p:cNvCxnSpPr>
            <a:cxnSpLocks/>
            <a:stCxn id="103" idx="1"/>
            <a:endCxn id="100" idx="6"/>
          </p:cNvCxnSpPr>
          <p:nvPr/>
        </p:nvCxnSpPr>
        <p:spPr>
          <a:xfrm flipH="1" flipV="1">
            <a:off x="8442277" y="528722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970FFC2F-BC30-CBA7-71D8-6D2E3FE43605}"/>
              </a:ext>
            </a:extLst>
          </p:cNvPr>
          <p:cNvCxnSpPr>
            <a:cxnSpLocks/>
            <a:stCxn id="102" idx="6"/>
            <a:endCxn id="103" idx="3"/>
          </p:cNvCxnSpPr>
          <p:nvPr/>
        </p:nvCxnSpPr>
        <p:spPr>
          <a:xfrm flipV="1">
            <a:off x="8430047" y="1111169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FA5A02BE-718C-1837-C723-30CE98B0ACE0}"/>
              </a:ext>
            </a:extLst>
          </p:cNvPr>
          <p:cNvCxnSpPr>
            <a:cxnSpLocks/>
            <a:stCxn id="101" idx="5"/>
            <a:endCxn id="102" idx="2"/>
          </p:cNvCxnSpPr>
          <p:nvPr/>
        </p:nvCxnSpPr>
        <p:spPr>
          <a:xfrm>
            <a:off x="7629153" y="1143865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05AF37C6-E5D3-2D31-3093-3BD82A49DA31}"/>
              </a:ext>
            </a:extLst>
          </p:cNvPr>
          <p:cNvCxnSpPr>
            <a:cxnSpLocks/>
            <a:stCxn id="101" idx="7"/>
            <a:endCxn id="100" idx="2"/>
          </p:cNvCxnSpPr>
          <p:nvPr/>
        </p:nvCxnSpPr>
        <p:spPr>
          <a:xfrm flipV="1">
            <a:off x="7629153" y="528722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7BB6E0BE-5E62-6CB5-C4D2-74F65F2A5C63}"/>
              </a:ext>
            </a:extLst>
          </p:cNvPr>
          <p:cNvSpPr txBox="1"/>
          <p:nvPr/>
        </p:nvSpPr>
        <p:spPr>
          <a:xfrm>
            <a:off x="7306803" y="7846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3A9AE90-5881-A52E-9499-5BE6E4C1125F}"/>
              </a:ext>
            </a:extLst>
          </p:cNvPr>
          <p:cNvSpPr txBox="1"/>
          <p:nvPr/>
        </p:nvSpPr>
        <p:spPr>
          <a:xfrm>
            <a:off x="8078139" y="3217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E6BA2AB-4317-1637-9C1B-7768104718B3}"/>
              </a:ext>
            </a:extLst>
          </p:cNvPr>
          <p:cNvSpPr txBox="1"/>
          <p:nvPr/>
        </p:nvSpPr>
        <p:spPr>
          <a:xfrm>
            <a:off x="8814690" y="75732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0006FDF0-8327-E42B-B3D0-C598C66093C4}"/>
              </a:ext>
            </a:extLst>
          </p:cNvPr>
          <p:cNvSpPr txBox="1"/>
          <p:nvPr/>
        </p:nvSpPr>
        <p:spPr>
          <a:xfrm>
            <a:off x="8065972" y="12855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E86290FB-B6A2-3603-0757-52F9434FEBD1}"/>
              </a:ext>
            </a:extLst>
          </p:cNvPr>
          <p:cNvSpPr/>
          <p:nvPr/>
        </p:nvSpPr>
        <p:spPr>
          <a:xfrm>
            <a:off x="9709215" y="8156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6FA97E03-E2C7-B56C-ABFD-B3E88A640115}"/>
              </a:ext>
            </a:extLst>
          </p:cNvPr>
          <p:cNvSpPr txBox="1"/>
          <p:nvPr/>
        </p:nvSpPr>
        <p:spPr>
          <a:xfrm>
            <a:off x="9713767" y="8019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81A300D2-495D-24C6-A83C-6570A5C050A7}"/>
              </a:ext>
            </a:extLst>
          </p:cNvPr>
          <p:cNvCxnSpPr>
            <a:cxnSpLocks/>
            <a:stCxn id="113" idx="1"/>
            <a:endCxn id="103" idx="6"/>
          </p:cNvCxnSpPr>
          <p:nvPr/>
        </p:nvCxnSpPr>
        <p:spPr>
          <a:xfrm flipH="1" flipV="1">
            <a:off x="9188510" y="977394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B13B60A-69DB-1FF9-D038-E0EB9B2D1E32}"/>
              </a:ext>
            </a:extLst>
          </p:cNvPr>
          <p:cNvSpPr/>
          <p:nvPr/>
        </p:nvSpPr>
        <p:spPr>
          <a:xfrm>
            <a:off x="8810138" y="162887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09BB800-5249-99CF-6225-A1D8E9EB18B5}"/>
              </a:ext>
            </a:extLst>
          </p:cNvPr>
          <p:cNvSpPr txBox="1"/>
          <p:nvPr/>
        </p:nvSpPr>
        <p:spPr>
          <a:xfrm>
            <a:off x="8819883" y="15945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C0E63FC-31F4-70AA-A6F5-99A16F2AD29C}"/>
              </a:ext>
            </a:extLst>
          </p:cNvPr>
          <p:cNvCxnSpPr>
            <a:cxnSpLocks/>
            <a:stCxn id="103" idx="4"/>
            <a:endCxn id="115" idx="0"/>
          </p:cNvCxnSpPr>
          <p:nvPr/>
        </p:nvCxnSpPr>
        <p:spPr>
          <a:xfrm>
            <a:off x="8999324" y="1166580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F3CA2DBB-FFA1-6425-53BC-55B6C1CE6A6F}"/>
              </a:ext>
            </a:extLst>
          </p:cNvPr>
          <p:cNvSpPr/>
          <p:nvPr/>
        </p:nvSpPr>
        <p:spPr>
          <a:xfrm>
            <a:off x="8051675" y="21464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867AE044-D0B2-DDB7-5054-7458D760672C}"/>
              </a:ext>
            </a:extLst>
          </p:cNvPr>
          <p:cNvCxnSpPr>
            <a:cxnSpLocks/>
            <a:stCxn id="102" idx="4"/>
            <a:endCxn id="118" idx="0"/>
          </p:cNvCxnSpPr>
          <p:nvPr/>
        </p:nvCxnSpPr>
        <p:spPr>
          <a:xfrm>
            <a:off x="8240861" y="1690143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7D329208-42A8-8CEA-A806-C8FC40D839CB}"/>
              </a:ext>
            </a:extLst>
          </p:cNvPr>
          <p:cNvSpPr txBox="1"/>
          <p:nvPr/>
        </p:nvSpPr>
        <p:spPr>
          <a:xfrm>
            <a:off x="8056747" y="21255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A9F12E5A-2EE0-51C6-372C-AED2F3B3CEF8}"/>
              </a:ext>
            </a:extLst>
          </p:cNvPr>
          <p:cNvSpPr/>
          <p:nvPr/>
        </p:nvSpPr>
        <p:spPr>
          <a:xfrm>
            <a:off x="876914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E712B3D5-7121-C15E-261E-7A7FE061C8FD}"/>
              </a:ext>
            </a:extLst>
          </p:cNvPr>
          <p:cNvSpPr/>
          <p:nvPr/>
        </p:nvSpPr>
        <p:spPr>
          <a:xfrm>
            <a:off x="119201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FF9B9F5-D3B5-8111-BE9A-799BD209B5F3}"/>
              </a:ext>
            </a:extLst>
          </p:cNvPr>
          <p:cNvSpPr/>
          <p:nvPr/>
        </p:nvSpPr>
        <p:spPr>
          <a:xfrm>
            <a:off x="864684" y="42410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3DD6C62A-400D-DA6E-44B5-56895F7A2A25}"/>
              </a:ext>
            </a:extLst>
          </p:cNvPr>
          <p:cNvSpPr/>
          <p:nvPr/>
        </p:nvSpPr>
        <p:spPr>
          <a:xfrm>
            <a:off x="1623147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A7A3EE0C-463F-8402-C0A0-6BAA53190F5B}"/>
              </a:ext>
            </a:extLst>
          </p:cNvPr>
          <p:cNvCxnSpPr>
            <a:cxnSpLocks/>
            <a:stCxn id="124" idx="1"/>
            <a:endCxn id="121" idx="6"/>
          </p:cNvCxnSpPr>
          <p:nvPr/>
        </p:nvCxnSpPr>
        <p:spPr>
          <a:xfrm flipH="1" flipV="1">
            <a:off x="1255286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05FF511-996A-330D-34A7-BA9F6E667FEF}"/>
              </a:ext>
            </a:extLst>
          </p:cNvPr>
          <p:cNvCxnSpPr>
            <a:cxnSpLocks/>
            <a:stCxn id="123" idx="6"/>
            <a:endCxn id="124" idx="3"/>
          </p:cNvCxnSpPr>
          <p:nvPr/>
        </p:nvCxnSpPr>
        <p:spPr>
          <a:xfrm flipV="1">
            <a:off x="1243056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B70BCF47-F701-90F6-8E63-3379FB4B8C45}"/>
              </a:ext>
            </a:extLst>
          </p:cNvPr>
          <p:cNvCxnSpPr>
            <a:cxnSpLocks/>
            <a:stCxn id="122" idx="5"/>
            <a:endCxn id="123" idx="2"/>
          </p:cNvCxnSpPr>
          <p:nvPr/>
        </p:nvCxnSpPr>
        <p:spPr>
          <a:xfrm>
            <a:off x="442162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F0156DA9-DD3E-8F9D-AC81-7EA8B6B7311F}"/>
              </a:ext>
            </a:extLst>
          </p:cNvPr>
          <p:cNvCxnSpPr>
            <a:cxnSpLocks/>
            <a:stCxn id="122" idx="7"/>
            <a:endCxn id="121" idx="2"/>
          </p:cNvCxnSpPr>
          <p:nvPr/>
        </p:nvCxnSpPr>
        <p:spPr>
          <a:xfrm flipV="1">
            <a:off x="442162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56450C78-686D-FC59-609F-358D27098FE1}"/>
              </a:ext>
            </a:extLst>
          </p:cNvPr>
          <p:cNvSpPr txBox="1"/>
          <p:nvPr/>
        </p:nvSpPr>
        <p:spPr>
          <a:xfrm>
            <a:off x="126029" y="37253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39690A4-741D-CB33-7DF8-49FFBC35E39F}"/>
              </a:ext>
            </a:extLst>
          </p:cNvPr>
          <p:cNvSpPr txBox="1"/>
          <p:nvPr/>
        </p:nvSpPr>
        <p:spPr>
          <a:xfrm>
            <a:off x="900965" y="324610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D874AA7A-CB53-2BA6-1AF1-C4E5281942EC}"/>
              </a:ext>
            </a:extLst>
          </p:cNvPr>
          <p:cNvSpPr txBox="1"/>
          <p:nvPr/>
        </p:nvSpPr>
        <p:spPr>
          <a:xfrm>
            <a:off x="1646604" y="370379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275B25E-EC1E-BC01-CBEC-EE989754F0CB}"/>
              </a:ext>
            </a:extLst>
          </p:cNvPr>
          <p:cNvSpPr txBox="1"/>
          <p:nvPr/>
        </p:nvSpPr>
        <p:spPr>
          <a:xfrm>
            <a:off x="878981" y="421477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AFB50857-3E9E-7D09-C749-D88D08E382EF}"/>
              </a:ext>
            </a:extLst>
          </p:cNvPr>
          <p:cNvSpPr/>
          <p:nvPr/>
        </p:nvSpPr>
        <p:spPr>
          <a:xfrm>
            <a:off x="2522224" y="37449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D2AC236B-D628-4169-52A6-E267F2B7A5C6}"/>
              </a:ext>
            </a:extLst>
          </p:cNvPr>
          <p:cNvSpPr txBox="1"/>
          <p:nvPr/>
        </p:nvSpPr>
        <p:spPr>
          <a:xfrm>
            <a:off x="2525847" y="372651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9C90768-1FA7-AD46-F99A-3AF19FE9633E}"/>
              </a:ext>
            </a:extLst>
          </p:cNvPr>
          <p:cNvCxnSpPr>
            <a:cxnSpLocks/>
            <a:stCxn id="134" idx="1"/>
            <a:endCxn id="124" idx="6"/>
          </p:cNvCxnSpPr>
          <p:nvPr/>
        </p:nvCxnSpPr>
        <p:spPr>
          <a:xfrm flipH="1" flipV="1">
            <a:off x="2001519" y="3906660"/>
            <a:ext cx="524328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EF8E5BF3-0E37-4556-E2FF-AB1A3D540263}"/>
              </a:ext>
            </a:extLst>
          </p:cNvPr>
          <p:cNvSpPr/>
          <p:nvPr/>
        </p:nvSpPr>
        <p:spPr>
          <a:xfrm>
            <a:off x="1623147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DC9833A0-95C8-0C0D-8734-AB9C85F26863}"/>
              </a:ext>
            </a:extLst>
          </p:cNvPr>
          <p:cNvSpPr txBox="1"/>
          <p:nvPr/>
        </p:nvSpPr>
        <p:spPr>
          <a:xfrm>
            <a:off x="1632892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DB092DF3-E0A9-6BF8-C906-FF484204F757}"/>
              </a:ext>
            </a:extLst>
          </p:cNvPr>
          <p:cNvCxnSpPr>
            <a:cxnSpLocks/>
            <a:stCxn id="124" idx="4"/>
            <a:endCxn id="136" idx="0"/>
          </p:cNvCxnSpPr>
          <p:nvPr/>
        </p:nvCxnSpPr>
        <p:spPr>
          <a:xfrm>
            <a:off x="1812333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椭圆 138">
            <a:extLst>
              <a:ext uri="{FF2B5EF4-FFF2-40B4-BE49-F238E27FC236}">
                <a16:creationId xmlns:a16="http://schemas.microsoft.com/office/drawing/2014/main" id="{B7480BE9-987A-58EE-9AD2-0E669D6A0880}"/>
              </a:ext>
            </a:extLst>
          </p:cNvPr>
          <p:cNvSpPr/>
          <p:nvPr/>
        </p:nvSpPr>
        <p:spPr>
          <a:xfrm>
            <a:off x="864684" y="50757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D0CB9548-199D-68B2-D6A0-320189D8923D}"/>
              </a:ext>
            </a:extLst>
          </p:cNvPr>
          <p:cNvCxnSpPr>
            <a:cxnSpLocks/>
            <a:stCxn id="123" idx="4"/>
            <a:endCxn id="139" idx="0"/>
          </p:cNvCxnSpPr>
          <p:nvPr/>
        </p:nvCxnSpPr>
        <p:spPr>
          <a:xfrm>
            <a:off x="1053870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56FE5131-625C-1282-92D0-D1FE73BBC5C9}"/>
              </a:ext>
            </a:extLst>
          </p:cNvPr>
          <p:cNvSpPr txBox="1"/>
          <p:nvPr/>
        </p:nvSpPr>
        <p:spPr>
          <a:xfrm>
            <a:off x="869756" y="505486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06284C98-CB0C-461E-96BC-9092DC6078D4}"/>
              </a:ext>
            </a:extLst>
          </p:cNvPr>
          <p:cNvSpPr/>
          <p:nvPr/>
        </p:nvSpPr>
        <p:spPr>
          <a:xfrm>
            <a:off x="4011383" y="324882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75FEB0F8-E827-F1F5-693A-97CE70790DFC}"/>
              </a:ext>
            </a:extLst>
          </p:cNvPr>
          <p:cNvSpPr/>
          <p:nvPr/>
        </p:nvSpPr>
        <p:spPr>
          <a:xfrm>
            <a:off x="3253670" y="3730191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FE8AE98A-47DE-461A-57BB-1AD77B746D4D}"/>
              </a:ext>
            </a:extLst>
          </p:cNvPr>
          <p:cNvSpPr/>
          <p:nvPr/>
        </p:nvSpPr>
        <p:spPr>
          <a:xfrm>
            <a:off x="3999153" y="422105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10A3F1C9-6ACC-0F38-982D-076E5323D056}"/>
              </a:ext>
            </a:extLst>
          </p:cNvPr>
          <p:cNvSpPr/>
          <p:nvPr/>
        </p:nvSpPr>
        <p:spPr>
          <a:xfrm>
            <a:off x="4757616" y="3697495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8040C28-49DF-E330-E670-4A87ECF0D34B}"/>
              </a:ext>
            </a:extLst>
          </p:cNvPr>
          <p:cNvCxnSpPr>
            <a:cxnSpLocks/>
            <a:stCxn id="145" idx="1"/>
            <a:endCxn id="142" idx="6"/>
          </p:cNvCxnSpPr>
          <p:nvPr/>
        </p:nvCxnSpPr>
        <p:spPr>
          <a:xfrm flipH="1" flipV="1">
            <a:off x="4389755" y="3438009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AA4912C7-93B6-12C8-9D1E-921010F53BCB}"/>
              </a:ext>
            </a:extLst>
          </p:cNvPr>
          <p:cNvCxnSpPr>
            <a:cxnSpLocks/>
            <a:stCxn id="144" idx="6"/>
            <a:endCxn id="145" idx="3"/>
          </p:cNvCxnSpPr>
          <p:nvPr/>
        </p:nvCxnSpPr>
        <p:spPr>
          <a:xfrm flipV="1">
            <a:off x="4377525" y="4020456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C7BC96C-B433-7AA8-B2E8-2C59238E5681}"/>
              </a:ext>
            </a:extLst>
          </p:cNvPr>
          <p:cNvCxnSpPr>
            <a:cxnSpLocks/>
            <a:stCxn id="143" idx="5"/>
            <a:endCxn id="144" idx="2"/>
          </p:cNvCxnSpPr>
          <p:nvPr/>
        </p:nvCxnSpPr>
        <p:spPr>
          <a:xfrm>
            <a:off x="3576631" y="4053152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4FCAF94-5980-A438-B029-51D9B6E2E7C3}"/>
              </a:ext>
            </a:extLst>
          </p:cNvPr>
          <p:cNvCxnSpPr>
            <a:cxnSpLocks/>
            <a:stCxn id="143" idx="7"/>
            <a:endCxn id="142" idx="2"/>
          </p:cNvCxnSpPr>
          <p:nvPr/>
        </p:nvCxnSpPr>
        <p:spPr>
          <a:xfrm flipV="1">
            <a:off x="3576631" y="3438009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086D8FEC-C448-81EF-B414-F54B4947663C}"/>
              </a:ext>
            </a:extLst>
          </p:cNvPr>
          <p:cNvSpPr txBox="1"/>
          <p:nvPr/>
        </p:nvSpPr>
        <p:spPr>
          <a:xfrm>
            <a:off x="3265308" y="37037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23F0E782-4B7B-9F2A-BFE2-F3FA049D18FF}"/>
              </a:ext>
            </a:extLst>
          </p:cNvPr>
          <p:cNvSpPr txBox="1"/>
          <p:nvPr/>
        </p:nvSpPr>
        <p:spPr>
          <a:xfrm>
            <a:off x="4030722" y="320456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077C138-C25E-67E7-D09B-6269844470B7}"/>
              </a:ext>
            </a:extLst>
          </p:cNvPr>
          <p:cNvSpPr txBox="1"/>
          <p:nvPr/>
        </p:nvSpPr>
        <p:spPr>
          <a:xfrm>
            <a:off x="4765881" y="364717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AC527D3-0B65-790C-5DA0-1BE896535C86}"/>
              </a:ext>
            </a:extLst>
          </p:cNvPr>
          <p:cNvSpPr txBox="1"/>
          <p:nvPr/>
        </p:nvSpPr>
        <p:spPr>
          <a:xfrm>
            <a:off x="4030722" y="41902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72745E3A-FEA9-0623-0866-AC8BC1C8780A}"/>
              </a:ext>
            </a:extLst>
          </p:cNvPr>
          <p:cNvSpPr/>
          <p:nvPr/>
        </p:nvSpPr>
        <p:spPr>
          <a:xfrm>
            <a:off x="5656693" y="372493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7315A2B1-3C3F-C154-4CFA-CC32FA78A3D6}"/>
              </a:ext>
            </a:extLst>
          </p:cNvPr>
          <p:cNvSpPr txBox="1"/>
          <p:nvPr/>
        </p:nvSpPr>
        <p:spPr>
          <a:xfrm>
            <a:off x="5665797" y="370201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79032AC5-C880-14FF-505F-81AE62FC1F11}"/>
              </a:ext>
            </a:extLst>
          </p:cNvPr>
          <p:cNvCxnSpPr>
            <a:cxnSpLocks/>
            <a:stCxn id="155" idx="1"/>
            <a:endCxn id="145" idx="6"/>
          </p:cNvCxnSpPr>
          <p:nvPr/>
        </p:nvCxnSpPr>
        <p:spPr>
          <a:xfrm flipH="1">
            <a:off x="5135988" y="3886681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28131532-71DF-5E4C-662F-CA3C0E3A5DD1}"/>
              </a:ext>
            </a:extLst>
          </p:cNvPr>
          <p:cNvSpPr/>
          <p:nvPr/>
        </p:nvSpPr>
        <p:spPr>
          <a:xfrm>
            <a:off x="4757616" y="45381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372D8A55-AF18-3E50-3526-65E33B65084D}"/>
              </a:ext>
            </a:extLst>
          </p:cNvPr>
          <p:cNvSpPr txBox="1"/>
          <p:nvPr/>
        </p:nvSpPr>
        <p:spPr>
          <a:xfrm>
            <a:off x="4767361" y="45038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3C11E7FD-DC52-C1FC-1481-3A11AE5999F9}"/>
              </a:ext>
            </a:extLst>
          </p:cNvPr>
          <p:cNvCxnSpPr>
            <a:cxnSpLocks/>
            <a:stCxn id="145" idx="4"/>
            <a:endCxn id="157" idx="0"/>
          </p:cNvCxnSpPr>
          <p:nvPr/>
        </p:nvCxnSpPr>
        <p:spPr>
          <a:xfrm>
            <a:off x="4946802" y="4075867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椭圆 159">
            <a:extLst>
              <a:ext uri="{FF2B5EF4-FFF2-40B4-BE49-F238E27FC236}">
                <a16:creationId xmlns:a16="http://schemas.microsoft.com/office/drawing/2014/main" id="{FC7F4753-E5A8-F4D9-F2BD-4D90E60DC5FE}"/>
              </a:ext>
            </a:extLst>
          </p:cNvPr>
          <p:cNvSpPr/>
          <p:nvPr/>
        </p:nvSpPr>
        <p:spPr>
          <a:xfrm>
            <a:off x="3999153" y="505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54979203-AD44-7F5B-DC29-F5B381053DFC}"/>
              </a:ext>
            </a:extLst>
          </p:cNvPr>
          <p:cNvCxnSpPr>
            <a:cxnSpLocks/>
            <a:stCxn id="144" idx="4"/>
            <a:endCxn id="160" idx="0"/>
          </p:cNvCxnSpPr>
          <p:nvPr/>
        </p:nvCxnSpPr>
        <p:spPr>
          <a:xfrm>
            <a:off x="4188339" y="4599430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F94AE15-8E23-A661-E5D6-273B45148DDB}"/>
              </a:ext>
            </a:extLst>
          </p:cNvPr>
          <p:cNvSpPr txBox="1"/>
          <p:nvPr/>
        </p:nvSpPr>
        <p:spPr>
          <a:xfrm>
            <a:off x="4004225" y="5034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8C4453A1-F1D9-336D-5AB2-721D7DEFEBD6}"/>
              </a:ext>
            </a:extLst>
          </p:cNvPr>
          <p:cNvSpPr txBox="1"/>
          <p:nvPr/>
        </p:nvSpPr>
        <p:spPr>
          <a:xfrm>
            <a:off x="10460586" y="2043257"/>
            <a:ext cx="362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/>
              <a:t>*</a:t>
            </a:r>
            <a:endParaRPr lang="zh-CN" altLang="en-US" sz="3200" b="1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63E5F325-34C1-BB8E-35A4-0B0FC5DED2D2}"/>
              </a:ext>
            </a:extLst>
          </p:cNvPr>
          <p:cNvSpPr txBox="1"/>
          <p:nvPr/>
        </p:nvSpPr>
        <p:spPr>
          <a:xfrm>
            <a:off x="10888726" y="2072040"/>
            <a:ext cx="1107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下一步可选顶点</a:t>
            </a:r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0C7788-18D4-4888-2AB1-D2ACA67CE267}"/>
              </a:ext>
            </a:extLst>
          </p:cNvPr>
          <p:cNvSpPr txBox="1"/>
          <p:nvPr/>
        </p:nvSpPr>
        <p:spPr>
          <a:xfrm>
            <a:off x="1063524" y="10231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E654DFE-3D78-8580-6F6D-E29D5414D0BB}"/>
              </a:ext>
            </a:extLst>
          </p:cNvPr>
          <p:cNvSpPr txBox="1"/>
          <p:nvPr/>
        </p:nvSpPr>
        <p:spPr>
          <a:xfrm>
            <a:off x="1012480" y="140413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D614E7F3-C7D4-4AC3-DA09-4CA5B5A3E479}"/>
              </a:ext>
            </a:extLst>
          </p:cNvPr>
          <p:cNvSpPr txBox="1"/>
          <p:nvPr/>
        </p:nvSpPr>
        <p:spPr>
          <a:xfrm>
            <a:off x="5487216" y="43916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3BAD3A44-BDCF-75A2-B3FE-01BDE4BC2ADF}"/>
              </a:ext>
            </a:extLst>
          </p:cNvPr>
          <p:cNvSpPr txBox="1"/>
          <p:nvPr/>
        </p:nvSpPr>
        <p:spPr>
          <a:xfrm>
            <a:off x="9736084" y="468766"/>
            <a:ext cx="317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13D33E38-04B4-D8A1-7D4B-E9A407773AB4}"/>
              </a:ext>
            </a:extLst>
          </p:cNvPr>
          <p:cNvSpPr txBox="1"/>
          <p:nvPr/>
        </p:nvSpPr>
        <p:spPr>
          <a:xfrm>
            <a:off x="9006793" y="180085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08C58C2B-00EA-D19B-DBF7-FC320E632727}"/>
              </a:ext>
            </a:extLst>
          </p:cNvPr>
          <p:cNvSpPr/>
          <p:nvPr/>
        </p:nvSpPr>
        <p:spPr>
          <a:xfrm>
            <a:off x="1875453" y="3554955"/>
            <a:ext cx="825759" cy="111976"/>
          </a:xfrm>
          <a:custGeom>
            <a:avLst/>
            <a:gdLst>
              <a:gd name="csX0" fmla="*/ 825759 w 825759"/>
              <a:gd name="csY0" fmla="*/ 107310 h 111976"/>
              <a:gd name="csX1" fmla="*/ 433874 w 825759"/>
              <a:gd name="csY1" fmla="*/ 8 h 111976"/>
              <a:gd name="csX2" fmla="*/ 0 w 825759"/>
              <a:gd name="csY2" fmla="*/ 111976 h 111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5759" h="111976">
                <a:moveTo>
                  <a:pt x="825759" y="107310"/>
                </a:moveTo>
                <a:cubicBezTo>
                  <a:pt x="698629" y="53270"/>
                  <a:pt x="571500" y="-770"/>
                  <a:pt x="433874" y="8"/>
                </a:cubicBezTo>
                <a:cubicBezTo>
                  <a:pt x="296248" y="786"/>
                  <a:pt x="78533" y="89427"/>
                  <a:pt x="0" y="1119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EF9D73AA-8F6B-76BE-3614-02E4B2D45980}"/>
              </a:ext>
            </a:extLst>
          </p:cNvPr>
          <p:cNvSpPr txBox="1"/>
          <p:nvPr/>
        </p:nvSpPr>
        <p:spPr>
          <a:xfrm>
            <a:off x="1183171" y="43757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984481BE-C38C-8D87-C9E5-1512040A3EFD}"/>
              </a:ext>
            </a:extLst>
          </p:cNvPr>
          <p:cNvSpPr txBox="1"/>
          <p:nvPr/>
        </p:nvSpPr>
        <p:spPr>
          <a:xfrm>
            <a:off x="1938836" y="461940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12C67911-2ED9-E96D-5C97-552853F72730}"/>
              </a:ext>
            </a:extLst>
          </p:cNvPr>
          <p:cNvSpPr txBox="1"/>
          <p:nvPr/>
        </p:nvSpPr>
        <p:spPr>
          <a:xfrm>
            <a:off x="1243056" y="263085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BB14C2BF-1955-1A79-E792-9B5AC3DFC896}"/>
              </a:ext>
            </a:extLst>
          </p:cNvPr>
          <p:cNvSpPr txBox="1"/>
          <p:nvPr/>
        </p:nvSpPr>
        <p:spPr>
          <a:xfrm>
            <a:off x="4640154" y="2604603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1DA4A3A3-8A2D-4BFE-7AF3-20453B3B60A0}"/>
              </a:ext>
            </a:extLst>
          </p:cNvPr>
          <p:cNvSpPr txBox="1"/>
          <p:nvPr/>
        </p:nvSpPr>
        <p:spPr>
          <a:xfrm>
            <a:off x="8051675" y="261721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ED252581-EFC4-44E3-B6BE-53DE333EFA22}"/>
              </a:ext>
            </a:extLst>
          </p:cNvPr>
          <p:cNvSpPr txBox="1"/>
          <p:nvPr/>
        </p:nvSpPr>
        <p:spPr>
          <a:xfrm>
            <a:off x="940024" y="5589694"/>
            <a:ext cx="606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BF3C8C8D-9EE5-44E5-2B36-0B378E161C70}"/>
              </a:ext>
            </a:extLst>
          </p:cNvPr>
          <p:cNvSpPr txBox="1"/>
          <p:nvPr/>
        </p:nvSpPr>
        <p:spPr>
          <a:xfrm>
            <a:off x="3929832" y="556699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571A1D5F-ED33-C30A-C5D7-69FAA28EF6EC}"/>
              </a:ext>
            </a:extLst>
          </p:cNvPr>
          <p:cNvSpPr txBox="1"/>
          <p:nvPr/>
        </p:nvSpPr>
        <p:spPr>
          <a:xfrm>
            <a:off x="7041536" y="5552727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93313EF6-0A10-4FB6-D707-D7CD88000EAC}"/>
              </a:ext>
            </a:extLst>
          </p:cNvPr>
          <p:cNvSpPr txBox="1"/>
          <p:nvPr/>
        </p:nvSpPr>
        <p:spPr>
          <a:xfrm>
            <a:off x="10058201" y="554937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AA0291FC-96F9-3A4F-448B-C125C01FC11E}"/>
              </a:ext>
            </a:extLst>
          </p:cNvPr>
          <p:cNvSpPr txBox="1"/>
          <p:nvPr/>
        </p:nvSpPr>
        <p:spPr>
          <a:xfrm>
            <a:off x="3735813" y="51776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9" name="椭圆 248">
            <a:extLst>
              <a:ext uri="{FF2B5EF4-FFF2-40B4-BE49-F238E27FC236}">
                <a16:creationId xmlns:a16="http://schemas.microsoft.com/office/drawing/2014/main" id="{D6D6A4FA-BAFD-065A-BDD3-0E3BE48FE367}"/>
              </a:ext>
            </a:extLst>
          </p:cNvPr>
          <p:cNvSpPr/>
          <p:nvPr/>
        </p:nvSpPr>
        <p:spPr>
          <a:xfrm>
            <a:off x="7045260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椭圆 249">
            <a:extLst>
              <a:ext uri="{FF2B5EF4-FFF2-40B4-BE49-F238E27FC236}">
                <a16:creationId xmlns:a16="http://schemas.microsoft.com/office/drawing/2014/main" id="{4B432EAD-C55A-6EBB-DC6D-1192574198BA}"/>
              </a:ext>
            </a:extLst>
          </p:cNvPr>
          <p:cNvSpPr/>
          <p:nvPr/>
        </p:nvSpPr>
        <p:spPr>
          <a:xfrm>
            <a:off x="6287547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椭圆 250">
            <a:extLst>
              <a:ext uri="{FF2B5EF4-FFF2-40B4-BE49-F238E27FC236}">
                <a16:creationId xmlns:a16="http://schemas.microsoft.com/office/drawing/2014/main" id="{8502B298-AA5A-3316-E206-790ADC89E1DF}"/>
              </a:ext>
            </a:extLst>
          </p:cNvPr>
          <p:cNvSpPr/>
          <p:nvPr/>
        </p:nvSpPr>
        <p:spPr>
          <a:xfrm>
            <a:off x="7033030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椭圆 251">
            <a:extLst>
              <a:ext uri="{FF2B5EF4-FFF2-40B4-BE49-F238E27FC236}">
                <a16:creationId xmlns:a16="http://schemas.microsoft.com/office/drawing/2014/main" id="{D5429347-AE60-7A19-D388-C6C9963E859D}"/>
              </a:ext>
            </a:extLst>
          </p:cNvPr>
          <p:cNvSpPr/>
          <p:nvPr/>
        </p:nvSpPr>
        <p:spPr>
          <a:xfrm>
            <a:off x="7791493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3" name="直接连接符 252">
            <a:extLst>
              <a:ext uri="{FF2B5EF4-FFF2-40B4-BE49-F238E27FC236}">
                <a16:creationId xmlns:a16="http://schemas.microsoft.com/office/drawing/2014/main" id="{ADB0F919-4E52-B84E-E3D0-0732DDB03D6E}"/>
              </a:ext>
            </a:extLst>
          </p:cNvPr>
          <p:cNvCxnSpPr>
            <a:cxnSpLocks/>
            <a:stCxn id="252" idx="1"/>
            <a:endCxn id="249" idx="6"/>
          </p:cNvCxnSpPr>
          <p:nvPr/>
        </p:nvCxnSpPr>
        <p:spPr>
          <a:xfrm flipH="1" flipV="1">
            <a:off x="7423632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07BA07FC-A112-0714-3BE9-E86AE535EDD8}"/>
              </a:ext>
            </a:extLst>
          </p:cNvPr>
          <p:cNvCxnSpPr>
            <a:cxnSpLocks/>
            <a:stCxn id="251" idx="6"/>
            <a:endCxn id="252" idx="3"/>
          </p:cNvCxnSpPr>
          <p:nvPr/>
        </p:nvCxnSpPr>
        <p:spPr>
          <a:xfrm flipV="1">
            <a:off x="7411402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9DD67E61-9F0F-9FA3-3025-3D9D2440ACBC}"/>
              </a:ext>
            </a:extLst>
          </p:cNvPr>
          <p:cNvCxnSpPr>
            <a:cxnSpLocks/>
            <a:stCxn id="250" idx="5"/>
            <a:endCxn id="251" idx="2"/>
          </p:cNvCxnSpPr>
          <p:nvPr/>
        </p:nvCxnSpPr>
        <p:spPr>
          <a:xfrm>
            <a:off x="6610508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接连接符 255">
            <a:extLst>
              <a:ext uri="{FF2B5EF4-FFF2-40B4-BE49-F238E27FC236}">
                <a16:creationId xmlns:a16="http://schemas.microsoft.com/office/drawing/2014/main" id="{F80FB41E-1DE3-5FF8-2328-61DB431B642C}"/>
              </a:ext>
            </a:extLst>
          </p:cNvPr>
          <p:cNvCxnSpPr>
            <a:cxnSpLocks/>
            <a:stCxn id="250" idx="7"/>
            <a:endCxn id="249" idx="2"/>
          </p:cNvCxnSpPr>
          <p:nvPr/>
        </p:nvCxnSpPr>
        <p:spPr>
          <a:xfrm flipV="1">
            <a:off x="6610508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7" name="文本框 256">
            <a:extLst>
              <a:ext uri="{FF2B5EF4-FFF2-40B4-BE49-F238E27FC236}">
                <a16:creationId xmlns:a16="http://schemas.microsoft.com/office/drawing/2014/main" id="{2BE65E6F-76F6-D213-636F-BABBC8B88B41}"/>
              </a:ext>
            </a:extLst>
          </p:cNvPr>
          <p:cNvSpPr txBox="1"/>
          <p:nvPr/>
        </p:nvSpPr>
        <p:spPr>
          <a:xfrm>
            <a:off x="6299185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CAFEA07E-0565-83AA-E2BC-2203999D4984}"/>
              </a:ext>
            </a:extLst>
          </p:cNvPr>
          <p:cNvSpPr txBox="1"/>
          <p:nvPr/>
        </p:nvSpPr>
        <p:spPr>
          <a:xfrm>
            <a:off x="7064599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EEAB3544-50CA-A31D-EA60-B58B8623A26A}"/>
              </a:ext>
            </a:extLst>
          </p:cNvPr>
          <p:cNvSpPr txBox="1"/>
          <p:nvPr/>
        </p:nvSpPr>
        <p:spPr>
          <a:xfrm>
            <a:off x="7799758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163FE2D0-79E7-932E-4AD8-9AD826218E45}"/>
              </a:ext>
            </a:extLst>
          </p:cNvPr>
          <p:cNvSpPr txBox="1"/>
          <p:nvPr/>
        </p:nvSpPr>
        <p:spPr>
          <a:xfrm>
            <a:off x="7052388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61" name="椭圆 260">
            <a:extLst>
              <a:ext uri="{FF2B5EF4-FFF2-40B4-BE49-F238E27FC236}">
                <a16:creationId xmlns:a16="http://schemas.microsoft.com/office/drawing/2014/main" id="{F17E897D-D1EF-C6C9-2503-145A24E5855B}"/>
              </a:ext>
            </a:extLst>
          </p:cNvPr>
          <p:cNvSpPr/>
          <p:nvPr/>
        </p:nvSpPr>
        <p:spPr>
          <a:xfrm>
            <a:off x="8690570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C6EC1DDC-1058-1C2F-9789-89E8486E6128}"/>
              </a:ext>
            </a:extLst>
          </p:cNvPr>
          <p:cNvSpPr txBox="1"/>
          <p:nvPr/>
        </p:nvSpPr>
        <p:spPr>
          <a:xfrm>
            <a:off x="8699674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63" name="直接连接符 262">
            <a:extLst>
              <a:ext uri="{FF2B5EF4-FFF2-40B4-BE49-F238E27FC236}">
                <a16:creationId xmlns:a16="http://schemas.microsoft.com/office/drawing/2014/main" id="{BC01B462-6A34-8E58-F40B-AEA466D4BDC0}"/>
              </a:ext>
            </a:extLst>
          </p:cNvPr>
          <p:cNvCxnSpPr>
            <a:cxnSpLocks/>
            <a:stCxn id="262" idx="1"/>
            <a:endCxn id="252" idx="6"/>
          </p:cNvCxnSpPr>
          <p:nvPr/>
        </p:nvCxnSpPr>
        <p:spPr>
          <a:xfrm flipH="1">
            <a:off x="8169865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椭圆 263">
            <a:extLst>
              <a:ext uri="{FF2B5EF4-FFF2-40B4-BE49-F238E27FC236}">
                <a16:creationId xmlns:a16="http://schemas.microsoft.com/office/drawing/2014/main" id="{82F75CE5-86CF-7279-84F2-C035B9243F91}"/>
              </a:ext>
            </a:extLst>
          </p:cNvPr>
          <p:cNvSpPr/>
          <p:nvPr/>
        </p:nvSpPr>
        <p:spPr>
          <a:xfrm>
            <a:off x="7791493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2808F307-EE65-E4B6-2D77-35DD6E992018}"/>
              </a:ext>
            </a:extLst>
          </p:cNvPr>
          <p:cNvSpPr txBox="1"/>
          <p:nvPr/>
        </p:nvSpPr>
        <p:spPr>
          <a:xfrm>
            <a:off x="7801238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8E25903E-D036-9DBE-3567-525D2D4D1E37}"/>
              </a:ext>
            </a:extLst>
          </p:cNvPr>
          <p:cNvCxnSpPr>
            <a:cxnSpLocks/>
            <a:stCxn id="252" idx="4"/>
            <a:endCxn id="264" idx="0"/>
          </p:cNvCxnSpPr>
          <p:nvPr/>
        </p:nvCxnSpPr>
        <p:spPr>
          <a:xfrm>
            <a:off x="7980679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椭圆 266">
            <a:extLst>
              <a:ext uri="{FF2B5EF4-FFF2-40B4-BE49-F238E27FC236}">
                <a16:creationId xmlns:a16="http://schemas.microsoft.com/office/drawing/2014/main" id="{AD338FC3-CF85-38A3-C281-57D8838F25D8}"/>
              </a:ext>
            </a:extLst>
          </p:cNvPr>
          <p:cNvSpPr/>
          <p:nvPr/>
        </p:nvSpPr>
        <p:spPr>
          <a:xfrm>
            <a:off x="7033030" y="5075725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62F3AF9-DA36-8B3F-5DE1-D06155BCFA01}"/>
              </a:ext>
            </a:extLst>
          </p:cNvPr>
          <p:cNvCxnSpPr>
            <a:cxnSpLocks/>
            <a:stCxn id="251" idx="4"/>
            <a:endCxn id="267" idx="0"/>
          </p:cNvCxnSpPr>
          <p:nvPr/>
        </p:nvCxnSpPr>
        <p:spPr>
          <a:xfrm>
            <a:off x="7222216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9" name="文本框 268">
            <a:extLst>
              <a:ext uri="{FF2B5EF4-FFF2-40B4-BE49-F238E27FC236}">
                <a16:creationId xmlns:a16="http://schemas.microsoft.com/office/drawing/2014/main" id="{07953C6F-9911-334F-FC16-5D758B1EB51C}"/>
              </a:ext>
            </a:extLst>
          </p:cNvPr>
          <p:cNvSpPr txBox="1"/>
          <p:nvPr/>
        </p:nvSpPr>
        <p:spPr>
          <a:xfrm>
            <a:off x="7039361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70" name="任意多边形: 形状 269">
            <a:extLst>
              <a:ext uri="{FF2B5EF4-FFF2-40B4-BE49-F238E27FC236}">
                <a16:creationId xmlns:a16="http://schemas.microsoft.com/office/drawing/2014/main" id="{829B9C7F-1F52-98F7-E9F1-92FCEE2A0740}"/>
              </a:ext>
            </a:extLst>
          </p:cNvPr>
          <p:cNvSpPr/>
          <p:nvPr/>
        </p:nvSpPr>
        <p:spPr>
          <a:xfrm>
            <a:off x="6824582" y="4604657"/>
            <a:ext cx="173377" cy="727788"/>
          </a:xfrm>
          <a:custGeom>
            <a:avLst/>
            <a:gdLst>
              <a:gd name="csX0" fmla="*/ 122059 w 173377"/>
              <a:gd name="csY0" fmla="*/ 727788 h 727788"/>
              <a:gd name="csX1" fmla="*/ 761 w 173377"/>
              <a:gd name="csY1" fmla="*/ 321906 h 727788"/>
              <a:gd name="csX2" fmla="*/ 173377 w 173377"/>
              <a:gd name="csY2" fmla="*/ 0 h 727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3377" h="727788">
                <a:moveTo>
                  <a:pt x="122059" y="727788"/>
                </a:moveTo>
                <a:cubicBezTo>
                  <a:pt x="57133" y="585496"/>
                  <a:pt x="-7792" y="443204"/>
                  <a:pt x="761" y="321906"/>
                </a:cubicBezTo>
                <a:cubicBezTo>
                  <a:pt x="9314" y="200608"/>
                  <a:pt x="91345" y="100304"/>
                  <a:pt x="173377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任意多边形: 形状 270">
            <a:extLst>
              <a:ext uri="{FF2B5EF4-FFF2-40B4-BE49-F238E27FC236}">
                <a16:creationId xmlns:a16="http://schemas.microsoft.com/office/drawing/2014/main" id="{2021256D-9901-3057-65E8-277DF083DA56}"/>
              </a:ext>
            </a:extLst>
          </p:cNvPr>
          <p:cNvSpPr/>
          <p:nvPr/>
        </p:nvSpPr>
        <p:spPr>
          <a:xfrm>
            <a:off x="7193902" y="3904861"/>
            <a:ext cx="555171" cy="275253"/>
          </a:xfrm>
          <a:custGeom>
            <a:avLst/>
            <a:gdLst>
              <a:gd name="csX0" fmla="*/ 0 w 555171"/>
              <a:gd name="csY0" fmla="*/ 275253 h 275253"/>
              <a:gd name="csX1" fmla="*/ 205274 w 555171"/>
              <a:gd name="csY1" fmla="*/ 65315 h 275253"/>
              <a:gd name="csX2" fmla="*/ 555171 w 555171"/>
              <a:gd name="csY2" fmla="*/ 0 h 2752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5171" h="275253">
                <a:moveTo>
                  <a:pt x="0" y="275253"/>
                </a:moveTo>
                <a:cubicBezTo>
                  <a:pt x="56373" y="193221"/>
                  <a:pt x="112746" y="111190"/>
                  <a:pt x="205274" y="65315"/>
                </a:cubicBezTo>
                <a:cubicBezTo>
                  <a:pt x="297802" y="19440"/>
                  <a:pt x="426486" y="9720"/>
                  <a:pt x="555171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5A718BBA-4741-CF65-F3D9-494F73A511E9}"/>
              </a:ext>
            </a:extLst>
          </p:cNvPr>
          <p:cNvSpPr txBox="1"/>
          <p:nvPr/>
        </p:nvSpPr>
        <p:spPr>
          <a:xfrm>
            <a:off x="8006862" y="482708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74" name="椭圆 273">
            <a:extLst>
              <a:ext uri="{FF2B5EF4-FFF2-40B4-BE49-F238E27FC236}">
                <a16:creationId xmlns:a16="http://schemas.microsoft.com/office/drawing/2014/main" id="{7D7C6178-4EC1-3019-981A-ADF9B728CC45}"/>
              </a:ext>
            </a:extLst>
          </p:cNvPr>
          <p:cNvSpPr/>
          <p:nvPr/>
        </p:nvSpPr>
        <p:spPr>
          <a:xfrm>
            <a:off x="10044565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椭圆 274">
            <a:extLst>
              <a:ext uri="{FF2B5EF4-FFF2-40B4-BE49-F238E27FC236}">
                <a16:creationId xmlns:a16="http://schemas.microsoft.com/office/drawing/2014/main" id="{11E3CCEE-E272-C814-1D7F-97B8FEEF602F}"/>
              </a:ext>
            </a:extLst>
          </p:cNvPr>
          <p:cNvSpPr/>
          <p:nvPr/>
        </p:nvSpPr>
        <p:spPr>
          <a:xfrm>
            <a:off x="9286852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椭圆 275">
            <a:extLst>
              <a:ext uri="{FF2B5EF4-FFF2-40B4-BE49-F238E27FC236}">
                <a16:creationId xmlns:a16="http://schemas.microsoft.com/office/drawing/2014/main" id="{0C61C573-396E-4A2C-F6FD-3C2EFDA26FA3}"/>
              </a:ext>
            </a:extLst>
          </p:cNvPr>
          <p:cNvSpPr/>
          <p:nvPr/>
        </p:nvSpPr>
        <p:spPr>
          <a:xfrm>
            <a:off x="10032335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椭圆 276">
            <a:extLst>
              <a:ext uri="{FF2B5EF4-FFF2-40B4-BE49-F238E27FC236}">
                <a16:creationId xmlns:a16="http://schemas.microsoft.com/office/drawing/2014/main" id="{64E1B43E-6443-7CC6-C2A7-B65557394D37}"/>
              </a:ext>
            </a:extLst>
          </p:cNvPr>
          <p:cNvSpPr/>
          <p:nvPr/>
        </p:nvSpPr>
        <p:spPr>
          <a:xfrm>
            <a:off x="10790798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97BD6D40-8F6F-669A-3777-3DE425A9BF35}"/>
              </a:ext>
            </a:extLst>
          </p:cNvPr>
          <p:cNvCxnSpPr>
            <a:cxnSpLocks/>
            <a:stCxn id="277" idx="1"/>
            <a:endCxn id="274" idx="6"/>
          </p:cNvCxnSpPr>
          <p:nvPr/>
        </p:nvCxnSpPr>
        <p:spPr>
          <a:xfrm flipH="1" flipV="1">
            <a:off x="10422937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1CB5B37C-737B-CA90-4330-635FD26E4057}"/>
              </a:ext>
            </a:extLst>
          </p:cNvPr>
          <p:cNvCxnSpPr>
            <a:cxnSpLocks/>
            <a:stCxn id="276" idx="6"/>
            <a:endCxn id="277" idx="3"/>
          </p:cNvCxnSpPr>
          <p:nvPr/>
        </p:nvCxnSpPr>
        <p:spPr>
          <a:xfrm flipV="1">
            <a:off x="10410707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99982418-70EE-5CC2-89F0-33A41984AF5F}"/>
              </a:ext>
            </a:extLst>
          </p:cNvPr>
          <p:cNvCxnSpPr>
            <a:cxnSpLocks/>
            <a:stCxn id="275" idx="5"/>
            <a:endCxn id="276" idx="2"/>
          </p:cNvCxnSpPr>
          <p:nvPr/>
        </p:nvCxnSpPr>
        <p:spPr>
          <a:xfrm>
            <a:off x="9609813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直接连接符 280">
            <a:extLst>
              <a:ext uri="{FF2B5EF4-FFF2-40B4-BE49-F238E27FC236}">
                <a16:creationId xmlns:a16="http://schemas.microsoft.com/office/drawing/2014/main" id="{AC6F0941-FC61-1F0E-493C-FF0994440B1A}"/>
              </a:ext>
            </a:extLst>
          </p:cNvPr>
          <p:cNvCxnSpPr>
            <a:cxnSpLocks/>
            <a:stCxn id="275" idx="7"/>
            <a:endCxn id="274" idx="2"/>
          </p:cNvCxnSpPr>
          <p:nvPr/>
        </p:nvCxnSpPr>
        <p:spPr>
          <a:xfrm flipV="1">
            <a:off x="9609813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文本框 281">
            <a:extLst>
              <a:ext uri="{FF2B5EF4-FFF2-40B4-BE49-F238E27FC236}">
                <a16:creationId xmlns:a16="http://schemas.microsoft.com/office/drawing/2014/main" id="{20AC1882-ABBB-1744-C2BF-27D6FA748B1A}"/>
              </a:ext>
            </a:extLst>
          </p:cNvPr>
          <p:cNvSpPr txBox="1"/>
          <p:nvPr/>
        </p:nvSpPr>
        <p:spPr>
          <a:xfrm>
            <a:off x="9298490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83" name="文本框 282">
            <a:extLst>
              <a:ext uri="{FF2B5EF4-FFF2-40B4-BE49-F238E27FC236}">
                <a16:creationId xmlns:a16="http://schemas.microsoft.com/office/drawing/2014/main" id="{FCEE1558-E8AF-021C-8D99-7AD73DD8890C}"/>
              </a:ext>
            </a:extLst>
          </p:cNvPr>
          <p:cNvSpPr txBox="1"/>
          <p:nvPr/>
        </p:nvSpPr>
        <p:spPr>
          <a:xfrm>
            <a:off x="10063904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4" name="文本框 283">
            <a:extLst>
              <a:ext uri="{FF2B5EF4-FFF2-40B4-BE49-F238E27FC236}">
                <a16:creationId xmlns:a16="http://schemas.microsoft.com/office/drawing/2014/main" id="{3FD8651D-19A8-B024-FCED-09BC5E602F5F}"/>
              </a:ext>
            </a:extLst>
          </p:cNvPr>
          <p:cNvSpPr txBox="1"/>
          <p:nvPr/>
        </p:nvSpPr>
        <p:spPr>
          <a:xfrm>
            <a:off x="10799063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150CC9A8-6EB5-3082-B615-A2E26727C2CF}"/>
              </a:ext>
            </a:extLst>
          </p:cNvPr>
          <p:cNvSpPr txBox="1"/>
          <p:nvPr/>
        </p:nvSpPr>
        <p:spPr>
          <a:xfrm>
            <a:off x="10051693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86" name="椭圆 285">
            <a:extLst>
              <a:ext uri="{FF2B5EF4-FFF2-40B4-BE49-F238E27FC236}">
                <a16:creationId xmlns:a16="http://schemas.microsoft.com/office/drawing/2014/main" id="{4F088AEB-D120-8FD7-C62F-8F3E894BAC26}"/>
              </a:ext>
            </a:extLst>
          </p:cNvPr>
          <p:cNvSpPr/>
          <p:nvPr/>
        </p:nvSpPr>
        <p:spPr>
          <a:xfrm>
            <a:off x="11689875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文本框 286">
            <a:extLst>
              <a:ext uri="{FF2B5EF4-FFF2-40B4-BE49-F238E27FC236}">
                <a16:creationId xmlns:a16="http://schemas.microsoft.com/office/drawing/2014/main" id="{EB07C2B0-E5B2-5217-104C-E73F30C6EF4B}"/>
              </a:ext>
            </a:extLst>
          </p:cNvPr>
          <p:cNvSpPr txBox="1"/>
          <p:nvPr/>
        </p:nvSpPr>
        <p:spPr>
          <a:xfrm>
            <a:off x="11698979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AE0A9112-2D00-3E37-8FF0-51B401A16090}"/>
              </a:ext>
            </a:extLst>
          </p:cNvPr>
          <p:cNvCxnSpPr>
            <a:cxnSpLocks/>
            <a:stCxn id="287" idx="1"/>
            <a:endCxn id="277" idx="6"/>
          </p:cNvCxnSpPr>
          <p:nvPr/>
        </p:nvCxnSpPr>
        <p:spPr>
          <a:xfrm flipH="1">
            <a:off x="11169170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17B641DB-1C77-B776-9FEE-C1A07869D627}"/>
              </a:ext>
            </a:extLst>
          </p:cNvPr>
          <p:cNvSpPr/>
          <p:nvPr/>
        </p:nvSpPr>
        <p:spPr>
          <a:xfrm>
            <a:off x="10790798" y="455813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23C1CA05-A172-A437-E21B-9FBA28996DB0}"/>
              </a:ext>
            </a:extLst>
          </p:cNvPr>
          <p:cNvSpPr txBox="1"/>
          <p:nvPr/>
        </p:nvSpPr>
        <p:spPr>
          <a:xfrm>
            <a:off x="10823186" y="4529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5FA49BB1-45C9-CC89-DCCF-48324C610B5B}"/>
              </a:ext>
            </a:extLst>
          </p:cNvPr>
          <p:cNvCxnSpPr>
            <a:cxnSpLocks/>
            <a:stCxn id="277" idx="4"/>
            <a:endCxn id="289" idx="0"/>
          </p:cNvCxnSpPr>
          <p:nvPr/>
        </p:nvCxnSpPr>
        <p:spPr>
          <a:xfrm>
            <a:off x="10979984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椭圆 291">
            <a:extLst>
              <a:ext uri="{FF2B5EF4-FFF2-40B4-BE49-F238E27FC236}">
                <a16:creationId xmlns:a16="http://schemas.microsoft.com/office/drawing/2014/main" id="{96826EF7-8851-FB80-AC7D-C3FB5D461AA7}"/>
              </a:ext>
            </a:extLst>
          </p:cNvPr>
          <p:cNvSpPr/>
          <p:nvPr/>
        </p:nvSpPr>
        <p:spPr>
          <a:xfrm>
            <a:off x="10032335" y="50757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63A99316-0372-E7CE-3969-E2F13BCDD30E}"/>
              </a:ext>
            </a:extLst>
          </p:cNvPr>
          <p:cNvCxnSpPr>
            <a:cxnSpLocks/>
            <a:stCxn id="276" idx="4"/>
            <a:endCxn id="292" idx="0"/>
          </p:cNvCxnSpPr>
          <p:nvPr/>
        </p:nvCxnSpPr>
        <p:spPr>
          <a:xfrm>
            <a:off x="10221521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4" name="文本框 293">
            <a:extLst>
              <a:ext uri="{FF2B5EF4-FFF2-40B4-BE49-F238E27FC236}">
                <a16:creationId xmlns:a16="http://schemas.microsoft.com/office/drawing/2014/main" id="{DBEF7F20-EAFB-DC91-CF0E-1112FED4DD3F}"/>
              </a:ext>
            </a:extLst>
          </p:cNvPr>
          <p:cNvSpPr txBox="1"/>
          <p:nvPr/>
        </p:nvSpPr>
        <p:spPr>
          <a:xfrm>
            <a:off x="10038666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99" name="任意多边形: 形状 298">
            <a:extLst>
              <a:ext uri="{FF2B5EF4-FFF2-40B4-BE49-F238E27FC236}">
                <a16:creationId xmlns:a16="http://schemas.microsoft.com/office/drawing/2014/main" id="{9C3C3904-914E-2E53-1963-3D3E36264AF3}"/>
              </a:ext>
            </a:extLst>
          </p:cNvPr>
          <p:cNvSpPr/>
          <p:nvPr/>
        </p:nvSpPr>
        <p:spPr>
          <a:xfrm>
            <a:off x="11187404" y="4040155"/>
            <a:ext cx="196598" cy="732453"/>
          </a:xfrm>
          <a:custGeom>
            <a:avLst/>
            <a:gdLst>
              <a:gd name="csX0" fmla="*/ 51318 w 196598"/>
              <a:gd name="csY0" fmla="*/ 732453 h 732453"/>
              <a:gd name="csX1" fmla="*/ 195943 w 196598"/>
              <a:gd name="csY1" fmla="*/ 424543 h 732453"/>
              <a:gd name="csX2" fmla="*/ 0 w 196598"/>
              <a:gd name="csY2" fmla="*/ 0 h 732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6598" h="732453">
                <a:moveTo>
                  <a:pt x="51318" y="732453"/>
                </a:moveTo>
                <a:cubicBezTo>
                  <a:pt x="127907" y="639535"/>
                  <a:pt x="204496" y="546618"/>
                  <a:pt x="195943" y="424543"/>
                </a:cubicBezTo>
                <a:cubicBezTo>
                  <a:pt x="187390" y="302467"/>
                  <a:pt x="93695" y="151233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任意多边形: 形状 299">
            <a:extLst>
              <a:ext uri="{FF2B5EF4-FFF2-40B4-BE49-F238E27FC236}">
                <a16:creationId xmlns:a16="http://schemas.microsoft.com/office/drawing/2014/main" id="{EA94B282-28CD-3CD8-EF3B-E1CF9A640D52}"/>
              </a:ext>
            </a:extLst>
          </p:cNvPr>
          <p:cNvSpPr/>
          <p:nvPr/>
        </p:nvSpPr>
        <p:spPr>
          <a:xfrm>
            <a:off x="10482943" y="3272895"/>
            <a:ext cx="569167" cy="398701"/>
          </a:xfrm>
          <a:custGeom>
            <a:avLst/>
            <a:gdLst>
              <a:gd name="csX0" fmla="*/ 569167 w 569167"/>
              <a:gd name="csY0" fmla="*/ 398701 h 398701"/>
              <a:gd name="csX1" fmla="*/ 433873 w 569167"/>
              <a:gd name="csY1" fmla="*/ 39472 h 398701"/>
              <a:gd name="csX2" fmla="*/ 0 w 569167"/>
              <a:gd name="csY2" fmla="*/ 25476 h 3987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9167" h="398701">
                <a:moveTo>
                  <a:pt x="569167" y="398701"/>
                </a:moveTo>
                <a:cubicBezTo>
                  <a:pt x="548950" y="250188"/>
                  <a:pt x="528734" y="101676"/>
                  <a:pt x="433873" y="39472"/>
                </a:cubicBezTo>
                <a:cubicBezTo>
                  <a:pt x="339012" y="-22732"/>
                  <a:pt x="169506" y="1372"/>
                  <a:pt x="0" y="254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任意多边形: 形状 300">
            <a:extLst>
              <a:ext uri="{FF2B5EF4-FFF2-40B4-BE49-F238E27FC236}">
                <a16:creationId xmlns:a16="http://schemas.microsoft.com/office/drawing/2014/main" id="{04EAB190-4F02-6DCB-C27B-C555E7D4BDEA}"/>
              </a:ext>
            </a:extLst>
          </p:cNvPr>
          <p:cNvSpPr/>
          <p:nvPr/>
        </p:nvSpPr>
        <p:spPr>
          <a:xfrm>
            <a:off x="9493898" y="3232435"/>
            <a:ext cx="583163" cy="443826"/>
          </a:xfrm>
          <a:custGeom>
            <a:avLst/>
            <a:gdLst>
              <a:gd name="csX0" fmla="*/ 583163 w 583163"/>
              <a:gd name="csY0" fmla="*/ 622 h 443826"/>
              <a:gd name="csX1" fmla="*/ 163286 w 583163"/>
              <a:gd name="csY1" fmla="*/ 70602 h 443826"/>
              <a:gd name="csX2" fmla="*/ 0 w 583163"/>
              <a:gd name="csY2" fmla="*/ 443826 h 4438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83163" h="443826">
                <a:moveTo>
                  <a:pt x="583163" y="622"/>
                </a:moveTo>
                <a:cubicBezTo>
                  <a:pt x="421821" y="-1322"/>
                  <a:pt x="260480" y="-3265"/>
                  <a:pt x="163286" y="70602"/>
                </a:cubicBezTo>
                <a:cubicBezTo>
                  <a:pt x="66092" y="144469"/>
                  <a:pt x="33046" y="294147"/>
                  <a:pt x="0" y="44382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0020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785F-1617-DC39-5724-858FF3DFE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14C9C8F-9118-23B1-0F4B-41A8255E1E71}"/>
              </a:ext>
            </a:extLst>
          </p:cNvPr>
          <p:cNvSpPr/>
          <p:nvPr/>
        </p:nvSpPr>
        <p:spPr>
          <a:xfrm>
            <a:off x="997767" y="24432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874E901-7283-3F23-8ED6-C12B1664137E}"/>
              </a:ext>
            </a:extLst>
          </p:cNvPr>
          <p:cNvSpPr/>
          <p:nvPr/>
        </p:nvSpPr>
        <p:spPr>
          <a:xfrm>
            <a:off x="240054" y="72568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9AACAE-AA6E-B33A-21C9-676B5888952E}"/>
              </a:ext>
            </a:extLst>
          </p:cNvPr>
          <p:cNvSpPr/>
          <p:nvPr/>
        </p:nvSpPr>
        <p:spPr>
          <a:xfrm>
            <a:off x="985537" y="12165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BBA8EF2-DA0A-8E5B-A9B1-C9F85DE10422}"/>
              </a:ext>
            </a:extLst>
          </p:cNvPr>
          <p:cNvSpPr/>
          <p:nvPr/>
        </p:nvSpPr>
        <p:spPr>
          <a:xfrm>
            <a:off x="1744000" y="69299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F4291-D365-6C83-25A8-2405EE25474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376139" y="43350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965872F-1746-43EA-3113-F4F011436F9F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363909" y="101595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C9F47D-F552-25BB-E1EF-1E14ACC0B17B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563015" y="104864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BBD3DDA-2C5C-25F5-5131-26DF8FC8C640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563015" y="43350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46117F4B-B7AE-1CD6-FDAA-AB229301B43D}"/>
              </a:ext>
            </a:extLst>
          </p:cNvPr>
          <p:cNvSpPr txBox="1"/>
          <p:nvPr/>
        </p:nvSpPr>
        <p:spPr>
          <a:xfrm>
            <a:off x="241252" y="69010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58B802-E99A-8C60-FFEE-730AB5FAA054}"/>
              </a:ext>
            </a:extLst>
          </p:cNvPr>
          <p:cNvSpPr txBox="1"/>
          <p:nvPr/>
        </p:nvSpPr>
        <p:spPr>
          <a:xfrm>
            <a:off x="1034577" y="2024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B4A137-E727-19B4-86C6-ADCDCC7CC49E}"/>
              </a:ext>
            </a:extLst>
          </p:cNvPr>
          <p:cNvSpPr txBox="1"/>
          <p:nvPr/>
        </p:nvSpPr>
        <p:spPr>
          <a:xfrm>
            <a:off x="1773982" y="66775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2B2758-91C3-BFCD-9884-AA65FA1A786F}"/>
              </a:ext>
            </a:extLst>
          </p:cNvPr>
          <p:cNvSpPr txBox="1"/>
          <p:nvPr/>
        </p:nvSpPr>
        <p:spPr>
          <a:xfrm>
            <a:off x="999834" y="11902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03A120E1-401B-9C8D-830B-3727BEFF3383}"/>
              </a:ext>
            </a:extLst>
          </p:cNvPr>
          <p:cNvSpPr/>
          <p:nvPr/>
        </p:nvSpPr>
        <p:spPr>
          <a:xfrm>
            <a:off x="2643077" y="72043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FD6F5F5-390B-B229-290C-A46CE59DFA10}"/>
              </a:ext>
            </a:extLst>
          </p:cNvPr>
          <p:cNvSpPr txBox="1"/>
          <p:nvPr/>
        </p:nvSpPr>
        <p:spPr>
          <a:xfrm>
            <a:off x="2647629" y="7067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EBC4FF7-4D51-C3D8-DA00-2384BBC22525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2122372" y="88217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974BC41-4094-1A1F-2535-A006C34B279D}"/>
              </a:ext>
            </a:extLst>
          </p:cNvPr>
          <p:cNvSpPr/>
          <p:nvPr/>
        </p:nvSpPr>
        <p:spPr>
          <a:xfrm>
            <a:off x="1744000" y="153365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667ABA4-C0F6-6B77-B927-C8DB32DCEFB3}"/>
              </a:ext>
            </a:extLst>
          </p:cNvPr>
          <p:cNvSpPr txBox="1"/>
          <p:nvPr/>
        </p:nvSpPr>
        <p:spPr>
          <a:xfrm>
            <a:off x="1753745" y="14993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44188EE-5FD4-7545-96EA-510CEDC3D0F6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1933186" y="107136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0E9588F-5986-AC01-453A-D05EAD308AE3}"/>
              </a:ext>
            </a:extLst>
          </p:cNvPr>
          <p:cNvSpPr/>
          <p:nvPr/>
        </p:nvSpPr>
        <p:spPr>
          <a:xfrm>
            <a:off x="985537" y="205124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F77DB09-D066-30BA-F257-E66B164F6BDB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1174723" y="159492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03567F-CE0F-5F64-64E8-379730938FB2}"/>
              </a:ext>
            </a:extLst>
          </p:cNvPr>
          <p:cNvSpPr txBox="1"/>
          <p:nvPr/>
        </p:nvSpPr>
        <p:spPr>
          <a:xfrm>
            <a:off x="990609" y="203038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E048A53-53C4-F4C2-0149-2A865AD8D707}"/>
              </a:ext>
            </a:extLst>
          </p:cNvPr>
          <p:cNvSpPr txBox="1"/>
          <p:nvPr/>
        </p:nvSpPr>
        <p:spPr>
          <a:xfrm>
            <a:off x="774276" y="2430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32408FF-345D-DD91-3504-98B0A4FC9B62}"/>
              </a:ext>
            </a:extLst>
          </p:cNvPr>
          <p:cNvSpPr txBox="1"/>
          <p:nvPr/>
        </p:nvSpPr>
        <p:spPr>
          <a:xfrm>
            <a:off x="723232" y="132612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289BFD6-2DC7-8DFB-31A3-F95810F40339}"/>
              </a:ext>
            </a:extLst>
          </p:cNvPr>
          <p:cNvSpPr txBox="1"/>
          <p:nvPr/>
        </p:nvSpPr>
        <p:spPr>
          <a:xfrm>
            <a:off x="933587" y="2693072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6815A73B-E195-5968-0F52-EA53D9A4E6B8}"/>
              </a:ext>
            </a:extLst>
          </p:cNvPr>
          <p:cNvSpPr/>
          <p:nvPr/>
        </p:nvSpPr>
        <p:spPr>
          <a:xfrm>
            <a:off x="4173248" y="244320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692EA7DF-87AB-FE52-A85D-D0B144B257D0}"/>
              </a:ext>
            </a:extLst>
          </p:cNvPr>
          <p:cNvSpPr/>
          <p:nvPr/>
        </p:nvSpPr>
        <p:spPr>
          <a:xfrm>
            <a:off x="3415535" y="72568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FC4E5F1-9F44-9FF7-F0B0-A07F4C832EA3}"/>
              </a:ext>
            </a:extLst>
          </p:cNvPr>
          <p:cNvSpPr/>
          <p:nvPr/>
        </p:nvSpPr>
        <p:spPr>
          <a:xfrm>
            <a:off x="4161018" y="12165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A876AAD3-8746-0676-1D46-3707B5082D9B}"/>
              </a:ext>
            </a:extLst>
          </p:cNvPr>
          <p:cNvSpPr/>
          <p:nvPr/>
        </p:nvSpPr>
        <p:spPr>
          <a:xfrm>
            <a:off x="4919481" y="69299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15170BEC-3DC6-7FF7-1EEF-7E538D41310C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4551620" y="43350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2FA32DB-5FB7-3DC1-D954-11876403327D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4539390" y="101595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E08AAD8-6AFA-80C8-7AB9-CFC2DCA71597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3738496" y="104864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5CEEA71-E098-A121-7E63-FD46E2227EE7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3738496" y="43350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E5CEE82F-D392-A3A8-68E5-A19F4A32B7CD}"/>
              </a:ext>
            </a:extLst>
          </p:cNvPr>
          <p:cNvSpPr txBox="1"/>
          <p:nvPr/>
        </p:nvSpPr>
        <p:spPr>
          <a:xfrm>
            <a:off x="3409513" y="70090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B99E30E-F971-73C6-0CE0-D1C634CF4E0D}"/>
              </a:ext>
            </a:extLst>
          </p:cNvPr>
          <p:cNvSpPr txBox="1"/>
          <p:nvPr/>
        </p:nvSpPr>
        <p:spPr>
          <a:xfrm>
            <a:off x="4198982" y="21553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04F8362-EDF0-354D-ECDA-099484392143}"/>
              </a:ext>
            </a:extLst>
          </p:cNvPr>
          <p:cNvSpPr txBox="1"/>
          <p:nvPr/>
        </p:nvSpPr>
        <p:spPr>
          <a:xfrm>
            <a:off x="4949463" y="66775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00BFC11-3197-8B1C-06C6-94D9AE303A80}"/>
              </a:ext>
            </a:extLst>
          </p:cNvPr>
          <p:cNvSpPr txBox="1"/>
          <p:nvPr/>
        </p:nvSpPr>
        <p:spPr>
          <a:xfrm>
            <a:off x="4175315" y="11902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10BF0A8-7E5E-567C-C5D4-9AEA951BFC75}"/>
              </a:ext>
            </a:extLst>
          </p:cNvPr>
          <p:cNvSpPr/>
          <p:nvPr/>
        </p:nvSpPr>
        <p:spPr>
          <a:xfrm>
            <a:off x="5818558" y="72043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4EADE37-7319-A821-DC95-344FFE35EF45}"/>
              </a:ext>
            </a:extLst>
          </p:cNvPr>
          <p:cNvSpPr txBox="1"/>
          <p:nvPr/>
        </p:nvSpPr>
        <p:spPr>
          <a:xfrm>
            <a:off x="5823110" y="7067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F8E300D-99B0-12EE-092B-D4CD02147BD4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5297853" y="88217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092BCEF-4CDB-FAA3-5775-5008211D78ED}"/>
              </a:ext>
            </a:extLst>
          </p:cNvPr>
          <p:cNvSpPr/>
          <p:nvPr/>
        </p:nvSpPr>
        <p:spPr>
          <a:xfrm>
            <a:off x="4919481" y="153365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F31739A-DFD9-F50B-3023-FF9B79C75FB6}"/>
              </a:ext>
            </a:extLst>
          </p:cNvPr>
          <p:cNvSpPr txBox="1"/>
          <p:nvPr/>
        </p:nvSpPr>
        <p:spPr>
          <a:xfrm>
            <a:off x="4929226" y="14993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7F4FD5-7941-DCC5-0AD5-1CAA51CEFCC5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5108667" y="107136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18BFEE6-ADCA-62F4-775F-A3E1F15B761A}"/>
              </a:ext>
            </a:extLst>
          </p:cNvPr>
          <p:cNvSpPr/>
          <p:nvPr/>
        </p:nvSpPr>
        <p:spPr>
          <a:xfrm>
            <a:off x="4161018" y="205124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DBAE0B6-0F9F-5940-A7F7-BD957DAB84B6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4350204" y="159492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77A8F25-B184-C6F4-4F90-F5B6C2C857A9}"/>
              </a:ext>
            </a:extLst>
          </p:cNvPr>
          <p:cNvSpPr txBox="1"/>
          <p:nvPr/>
        </p:nvSpPr>
        <p:spPr>
          <a:xfrm>
            <a:off x="4166090" y="203038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7D7FAF2-81BF-48C2-F574-45D38FD5CD28}"/>
              </a:ext>
            </a:extLst>
          </p:cNvPr>
          <p:cNvSpPr txBox="1"/>
          <p:nvPr/>
        </p:nvSpPr>
        <p:spPr>
          <a:xfrm>
            <a:off x="4139939" y="2693072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8C02975-A2B7-53A2-9BAA-F1110095A876}"/>
              </a:ext>
            </a:extLst>
          </p:cNvPr>
          <p:cNvSpPr txBox="1"/>
          <p:nvPr/>
        </p:nvSpPr>
        <p:spPr>
          <a:xfrm>
            <a:off x="3945030" y="134925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3B5079-5304-A0FD-8D8F-AA2F1E3C20DA}"/>
              </a:ext>
            </a:extLst>
          </p:cNvPr>
          <p:cNvSpPr/>
          <p:nvPr/>
        </p:nvSpPr>
        <p:spPr>
          <a:xfrm>
            <a:off x="7376399" y="231904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7BAE47D2-2DCC-2BBD-DFD3-3E82ACDCCFF6}"/>
              </a:ext>
            </a:extLst>
          </p:cNvPr>
          <p:cNvSpPr/>
          <p:nvPr/>
        </p:nvSpPr>
        <p:spPr>
          <a:xfrm>
            <a:off x="6618686" y="71327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8CFB9DE-CE1D-6CA3-5CE7-293B64F7F272}"/>
              </a:ext>
            </a:extLst>
          </p:cNvPr>
          <p:cNvSpPr/>
          <p:nvPr/>
        </p:nvSpPr>
        <p:spPr>
          <a:xfrm>
            <a:off x="7364169" y="1204139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B3F42B02-7DBD-982C-8F8F-A2A99486EEBF}"/>
              </a:ext>
            </a:extLst>
          </p:cNvPr>
          <p:cNvSpPr/>
          <p:nvPr/>
        </p:nvSpPr>
        <p:spPr>
          <a:xfrm>
            <a:off x="8122632" y="680576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8FFC1298-963E-D943-3C17-0465EDB78A09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7754771" y="42109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C5C1BBF-B52F-CC95-C153-8EB388A5C81C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7742541" y="100353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49CCA46-2003-3799-7B8C-11955943FE6D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6941647" y="103623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A5BB841-340B-1C95-CE61-E97DE815256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6941647" y="42109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E48C9AF-E3EC-D8B1-FB56-AAAA7B7F5456}"/>
              </a:ext>
            </a:extLst>
          </p:cNvPr>
          <p:cNvSpPr txBox="1"/>
          <p:nvPr/>
        </p:nvSpPr>
        <p:spPr>
          <a:xfrm>
            <a:off x="6620961" y="68848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EEC9B38-DCF8-3D67-68D7-1CF2C2A650AB}"/>
              </a:ext>
            </a:extLst>
          </p:cNvPr>
          <p:cNvSpPr txBox="1"/>
          <p:nvPr/>
        </p:nvSpPr>
        <p:spPr>
          <a:xfrm>
            <a:off x="7380951" y="2118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B90DD2A6-ED1C-742E-86C8-23835E9955A4}"/>
              </a:ext>
            </a:extLst>
          </p:cNvPr>
          <p:cNvSpPr txBox="1"/>
          <p:nvPr/>
        </p:nvSpPr>
        <p:spPr>
          <a:xfrm>
            <a:off x="8118912" y="66301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43C221B-4083-8F27-D13C-0466FC64FCD2}"/>
              </a:ext>
            </a:extLst>
          </p:cNvPr>
          <p:cNvSpPr txBox="1"/>
          <p:nvPr/>
        </p:nvSpPr>
        <p:spPr>
          <a:xfrm>
            <a:off x="7365586" y="117402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8A1D15DB-3A21-27F2-D465-284710E2C68F}"/>
              </a:ext>
            </a:extLst>
          </p:cNvPr>
          <p:cNvSpPr/>
          <p:nvPr/>
        </p:nvSpPr>
        <p:spPr>
          <a:xfrm>
            <a:off x="9021709" y="7080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32B14F0E-3626-821F-C4B3-D7E8967A4193}"/>
              </a:ext>
            </a:extLst>
          </p:cNvPr>
          <p:cNvSpPr txBox="1"/>
          <p:nvPr/>
        </p:nvSpPr>
        <p:spPr>
          <a:xfrm>
            <a:off x="9026261" y="69428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0589D57-15F6-4794-EA30-78AB09E7FACF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8501004" y="86976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762702D6-480F-2804-667B-10CD23F0701E}"/>
              </a:ext>
            </a:extLst>
          </p:cNvPr>
          <p:cNvSpPr/>
          <p:nvPr/>
        </p:nvSpPr>
        <p:spPr>
          <a:xfrm>
            <a:off x="8122632" y="152124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4D8A0A7E-2D55-93E6-4A3C-8BC4C89215CB}"/>
              </a:ext>
            </a:extLst>
          </p:cNvPr>
          <p:cNvSpPr txBox="1"/>
          <p:nvPr/>
        </p:nvSpPr>
        <p:spPr>
          <a:xfrm>
            <a:off x="8132377" y="148696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FD11057-C419-B020-B9EB-8D565D55B060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8311818" y="105894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57A18D1B-E86A-C060-1CDB-93EFC620FA19}"/>
              </a:ext>
            </a:extLst>
          </p:cNvPr>
          <p:cNvSpPr/>
          <p:nvPr/>
        </p:nvSpPr>
        <p:spPr>
          <a:xfrm>
            <a:off x="7364169" y="203882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9DF416A-61D6-B12B-68A2-7D4CD6470C13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7553355" y="158251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6132D00-0D83-BCD8-5507-6C418A9A21AC}"/>
              </a:ext>
            </a:extLst>
          </p:cNvPr>
          <p:cNvSpPr txBox="1"/>
          <p:nvPr/>
        </p:nvSpPr>
        <p:spPr>
          <a:xfrm>
            <a:off x="7369241" y="201796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2A06045-0BEB-3CD0-C2A8-7E6A8691015D}"/>
              </a:ext>
            </a:extLst>
          </p:cNvPr>
          <p:cNvSpPr txBox="1"/>
          <p:nvPr/>
        </p:nvSpPr>
        <p:spPr>
          <a:xfrm>
            <a:off x="7338528" y="269362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EDE81C8-34C6-F05A-C4F1-FB093112E700}"/>
              </a:ext>
            </a:extLst>
          </p:cNvPr>
          <p:cNvSpPr txBox="1"/>
          <p:nvPr/>
        </p:nvSpPr>
        <p:spPr>
          <a:xfrm>
            <a:off x="8247033" y="369973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266783D-2CE0-05F1-B9BE-2FCA28CDC6F3}"/>
              </a:ext>
            </a:extLst>
          </p:cNvPr>
          <p:cNvSpPr/>
          <p:nvPr/>
        </p:nvSpPr>
        <p:spPr>
          <a:xfrm>
            <a:off x="836483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10E23077-853F-7BF5-DE2B-B10E4DF7F6A9}"/>
              </a:ext>
            </a:extLst>
          </p:cNvPr>
          <p:cNvSpPr/>
          <p:nvPr/>
        </p:nvSpPr>
        <p:spPr>
          <a:xfrm>
            <a:off x="78770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ECC9F6-6A7B-6F66-18C2-7178948D3D27}"/>
              </a:ext>
            </a:extLst>
          </p:cNvPr>
          <p:cNvSpPr/>
          <p:nvPr/>
        </p:nvSpPr>
        <p:spPr>
          <a:xfrm>
            <a:off x="824253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E7F17CEA-2F23-A262-C867-8A55C6EB511E}"/>
              </a:ext>
            </a:extLst>
          </p:cNvPr>
          <p:cNvSpPr/>
          <p:nvPr/>
        </p:nvSpPr>
        <p:spPr>
          <a:xfrm>
            <a:off x="1582716" y="368446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D99BAD9-5FA9-A46C-CF6F-1613C92C2E53}"/>
              </a:ext>
            </a:extLst>
          </p:cNvPr>
          <p:cNvCxnSpPr>
            <a:cxnSpLocks/>
            <a:stCxn id="56" idx="1"/>
            <a:endCxn id="30" idx="6"/>
          </p:cNvCxnSpPr>
          <p:nvPr/>
        </p:nvCxnSpPr>
        <p:spPr>
          <a:xfrm flipH="1" flipV="1">
            <a:off x="1214855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42E228A9-134D-32C6-CC1C-73B7EDB5E7CB}"/>
              </a:ext>
            </a:extLst>
          </p:cNvPr>
          <p:cNvCxnSpPr>
            <a:cxnSpLocks/>
            <a:stCxn id="55" idx="6"/>
            <a:endCxn id="56" idx="3"/>
          </p:cNvCxnSpPr>
          <p:nvPr/>
        </p:nvCxnSpPr>
        <p:spPr>
          <a:xfrm flipV="1">
            <a:off x="1202625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AA0C72C3-6C62-9AE7-005C-9AE361913826}"/>
              </a:ext>
            </a:extLst>
          </p:cNvPr>
          <p:cNvCxnSpPr>
            <a:cxnSpLocks/>
            <a:stCxn id="32" idx="5"/>
            <a:endCxn id="55" idx="2"/>
          </p:cNvCxnSpPr>
          <p:nvPr/>
        </p:nvCxnSpPr>
        <p:spPr>
          <a:xfrm>
            <a:off x="401731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202716A-9076-4A94-0F30-5948A4D05A30}"/>
              </a:ext>
            </a:extLst>
          </p:cNvPr>
          <p:cNvCxnSpPr>
            <a:cxnSpLocks/>
            <a:stCxn id="32" idx="7"/>
            <a:endCxn id="30" idx="2"/>
          </p:cNvCxnSpPr>
          <p:nvPr/>
        </p:nvCxnSpPr>
        <p:spPr>
          <a:xfrm flipV="1">
            <a:off x="401731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文本框 93">
            <a:extLst>
              <a:ext uri="{FF2B5EF4-FFF2-40B4-BE49-F238E27FC236}">
                <a16:creationId xmlns:a16="http://schemas.microsoft.com/office/drawing/2014/main" id="{D0BC4354-EBD4-C9A9-EECA-8F9AF20EC03F}"/>
              </a:ext>
            </a:extLst>
          </p:cNvPr>
          <p:cNvSpPr txBox="1"/>
          <p:nvPr/>
        </p:nvSpPr>
        <p:spPr>
          <a:xfrm>
            <a:off x="81045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685E57F5-AF83-A404-199B-B44F74DA8344}"/>
              </a:ext>
            </a:extLst>
          </p:cNvPr>
          <p:cNvSpPr txBox="1"/>
          <p:nvPr/>
        </p:nvSpPr>
        <p:spPr>
          <a:xfrm>
            <a:off x="841035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81E79420-8990-626C-33AF-EE4C4064911B}"/>
              </a:ext>
            </a:extLst>
          </p:cNvPr>
          <p:cNvSpPr txBox="1"/>
          <p:nvPr/>
        </p:nvSpPr>
        <p:spPr>
          <a:xfrm>
            <a:off x="1606089" y="367078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EE6D9160-65A9-F17B-D405-7EB81424D7AB}"/>
              </a:ext>
            </a:extLst>
          </p:cNvPr>
          <p:cNvSpPr txBox="1"/>
          <p:nvPr/>
        </p:nvSpPr>
        <p:spPr>
          <a:xfrm>
            <a:off x="836483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DB59D361-757D-5221-4E80-1684F976F72F}"/>
              </a:ext>
            </a:extLst>
          </p:cNvPr>
          <p:cNvSpPr/>
          <p:nvPr/>
        </p:nvSpPr>
        <p:spPr>
          <a:xfrm>
            <a:off x="2481793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2047504-0B2F-38E2-109B-346D1503C0E7}"/>
              </a:ext>
            </a:extLst>
          </p:cNvPr>
          <p:cNvSpPr txBox="1"/>
          <p:nvPr/>
        </p:nvSpPr>
        <p:spPr>
          <a:xfrm>
            <a:off x="2486345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9280B3CA-6001-892B-ECD4-9055B89F3605}"/>
              </a:ext>
            </a:extLst>
          </p:cNvPr>
          <p:cNvCxnSpPr>
            <a:cxnSpLocks/>
            <a:stCxn id="101" idx="1"/>
            <a:endCxn id="56" idx="6"/>
          </p:cNvCxnSpPr>
          <p:nvPr/>
        </p:nvCxnSpPr>
        <p:spPr>
          <a:xfrm flipH="1" flipV="1">
            <a:off x="1961088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84281FEE-E555-3252-9D52-C61ADC01961C}"/>
              </a:ext>
            </a:extLst>
          </p:cNvPr>
          <p:cNvSpPr/>
          <p:nvPr/>
        </p:nvSpPr>
        <p:spPr>
          <a:xfrm>
            <a:off x="1582716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CFB0B25E-EAED-4995-7C96-453C996CD0F9}"/>
              </a:ext>
            </a:extLst>
          </p:cNvPr>
          <p:cNvSpPr txBox="1"/>
          <p:nvPr/>
        </p:nvSpPr>
        <p:spPr>
          <a:xfrm>
            <a:off x="1592461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C9F9A19A-DA89-F5D9-50C2-14E207A2A7DE}"/>
              </a:ext>
            </a:extLst>
          </p:cNvPr>
          <p:cNvCxnSpPr>
            <a:cxnSpLocks/>
            <a:stCxn id="56" idx="4"/>
            <a:endCxn id="105" idx="0"/>
          </p:cNvCxnSpPr>
          <p:nvPr/>
        </p:nvCxnSpPr>
        <p:spPr>
          <a:xfrm>
            <a:off x="1771902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8CEA5019-73ED-373E-370D-C0519666A380}"/>
              </a:ext>
            </a:extLst>
          </p:cNvPr>
          <p:cNvSpPr/>
          <p:nvPr/>
        </p:nvSpPr>
        <p:spPr>
          <a:xfrm>
            <a:off x="824253" y="5042713"/>
            <a:ext cx="378372" cy="37837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4866BC8-9E0B-CFA4-AB07-4A30E816A1A3}"/>
              </a:ext>
            </a:extLst>
          </p:cNvPr>
          <p:cNvCxnSpPr>
            <a:cxnSpLocks/>
            <a:stCxn id="55" idx="4"/>
            <a:endCxn id="108" idx="0"/>
          </p:cNvCxnSpPr>
          <p:nvPr/>
        </p:nvCxnSpPr>
        <p:spPr>
          <a:xfrm>
            <a:off x="1013439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85B6F9D-D085-E2AD-31F8-861E6BCF8BB1}"/>
              </a:ext>
            </a:extLst>
          </p:cNvPr>
          <p:cNvSpPr txBox="1"/>
          <p:nvPr/>
        </p:nvSpPr>
        <p:spPr>
          <a:xfrm>
            <a:off x="826529" y="49963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16" name="任意多边形: 形状 115">
            <a:extLst>
              <a:ext uri="{FF2B5EF4-FFF2-40B4-BE49-F238E27FC236}">
                <a16:creationId xmlns:a16="http://schemas.microsoft.com/office/drawing/2014/main" id="{8E52DE80-2B50-06BD-61F2-1EA2A3624C65}"/>
              </a:ext>
            </a:extLst>
          </p:cNvPr>
          <p:cNvSpPr/>
          <p:nvPr/>
        </p:nvSpPr>
        <p:spPr>
          <a:xfrm>
            <a:off x="3616595" y="322933"/>
            <a:ext cx="474879" cy="340523"/>
          </a:xfrm>
          <a:custGeom>
            <a:avLst/>
            <a:gdLst>
              <a:gd name="csX0" fmla="*/ 474879 w 474879"/>
              <a:gd name="csY0" fmla="*/ 9286 h 340523"/>
              <a:gd name="csX1" fmla="*/ 68997 w 474879"/>
              <a:gd name="csY1" fmla="*/ 41943 h 340523"/>
              <a:gd name="csX2" fmla="*/ 3683 w 474879"/>
              <a:gd name="csY2" fmla="*/ 340523 h 3405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74879" h="340523">
                <a:moveTo>
                  <a:pt x="474879" y="9286"/>
                </a:moveTo>
                <a:cubicBezTo>
                  <a:pt x="311204" y="-1989"/>
                  <a:pt x="147530" y="-13263"/>
                  <a:pt x="68997" y="41943"/>
                </a:cubicBezTo>
                <a:cubicBezTo>
                  <a:pt x="-9536" y="97149"/>
                  <a:pt x="-2927" y="218836"/>
                  <a:pt x="3683" y="34052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任意多边形: 形状 116">
            <a:extLst>
              <a:ext uri="{FF2B5EF4-FFF2-40B4-BE49-F238E27FC236}">
                <a16:creationId xmlns:a16="http://schemas.microsoft.com/office/drawing/2014/main" id="{F7A2A856-388F-FA45-DBA2-A38E2E3488D4}"/>
              </a:ext>
            </a:extLst>
          </p:cNvPr>
          <p:cNvSpPr/>
          <p:nvPr/>
        </p:nvSpPr>
        <p:spPr>
          <a:xfrm>
            <a:off x="1292290" y="3278397"/>
            <a:ext cx="564502" cy="369872"/>
          </a:xfrm>
          <a:custGeom>
            <a:avLst/>
            <a:gdLst>
              <a:gd name="csX0" fmla="*/ 564502 w 564502"/>
              <a:gd name="csY0" fmla="*/ 369872 h 369872"/>
              <a:gd name="csX1" fmla="*/ 410547 w 564502"/>
              <a:gd name="csY1" fmla="*/ 38636 h 369872"/>
              <a:gd name="csX2" fmla="*/ 0 w 564502"/>
              <a:gd name="csY2" fmla="*/ 19974 h 3698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4502" h="369872">
                <a:moveTo>
                  <a:pt x="564502" y="369872"/>
                </a:moveTo>
                <a:cubicBezTo>
                  <a:pt x="534566" y="233412"/>
                  <a:pt x="504631" y="96952"/>
                  <a:pt x="410547" y="38636"/>
                </a:cubicBezTo>
                <a:cubicBezTo>
                  <a:pt x="316463" y="-19680"/>
                  <a:pt x="158231" y="147"/>
                  <a:pt x="0" y="199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9038E5CD-CC19-BDB3-9AE9-412610B8332F}"/>
              </a:ext>
            </a:extLst>
          </p:cNvPr>
          <p:cNvSpPr txBox="1"/>
          <p:nvPr/>
        </p:nvSpPr>
        <p:spPr>
          <a:xfrm>
            <a:off x="7669306" y="-96754"/>
            <a:ext cx="367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#</a:t>
            </a:r>
            <a:endParaRPr lang="zh-CN" altLang="en-US" sz="2400" b="1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24DEBCC-23C8-E135-4EA2-0AF741C1CF0E}"/>
              </a:ext>
            </a:extLst>
          </p:cNvPr>
          <p:cNvSpPr txBox="1"/>
          <p:nvPr/>
        </p:nvSpPr>
        <p:spPr>
          <a:xfrm>
            <a:off x="9940928" y="338354"/>
            <a:ext cx="2432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#</a:t>
            </a:r>
            <a:r>
              <a:rPr lang="zh-CN" altLang="en-US"/>
              <a:t>表示新的出发点</a:t>
            </a:r>
            <a:endParaRPr lang="en-US" altLang="zh-CN"/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2008FFAB-C29F-9D30-44D3-90FED6218C49}"/>
              </a:ext>
            </a:extLst>
          </p:cNvPr>
          <p:cNvSpPr txBox="1"/>
          <p:nvPr/>
        </p:nvSpPr>
        <p:spPr>
          <a:xfrm>
            <a:off x="512256" y="4366980"/>
            <a:ext cx="367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#</a:t>
            </a:r>
            <a:endParaRPr lang="zh-CN" altLang="en-US" sz="2400" b="1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475FD071-1ED5-2C58-6C27-587C8317A3E3}"/>
              </a:ext>
            </a:extLst>
          </p:cNvPr>
          <p:cNvSpPr txBox="1"/>
          <p:nvPr/>
        </p:nvSpPr>
        <p:spPr>
          <a:xfrm>
            <a:off x="571226" y="5282588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FD52259-7FF8-14B7-904C-6CBEB2BE0F96}"/>
              </a:ext>
            </a:extLst>
          </p:cNvPr>
          <p:cNvSpPr/>
          <p:nvPr/>
        </p:nvSpPr>
        <p:spPr>
          <a:xfrm>
            <a:off x="3830500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0405ABB-2D25-1614-5A29-A08002EE5A9C}"/>
              </a:ext>
            </a:extLst>
          </p:cNvPr>
          <p:cNvSpPr/>
          <p:nvPr/>
        </p:nvSpPr>
        <p:spPr>
          <a:xfrm>
            <a:off x="3072787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AD0BF7C-B1DF-7F23-F3E8-672C709D3261}"/>
              </a:ext>
            </a:extLst>
          </p:cNvPr>
          <p:cNvSpPr/>
          <p:nvPr/>
        </p:nvSpPr>
        <p:spPr>
          <a:xfrm>
            <a:off x="3818270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椭圆 128">
            <a:extLst>
              <a:ext uri="{FF2B5EF4-FFF2-40B4-BE49-F238E27FC236}">
                <a16:creationId xmlns:a16="http://schemas.microsoft.com/office/drawing/2014/main" id="{51310722-37BA-E5CB-CD27-3274CE775266}"/>
              </a:ext>
            </a:extLst>
          </p:cNvPr>
          <p:cNvSpPr/>
          <p:nvPr/>
        </p:nvSpPr>
        <p:spPr>
          <a:xfrm>
            <a:off x="4576733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7CC2A2A-E86B-8EDB-6800-7BDE3DD5EC37}"/>
              </a:ext>
            </a:extLst>
          </p:cNvPr>
          <p:cNvCxnSpPr>
            <a:cxnSpLocks/>
            <a:stCxn id="129" idx="1"/>
            <a:endCxn id="126" idx="6"/>
          </p:cNvCxnSpPr>
          <p:nvPr/>
        </p:nvCxnSpPr>
        <p:spPr>
          <a:xfrm flipH="1" flipV="1">
            <a:off x="4208872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92739B3-E8D2-6288-C12D-3122E36C4B2D}"/>
              </a:ext>
            </a:extLst>
          </p:cNvPr>
          <p:cNvCxnSpPr>
            <a:cxnSpLocks/>
            <a:stCxn id="128" idx="6"/>
            <a:endCxn id="129" idx="3"/>
          </p:cNvCxnSpPr>
          <p:nvPr/>
        </p:nvCxnSpPr>
        <p:spPr>
          <a:xfrm flipV="1">
            <a:off x="4196642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8AEB39AC-EADA-5B56-5390-C280C43D1ACC}"/>
              </a:ext>
            </a:extLst>
          </p:cNvPr>
          <p:cNvCxnSpPr>
            <a:cxnSpLocks/>
            <a:stCxn id="127" idx="5"/>
            <a:endCxn id="128" idx="2"/>
          </p:cNvCxnSpPr>
          <p:nvPr/>
        </p:nvCxnSpPr>
        <p:spPr>
          <a:xfrm>
            <a:off x="3395748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057481D2-E699-3AEE-FED1-1445FC6F00D8}"/>
              </a:ext>
            </a:extLst>
          </p:cNvPr>
          <p:cNvCxnSpPr>
            <a:cxnSpLocks/>
            <a:stCxn id="127" idx="7"/>
            <a:endCxn id="126" idx="2"/>
          </p:cNvCxnSpPr>
          <p:nvPr/>
        </p:nvCxnSpPr>
        <p:spPr>
          <a:xfrm flipV="1">
            <a:off x="3395748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9382B4C1-F398-72E5-60B5-E5AEE37B36BD}"/>
              </a:ext>
            </a:extLst>
          </p:cNvPr>
          <p:cNvSpPr txBox="1"/>
          <p:nvPr/>
        </p:nvSpPr>
        <p:spPr>
          <a:xfrm>
            <a:off x="3075062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5A7CC153-9ACD-A055-7436-E04E4180BC6A}"/>
              </a:ext>
            </a:extLst>
          </p:cNvPr>
          <p:cNvSpPr txBox="1"/>
          <p:nvPr/>
        </p:nvSpPr>
        <p:spPr>
          <a:xfrm>
            <a:off x="3835052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38D82598-0A3A-0C95-854B-48ED6C80FF2B}"/>
              </a:ext>
            </a:extLst>
          </p:cNvPr>
          <p:cNvSpPr txBox="1"/>
          <p:nvPr/>
        </p:nvSpPr>
        <p:spPr>
          <a:xfrm>
            <a:off x="4588248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05137C72-51A8-A009-B89E-A671C84801D5}"/>
              </a:ext>
            </a:extLst>
          </p:cNvPr>
          <p:cNvSpPr txBox="1"/>
          <p:nvPr/>
        </p:nvSpPr>
        <p:spPr>
          <a:xfrm>
            <a:off x="3830500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662E348B-1846-042F-B0F0-0A60FD096838}"/>
              </a:ext>
            </a:extLst>
          </p:cNvPr>
          <p:cNvSpPr/>
          <p:nvPr/>
        </p:nvSpPr>
        <p:spPr>
          <a:xfrm>
            <a:off x="5475810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8265AA40-67BC-8B6F-EBFF-C84678A50228}"/>
              </a:ext>
            </a:extLst>
          </p:cNvPr>
          <p:cNvSpPr txBox="1"/>
          <p:nvPr/>
        </p:nvSpPr>
        <p:spPr>
          <a:xfrm>
            <a:off x="5480362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17103502-6ADA-B8C8-6E70-87054184895A}"/>
              </a:ext>
            </a:extLst>
          </p:cNvPr>
          <p:cNvCxnSpPr>
            <a:cxnSpLocks/>
            <a:stCxn id="139" idx="1"/>
            <a:endCxn id="129" idx="6"/>
          </p:cNvCxnSpPr>
          <p:nvPr/>
        </p:nvCxnSpPr>
        <p:spPr>
          <a:xfrm flipH="1" flipV="1">
            <a:off x="4955105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椭圆 140">
            <a:extLst>
              <a:ext uri="{FF2B5EF4-FFF2-40B4-BE49-F238E27FC236}">
                <a16:creationId xmlns:a16="http://schemas.microsoft.com/office/drawing/2014/main" id="{A8937C02-B2DF-145C-D562-B59A99EB37C9}"/>
              </a:ext>
            </a:extLst>
          </p:cNvPr>
          <p:cNvSpPr/>
          <p:nvPr/>
        </p:nvSpPr>
        <p:spPr>
          <a:xfrm>
            <a:off x="4576733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38BF7AE8-C56D-3FC5-0996-8C3DC2406127}"/>
              </a:ext>
            </a:extLst>
          </p:cNvPr>
          <p:cNvSpPr txBox="1"/>
          <p:nvPr/>
        </p:nvSpPr>
        <p:spPr>
          <a:xfrm>
            <a:off x="4586478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40E51A53-AE9B-FBF9-1A38-EDAC694E6D20}"/>
              </a:ext>
            </a:extLst>
          </p:cNvPr>
          <p:cNvCxnSpPr>
            <a:cxnSpLocks/>
            <a:stCxn id="129" idx="4"/>
            <a:endCxn id="141" idx="0"/>
          </p:cNvCxnSpPr>
          <p:nvPr/>
        </p:nvCxnSpPr>
        <p:spPr>
          <a:xfrm>
            <a:off x="4765919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椭圆 143">
            <a:extLst>
              <a:ext uri="{FF2B5EF4-FFF2-40B4-BE49-F238E27FC236}">
                <a16:creationId xmlns:a16="http://schemas.microsoft.com/office/drawing/2014/main" id="{3518DDD7-BCD3-B01A-3FA0-3AB557A32F9B}"/>
              </a:ext>
            </a:extLst>
          </p:cNvPr>
          <p:cNvSpPr/>
          <p:nvPr/>
        </p:nvSpPr>
        <p:spPr>
          <a:xfrm>
            <a:off x="3818270" y="50427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DC4BBE-A397-ABA9-D182-A7AFCF694AA5}"/>
              </a:ext>
            </a:extLst>
          </p:cNvPr>
          <p:cNvCxnSpPr>
            <a:cxnSpLocks/>
            <a:stCxn id="128" idx="4"/>
            <a:endCxn id="144" idx="0"/>
          </p:cNvCxnSpPr>
          <p:nvPr/>
        </p:nvCxnSpPr>
        <p:spPr>
          <a:xfrm>
            <a:off x="4007456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8AE4F37-F3DC-7655-A658-E7D3F6C6875A}"/>
              </a:ext>
            </a:extLst>
          </p:cNvPr>
          <p:cNvSpPr txBox="1"/>
          <p:nvPr/>
        </p:nvSpPr>
        <p:spPr>
          <a:xfrm>
            <a:off x="3831966" y="499292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5F3BA5CF-6757-10BA-91EA-D1A57DFA82DD}"/>
              </a:ext>
            </a:extLst>
          </p:cNvPr>
          <p:cNvSpPr txBox="1"/>
          <p:nvPr/>
        </p:nvSpPr>
        <p:spPr>
          <a:xfrm>
            <a:off x="4631747" y="4820723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291A545E-731A-5BB6-3713-764912D2D6B5}"/>
              </a:ext>
            </a:extLst>
          </p:cNvPr>
          <p:cNvSpPr/>
          <p:nvPr/>
        </p:nvSpPr>
        <p:spPr>
          <a:xfrm>
            <a:off x="6790809" y="324641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C0527F1E-77A3-E877-362C-714B00BCADB2}"/>
              </a:ext>
            </a:extLst>
          </p:cNvPr>
          <p:cNvSpPr/>
          <p:nvPr/>
        </p:nvSpPr>
        <p:spPr>
          <a:xfrm>
            <a:off x="6033096" y="372777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018E0E7F-C891-E981-4920-E789F5FEF2F1}"/>
              </a:ext>
            </a:extLst>
          </p:cNvPr>
          <p:cNvSpPr/>
          <p:nvPr/>
        </p:nvSpPr>
        <p:spPr>
          <a:xfrm>
            <a:off x="6778579" y="421864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FB4C4DF4-283E-02AD-DAFD-71AAD2EEB0E0}"/>
              </a:ext>
            </a:extLst>
          </p:cNvPr>
          <p:cNvSpPr/>
          <p:nvPr/>
        </p:nvSpPr>
        <p:spPr>
          <a:xfrm>
            <a:off x="7537042" y="36950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931DAD3A-25E8-6A76-20ED-C07C302BF186}"/>
              </a:ext>
            </a:extLst>
          </p:cNvPr>
          <p:cNvCxnSpPr>
            <a:cxnSpLocks/>
            <a:stCxn id="153" idx="1"/>
            <a:endCxn id="150" idx="6"/>
          </p:cNvCxnSpPr>
          <p:nvPr/>
        </p:nvCxnSpPr>
        <p:spPr>
          <a:xfrm flipH="1" flipV="1">
            <a:off x="7169181" y="343559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802FCEB2-74A1-A670-7AD4-190CE06C8FC1}"/>
              </a:ext>
            </a:extLst>
          </p:cNvPr>
          <p:cNvCxnSpPr>
            <a:cxnSpLocks/>
            <a:stCxn id="152" idx="6"/>
            <a:endCxn id="153" idx="3"/>
          </p:cNvCxnSpPr>
          <p:nvPr/>
        </p:nvCxnSpPr>
        <p:spPr>
          <a:xfrm flipV="1">
            <a:off x="7156951" y="401804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A67C6B1D-499A-1297-EF4C-A3CDF550F3EB}"/>
              </a:ext>
            </a:extLst>
          </p:cNvPr>
          <p:cNvCxnSpPr>
            <a:cxnSpLocks/>
            <a:stCxn id="151" idx="5"/>
            <a:endCxn id="152" idx="2"/>
          </p:cNvCxnSpPr>
          <p:nvPr/>
        </p:nvCxnSpPr>
        <p:spPr>
          <a:xfrm>
            <a:off x="6356057" y="405073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749BE5DA-FFD5-94C4-C3B3-678298715B80}"/>
              </a:ext>
            </a:extLst>
          </p:cNvPr>
          <p:cNvCxnSpPr>
            <a:cxnSpLocks/>
            <a:stCxn id="151" idx="7"/>
            <a:endCxn id="150" idx="2"/>
          </p:cNvCxnSpPr>
          <p:nvPr/>
        </p:nvCxnSpPr>
        <p:spPr>
          <a:xfrm flipV="1">
            <a:off x="6356057" y="343559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C4130AD3-18CA-29DD-3CA5-8B931D4E0C05}"/>
              </a:ext>
            </a:extLst>
          </p:cNvPr>
          <p:cNvSpPr txBox="1"/>
          <p:nvPr/>
        </p:nvSpPr>
        <p:spPr>
          <a:xfrm>
            <a:off x="6035371" y="37029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F3C9AFEC-26EC-BBCE-E83C-233EDABB4B01}"/>
              </a:ext>
            </a:extLst>
          </p:cNvPr>
          <p:cNvSpPr txBox="1"/>
          <p:nvPr/>
        </p:nvSpPr>
        <p:spPr>
          <a:xfrm>
            <a:off x="6795361" y="32263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3C85E8E-CEDB-9ED0-AE20-99F5CD3E91F2}"/>
              </a:ext>
            </a:extLst>
          </p:cNvPr>
          <p:cNvSpPr txBox="1"/>
          <p:nvPr/>
        </p:nvSpPr>
        <p:spPr>
          <a:xfrm>
            <a:off x="7548557" y="364871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1A43803-9F3D-5577-E1A3-6A5BF4F82BC8}"/>
              </a:ext>
            </a:extLst>
          </p:cNvPr>
          <p:cNvSpPr txBox="1"/>
          <p:nvPr/>
        </p:nvSpPr>
        <p:spPr>
          <a:xfrm>
            <a:off x="6790809" y="417453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2" name="椭圆 161">
            <a:extLst>
              <a:ext uri="{FF2B5EF4-FFF2-40B4-BE49-F238E27FC236}">
                <a16:creationId xmlns:a16="http://schemas.microsoft.com/office/drawing/2014/main" id="{C7AF9C44-765B-7852-3D23-FE9DC5D04EF4}"/>
              </a:ext>
            </a:extLst>
          </p:cNvPr>
          <p:cNvSpPr/>
          <p:nvPr/>
        </p:nvSpPr>
        <p:spPr>
          <a:xfrm>
            <a:off x="8436119" y="372252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2B114600-A96F-0509-083A-4E36B9C30B7E}"/>
              </a:ext>
            </a:extLst>
          </p:cNvPr>
          <p:cNvSpPr txBox="1"/>
          <p:nvPr/>
        </p:nvSpPr>
        <p:spPr>
          <a:xfrm>
            <a:off x="8422074" y="36996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00F0C927-8EFC-631F-F1BB-A3D993102C97}"/>
              </a:ext>
            </a:extLst>
          </p:cNvPr>
          <p:cNvCxnSpPr>
            <a:cxnSpLocks/>
            <a:stCxn id="163" idx="1"/>
            <a:endCxn id="153" idx="6"/>
          </p:cNvCxnSpPr>
          <p:nvPr/>
        </p:nvCxnSpPr>
        <p:spPr>
          <a:xfrm flipH="1">
            <a:off x="7915414" y="3884268"/>
            <a:ext cx="5066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椭圆 164">
            <a:extLst>
              <a:ext uri="{FF2B5EF4-FFF2-40B4-BE49-F238E27FC236}">
                <a16:creationId xmlns:a16="http://schemas.microsoft.com/office/drawing/2014/main" id="{FADCBC68-0D2A-4D03-7ACE-DB5FB7AE048C}"/>
              </a:ext>
            </a:extLst>
          </p:cNvPr>
          <p:cNvSpPr/>
          <p:nvPr/>
        </p:nvSpPr>
        <p:spPr>
          <a:xfrm>
            <a:off x="7537042" y="453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F1555C5C-99D9-BB68-90CA-6E762187CD01}"/>
              </a:ext>
            </a:extLst>
          </p:cNvPr>
          <p:cNvSpPr txBox="1"/>
          <p:nvPr/>
        </p:nvSpPr>
        <p:spPr>
          <a:xfrm>
            <a:off x="7546787" y="45014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15BD736-3B22-4138-3A22-44FE5D6BBA67}"/>
              </a:ext>
            </a:extLst>
          </p:cNvPr>
          <p:cNvCxnSpPr>
            <a:cxnSpLocks/>
            <a:stCxn id="153" idx="4"/>
            <a:endCxn id="165" idx="0"/>
          </p:cNvCxnSpPr>
          <p:nvPr/>
        </p:nvCxnSpPr>
        <p:spPr>
          <a:xfrm>
            <a:off x="7726228" y="407345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椭圆 167">
            <a:extLst>
              <a:ext uri="{FF2B5EF4-FFF2-40B4-BE49-F238E27FC236}">
                <a16:creationId xmlns:a16="http://schemas.microsoft.com/office/drawing/2014/main" id="{26F21ABC-7D27-742A-5CC1-53B28F1A4694}"/>
              </a:ext>
            </a:extLst>
          </p:cNvPr>
          <p:cNvSpPr/>
          <p:nvPr/>
        </p:nvSpPr>
        <p:spPr>
          <a:xfrm>
            <a:off x="6778579" y="505333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B8DF8F9C-D245-7EC2-03B5-487C3E229FE3}"/>
              </a:ext>
            </a:extLst>
          </p:cNvPr>
          <p:cNvCxnSpPr>
            <a:cxnSpLocks/>
            <a:stCxn id="152" idx="4"/>
            <a:endCxn id="168" idx="0"/>
          </p:cNvCxnSpPr>
          <p:nvPr/>
        </p:nvCxnSpPr>
        <p:spPr>
          <a:xfrm>
            <a:off x="6967765" y="459701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B6E21EB3-D959-843B-4387-52DDA260C2CE}"/>
              </a:ext>
            </a:extLst>
          </p:cNvPr>
          <p:cNvSpPr txBox="1"/>
          <p:nvPr/>
        </p:nvSpPr>
        <p:spPr>
          <a:xfrm>
            <a:off x="6779088" y="500820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F2D488A9-F783-6CDE-0A02-E7F0ADF1A246}"/>
              </a:ext>
            </a:extLst>
          </p:cNvPr>
          <p:cNvSpPr txBox="1"/>
          <p:nvPr/>
        </p:nvSpPr>
        <p:spPr>
          <a:xfrm>
            <a:off x="4932432" y="3383329"/>
            <a:ext cx="367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#</a:t>
            </a:r>
            <a:endParaRPr lang="zh-CN" altLang="en-US" sz="2400" b="1"/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6467A0E9-39B1-978D-7EAF-7698D18C6742}"/>
              </a:ext>
            </a:extLst>
          </p:cNvPr>
          <p:cNvSpPr txBox="1"/>
          <p:nvPr/>
        </p:nvSpPr>
        <p:spPr>
          <a:xfrm>
            <a:off x="5443807" y="4007423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82" name="任意多边形: 形状 181">
            <a:extLst>
              <a:ext uri="{FF2B5EF4-FFF2-40B4-BE49-F238E27FC236}">
                <a16:creationId xmlns:a16="http://schemas.microsoft.com/office/drawing/2014/main" id="{D2434246-4CB3-3B31-DE72-6EE6173B60CF}"/>
              </a:ext>
            </a:extLst>
          </p:cNvPr>
          <p:cNvSpPr/>
          <p:nvPr/>
        </p:nvSpPr>
        <p:spPr>
          <a:xfrm>
            <a:off x="3573579" y="4548673"/>
            <a:ext cx="186658" cy="718458"/>
          </a:xfrm>
          <a:custGeom>
            <a:avLst/>
            <a:gdLst>
              <a:gd name="csX0" fmla="*/ 172662 w 186658"/>
              <a:gd name="csY0" fmla="*/ 718458 h 718458"/>
              <a:gd name="csX1" fmla="*/ 45 w 186658"/>
              <a:gd name="csY1" fmla="*/ 410547 h 718458"/>
              <a:gd name="csX2" fmla="*/ 186658 w 186658"/>
              <a:gd name="csY2" fmla="*/ 0 h 7184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6658" h="718458">
                <a:moveTo>
                  <a:pt x="172662" y="718458"/>
                </a:moveTo>
                <a:cubicBezTo>
                  <a:pt x="85187" y="624374"/>
                  <a:pt x="-2288" y="530290"/>
                  <a:pt x="45" y="410547"/>
                </a:cubicBezTo>
                <a:cubicBezTo>
                  <a:pt x="2378" y="290804"/>
                  <a:pt x="94518" y="145402"/>
                  <a:pt x="186658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9639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EB5CB-5DCB-E1C5-ED44-95B782D57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9591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BFF8B-5F88-C717-438F-0CFAF289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1025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90CF1-5685-5ECF-D7C7-490C7D404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FF09D6-7159-4FD0-58F3-D83AEA7AC418}"/>
              </a:ext>
            </a:extLst>
          </p:cNvPr>
          <p:cNvSpPr/>
          <p:nvPr/>
        </p:nvSpPr>
        <p:spPr>
          <a:xfrm>
            <a:off x="829815" y="22001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1A4E859-8D2F-1E0D-B432-7FB48FE446E6}"/>
              </a:ext>
            </a:extLst>
          </p:cNvPr>
          <p:cNvSpPr/>
          <p:nvPr/>
        </p:nvSpPr>
        <p:spPr>
          <a:xfrm>
            <a:off x="72102" y="701379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F51B6C2-C4B2-6ED8-7634-301182E4009A}"/>
              </a:ext>
            </a:extLst>
          </p:cNvPr>
          <p:cNvSpPr/>
          <p:nvPr/>
        </p:nvSpPr>
        <p:spPr>
          <a:xfrm>
            <a:off x="817585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A5346A-F1F7-6EF4-74A6-D11D6E455401}"/>
              </a:ext>
            </a:extLst>
          </p:cNvPr>
          <p:cNvSpPr/>
          <p:nvPr/>
        </p:nvSpPr>
        <p:spPr>
          <a:xfrm>
            <a:off x="1576048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02FDEA9-3FCA-197D-E08A-72B1DD6366C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208187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E0EFA03-D6E5-1003-D883-D745A0F0A80B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195957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B6A1E2A-49D9-E015-F4A3-9B919565C3D8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395063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0E93503-9EA6-F0B5-1F1F-336902F6E9C1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395063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CCBFBA4-ACDB-841F-5CD8-7DA5A4E82C3E}"/>
              </a:ext>
            </a:extLst>
          </p:cNvPr>
          <p:cNvSpPr txBox="1"/>
          <p:nvPr/>
        </p:nvSpPr>
        <p:spPr>
          <a:xfrm>
            <a:off x="73300" y="6657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AFD1D2-F510-6DBD-FF07-05815B3446BC}"/>
              </a:ext>
            </a:extLst>
          </p:cNvPr>
          <p:cNvSpPr txBox="1"/>
          <p:nvPr/>
        </p:nvSpPr>
        <p:spPr>
          <a:xfrm>
            <a:off x="866625" y="17816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D562F7-7E54-44F2-C7E5-D62106A3457F}"/>
              </a:ext>
            </a:extLst>
          </p:cNvPr>
          <p:cNvSpPr txBox="1"/>
          <p:nvPr/>
        </p:nvSpPr>
        <p:spPr>
          <a:xfrm>
            <a:off x="1606030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2F2F0-4E0F-2572-C675-9496BA9D0FB8}"/>
              </a:ext>
            </a:extLst>
          </p:cNvPr>
          <p:cNvSpPr txBox="1"/>
          <p:nvPr/>
        </p:nvSpPr>
        <p:spPr>
          <a:xfrm>
            <a:off x="831882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AB3587D-4AC0-F701-FAD1-54CFE9E672FA}"/>
              </a:ext>
            </a:extLst>
          </p:cNvPr>
          <p:cNvSpPr/>
          <p:nvPr/>
        </p:nvSpPr>
        <p:spPr>
          <a:xfrm>
            <a:off x="2475125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C80400-C130-BCB6-87AF-FE62AE7435DB}"/>
              </a:ext>
            </a:extLst>
          </p:cNvPr>
          <p:cNvSpPr txBox="1"/>
          <p:nvPr/>
        </p:nvSpPr>
        <p:spPr>
          <a:xfrm>
            <a:off x="2479677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734DBA0-5E14-CABC-4344-B2F703211D74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1954420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BA5069F-EAA5-6E7A-DDBC-B2A9CB42DEA3}"/>
              </a:ext>
            </a:extLst>
          </p:cNvPr>
          <p:cNvSpPr/>
          <p:nvPr/>
        </p:nvSpPr>
        <p:spPr>
          <a:xfrm>
            <a:off x="1576048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D1EC20D-BD97-D02B-2B53-B11A781DE4C1}"/>
              </a:ext>
            </a:extLst>
          </p:cNvPr>
          <p:cNvSpPr txBox="1"/>
          <p:nvPr/>
        </p:nvSpPr>
        <p:spPr>
          <a:xfrm>
            <a:off x="1585793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A7B1373-B799-8CAF-DC6C-DA1762EFB6B5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1765234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B67DEB09-02E2-62B3-8A5D-A867A08E9782}"/>
              </a:ext>
            </a:extLst>
          </p:cNvPr>
          <p:cNvSpPr/>
          <p:nvPr/>
        </p:nvSpPr>
        <p:spPr>
          <a:xfrm>
            <a:off x="817585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8FEAA8C-BF29-7B44-C392-B01CBA98D509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1006771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C952B09-D370-B8ED-0BD5-2D0552E6D1A4}"/>
              </a:ext>
            </a:extLst>
          </p:cNvPr>
          <p:cNvSpPr txBox="1"/>
          <p:nvPr/>
        </p:nvSpPr>
        <p:spPr>
          <a:xfrm>
            <a:off x="822657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A1869BF-C35B-FA82-0C73-418F4CA5CAD3}"/>
              </a:ext>
            </a:extLst>
          </p:cNvPr>
          <p:cNvSpPr txBox="1"/>
          <p:nvPr/>
        </p:nvSpPr>
        <p:spPr>
          <a:xfrm>
            <a:off x="606324" y="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1FF577C-4091-F1D4-F6AF-B15C680C2773}"/>
              </a:ext>
            </a:extLst>
          </p:cNvPr>
          <p:cNvSpPr txBox="1"/>
          <p:nvPr/>
        </p:nvSpPr>
        <p:spPr>
          <a:xfrm>
            <a:off x="555280" y="130181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D72ABAB-AD13-B7F0-7363-1CE2BC1E6C63}"/>
              </a:ext>
            </a:extLst>
          </p:cNvPr>
          <p:cNvSpPr txBox="1"/>
          <p:nvPr/>
        </p:nvSpPr>
        <p:spPr>
          <a:xfrm>
            <a:off x="765635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156016E0-3F1A-E2B7-7BED-B59136EC7F8E}"/>
              </a:ext>
            </a:extLst>
          </p:cNvPr>
          <p:cNvCxnSpPr/>
          <p:nvPr/>
        </p:nvCxnSpPr>
        <p:spPr>
          <a:xfrm>
            <a:off x="126084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EFB77C5-FD84-6B2D-AF12-752AFD73868D}"/>
              </a:ext>
            </a:extLst>
          </p:cNvPr>
          <p:cNvCxnSpPr/>
          <p:nvPr/>
        </p:nvCxnSpPr>
        <p:spPr>
          <a:xfrm>
            <a:off x="126084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96BAD69-E43B-D1D1-1BC9-8F87B2E59BB3}"/>
              </a:ext>
            </a:extLst>
          </p:cNvPr>
          <p:cNvSpPr txBox="1"/>
          <p:nvPr/>
        </p:nvSpPr>
        <p:spPr>
          <a:xfrm>
            <a:off x="340318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EF116B-6B6F-7707-3814-E23E70649DF8}"/>
              </a:ext>
            </a:extLst>
          </p:cNvPr>
          <p:cNvSpPr txBox="1"/>
          <p:nvPr/>
        </p:nvSpPr>
        <p:spPr>
          <a:xfrm>
            <a:off x="68608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972C7C02-8B42-86A4-88C2-40E52F1C9E38}"/>
              </a:ext>
            </a:extLst>
          </p:cNvPr>
          <p:cNvSpPr/>
          <p:nvPr/>
        </p:nvSpPr>
        <p:spPr>
          <a:xfrm>
            <a:off x="4005296" y="22001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AF049FBF-FF96-4B53-128F-5541F112CAA0}"/>
              </a:ext>
            </a:extLst>
          </p:cNvPr>
          <p:cNvSpPr/>
          <p:nvPr/>
        </p:nvSpPr>
        <p:spPr>
          <a:xfrm>
            <a:off x="3247583" y="701379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6117B05-D575-E8FE-9A36-040BF27079D6}"/>
              </a:ext>
            </a:extLst>
          </p:cNvPr>
          <p:cNvSpPr/>
          <p:nvPr/>
        </p:nvSpPr>
        <p:spPr>
          <a:xfrm>
            <a:off x="3993066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E4BEFD6B-E728-21DE-70CC-C0881EC13AFB}"/>
              </a:ext>
            </a:extLst>
          </p:cNvPr>
          <p:cNvSpPr/>
          <p:nvPr/>
        </p:nvSpPr>
        <p:spPr>
          <a:xfrm>
            <a:off x="4751529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268D933-98F9-8CE7-72BF-548274FF7CF7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4383668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88EC5DB8-E9C8-1517-3D89-9E4292303B23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4371438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AF79EBE4-00DC-7B4B-03C9-5640CDAB39FA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3570544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C66F85DD-32F7-6FC6-02BE-A5B1B1FECFB6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3570544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37C5D94-BF6F-6564-5AEF-EF3F5F30626E}"/>
              </a:ext>
            </a:extLst>
          </p:cNvPr>
          <p:cNvSpPr txBox="1"/>
          <p:nvPr/>
        </p:nvSpPr>
        <p:spPr>
          <a:xfrm>
            <a:off x="3241561" y="6765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023FA4F-9CB4-D56D-F4C7-B93714A1A147}"/>
              </a:ext>
            </a:extLst>
          </p:cNvPr>
          <p:cNvSpPr txBox="1"/>
          <p:nvPr/>
        </p:nvSpPr>
        <p:spPr>
          <a:xfrm>
            <a:off x="4031030" y="19123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4620231-5E3B-E636-5044-D51CBC616262}"/>
              </a:ext>
            </a:extLst>
          </p:cNvPr>
          <p:cNvSpPr txBox="1"/>
          <p:nvPr/>
        </p:nvSpPr>
        <p:spPr>
          <a:xfrm>
            <a:off x="4781511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D02E751-A64C-97CD-63FE-B0AA15D4545D}"/>
              </a:ext>
            </a:extLst>
          </p:cNvPr>
          <p:cNvSpPr txBox="1"/>
          <p:nvPr/>
        </p:nvSpPr>
        <p:spPr>
          <a:xfrm>
            <a:off x="4007363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F4CE11B-F7F6-A82D-9547-61505DD75F28}"/>
              </a:ext>
            </a:extLst>
          </p:cNvPr>
          <p:cNvSpPr/>
          <p:nvPr/>
        </p:nvSpPr>
        <p:spPr>
          <a:xfrm>
            <a:off x="5650606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DE61EFD-FACA-2D40-9E69-85849187BDBC}"/>
              </a:ext>
            </a:extLst>
          </p:cNvPr>
          <p:cNvSpPr txBox="1"/>
          <p:nvPr/>
        </p:nvSpPr>
        <p:spPr>
          <a:xfrm>
            <a:off x="5655158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6E95BAB-E932-2061-C64B-5820F6656F08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5129901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5F1DDF02-4A49-74A8-854A-44E1742362E5}"/>
              </a:ext>
            </a:extLst>
          </p:cNvPr>
          <p:cNvSpPr/>
          <p:nvPr/>
        </p:nvSpPr>
        <p:spPr>
          <a:xfrm>
            <a:off x="4751529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4246CC-21AB-158A-B4BA-F87C1B9939E6}"/>
              </a:ext>
            </a:extLst>
          </p:cNvPr>
          <p:cNvSpPr txBox="1"/>
          <p:nvPr/>
        </p:nvSpPr>
        <p:spPr>
          <a:xfrm>
            <a:off x="4761274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D6CA82-97AE-424A-3387-3E2404FB5896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4940715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4E26F8ED-2E8D-24E1-DD0E-0CA1904E6954}"/>
              </a:ext>
            </a:extLst>
          </p:cNvPr>
          <p:cNvSpPr/>
          <p:nvPr/>
        </p:nvSpPr>
        <p:spPr>
          <a:xfrm>
            <a:off x="3993066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4F45A99C-CA44-3CE3-5B56-2F8FF59D371A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4182252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57B4833-5065-DCAA-A859-04AFB37F69E8}"/>
              </a:ext>
            </a:extLst>
          </p:cNvPr>
          <p:cNvSpPr txBox="1"/>
          <p:nvPr/>
        </p:nvSpPr>
        <p:spPr>
          <a:xfrm>
            <a:off x="3998138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0F236EB-6F49-4F93-7022-DC60224186D2}"/>
              </a:ext>
            </a:extLst>
          </p:cNvPr>
          <p:cNvSpPr txBox="1"/>
          <p:nvPr/>
        </p:nvSpPr>
        <p:spPr>
          <a:xfrm>
            <a:off x="3941116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349B477-5081-B515-6FBC-ACE8B2A6EC3D}"/>
              </a:ext>
            </a:extLst>
          </p:cNvPr>
          <p:cNvCxnSpPr/>
          <p:nvPr/>
        </p:nvCxnSpPr>
        <p:spPr>
          <a:xfrm>
            <a:off x="3301565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3DEE1B4-DAF7-75BC-3292-F31363628F2D}"/>
              </a:ext>
            </a:extLst>
          </p:cNvPr>
          <p:cNvCxnSpPr/>
          <p:nvPr/>
        </p:nvCxnSpPr>
        <p:spPr>
          <a:xfrm>
            <a:off x="3301565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496DDEBF-49E8-2E25-9D45-A57728926FC4}"/>
              </a:ext>
            </a:extLst>
          </p:cNvPr>
          <p:cNvSpPr txBox="1"/>
          <p:nvPr/>
        </p:nvSpPr>
        <p:spPr>
          <a:xfrm>
            <a:off x="3515799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noFill/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noFill/>
              </a:rPr>
              <a:t>1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noFill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396A965-A257-3C1A-2A20-147CC04377B1}"/>
              </a:ext>
            </a:extLst>
          </p:cNvPr>
          <p:cNvSpPr txBox="1"/>
          <p:nvPr/>
        </p:nvSpPr>
        <p:spPr>
          <a:xfrm>
            <a:off x="3861567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70CA1CE-965B-FC03-711D-87D1957F910C}"/>
              </a:ext>
            </a:extLst>
          </p:cNvPr>
          <p:cNvSpPr txBox="1"/>
          <p:nvPr/>
        </p:nvSpPr>
        <p:spPr>
          <a:xfrm>
            <a:off x="4952921" y="38292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CF8D42EE-173D-03E0-0E20-25A793D86752}"/>
              </a:ext>
            </a:extLst>
          </p:cNvPr>
          <p:cNvSpPr txBox="1"/>
          <p:nvPr/>
        </p:nvSpPr>
        <p:spPr>
          <a:xfrm>
            <a:off x="4194273" y="278318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578547EF-8C5C-C36B-3A52-B65DDDD3F31C}"/>
              </a:ext>
            </a:extLst>
          </p:cNvPr>
          <p:cNvSpPr/>
          <p:nvPr/>
        </p:nvSpPr>
        <p:spPr>
          <a:xfrm>
            <a:off x="7208447" y="20759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227EAD2-4AC0-524E-5364-A994FF89F1EA}"/>
              </a:ext>
            </a:extLst>
          </p:cNvPr>
          <p:cNvSpPr/>
          <p:nvPr/>
        </p:nvSpPr>
        <p:spPr>
          <a:xfrm>
            <a:off x="6450734" y="68896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30F13CA5-C929-8909-CA21-7589A3BCB42B}"/>
              </a:ext>
            </a:extLst>
          </p:cNvPr>
          <p:cNvSpPr/>
          <p:nvPr/>
        </p:nvSpPr>
        <p:spPr>
          <a:xfrm>
            <a:off x="7196217" y="1179830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6D7417F-CCE5-1E65-F7DE-A6B0146CD6F0}"/>
              </a:ext>
            </a:extLst>
          </p:cNvPr>
          <p:cNvSpPr/>
          <p:nvPr/>
        </p:nvSpPr>
        <p:spPr>
          <a:xfrm>
            <a:off x="7954680" y="656267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1DFB01E1-88B4-0CA3-7DD7-F24FF2EC28A8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7586819" y="396781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52AEF8C9-3D92-64F2-EF25-2CE11F28F837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7574589" y="97922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EB7CAE2D-6C08-7793-60B4-903E9CD571C2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6773695" y="101192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8623B19-3F58-97D8-49CC-C87DD227E51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6773695" y="396781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8D233D4-2CAB-4A02-A223-51115D82DAA2}"/>
              </a:ext>
            </a:extLst>
          </p:cNvPr>
          <p:cNvSpPr txBox="1"/>
          <p:nvPr/>
        </p:nvSpPr>
        <p:spPr>
          <a:xfrm>
            <a:off x="6453009" y="664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7AF76EE-66A0-7933-E28B-50DF09A73A0F}"/>
              </a:ext>
            </a:extLst>
          </p:cNvPr>
          <p:cNvSpPr txBox="1"/>
          <p:nvPr/>
        </p:nvSpPr>
        <p:spPr>
          <a:xfrm>
            <a:off x="7212999" y="187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2B6B86E-D1E9-EA94-1260-8EEF2DBAE11C}"/>
              </a:ext>
            </a:extLst>
          </p:cNvPr>
          <p:cNvSpPr txBox="1"/>
          <p:nvPr/>
        </p:nvSpPr>
        <p:spPr>
          <a:xfrm>
            <a:off x="7950960" y="6387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B88D005-00B0-ECA7-9141-A70138B8EF87}"/>
              </a:ext>
            </a:extLst>
          </p:cNvPr>
          <p:cNvSpPr txBox="1"/>
          <p:nvPr/>
        </p:nvSpPr>
        <p:spPr>
          <a:xfrm>
            <a:off x="7197634" y="11497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FC7CEB49-8780-6D5C-060F-E85EA0035691}"/>
              </a:ext>
            </a:extLst>
          </p:cNvPr>
          <p:cNvSpPr/>
          <p:nvPr/>
        </p:nvSpPr>
        <p:spPr>
          <a:xfrm>
            <a:off x="8853757" y="68370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C945D4A-BC82-3A9C-CE82-FCC239C3D705}"/>
              </a:ext>
            </a:extLst>
          </p:cNvPr>
          <p:cNvSpPr txBox="1"/>
          <p:nvPr/>
        </p:nvSpPr>
        <p:spPr>
          <a:xfrm>
            <a:off x="8858309" y="66997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C298084-5C4E-86EA-041E-EFEE153F6BF4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8333052" y="84545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22498691-1BFE-3D86-1E26-7FE12E75E5FD}"/>
              </a:ext>
            </a:extLst>
          </p:cNvPr>
          <p:cNvSpPr/>
          <p:nvPr/>
        </p:nvSpPr>
        <p:spPr>
          <a:xfrm>
            <a:off x="7954680" y="149693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E81062DD-E75D-5C80-62DD-FE0DA73C50B3}"/>
              </a:ext>
            </a:extLst>
          </p:cNvPr>
          <p:cNvSpPr txBox="1"/>
          <p:nvPr/>
        </p:nvSpPr>
        <p:spPr>
          <a:xfrm>
            <a:off x="7964425" y="14626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D95F088C-00D3-EAD3-6E05-A0965BA176CF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8143866" y="103463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44E45B3-ECBB-CFE4-E28E-ADBDD8E959EC}"/>
              </a:ext>
            </a:extLst>
          </p:cNvPr>
          <p:cNvSpPr/>
          <p:nvPr/>
        </p:nvSpPr>
        <p:spPr>
          <a:xfrm>
            <a:off x="7196217" y="20145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3394E792-6F7B-AE72-760B-89820335C409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7385403" y="155820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C3F8A925-B547-A521-033A-6BFEF4C277B0}"/>
              </a:ext>
            </a:extLst>
          </p:cNvPr>
          <p:cNvSpPr txBox="1"/>
          <p:nvPr/>
        </p:nvSpPr>
        <p:spPr>
          <a:xfrm>
            <a:off x="7201289" y="19936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C85B9D9E-5E6B-EF7C-BC66-9A1AF2FF633F}"/>
              </a:ext>
            </a:extLst>
          </p:cNvPr>
          <p:cNvSpPr txBox="1"/>
          <p:nvPr/>
        </p:nvSpPr>
        <p:spPr>
          <a:xfrm>
            <a:off x="7144267" y="337161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E5A493C-2DBB-4D07-93B1-BBEC653E678E}"/>
              </a:ext>
            </a:extLst>
          </p:cNvPr>
          <p:cNvCxnSpPr/>
          <p:nvPr/>
        </p:nvCxnSpPr>
        <p:spPr>
          <a:xfrm>
            <a:off x="6504716" y="2777754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A4498684-EF0A-E181-DFF5-1454B862CA0D}"/>
              </a:ext>
            </a:extLst>
          </p:cNvPr>
          <p:cNvCxnSpPr/>
          <p:nvPr/>
        </p:nvCxnSpPr>
        <p:spPr>
          <a:xfrm>
            <a:off x="6504716" y="3196076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9CA3482C-DD44-A682-746C-77353E67E2AD}"/>
              </a:ext>
            </a:extLst>
          </p:cNvPr>
          <p:cNvSpPr txBox="1"/>
          <p:nvPr/>
        </p:nvSpPr>
        <p:spPr>
          <a:xfrm>
            <a:off x="679804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3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solidFill>
                <a:schemeClr val="bg1"/>
              </a:solidFill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74A18C4-020A-F759-D8A9-255BF0612317}"/>
              </a:ext>
            </a:extLst>
          </p:cNvPr>
          <p:cNvSpPr txBox="1"/>
          <p:nvPr/>
        </p:nvSpPr>
        <p:spPr>
          <a:xfrm>
            <a:off x="7154828" y="27797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3676FC2-1D8E-D3CA-94A3-01177BA46EA6}"/>
              </a:ext>
            </a:extLst>
          </p:cNvPr>
          <p:cNvSpPr txBox="1"/>
          <p:nvPr/>
        </p:nvSpPr>
        <p:spPr>
          <a:xfrm>
            <a:off x="8079081" y="345664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77928AA2-A4B5-2236-0A25-743819123AB6}"/>
              </a:ext>
            </a:extLst>
          </p:cNvPr>
          <p:cNvSpPr txBox="1"/>
          <p:nvPr/>
        </p:nvSpPr>
        <p:spPr>
          <a:xfrm>
            <a:off x="6890731" y="19999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E5F2D9C8-D654-4AF8-5780-442E3D86FC06}"/>
              </a:ext>
            </a:extLst>
          </p:cNvPr>
          <p:cNvSpPr txBox="1"/>
          <p:nvPr/>
        </p:nvSpPr>
        <p:spPr>
          <a:xfrm>
            <a:off x="7502979" y="277670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30F308A3-FF62-0A38-105C-D1D17CAE8196}"/>
              </a:ext>
            </a:extLst>
          </p:cNvPr>
          <p:cNvCxnSpPr>
            <a:cxnSpLocks/>
          </p:cNvCxnSpPr>
          <p:nvPr/>
        </p:nvCxnSpPr>
        <p:spPr>
          <a:xfrm flipV="1">
            <a:off x="9778205" y="220011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296D368A-5F6D-CCB9-5FDB-3C6B453D6410}"/>
              </a:ext>
            </a:extLst>
          </p:cNvPr>
          <p:cNvCxnSpPr>
            <a:cxnSpLocks/>
          </p:cNvCxnSpPr>
          <p:nvPr/>
        </p:nvCxnSpPr>
        <p:spPr>
          <a:xfrm flipV="1">
            <a:off x="9781315" y="372235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9C89984-DDC8-1BD6-A745-E2E1F3E6D2E1}"/>
              </a:ext>
            </a:extLst>
          </p:cNvPr>
          <p:cNvSpPr txBox="1"/>
          <p:nvPr/>
        </p:nvSpPr>
        <p:spPr>
          <a:xfrm>
            <a:off x="9712323" y="98043"/>
            <a:ext cx="2048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           中表示待访问与出发的顶点</a:t>
            </a:r>
          </a:p>
        </p:txBody>
      </p:sp>
    </p:spTree>
    <p:extLst>
      <p:ext uri="{BB962C8B-B14F-4D97-AF65-F5344CB8AC3E}">
        <p14:creationId xmlns:p14="http://schemas.microsoft.com/office/powerpoint/2010/main" val="12341394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4BB4B-3790-DD0F-7704-D16068D4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692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A182-078F-AB17-A3A3-A59A974B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21949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99327-9706-7EB9-DDE9-6BDA89AF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4216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51195-1D1D-78DD-FC41-75A7C0D57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4574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417E2-6F26-D30A-BB3F-8B833FA27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5051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ACF6-5EDD-0809-825E-27404875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6669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1813-363B-371A-8F7F-781B845E7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4288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2260</TotalTime>
  <Words>589</Words>
  <Application>Microsoft Office PowerPoint</Application>
  <PresentationFormat>宽屏</PresentationFormat>
  <Paragraphs>372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等线</vt:lpstr>
      <vt:lpstr>等线 Light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98</cp:revision>
  <dcterms:created xsi:type="dcterms:W3CDTF">2026-10-19T11:14:20Z</dcterms:created>
  <dcterms:modified xsi:type="dcterms:W3CDTF">2026-10-21T15:21:22Z</dcterms:modified>
</cp:coreProperties>
</file>